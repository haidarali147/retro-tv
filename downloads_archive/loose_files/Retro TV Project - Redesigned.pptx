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5F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5F7"/>
                </a:solidFill>
                <a:latin typeface="Arial"/>
              </a:rPr>
              <a:t>Software vs Hardware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problems</c:v>
                </c:pt>
              </c:strCache>
            </c:strRef>
          </c:tx>
          <c:spPr>
            <a:solidFill>
              <a:srgbClr val="E8FF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5F5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Software</c:v>
                </c:pt>
                <c:pt idx="1">
                  <c:v>Hardware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49-4858-A9DA-05C9F1BC4B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A8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14141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4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283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455" y="20574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286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 TV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069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Haidar Ali Alshowaikh   |   Class 8E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BUILT FROM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Used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978" y="155448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3113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582" y="1554480"/>
            <a:ext cx="566928" cy="5669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22244" y="223113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Uno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186" y="1554480"/>
            <a:ext cx="566928" cy="56692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095848" y="223113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Potentiometer 10K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2789" y="1554480"/>
            <a:ext cx="566928" cy="56692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8869451" y="223113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Jumper Wires</a:t>
            </a:r>
            <a:endParaRPr lang="en-US" sz="14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978" y="3520440"/>
            <a:ext cx="566928" cy="56692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48640" y="419709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5582" y="3520440"/>
            <a:ext cx="566928" cy="56692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3322244" y="419709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Joystick Module</a:t>
            </a:r>
            <a:endParaRPr lang="en-US" sz="145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9186" y="3520440"/>
            <a:ext cx="566928" cy="566928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6095848" y="419709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Laptop Screen</a:t>
            </a:r>
            <a:endParaRPr lang="en-US" sz="14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2789" y="3520440"/>
            <a:ext cx="566928" cy="566928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8869451" y="4197096"/>
            <a:ext cx="27736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 Module</a:t>
            </a:r>
            <a:endParaRPr lang="en-US" sz="1450" dirty="0"/>
          </a:p>
        </p:txBody>
      </p:sp>
      <p:sp>
        <p:nvSpPr>
          <p:cNvPr id="21" name="Text 10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Ahead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042" y="1600200"/>
            <a:ext cx="640080" cy="640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the idea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925" y="160020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767523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2767523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2904683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along the way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5808" y="1600200"/>
            <a:ext cx="640080" cy="640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986406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986406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123566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problem got fixed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4691" y="160020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205289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7205289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Wiring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7342449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part connects</a:t>
            </a:r>
            <a:endParaRPr lang="en-US" sz="10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3574" y="1600200"/>
            <a:ext cx="640080" cy="6400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424172" y="233172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9424172" y="2697480"/>
            <a:ext cx="221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9561332" y="310896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 out to do</a:t>
            </a:r>
            <a:endParaRPr lang="en-US" sz="105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got the idea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THE IDEA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Laptop...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855" y="210312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19456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found a laptop that we don't use any more, so I thought of recycling it and giving it a new purpose.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along the way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PROBLEMS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By Type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600200"/>
          <a:ext cx="52120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FIX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2286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day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309360" y="2578608"/>
            <a:ext cx="5303520" cy="146304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309360" y="2578608"/>
            <a:ext cx="1856232" cy="146304"/>
          </a:xfrm>
          <a:prstGeom prst="roundRect">
            <a:avLst>
              <a:gd name="adj" fmla="val 50000"/>
            </a:avLst>
          </a:prstGeom>
          <a:solidFill>
            <a:srgbClr val="FF2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30936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days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3355848"/>
            <a:ext cx="5303520" cy="146304"/>
          </a:xfrm>
          <a:prstGeom prst="roundRect">
            <a:avLst>
              <a:gd name="adj" fmla="val 50000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309360" y="3355848"/>
            <a:ext cx="3977640" cy="146304"/>
          </a:xfrm>
          <a:prstGeom prst="roundRect">
            <a:avLst>
              <a:gd name="adj" fmla="val 50000"/>
            </a:avLst>
          </a:prstGeom>
          <a:solidFill>
            <a:srgbClr val="FF2E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PROBLEMS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Time Sinks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509" y="1600200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4688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063240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down the PipeWire bug that sent audio out the wrong HDMI port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088" y="160020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4688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00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3063240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joystick reliably read as arrow keys under the Wayland compositor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9666" y="1600200"/>
            <a:ext cx="731520" cy="7315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4688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3063240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Repairing the LCD panel after its LVDS connector latch broke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PROBLEMS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Issues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4206240"/>
        </p:xfrm>
        <a:graphic>
          <a:graphicData uri="http://schemas.openxmlformats.org/drawingml/2006/table">
            <a:tbl>
              <a:tblPr/>
              <a:tblGrid>
                <a:gridCol w="3550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4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 the wrong HDMI 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knob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app AND system volume at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LCD panel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latch broke during repair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hole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 than the module's own screws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 grille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was an unconfirmed placeholder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multimedia keys grabbed by the 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PROBLEMS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Main Problems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52728" y="164592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Routing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252728" y="19659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mpv sent sound out the wrong HDMI port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8" y="1691640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82816" y="164592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Control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982816" y="19659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 changed app and system volume together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94760"/>
            <a:ext cx="502920" cy="5029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52728" y="37490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Connector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1252728" y="406908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latch snapped during repair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28" y="3794760"/>
            <a:ext cx="502920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982816" y="37490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Hole vs Screws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6982816" y="406908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hole ended up wider than its screws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problem got fixed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SOLUTIONS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Fixed Them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805" y="169164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Volume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knob now calls wpctl to change the real speaker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Device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mpv points straight at the correct ALSA HDMI device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962" y="169164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Detection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both the keysym and the raw hardware keycode</a:t>
            </a:r>
            <a:endParaRPr lang="en-US" sz="115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SOLUTIONS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Toolbox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805" y="164592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wpctl status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where audio was actually routing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384" y="164592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key_debug.py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real keycode for any key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962" y="164592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Flashlight test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dead backlight from dead video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2805" y="3931920"/>
            <a:ext cx="566928" cy="56692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iptv-org</a:t>
            </a:r>
            <a:endParaRPr lang="en-US" sz="145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channels before adding them</a:t>
            </a:r>
            <a:endParaRPr lang="en-US" sz="11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2384" y="3931920"/>
            <a:ext cx="566928" cy="56692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338218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check</a:t>
            </a:r>
            <a:endParaRPr lang="en-US" sz="1450" dirty="0"/>
          </a:p>
        </p:txBody>
      </p:sp>
      <p:sp>
        <p:nvSpPr>
          <p:cNvPr id="19" name="Text 11"/>
          <p:cNvSpPr txBox="1"/>
          <p:nvPr/>
        </p:nvSpPr>
        <p:spPr>
          <a:xfrm>
            <a:off x="4338218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keyboard is joystick-reachable</a:t>
            </a:r>
            <a:endParaRPr lang="en-US" sz="11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962" y="3931920"/>
            <a:ext cx="566928" cy="56692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127797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test</a:t>
            </a:r>
            <a:endParaRPr lang="en-US" sz="1450" dirty="0"/>
          </a:p>
        </p:txBody>
      </p:sp>
      <p:sp>
        <p:nvSpPr>
          <p:cNvPr id="22" name="Text 13"/>
          <p:cNvSpPr txBox="1"/>
          <p:nvPr/>
        </p:nvSpPr>
        <p:spPr>
          <a:xfrm>
            <a:off x="8127797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installer before sending it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SOLUTIONS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Stands Now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855" y="2194560"/>
            <a:ext cx="1828800" cy="1828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286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software problem has a working fix - audio, volume control, and key detection are all solid.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connector repair is still in progress.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WIRING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part connects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Overview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805" y="164592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Joystick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digital pins, plus one for the click button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384" y="164592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Knob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10K potentiometer on an Arduino analog input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962" y="164592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22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Button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798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pin, held 2 seconds to shut down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2805" y="3931920"/>
            <a:ext cx="566928" cy="56692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-&gt; Pi</a:t>
            </a:r>
            <a:endParaRPr lang="en-US" sz="145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USB, sending plain text commands over serial</a:t>
            </a:r>
            <a:endParaRPr lang="en-US" sz="11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2384" y="3931920"/>
            <a:ext cx="566928" cy="566928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338218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-&gt; Driver Board</a:t>
            </a:r>
            <a:endParaRPr lang="en-US" sz="1450" dirty="0"/>
          </a:p>
        </p:txBody>
      </p:sp>
      <p:sp>
        <p:nvSpPr>
          <p:cNvPr id="19" name="Text 11"/>
          <p:cNvSpPr txBox="1"/>
          <p:nvPr/>
        </p:nvSpPr>
        <p:spPr>
          <a:xfrm>
            <a:off x="4338218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into the universal LCD controller board</a:t>
            </a:r>
            <a:endParaRPr lang="en-US" sz="11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962" y="3931920"/>
            <a:ext cx="566928" cy="56692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127797" y="460857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-&gt; Screen</a:t>
            </a:r>
            <a:endParaRPr lang="en-US" sz="1450" dirty="0"/>
          </a:p>
        </p:txBody>
      </p:sp>
      <p:sp>
        <p:nvSpPr>
          <p:cNvPr id="22" name="Text 13"/>
          <p:cNvSpPr txBox="1"/>
          <p:nvPr/>
        </p:nvSpPr>
        <p:spPr>
          <a:xfrm>
            <a:off x="8127797" y="508406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LVDS ribbon plus a separate backlight connector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Button Press Travels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805" y="182880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50545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ARDUINO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98094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joystick, knob, and button; sends a command over serial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082186" y="19659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384" y="1828800"/>
            <a:ext cx="566928" cy="5669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38218" y="250545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BRIDGE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4338218" y="298094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rpi_bridge.py turns that command into a real key or mouse event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7871765" y="19659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962" y="1828800"/>
            <a:ext cx="566928" cy="56692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27797" y="250545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APP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8127797" y="298094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tv.py receives it like normal keyboard input and reacts on screen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In Progress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855" y="210312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19456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component runs back to the Arduino on its own pin, and the Arduino talks to the Pi over a single USB serial cable.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Build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008" y="2103120"/>
            <a:ext cx="2011680" cy="2011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Main Connections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805" y="169164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Serial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to Pi, carrying every joystick, knob, and button command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button wired straight to the Pi for a direct shutdown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962" y="169164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to the driver board, carrying video to the recycled screen</a:t>
            </a:r>
            <a:endParaRPr lang="en-US" sz="115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Reference Table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4206240"/>
        </p:xfrm>
        <a:graphic>
          <a:graphicData uri="http://schemas.openxmlformats.org/drawingml/2006/table">
            <a:tbl>
              <a:tblPr/>
              <a:tblGrid>
                <a:gridCol w="2773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F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X/Y/click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Knob wiper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pin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from Arduino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HDMI to driver 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to power button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HDMI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LVDS out to panel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Backlight power 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LVDS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Backlight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F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to 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to driver 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A8A8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ground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THE WIRING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Milestones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108" y="173736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414016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89504"/>
            <a:ext cx="256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joystick, knob, and button to the Arduino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3134792" y="1874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292" y="1737360"/>
            <a:ext cx="566928" cy="5669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90824" y="2414016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3390824" y="2889504"/>
            <a:ext cx="256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the Arduino sketch, test raw serial output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5976976" y="1874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476" y="1737360"/>
            <a:ext cx="566928" cy="56692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233008" y="2414016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6233008" y="2889504"/>
            <a:ext cx="256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rpi_bridge.py turning serial into key events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8819159" y="1874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A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5659" y="1737360"/>
            <a:ext cx="566928" cy="56692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75191" y="2414016"/>
            <a:ext cx="2567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450" dirty="0"/>
          </a:p>
        </p:txBody>
      </p:sp>
      <p:sp>
        <p:nvSpPr>
          <p:cNvPr id="19" name="Text 12"/>
          <p:cNvSpPr txBox="1"/>
          <p:nvPr/>
        </p:nvSpPr>
        <p:spPr>
          <a:xfrm>
            <a:off x="9075191" y="2889504"/>
            <a:ext cx="256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driver board, screen, and power button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 out to do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GOALS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620" y="182880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505456"/>
            <a:ext cx="527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1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980944"/>
            <a:ext cx="5272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working retro TV, controllable end-to-end with just the joystick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147" y="182880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370168" y="2505456"/>
            <a:ext cx="527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6370168" y="2980944"/>
            <a:ext cx="5272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everything into a custom laser-cut enclosure sized for the recycled screen</a:t>
            </a:r>
            <a:endParaRPr lang="en-US" sz="115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04008" y="1005840"/>
            <a:ext cx="6583680" cy="4572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141732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25603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</a:t>
            </a:r>
            <a:endParaRPr lang="en-US" sz="7600" dirty="0"/>
          </a:p>
        </p:txBody>
      </p:sp>
      <p:sp>
        <p:nvSpPr>
          <p:cNvPr id="6" name="Text 2"/>
          <p:cNvSpPr txBox="1"/>
          <p:nvPr/>
        </p:nvSpPr>
        <p:spPr>
          <a:xfrm>
            <a:off x="3352648" y="3977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curated for the custom IPTV channel list, each checked twice before being added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888" y="137160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E8F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FAIR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2895448" y="4343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fits what judges look for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PROJECT FAIR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Fits The Fair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9164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52728" y="164592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Problem Solved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1252728" y="19659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alternative instead of buying a new TV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8" y="1691640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82816" y="164592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Process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6982816" y="196596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Idea, problems, solutions, wiring, and testing - all documented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94760"/>
            <a:ext cx="502920" cy="5029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52728" y="37490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1252728" y="406908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a retired laptop screen a second life instead of e-waste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28" y="3794760"/>
            <a:ext cx="502920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982816" y="3749040"/>
            <a:ext cx="466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Build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6982816" y="4069080"/>
            <a:ext cx="466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Arduino + Pi software, not an off-the-shelf kit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PROJECT FAIR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805" y="1691640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E-Waste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fewer laptop thrown out - the screen and body both got reused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38218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Skills, Not Just Parts</a:t>
            </a:r>
            <a:endParaRPr lang="en-US" sz="1450" dirty="0"/>
          </a:p>
        </p:txBody>
      </p:sp>
      <p:sp>
        <p:nvSpPr>
          <p:cNvPr id="10" name="Text 5"/>
          <p:cNvSpPr txBox="1"/>
          <p:nvPr/>
        </p:nvSpPr>
        <p:spPr>
          <a:xfrm>
            <a:off x="4338218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embedded software, and enclosure design in one build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962" y="1691640"/>
            <a:ext cx="566928" cy="56692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27797" y="2368296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Show</a:t>
            </a:r>
            <a:endParaRPr lang="en-US" sz="1450" dirty="0"/>
          </a:p>
        </p:txBody>
      </p:sp>
      <p:sp>
        <p:nvSpPr>
          <p:cNvPr id="13" name="Text 7"/>
          <p:cNvSpPr txBox="1"/>
          <p:nvPr/>
        </p:nvSpPr>
        <p:spPr>
          <a:xfrm>
            <a:off x="8127797" y="2843784"/>
            <a:ext cx="35152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actually works, live, not just on paper</a:t>
            </a:r>
            <a:endParaRPr lang="en-US" sz="115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677" y="6199632"/>
            <a:ext cx="190978" cy="3840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888" y="105156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THANKS!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Haidar Ali Alshowaikh  |  Class 8E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3306928" y="4617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 </a:t>
            </a: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@brackstudy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233008" y="4617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 </a:t>
            </a: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@brackstudy_arabic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3306928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</a:t>
            </a: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@brackstudy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233008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 </a:t>
            </a:r>
            <a:r>
              <a:rPr lang="en-US" sz="13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@brackstudy_arabic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1067</Words>
  <Application>Microsoft Office PowerPoint</Application>
  <PresentationFormat>Widescreen</PresentationFormat>
  <Paragraphs>280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حيدر علي الشويخ</cp:lastModifiedBy>
  <cp:revision>1</cp:revision>
  <dcterms:created xsi:type="dcterms:W3CDTF">2026-09-29T17:24:25Z</dcterms:created>
  <dcterms:modified xsi:type="dcterms:W3CDTF">2026-09-29T17:32:15Z</dcterms:modified>
</cp:coreProperties>
</file>