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48"/>
  </p:notesMasterIdLst>
  <p:sldIdLst>
    <p:sldId id="256" r:id="rId3"/>
    <p:sldId id="257" r:id="rId4"/>
    <p:sldId id="258" r:id="rId5"/>
    <p:sldId id="259" r:id="rId6"/>
    <p:sldId id="261" r:id="rId7"/>
    <p:sldId id="264" r:id="rId8"/>
    <p:sldId id="265" r:id="rId9"/>
    <p:sldId id="266" r:id="rId10"/>
    <p:sldId id="267" r:id="rId11"/>
    <p:sldId id="268" r:id="rId12"/>
    <p:sldId id="269" r:id="rId13"/>
    <p:sldId id="270" r:id="rId14"/>
    <p:sldId id="271" r:id="rId15"/>
    <p:sldId id="272" r:id="rId16"/>
    <p:sldId id="273" r:id="rId17"/>
    <p:sldId id="274" r:id="rId18"/>
    <p:sldId id="275" r:id="rId19"/>
    <p:sldId id="276" r:id="rId20"/>
    <p:sldId id="277" r:id="rId21"/>
    <p:sldId id="278" r:id="rId22"/>
    <p:sldId id="279" r:id="rId23"/>
    <p:sldId id="280" r:id="rId24"/>
    <p:sldId id="281" r:id="rId25"/>
    <p:sldId id="282" r:id="rId26"/>
    <p:sldId id="283" r:id="rId27"/>
    <p:sldId id="289" r:id="rId28"/>
    <p:sldId id="290" r:id="rId29"/>
    <p:sldId id="291" r:id="rId30"/>
    <p:sldId id="292" r:id="rId31"/>
    <p:sldId id="293" r:id="rId32"/>
    <p:sldId id="294" r:id="rId33"/>
    <p:sldId id="295" r:id="rId34"/>
    <p:sldId id="296" r:id="rId35"/>
    <p:sldId id="297" r:id="rId36"/>
    <p:sldId id="298" r:id="rId37"/>
    <p:sldId id="299" r:id="rId38"/>
    <p:sldId id="300" r:id="rId39"/>
    <p:sldId id="301" r:id="rId40"/>
    <p:sldId id="302" r:id="rId41"/>
    <p:sldId id="303" r:id="rId42"/>
    <p:sldId id="304" r:id="rId43"/>
    <p:sldId id="305" r:id="rId44"/>
    <p:sldId id="306" r:id="rId45"/>
    <p:sldId id="307" r:id="rId46"/>
    <p:sldId id="308" r:id="rId47"/>
  </p:sldIdLst>
  <p:sldSz cx="9144000" cy="5143500" type="screen16x9"/>
  <p:notesSz cx="6858000" cy="9144000"/>
  <p:embeddedFontLst>
    <p:embeddedFont>
      <p:font typeface="Gugi" panose="020B0604020202020204" charset="-127"/>
      <p:regular r:id="rId49"/>
    </p:embeddedFont>
    <p:embeddedFont>
      <p:font typeface="Amatic SC" panose="00000500000000000000" pitchFamily="2" charset="-79"/>
      <p:regular r:id="rId50"/>
      <p:bold r:id="rId51"/>
    </p:embeddedFont>
    <p:embeddedFont>
      <p:font typeface="Catamaran" panose="020B0604020202020204" charset="0"/>
      <p:regular r:id="rId52"/>
      <p:bold r:id="rId53"/>
    </p:embeddedFont>
    <p:embeddedFont>
      <p:font typeface="Proxima Nova" panose="020B0604020202020204" charset="0"/>
      <p:regular r:id="rId54"/>
      <p:bold r:id="rId55"/>
      <p:italic r:id="rId56"/>
      <p:boldItalic r:id="rId57"/>
    </p:embeddedFont>
    <p:embeddedFont>
      <p:font typeface="Proxima Nova Semibold" panose="020B0604020202020204" charset="0"/>
      <p:regular r:id="rId58"/>
      <p:bold r:id="rId59"/>
      <p:boldItalic r:id="rId60"/>
    </p:embeddedFont>
    <p:embeddedFont>
      <p:font typeface="Roboto Medium" panose="02000000000000000000" pitchFamily="2" charset="0"/>
      <p:italic r:id="rId6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6C9BFDA-D533-4318-A00A-715C373CFB32}">
  <a:tblStyle styleId="{06C9BFDA-D533-4318-A00A-715C373CFB3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940"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font" Target="fonts/font2.fntdata"/><Relationship Id="rId55" Type="http://schemas.openxmlformats.org/officeDocument/2006/relationships/font" Target="fonts/font7.fntdata"/><Relationship Id="rId63"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5.fntdata"/><Relationship Id="rId58" Type="http://schemas.openxmlformats.org/officeDocument/2006/relationships/font" Target="fonts/font10.fntdata"/><Relationship Id="rId5" Type="http://schemas.openxmlformats.org/officeDocument/2006/relationships/slide" Target="slides/slide3.xml"/><Relationship Id="rId61" Type="http://schemas.openxmlformats.org/officeDocument/2006/relationships/font" Target="fonts/font13.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font" Target="fonts/font3.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6.fntdata"/><Relationship Id="rId6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4.fntdata"/><Relationship Id="rId60" Type="http://schemas.openxmlformats.org/officeDocument/2006/relationships/font" Target="fonts/font12.fntdata"/><Relationship Id="rId65"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7"/>
        <p:cNvGrpSpPr/>
        <p:nvPr/>
      </p:nvGrpSpPr>
      <p:grpSpPr>
        <a:xfrm>
          <a:off x="0" y="0"/>
          <a:ext cx="0" cy="0"/>
          <a:chOff x="0" y="0"/>
          <a:chExt cx="0" cy="0"/>
        </a:xfrm>
      </p:grpSpPr>
      <p:sp>
        <p:nvSpPr>
          <p:cNvPr id="648" name="Google Shape;648;g8ea0df42c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9" name="Google Shape;649;g8ea0df42c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5"/>
        <p:cNvGrpSpPr/>
        <p:nvPr/>
      </p:nvGrpSpPr>
      <p:grpSpPr>
        <a:xfrm>
          <a:off x="0" y="0"/>
          <a:ext cx="0" cy="0"/>
          <a:chOff x="0" y="0"/>
          <a:chExt cx="0" cy="0"/>
        </a:xfrm>
      </p:grpSpPr>
      <p:sp>
        <p:nvSpPr>
          <p:cNvPr id="886" name="Google Shape;886;g8f3105c98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 name="Google Shape;887;g8f3105c98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8ea0df42c0_0_9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8ea0df42c0_0_9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
        <p:cNvGrpSpPr/>
        <p:nvPr/>
      </p:nvGrpSpPr>
      <p:grpSpPr>
        <a:xfrm>
          <a:off x="0" y="0"/>
          <a:ext cx="0" cy="0"/>
          <a:chOff x="0" y="0"/>
          <a:chExt cx="0" cy="0"/>
        </a:xfrm>
      </p:grpSpPr>
      <p:sp>
        <p:nvSpPr>
          <p:cNvPr id="914" name="Google Shape;914;g8ea0df42c0_0_15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5" name="Google Shape;915;g8ea0df42c0_0_15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7"/>
        <p:cNvGrpSpPr/>
        <p:nvPr/>
      </p:nvGrpSpPr>
      <p:grpSpPr>
        <a:xfrm>
          <a:off x="0" y="0"/>
          <a:ext cx="0" cy="0"/>
          <a:chOff x="0" y="0"/>
          <a:chExt cx="0" cy="0"/>
        </a:xfrm>
      </p:grpSpPr>
      <p:sp>
        <p:nvSpPr>
          <p:cNvPr id="1088" name="Google Shape;1088;g8ea0df42c0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9" name="Google Shape;1089;g8ea0df42c0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3"/>
        <p:cNvGrpSpPr/>
        <p:nvPr/>
      </p:nvGrpSpPr>
      <p:grpSpPr>
        <a:xfrm>
          <a:off x="0" y="0"/>
          <a:ext cx="0" cy="0"/>
          <a:chOff x="0" y="0"/>
          <a:chExt cx="0" cy="0"/>
        </a:xfrm>
      </p:grpSpPr>
      <p:sp>
        <p:nvSpPr>
          <p:cNvPr id="1254" name="Google Shape;1254;g8eba06360a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5" name="Google Shape;1255;g8eba06360a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
        <p:cNvGrpSpPr/>
        <p:nvPr/>
      </p:nvGrpSpPr>
      <p:grpSpPr>
        <a:xfrm>
          <a:off x="0" y="0"/>
          <a:ext cx="0" cy="0"/>
          <a:chOff x="0" y="0"/>
          <a:chExt cx="0" cy="0"/>
        </a:xfrm>
      </p:grpSpPr>
      <p:sp>
        <p:nvSpPr>
          <p:cNvPr id="1400" name="Google Shape;1400;g8eba06360a_0_10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1" name="Google Shape;1401;g8eba06360a_0_10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3"/>
        <p:cNvGrpSpPr/>
        <p:nvPr/>
      </p:nvGrpSpPr>
      <p:grpSpPr>
        <a:xfrm>
          <a:off x="0" y="0"/>
          <a:ext cx="0" cy="0"/>
          <a:chOff x="0" y="0"/>
          <a:chExt cx="0" cy="0"/>
        </a:xfrm>
      </p:grpSpPr>
      <p:sp>
        <p:nvSpPr>
          <p:cNvPr id="1534" name="Google Shape;1534;g8f3105c986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5" name="Google Shape;1535;g8f3105c986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8f3105c986_0_3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8f3105c986_0_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8"/>
        <p:cNvGrpSpPr/>
        <p:nvPr/>
      </p:nvGrpSpPr>
      <p:grpSpPr>
        <a:xfrm>
          <a:off x="0" y="0"/>
          <a:ext cx="0" cy="0"/>
          <a:chOff x="0" y="0"/>
          <a:chExt cx="0" cy="0"/>
        </a:xfrm>
      </p:grpSpPr>
      <p:sp>
        <p:nvSpPr>
          <p:cNvPr id="1779" name="Google Shape;1779;g8f3105c986_0_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0" name="Google Shape;1780;g8f3105c986_0_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2"/>
        <p:cNvGrpSpPr/>
        <p:nvPr/>
      </p:nvGrpSpPr>
      <p:grpSpPr>
        <a:xfrm>
          <a:off x="0" y="0"/>
          <a:ext cx="0" cy="0"/>
          <a:chOff x="0" y="0"/>
          <a:chExt cx="0" cy="0"/>
        </a:xfrm>
      </p:grpSpPr>
      <p:sp>
        <p:nvSpPr>
          <p:cNvPr id="1823" name="Google Shape;1823;g8eba06360a_0_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4" name="Google Shape;1824;g8eba06360a_0_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1"/>
        <p:cNvGrpSpPr/>
        <p:nvPr/>
      </p:nvGrpSpPr>
      <p:grpSpPr>
        <a:xfrm>
          <a:off x="0" y="0"/>
          <a:ext cx="0" cy="0"/>
          <a:chOff x="0" y="0"/>
          <a:chExt cx="0" cy="0"/>
        </a:xfrm>
      </p:grpSpPr>
      <p:sp>
        <p:nvSpPr>
          <p:cNvPr id="1912" name="Google Shape;1912;g8f3105c986_0_1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3" name="Google Shape;1913;g8f3105c986_0_1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7"/>
        <p:cNvGrpSpPr/>
        <p:nvPr/>
      </p:nvGrpSpPr>
      <p:grpSpPr>
        <a:xfrm>
          <a:off x="0" y="0"/>
          <a:ext cx="0" cy="0"/>
          <a:chOff x="0" y="0"/>
          <a:chExt cx="0" cy="0"/>
        </a:xfrm>
      </p:grpSpPr>
      <p:sp>
        <p:nvSpPr>
          <p:cNvPr id="1938" name="Google Shape;1938;g8f3105c986_0_19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9" name="Google Shape;1939;g8f3105c986_0_19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6"/>
        <p:cNvGrpSpPr/>
        <p:nvPr/>
      </p:nvGrpSpPr>
      <p:grpSpPr>
        <a:xfrm>
          <a:off x="0" y="0"/>
          <a:ext cx="0" cy="0"/>
          <a:chOff x="0" y="0"/>
          <a:chExt cx="0" cy="0"/>
        </a:xfrm>
      </p:grpSpPr>
      <p:sp>
        <p:nvSpPr>
          <p:cNvPr id="1977" name="Google Shape;1977;g8f3105c986_0_14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8" name="Google Shape;1978;g8f3105c986_0_14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9"/>
        <p:cNvGrpSpPr/>
        <p:nvPr/>
      </p:nvGrpSpPr>
      <p:grpSpPr>
        <a:xfrm>
          <a:off x="0" y="0"/>
          <a:ext cx="0" cy="0"/>
          <a:chOff x="0" y="0"/>
          <a:chExt cx="0" cy="0"/>
        </a:xfrm>
      </p:grpSpPr>
      <p:sp>
        <p:nvSpPr>
          <p:cNvPr id="2040" name="Google Shape;2040;g8eba06360a_0_6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1" name="Google Shape;2041;g8eba06360a_0_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2"/>
        <p:cNvGrpSpPr/>
        <p:nvPr/>
      </p:nvGrpSpPr>
      <p:grpSpPr>
        <a:xfrm>
          <a:off x="0" y="0"/>
          <a:ext cx="0" cy="0"/>
          <a:chOff x="0" y="0"/>
          <a:chExt cx="0" cy="0"/>
        </a:xfrm>
      </p:grpSpPr>
      <p:sp>
        <p:nvSpPr>
          <p:cNvPr id="2133" name="Google Shape;2133;g8eba06360a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4" name="Google Shape;2134;g8eba06360a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3"/>
        <p:cNvGrpSpPr/>
        <p:nvPr/>
      </p:nvGrpSpPr>
      <p:grpSpPr>
        <a:xfrm>
          <a:off x="0" y="0"/>
          <a:ext cx="0" cy="0"/>
          <a:chOff x="0" y="0"/>
          <a:chExt cx="0" cy="0"/>
        </a:xfrm>
      </p:grpSpPr>
      <p:sp>
        <p:nvSpPr>
          <p:cNvPr id="2174" name="Google Shape;2174;g8f3105c986_0_5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5" name="Google Shape;2175;g8f3105c986_0_5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7"/>
        <p:cNvGrpSpPr/>
        <p:nvPr/>
      </p:nvGrpSpPr>
      <p:grpSpPr>
        <a:xfrm>
          <a:off x="0" y="0"/>
          <a:ext cx="0" cy="0"/>
          <a:chOff x="0" y="0"/>
          <a:chExt cx="0" cy="0"/>
        </a:xfrm>
      </p:grpSpPr>
      <p:sp>
        <p:nvSpPr>
          <p:cNvPr id="2218" name="Google Shape;2218;g8f3105c986_0_5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9" name="Google Shape;2219;g8f3105c986_0_5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2"/>
        <p:cNvGrpSpPr/>
        <p:nvPr/>
      </p:nvGrpSpPr>
      <p:grpSpPr>
        <a:xfrm>
          <a:off x="0" y="0"/>
          <a:ext cx="0" cy="0"/>
          <a:chOff x="0" y="0"/>
          <a:chExt cx="0" cy="0"/>
        </a:xfrm>
      </p:grpSpPr>
      <p:sp>
        <p:nvSpPr>
          <p:cNvPr id="2233" name="Google Shape;2233;g8eba06360a_0_3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4" name="Google Shape;2234;g8eba06360a_0_3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7"/>
        <p:cNvGrpSpPr/>
        <p:nvPr/>
      </p:nvGrpSpPr>
      <p:grpSpPr>
        <a:xfrm>
          <a:off x="0" y="0"/>
          <a:ext cx="0" cy="0"/>
          <a:chOff x="0" y="0"/>
          <a:chExt cx="0" cy="0"/>
        </a:xfrm>
      </p:grpSpPr>
      <p:sp>
        <p:nvSpPr>
          <p:cNvPr id="2258" name="Google Shape;2258;g8f3105c986_0_9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9" name="Google Shape;2259;g8f3105c986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9"/>
        <p:cNvGrpSpPr/>
        <p:nvPr/>
      </p:nvGrpSpPr>
      <p:grpSpPr>
        <a:xfrm>
          <a:off x="0" y="0"/>
          <a:ext cx="0" cy="0"/>
          <a:chOff x="0" y="0"/>
          <a:chExt cx="0" cy="0"/>
        </a:xfrm>
      </p:grpSpPr>
      <p:sp>
        <p:nvSpPr>
          <p:cNvPr id="2370" name="Google Shape;2370;g8f3105c986_0_18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1" name="Google Shape;2371;g8f3105c986_0_18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3"/>
        <p:cNvGrpSpPr/>
        <p:nvPr/>
      </p:nvGrpSpPr>
      <p:grpSpPr>
        <a:xfrm>
          <a:off x="0" y="0"/>
          <a:ext cx="0" cy="0"/>
          <a:chOff x="0" y="0"/>
          <a:chExt cx="0" cy="0"/>
        </a:xfrm>
      </p:grpSpPr>
      <p:sp>
        <p:nvSpPr>
          <p:cNvPr id="2394" name="Google Shape;2394;g8fc3e50f12_0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5" name="Google Shape;2395;g8fc3e50f12_0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0"/>
        <p:cNvGrpSpPr/>
        <p:nvPr/>
      </p:nvGrpSpPr>
      <p:grpSpPr>
        <a:xfrm>
          <a:off x="0" y="0"/>
          <a:ext cx="0" cy="0"/>
          <a:chOff x="0" y="0"/>
          <a:chExt cx="0" cy="0"/>
        </a:xfrm>
      </p:grpSpPr>
      <p:sp>
        <p:nvSpPr>
          <p:cNvPr id="2431" name="Google Shape;2431;g8eba06360a_0_23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2" name="Google Shape;2432;g8eba06360a_0_23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0"/>
        <p:cNvGrpSpPr/>
        <p:nvPr/>
      </p:nvGrpSpPr>
      <p:grpSpPr>
        <a:xfrm>
          <a:off x="0" y="0"/>
          <a:ext cx="0" cy="0"/>
          <a:chOff x="0" y="0"/>
          <a:chExt cx="0" cy="0"/>
        </a:xfrm>
      </p:grpSpPr>
      <p:sp>
        <p:nvSpPr>
          <p:cNvPr id="2561" name="Google Shape;2561;g8f3105c986_0_2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2" name="Google Shape;2562;g8f3105c986_0_2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5"/>
        <p:cNvGrpSpPr/>
        <p:nvPr/>
      </p:nvGrpSpPr>
      <p:grpSpPr>
        <a:xfrm>
          <a:off x="0" y="0"/>
          <a:ext cx="0" cy="0"/>
          <a:chOff x="0" y="0"/>
          <a:chExt cx="0" cy="0"/>
        </a:xfrm>
      </p:grpSpPr>
      <p:sp>
        <p:nvSpPr>
          <p:cNvPr id="2646" name="Google Shape;2646;g8f3105c986_0_19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7" name="Google Shape;2647;g8f3105c986_0_19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1"/>
        <p:cNvGrpSpPr/>
        <p:nvPr/>
      </p:nvGrpSpPr>
      <p:grpSpPr>
        <a:xfrm>
          <a:off x="0" y="0"/>
          <a:ext cx="0" cy="0"/>
          <a:chOff x="0" y="0"/>
          <a:chExt cx="0" cy="0"/>
        </a:xfrm>
      </p:grpSpPr>
      <p:sp>
        <p:nvSpPr>
          <p:cNvPr id="3112" name="Google Shape;3112;g8ea0df42c0_0_24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3" name="Google Shape;3113;g8ea0df42c0_0_24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9029f0f4dd_0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9029f0f4dd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3"/>
        <p:cNvGrpSpPr/>
        <p:nvPr/>
      </p:nvGrpSpPr>
      <p:grpSpPr>
        <a:xfrm>
          <a:off x="0" y="0"/>
          <a:ext cx="0" cy="0"/>
          <a:chOff x="0" y="0"/>
          <a:chExt cx="0" cy="0"/>
        </a:xfrm>
      </p:grpSpPr>
      <p:sp>
        <p:nvSpPr>
          <p:cNvPr id="3824" name="Google Shape;3824;g9029f0f4dd_0_10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25" name="Google Shape;3825;g9029f0f4dd_0_1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2"/>
        <p:cNvGrpSpPr/>
        <p:nvPr/>
      </p:nvGrpSpPr>
      <p:grpSpPr>
        <a:xfrm>
          <a:off x="0" y="0"/>
          <a:ext cx="0" cy="0"/>
          <a:chOff x="0" y="0"/>
          <a:chExt cx="0" cy="0"/>
        </a:xfrm>
      </p:grpSpPr>
      <p:sp>
        <p:nvSpPr>
          <p:cNvPr id="3833" name="Google Shape;3833;g9029f0f4dd_0_168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4" name="Google Shape;3834;g9029f0f4dd_0_168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9"/>
        <p:cNvGrpSpPr/>
        <p:nvPr/>
      </p:nvGrpSpPr>
      <p:grpSpPr>
        <a:xfrm>
          <a:off x="0" y="0"/>
          <a:ext cx="0" cy="0"/>
          <a:chOff x="0" y="0"/>
          <a:chExt cx="0" cy="0"/>
        </a:xfrm>
      </p:grpSpPr>
      <p:sp>
        <p:nvSpPr>
          <p:cNvPr id="3840" name="Google Shape;3840;g9029f0f4dd_0_168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1" name="Google Shape;3841;g9029f0f4dd_0_16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4"/>
        <p:cNvGrpSpPr/>
        <p:nvPr/>
      </p:nvGrpSpPr>
      <p:grpSpPr>
        <a:xfrm>
          <a:off x="0" y="0"/>
          <a:ext cx="0" cy="0"/>
          <a:chOff x="0" y="0"/>
          <a:chExt cx="0" cy="0"/>
        </a:xfrm>
      </p:grpSpPr>
      <p:sp>
        <p:nvSpPr>
          <p:cNvPr id="3865" name="Google Shape;3865;g9029f0f4dd_0_168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66" name="Google Shape;3866;g9029f0f4dd_0_168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0"/>
        <p:cNvGrpSpPr/>
        <p:nvPr/>
      </p:nvGrpSpPr>
      <p:grpSpPr>
        <a:xfrm>
          <a:off x="0" y="0"/>
          <a:ext cx="0" cy="0"/>
          <a:chOff x="0" y="0"/>
          <a:chExt cx="0" cy="0"/>
        </a:xfrm>
      </p:grpSpPr>
      <p:sp>
        <p:nvSpPr>
          <p:cNvPr id="3881" name="Google Shape;3881;g9029f0f4dd_0_169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2" name="Google Shape;3882;g9029f0f4dd_0_169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7"/>
        <p:cNvGrpSpPr/>
        <p:nvPr/>
      </p:nvGrpSpPr>
      <p:grpSpPr>
        <a:xfrm>
          <a:off x="0" y="0"/>
          <a:ext cx="0" cy="0"/>
          <a:chOff x="0" y="0"/>
          <a:chExt cx="0" cy="0"/>
        </a:xfrm>
      </p:grpSpPr>
      <p:sp>
        <p:nvSpPr>
          <p:cNvPr id="4218" name="Google Shape;4218;g9029f0f4dd_0_172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9" name="Google Shape;4219;g9029f0f4dd_0_172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1"/>
        <p:cNvGrpSpPr/>
        <p:nvPr/>
      </p:nvGrpSpPr>
      <p:grpSpPr>
        <a:xfrm>
          <a:off x="0" y="0"/>
          <a:ext cx="0" cy="0"/>
          <a:chOff x="0" y="0"/>
          <a:chExt cx="0" cy="0"/>
        </a:xfrm>
      </p:grpSpPr>
      <p:sp>
        <p:nvSpPr>
          <p:cNvPr id="6782" name="Google Shape;6782;g9029f0f4dd_0_198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3" name="Google Shape;6783;g9029f0f4dd_0_198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0"/>
        <p:cNvGrpSpPr/>
        <p:nvPr/>
      </p:nvGrpSpPr>
      <p:grpSpPr>
        <a:xfrm>
          <a:off x="0" y="0"/>
          <a:ext cx="0" cy="0"/>
          <a:chOff x="0" y="0"/>
          <a:chExt cx="0" cy="0"/>
        </a:xfrm>
      </p:grpSpPr>
      <p:sp>
        <p:nvSpPr>
          <p:cNvPr id="7201" name="Google Shape;7201;g9029f0f4dd_0_202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2" name="Google Shape;7202;g9029f0f4dd_0_20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0"/>
        <p:cNvGrpSpPr/>
        <p:nvPr/>
      </p:nvGrpSpPr>
      <p:grpSpPr>
        <a:xfrm>
          <a:off x="0" y="0"/>
          <a:ext cx="0" cy="0"/>
          <a:chOff x="0" y="0"/>
          <a:chExt cx="0" cy="0"/>
        </a:xfrm>
      </p:grpSpPr>
      <p:sp>
        <p:nvSpPr>
          <p:cNvPr id="7371" name="Google Shape;7371;g9029f0f4dd_0_203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2" name="Google Shape;7372;g9029f0f4dd_0_203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5"/>
        <p:cNvGrpSpPr/>
        <p:nvPr/>
      </p:nvGrpSpPr>
      <p:grpSpPr>
        <a:xfrm>
          <a:off x="0" y="0"/>
          <a:ext cx="0" cy="0"/>
          <a:chOff x="0" y="0"/>
          <a:chExt cx="0" cy="0"/>
        </a:xfrm>
      </p:grpSpPr>
      <p:sp>
        <p:nvSpPr>
          <p:cNvPr id="7776" name="Google Shape;7776;g9029f0f4dd_0_207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77" name="Google Shape;7777;g9029f0f4dd_0_207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55"/>
        <p:cNvGrpSpPr/>
        <p:nvPr/>
      </p:nvGrpSpPr>
      <p:grpSpPr>
        <a:xfrm>
          <a:off x="0" y="0"/>
          <a:ext cx="0" cy="0"/>
          <a:chOff x="0" y="0"/>
          <a:chExt cx="0" cy="0"/>
        </a:xfrm>
      </p:grpSpPr>
      <p:sp>
        <p:nvSpPr>
          <p:cNvPr id="8156" name="Google Shape;8156;g9029f0f4dd_0_211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7" name="Google Shape;8157;g9029f0f4dd_0_211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3"/>
        <p:cNvGrpSpPr/>
        <p:nvPr/>
      </p:nvGrpSpPr>
      <p:grpSpPr>
        <a:xfrm>
          <a:off x="0" y="0"/>
          <a:ext cx="0" cy="0"/>
          <a:chOff x="0" y="0"/>
          <a:chExt cx="0" cy="0"/>
        </a:xfrm>
      </p:grpSpPr>
      <p:sp>
        <p:nvSpPr>
          <p:cNvPr id="8924" name="Google Shape;8924;g9029f0f4dd_0_219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5" name="Google Shape;8925;g9029f0f4dd_0_219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0"/>
        <p:cNvGrpSpPr/>
        <p:nvPr/>
      </p:nvGrpSpPr>
      <p:grpSpPr>
        <a:xfrm>
          <a:off x="0" y="0"/>
          <a:ext cx="0" cy="0"/>
          <a:chOff x="0" y="0"/>
          <a:chExt cx="0" cy="0"/>
        </a:xfrm>
      </p:grpSpPr>
      <p:sp>
        <p:nvSpPr>
          <p:cNvPr id="10331" name="Google Shape;10331;g9029f0f4dd_0_233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32" name="Google Shape;10332;g9029f0f4dd_0_233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24"/>
        <p:cNvGrpSpPr/>
        <p:nvPr/>
      </p:nvGrpSpPr>
      <p:grpSpPr>
        <a:xfrm>
          <a:off x="0" y="0"/>
          <a:ext cx="0" cy="0"/>
          <a:chOff x="0" y="0"/>
          <a:chExt cx="0" cy="0"/>
        </a:xfrm>
      </p:grpSpPr>
      <p:sp>
        <p:nvSpPr>
          <p:cNvPr id="12725" name="Google Shape;12725;g9029f0f4dd_0_257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26" name="Google Shape;12726;g9029f0f4dd_0_25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38"/>
        <p:cNvGrpSpPr/>
        <p:nvPr/>
      </p:nvGrpSpPr>
      <p:grpSpPr>
        <a:xfrm>
          <a:off x="0" y="0"/>
          <a:ext cx="0" cy="0"/>
          <a:chOff x="0" y="0"/>
          <a:chExt cx="0" cy="0"/>
        </a:xfrm>
      </p:grpSpPr>
      <p:sp>
        <p:nvSpPr>
          <p:cNvPr id="14739" name="Google Shape;14739;g9029f0f4dd_0_277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0" name="Google Shape;14740;g9029f0f4dd_0_27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74"/>
        <p:cNvGrpSpPr/>
        <p:nvPr/>
      </p:nvGrpSpPr>
      <p:grpSpPr>
        <a:xfrm>
          <a:off x="0" y="0"/>
          <a:ext cx="0" cy="0"/>
          <a:chOff x="0" y="0"/>
          <a:chExt cx="0" cy="0"/>
        </a:xfrm>
      </p:grpSpPr>
      <p:sp>
        <p:nvSpPr>
          <p:cNvPr id="16375" name="Google Shape;16375;g9029f0f4dd_0_293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76" name="Google Shape;16376;g9029f0f4dd_0_293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16"/>
        <p:cNvGrpSpPr/>
        <p:nvPr/>
      </p:nvGrpSpPr>
      <p:grpSpPr>
        <a:xfrm>
          <a:off x="0" y="0"/>
          <a:ext cx="0" cy="0"/>
          <a:chOff x="0" y="0"/>
          <a:chExt cx="0" cy="0"/>
        </a:xfrm>
      </p:grpSpPr>
      <p:sp>
        <p:nvSpPr>
          <p:cNvPr id="17417" name="Google Shape;17417;g9029f0f4dd_0_304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18" name="Google Shape;17418;g9029f0f4dd_0_304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51"/>
        <p:cNvGrpSpPr/>
        <p:nvPr/>
      </p:nvGrpSpPr>
      <p:grpSpPr>
        <a:xfrm>
          <a:off x="0" y="0"/>
          <a:ext cx="0" cy="0"/>
          <a:chOff x="0" y="0"/>
          <a:chExt cx="0" cy="0"/>
        </a:xfrm>
      </p:grpSpPr>
      <p:sp>
        <p:nvSpPr>
          <p:cNvPr id="18952" name="Google Shape;18952;g9029f0f4dd_0_319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53" name="Google Shape;18953;g9029f0f4dd_0_319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5" Type="http://schemas.openxmlformats.org/officeDocument/2006/relationships/hyperlink" Target="https://stories.freepik.com/pana/?utm_source=slidesgo_template&amp;utm_medium=referral-link&amp;utm_campaign=sg_resources&amp;utm_content=stories#e5ff00" TargetMode="Externa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72476" y="93835"/>
            <a:ext cx="8133548" cy="4977397"/>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202175" y="178946"/>
            <a:ext cx="7875392" cy="4819447"/>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8188503" y="3544720"/>
            <a:ext cx="613320" cy="613354"/>
          </a:xfrm>
          <a:custGeom>
            <a:avLst/>
            <a:gdLst/>
            <a:ahLst/>
            <a:cxnLst/>
            <a:rect l="l" t="t" r="r" b="b"/>
            <a:pathLst>
              <a:path w="6662" h="6662" extrusionOk="0">
                <a:moveTo>
                  <a:pt x="3323" y="0"/>
                </a:moveTo>
                <a:cubicBezTo>
                  <a:pt x="1505" y="0"/>
                  <a:pt x="0" y="1442"/>
                  <a:pt x="0" y="3339"/>
                </a:cubicBezTo>
                <a:cubicBezTo>
                  <a:pt x="0" y="5157"/>
                  <a:pt x="1505" y="6662"/>
                  <a:pt x="3323" y="6662"/>
                </a:cubicBezTo>
                <a:cubicBezTo>
                  <a:pt x="5157" y="6662"/>
                  <a:pt x="6662" y="5157"/>
                  <a:pt x="6662" y="3339"/>
                </a:cubicBezTo>
                <a:cubicBezTo>
                  <a:pt x="6662" y="1442"/>
                  <a:pt x="5157" y="0"/>
                  <a:pt x="3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496264" y="4238523"/>
            <a:ext cx="613320" cy="607682"/>
          </a:xfrm>
          <a:custGeom>
            <a:avLst/>
            <a:gdLst/>
            <a:ahLst/>
            <a:cxnLst/>
            <a:rect l="l" t="t" r="r" b="b"/>
            <a:pathLst>
              <a:path w="6725" h="6663" extrusionOk="0">
                <a:moveTo>
                  <a:pt x="3339" y="1"/>
                </a:moveTo>
                <a:cubicBezTo>
                  <a:pt x="1505" y="1"/>
                  <a:pt x="0" y="1505"/>
                  <a:pt x="0" y="3339"/>
                </a:cubicBezTo>
                <a:cubicBezTo>
                  <a:pt x="0" y="5157"/>
                  <a:pt x="1505" y="6662"/>
                  <a:pt x="3339" y="6662"/>
                </a:cubicBezTo>
                <a:cubicBezTo>
                  <a:pt x="5220" y="6662"/>
                  <a:pt x="6724" y="5157"/>
                  <a:pt x="6724" y="3339"/>
                </a:cubicBezTo>
                <a:cubicBezTo>
                  <a:pt x="6724" y="1505"/>
                  <a:pt x="5220" y="1"/>
                  <a:pt x="3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229969" y="2430963"/>
            <a:ext cx="556982" cy="79991"/>
          </a:xfrm>
          <a:custGeom>
            <a:avLst/>
            <a:gdLst/>
            <a:ahLst/>
            <a:cxnLst/>
            <a:rect l="l" t="t" r="r" b="b"/>
            <a:pathLst>
              <a:path w="13857" h="1052" extrusionOk="0">
                <a:moveTo>
                  <a:pt x="534" y="1"/>
                </a:moveTo>
                <a:cubicBezTo>
                  <a:pt x="204" y="1"/>
                  <a:pt x="1" y="205"/>
                  <a:pt x="1" y="534"/>
                </a:cubicBezTo>
                <a:cubicBezTo>
                  <a:pt x="1" y="785"/>
                  <a:pt x="204" y="1051"/>
                  <a:pt x="534" y="1051"/>
                </a:cubicBezTo>
                <a:lnTo>
                  <a:pt x="13324" y="1051"/>
                </a:lnTo>
                <a:cubicBezTo>
                  <a:pt x="13653" y="1051"/>
                  <a:pt x="13857" y="785"/>
                  <a:pt x="13857" y="534"/>
                </a:cubicBezTo>
                <a:cubicBezTo>
                  <a:pt x="13857" y="205"/>
                  <a:pt x="13653" y="1"/>
                  <a:pt x="13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8229969" y="2560927"/>
            <a:ext cx="556982" cy="78699"/>
          </a:xfrm>
          <a:custGeom>
            <a:avLst/>
            <a:gdLst/>
            <a:ahLst/>
            <a:cxnLst/>
            <a:rect l="l" t="t" r="r" b="b"/>
            <a:pathLst>
              <a:path w="13857" h="1035" extrusionOk="0">
                <a:moveTo>
                  <a:pt x="534" y="0"/>
                </a:moveTo>
                <a:cubicBezTo>
                  <a:pt x="204" y="0"/>
                  <a:pt x="1" y="251"/>
                  <a:pt x="1" y="518"/>
                </a:cubicBezTo>
                <a:cubicBezTo>
                  <a:pt x="1" y="784"/>
                  <a:pt x="204" y="1035"/>
                  <a:pt x="534" y="1035"/>
                </a:cubicBezTo>
                <a:lnTo>
                  <a:pt x="13324" y="1035"/>
                </a:lnTo>
                <a:cubicBezTo>
                  <a:pt x="13653" y="1035"/>
                  <a:pt x="13857" y="784"/>
                  <a:pt x="13857" y="518"/>
                </a:cubicBezTo>
                <a:cubicBezTo>
                  <a:pt x="13857" y="251"/>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229969" y="2689675"/>
            <a:ext cx="556982" cy="79915"/>
          </a:xfrm>
          <a:custGeom>
            <a:avLst/>
            <a:gdLst/>
            <a:ahLst/>
            <a:cxnLst/>
            <a:rect l="l" t="t" r="r" b="b"/>
            <a:pathLst>
              <a:path w="13857" h="1051" extrusionOk="0">
                <a:moveTo>
                  <a:pt x="534" y="0"/>
                </a:moveTo>
                <a:cubicBezTo>
                  <a:pt x="204" y="0"/>
                  <a:pt x="1" y="267"/>
                  <a:pt x="1" y="517"/>
                </a:cubicBezTo>
                <a:cubicBezTo>
                  <a:pt x="1" y="847"/>
                  <a:pt x="204" y="1050"/>
                  <a:pt x="534" y="1050"/>
                </a:cubicBezTo>
                <a:lnTo>
                  <a:pt x="13324" y="1050"/>
                </a:lnTo>
                <a:cubicBezTo>
                  <a:pt x="13653" y="1050"/>
                  <a:pt x="13857" y="847"/>
                  <a:pt x="13857" y="517"/>
                </a:cubicBezTo>
                <a:cubicBezTo>
                  <a:pt x="13857" y="267"/>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8229969" y="2824354"/>
            <a:ext cx="556982" cy="73984"/>
          </a:xfrm>
          <a:custGeom>
            <a:avLst/>
            <a:gdLst/>
            <a:ahLst/>
            <a:cxnLst/>
            <a:rect l="l" t="t" r="r" b="b"/>
            <a:pathLst>
              <a:path w="13857" h="973" extrusionOk="0">
                <a:moveTo>
                  <a:pt x="534" y="0"/>
                </a:moveTo>
                <a:cubicBezTo>
                  <a:pt x="204" y="0"/>
                  <a:pt x="1" y="188"/>
                  <a:pt x="1" y="518"/>
                </a:cubicBezTo>
                <a:cubicBezTo>
                  <a:pt x="1" y="784"/>
                  <a:pt x="204" y="972"/>
                  <a:pt x="534" y="972"/>
                </a:cubicBezTo>
                <a:lnTo>
                  <a:pt x="13324" y="972"/>
                </a:lnTo>
                <a:cubicBezTo>
                  <a:pt x="13653" y="972"/>
                  <a:pt x="13857" y="784"/>
                  <a:pt x="13857" y="518"/>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229969" y="2953102"/>
            <a:ext cx="556982" cy="79915"/>
          </a:xfrm>
          <a:custGeom>
            <a:avLst/>
            <a:gdLst/>
            <a:ahLst/>
            <a:cxnLst/>
            <a:rect l="l" t="t" r="r" b="b"/>
            <a:pathLst>
              <a:path w="13857" h="1051" extrusionOk="0">
                <a:moveTo>
                  <a:pt x="534" y="0"/>
                </a:moveTo>
                <a:cubicBezTo>
                  <a:pt x="204" y="0"/>
                  <a:pt x="1" y="188"/>
                  <a:pt x="1" y="517"/>
                </a:cubicBezTo>
                <a:cubicBezTo>
                  <a:pt x="1" y="784"/>
                  <a:pt x="204" y="1050"/>
                  <a:pt x="534" y="1050"/>
                </a:cubicBezTo>
                <a:lnTo>
                  <a:pt x="13324" y="1050"/>
                </a:lnTo>
                <a:cubicBezTo>
                  <a:pt x="13653" y="1050"/>
                  <a:pt x="13857" y="784"/>
                  <a:pt x="13857" y="517"/>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8229969" y="3081849"/>
            <a:ext cx="556982" cy="79915"/>
          </a:xfrm>
          <a:custGeom>
            <a:avLst/>
            <a:gdLst/>
            <a:ahLst/>
            <a:cxnLst/>
            <a:rect l="l" t="t" r="r" b="b"/>
            <a:pathLst>
              <a:path w="13857" h="1051" extrusionOk="0">
                <a:moveTo>
                  <a:pt x="534" y="0"/>
                </a:moveTo>
                <a:cubicBezTo>
                  <a:pt x="204" y="0"/>
                  <a:pt x="1" y="266"/>
                  <a:pt x="1" y="533"/>
                </a:cubicBezTo>
                <a:cubicBezTo>
                  <a:pt x="1" y="784"/>
                  <a:pt x="204" y="1050"/>
                  <a:pt x="534" y="1050"/>
                </a:cubicBezTo>
                <a:lnTo>
                  <a:pt x="13324" y="1050"/>
                </a:lnTo>
                <a:cubicBezTo>
                  <a:pt x="13653" y="1050"/>
                  <a:pt x="13857" y="784"/>
                  <a:pt x="13857" y="533"/>
                </a:cubicBezTo>
                <a:cubicBezTo>
                  <a:pt x="13857" y="266"/>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8229969" y="3211738"/>
            <a:ext cx="556982" cy="78775"/>
          </a:xfrm>
          <a:custGeom>
            <a:avLst/>
            <a:gdLst/>
            <a:ahLst/>
            <a:cxnLst/>
            <a:rect l="l" t="t" r="r" b="b"/>
            <a:pathLst>
              <a:path w="13857" h="1036" extrusionOk="0">
                <a:moveTo>
                  <a:pt x="534" y="1"/>
                </a:moveTo>
                <a:cubicBezTo>
                  <a:pt x="204" y="1"/>
                  <a:pt x="1" y="251"/>
                  <a:pt x="1" y="518"/>
                </a:cubicBezTo>
                <a:cubicBezTo>
                  <a:pt x="1" y="847"/>
                  <a:pt x="204" y="1035"/>
                  <a:pt x="534" y="1035"/>
                </a:cubicBezTo>
                <a:lnTo>
                  <a:pt x="13324" y="1035"/>
                </a:lnTo>
                <a:cubicBezTo>
                  <a:pt x="13653" y="1035"/>
                  <a:pt x="13857" y="847"/>
                  <a:pt x="13857" y="518"/>
                </a:cubicBezTo>
                <a:cubicBezTo>
                  <a:pt x="13857" y="251"/>
                  <a:pt x="13653" y="1"/>
                  <a:pt x="13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txBox="1">
            <a:spLocks noGrp="1"/>
          </p:cNvSpPr>
          <p:nvPr>
            <p:ph type="ctrTitle"/>
          </p:nvPr>
        </p:nvSpPr>
        <p:spPr>
          <a:xfrm>
            <a:off x="3059811" y="707194"/>
            <a:ext cx="4766100" cy="2052600"/>
          </a:xfrm>
          <a:prstGeom prst="rect">
            <a:avLst/>
          </a:prstGeom>
        </p:spPr>
        <p:txBody>
          <a:bodyPr spcFirstLastPara="1" wrap="square" lIns="91425" tIns="91425" rIns="91425" bIns="91425" anchor="b" anchorCtr="0">
            <a:noAutofit/>
          </a:bodyPr>
          <a:lstStyle>
            <a:lvl1pPr lvl="0" algn="ctr">
              <a:spcBef>
                <a:spcPts val="0"/>
              </a:spcBef>
              <a:spcAft>
                <a:spcPts val="0"/>
              </a:spcAft>
              <a:buClr>
                <a:schemeClr val="accent2"/>
              </a:buClr>
              <a:buSzPts val="5200"/>
              <a:buNone/>
              <a:defRPr sz="5200">
                <a:solidFill>
                  <a:schemeClr val="accent2"/>
                </a:solidFill>
                <a:latin typeface="Gugi"/>
                <a:ea typeface="Gugi"/>
                <a:cs typeface="Gugi"/>
                <a:sym typeface="Gugi"/>
              </a:defRPr>
            </a:lvl1pPr>
            <a:lvl2pPr lvl="1" algn="ctr">
              <a:spcBef>
                <a:spcPts val="0"/>
              </a:spcBef>
              <a:spcAft>
                <a:spcPts val="0"/>
              </a:spcAft>
              <a:buClr>
                <a:schemeClr val="accent2"/>
              </a:buClr>
              <a:buSzPts val="5200"/>
              <a:buNone/>
              <a:defRPr sz="5200">
                <a:solidFill>
                  <a:schemeClr val="accent2"/>
                </a:solidFill>
              </a:defRPr>
            </a:lvl2pPr>
            <a:lvl3pPr lvl="2" algn="ctr">
              <a:spcBef>
                <a:spcPts val="0"/>
              </a:spcBef>
              <a:spcAft>
                <a:spcPts val="0"/>
              </a:spcAft>
              <a:buClr>
                <a:schemeClr val="accent2"/>
              </a:buClr>
              <a:buSzPts val="5200"/>
              <a:buNone/>
              <a:defRPr sz="5200">
                <a:solidFill>
                  <a:schemeClr val="accent2"/>
                </a:solidFill>
              </a:defRPr>
            </a:lvl3pPr>
            <a:lvl4pPr lvl="3" algn="ctr">
              <a:spcBef>
                <a:spcPts val="0"/>
              </a:spcBef>
              <a:spcAft>
                <a:spcPts val="0"/>
              </a:spcAft>
              <a:buClr>
                <a:schemeClr val="accent2"/>
              </a:buClr>
              <a:buSzPts val="5200"/>
              <a:buNone/>
              <a:defRPr sz="5200">
                <a:solidFill>
                  <a:schemeClr val="accent2"/>
                </a:solidFill>
              </a:defRPr>
            </a:lvl4pPr>
            <a:lvl5pPr lvl="4" algn="ctr">
              <a:spcBef>
                <a:spcPts val="0"/>
              </a:spcBef>
              <a:spcAft>
                <a:spcPts val="0"/>
              </a:spcAft>
              <a:buClr>
                <a:schemeClr val="accent2"/>
              </a:buClr>
              <a:buSzPts val="5200"/>
              <a:buNone/>
              <a:defRPr sz="5200">
                <a:solidFill>
                  <a:schemeClr val="accent2"/>
                </a:solidFill>
              </a:defRPr>
            </a:lvl5pPr>
            <a:lvl6pPr lvl="5" algn="ctr">
              <a:spcBef>
                <a:spcPts val="0"/>
              </a:spcBef>
              <a:spcAft>
                <a:spcPts val="0"/>
              </a:spcAft>
              <a:buClr>
                <a:schemeClr val="accent2"/>
              </a:buClr>
              <a:buSzPts val="5200"/>
              <a:buNone/>
              <a:defRPr sz="5200">
                <a:solidFill>
                  <a:schemeClr val="accent2"/>
                </a:solidFill>
              </a:defRPr>
            </a:lvl6pPr>
            <a:lvl7pPr lvl="6" algn="ctr">
              <a:spcBef>
                <a:spcPts val="0"/>
              </a:spcBef>
              <a:spcAft>
                <a:spcPts val="0"/>
              </a:spcAft>
              <a:buClr>
                <a:schemeClr val="accent2"/>
              </a:buClr>
              <a:buSzPts val="5200"/>
              <a:buNone/>
              <a:defRPr sz="5200">
                <a:solidFill>
                  <a:schemeClr val="accent2"/>
                </a:solidFill>
              </a:defRPr>
            </a:lvl7pPr>
            <a:lvl8pPr lvl="7" algn="ctr">
              <a:spcBef>
                <a:spcPts val="0"/>
              </a:spcBef>
              <a:spcAft>
                <a:spcPts val="0"/>
              </a:spcAft>
              <a:buClr>
                <a:schemeClr val="accent2"/>
              </a:buClr>
              <a:buSzPts val="5200"/>
              <a:buNone/>
              <a:defRPr sz="5200">
                <a:solidFill>
                  <a:schemeClr val="accent2"/>
                </a:solidFill>
              </a:defRPr>
            </a:lvl8pPr>
            <a:lvl9pPr lvl="8" algn="ctr">
              <a:spcBef>
                <a:spcPts val="0"/>
              </a:spcBef>
              <a:spcAft>
                <a:spcPts val="0"/>
              </a:spcAft>
              <a:buClr>
                <a:schemeClr val="accent2"/>
              </a:buClr>
              <a:buSzPts val="5200"/>
              <a:buNone/>
              <a:defRPr sz="5200">
                <a:solidFill>
                  <a:schemeClr val="accent2"/>
                </a:solidFill>
              </a:defRPr>
            </a:lvl9pPr>
          </a:lstStyle>
          <a:p>
            <a:endParaRPr/>
          </a:p>
        </p:txBody>
      </p:sp>
      <p:sp>
        <p:nvSpPr>
          <p:cNvPr id="21" name="Google Shape;21;p2"/>
          <p:cNvSpPr txBox="1">
            <a:spLocks noGrp="1"/>
          </p:cNvSpPr>
          <p:nvPr>
            <p:ph type="subTitle" idx="1"/>
          </p:nvPr>
        </p:nvSpPr>
        <p:spPr>
          <a:xfrm>
            <a:off x="3944061" y="2879234"/>
            <a:ext cx="2997600" cy="7926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lt2"/>
              </a:buClr>
              <a:buSzPts val="2800"/>
              <a:buNone/>
              <a:defRPr sz="1600">
                <a:solidFill>
                  <a:srgbClr val="EBEBEB"/>
                </a:solidFill>
                <a:latin typeface="Spartan"/>
                <a:ea typeface="Spartan"/>
                <a:cs typeface="Spartan"/>
                <a:sym typeface="Spartan"/>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2"/>
        <p:cNvGrpSpPr/>
        <p:nvPr/>
      </p:nvGrpSpPr>
      <p:grpSpPr>
        <a:xfrm>
          <a:off x="0" y="0"/>
          <a:ext cx="0" cy="0"/>
          <a:chOff x="0" y="0"/>
          <a:chExt cx="0" cy="0"/>
        </a:xfrm>
      </p:grpSpPr>
      <p:sp>
        <p:nvSpPr>
          <p:cNvPr id="23" name="Google Shape;23;p3"/>
          <p:cNvSpPr/>
          <p:nvPr/>
        </p:nvSpPr>
        <p:spPr>
          <a:xfrm>
            <a:off x="224802" y="43208"/>
            <a:ext cx="8694396" cy="5057084"/>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344529" y="131450"/>
            <a:ext cx="8454942" cy="4917829"/>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7987250" y="4124649"/>
            <a:ext cx="728250" cy="721553"/>
          </a:xfrm>
          <a:custGeom>
            <a:avLst/>
            <a:gdLst/>
            <a:ahLst/>
            <a:cxnLst/>
            <a:rect l="l" t="t" r="r" b="b"/>
            <a:pathLst>
              <a:path w="6725" h="6663" extrusionOk="0">
                <a:moveTo>
                  <a:pt x="3339" y="1"/>
                </a:moveTo>
                <a:cubicBezTo>
                  <a:pt x="1505" y="1"/>
                  <a:pt x="0" y="1505"/>
                  <a:pt x="0" y="3339"/>
                </a:cubicBezTo>
                <a:cubicBezTo>
                  <a:pt x="0" y="5157"/>
                  <a:pt x="1505" y="6662"/>
                  <a:pt x="3339" y="6662"/>
                </a:cubicBezTo>
                <a:cubicBezTo>
                  <a:pt x="5220" y="6662"/>
                  <a:pt x="6724" y="5157"/>
                  <a:pt x="6724" y="3339"/>
                </a:cubicBezTo>
                <a:cubicBezTo>
                  <a:pt x="6724" y="1505"/>
                  <a:pt x="5220" y="1"/>
                  <a:pt x="3339"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txBox="1">
            <a:spLocks noGrp="1"/>
          </p:cNvSpPr>
          <p:nvPr>
            <p:ph type="title" hasCustomPrompt="1"/>
          </p:nvPr>
        </p:nvSpPr>
        <p:spPr>
          <a:xfrm>
            <a:off x="1457725" y="1259507"/>
            <a:ext cx="3738900" cy="1057200"/>
          </a:xfrm>
          <a:prstGeom prst="rect">
            <a:avLst/>
          </a:prstGeom>
        </p:spPr>
        <p:txBody>
          <a:bodyPr spcFirstLastPara="1" wrap="square" lIns="91425" tIns="91425" rIns="91425" bIns="91425" anchor="b" anchorCtr="0">
            <a:noAutofit/>
          </a:bodyPr>
          <a:lstStyle>
            <a:lvl1pPr lvl="0" rtl="0">
              <a:spcBef>
                <a:spcPts val="0"/>
              </a:spcBef>
              <a:spcAft>
                <a:spcPts val="0"/>
              </a:spcAft>
              <a:buSzPts val="7200"/>
              <a:buNone/>
              <a:defRPr sz="65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27" name="Google Shape;27;p3"/>
          <p:cNvSpPr txBox="1">
            <a:spLocks noGrp="1"/>
          </p:cNvSpPr>
          <p:nvPr>
            <p:ph type="subTitle" idx="1"/>
          </p:nvPr>
        </p:nvSpPr>
        <p:spPr>
          <a:xfrm>
            <a:off x="1457725" y="3401725"/>
            <a:ext cx="2628600" cy="792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Font typeface="Catamaran"/>
              <a:buNone/>
              <a:defRPr sz="1600">
                <a:solidFill>
                  <a:schemeClr val="lt2"/>
                </a:solidFill>
                <a:latin typeface="Spartan"/>
                <a:ea typeface="Spartan"/>
                <a:cs typeface="Spartan"/>
                <a:sym typeface="Spartan"/>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28" name="Google Shape;28;p3"/>
          <p:cNvSpPr txBox="1">
            <a:spLocks noGrp="1"/>
          </p:cNvSpPr>
          <p:nvPr>
            <p:ph type="title" idx="2"/>
          </p:nvPr>
        </p:nvSpPr>
        <p:spPr>
          <a:xfrm>
            <a:off x="1457725" y="2812000"/>
            <a:ext cx="3600300" cy="8418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9" name="Google Shape;29;p3"/>
          <p:cNvSpPr/>
          <p:nvPr/>
        </p:nvSpPr>
        <p:spPr>
          <a:xfrm>
            <a:off x="344519" y="4508777"/>
            <a:ext cx="556982" cy="79915"/>
          </a:xfrm>
          <a:custGeom>
            <a:avLst/>
            <a:gdLst/>
            <a:ahLst/>
            <a:cxnLst/>
            <a:rect l="l" t="t" r="r" b="b"/>
            <a:pathLst>
              <a:path w="13857" h="1051" extrusionOk="0">
                <a:moveTo>
                  <a:pt x="534" y="0"/>
                </a:moveTo>
                <a:cubicBezTo>
                  <a:pt x="204" y="0"/>
                  <a:pt x="1" y="188"/>
                  <a:pt x="1" y="517"/>
                </a:cubicBezTo>
                <a:cubicBezTo>
                  <a:pt x="1" y="784"/>
                  <a:pt x="204" y="1050"/>
                  <a:pt x="534" y="1050"/>
                </a:cubicBezTo>
                <a:lnTo>
                  <a:pt x="13324" y="1050"/>
                </a:lnTo>
                <a:cubicBezTo>
                  <a:pt x="13653" y="1050"/>
                  <a:pt x="13857" y="784"/>
                  <a:pt x="13857" y="517"/>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344519" y="4637524"/>
            <a:ext cx="556982" cy="79915"/>
          </a:xfrm>
          <a:custGeom>
            <a:avLst/>
            <a:gdLst/>
            <a:ahLst/>
            <a:cxnLst/>
            <a:rect l="l" t="t" r="r" b="b"/>
            <a:pathLst>
              <a:path w="13857" h="1051" extrusionOk="0">
                <a:moveTo>
                  <a:pt x="534" y="0"/>
                </a:moveTo>
                <a:cubicBezTo>
                  <a:pt x="204" y="0"/>
                  <a:pt x="1" y="266"/>
                  <a:pt x="1" y="533"/>
                </a:cubicBezTo>
                <a:cubicBezTo>
                  <a:pt x="1" y="784"/>
                  <a:pt x="204" y="1050"/>
                  <a:pt x="534" y="1050"/>
                </a:cubicBezTo>
                <a:lnTo>
                  <a:pt x="13324" y="1050"/>
                </a:lnTo>
                <a:cubicBezTo>
                  <a:pt x="13653" y="1050"/>
                  <a:pt x="13857" y="784"/>
                  <a:pt x="13857" y="533"/>
                </a:cubicBezTo>
                <a:cubicBezTo>
                  <a:pt x="13857" y="266"/>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344519" y="4767413"/>
            <a:ext cx="556982" cy="78775"/>
          </a:xfrm>
          <a:custGeom>
            <a:avLst/>
            <a:gdLst/>
            <a:ahLst/>
            <a:cxnLst/>
            <a:rect l="l" t="t" r="r" b="b"/>
            <a:pathLst>
              <a:path w="13857" h="1036" extrusionOk="0">
                <a:moveTo>
                  <a:pt x="534" y="1"/>
                </a:moveTo>
                <a:cubicBezTo>
                  <a:pt x="204" y="1"/>
                  <a:pt x="1" y="251"/>
                  <a:pt x="1" y="518"/>
                </a:cubicBezTo>
                <a:cubicBezTo>
                  <a:pt x="1" y="847"/>
                  <a:pt x="204" y="1035"/>
                  <a:pt x="534" y="1035"/>
                </a:cubicBezTo>
                <a:lnTo>
                  <a:pt x="13324" y="1035"/>
                </a:lnTo>
                <a:cubicBezTo>
                  <a:pt x="13653" y="1035"/>
                  <a:pt x="13857" y="847"/>
                  <a:pt x="13857" y="518"/>
                </a:cubicBezTo>
                <a:cubicBezTo>
                  <a:pt x="13857" y="251"/>
                  <a:pt x="13653" y="1"/>
                  <a:pt x="13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2"/>
        <p:cNvGrpSpPr/>
        <p:nvPr/>
      </p:nvGrpSpPr>
      <p:grpSpPr>
        <a:xfrm>
          <a:off x="0" y="0"/>
          <a:ext cx="0" cy="0"/>
          <a:chOff x="0" y="0"/>
          <a:chExt cx="0" cy="0"/>
        </a:xfrm>
      </p:grpSpPr>
      <p:sp>
        <p:nvSpPr>
          <p:cNvPr id="33" name="Google Shape;33;p4"/>
          <p:cNvSpPr txBox="1">
            <a:spLocks noGrp="1"/>
          </p:cNvSpPr>
          <p:nvPr>
            <p:ph type="body" idx="1"/>
          </p:nvPr>
        </p:nvSpPr>
        <p:spPr>
          <a:xfrm>
            <a:off x="713225" y="1047700"/>
            <a:ext cx="7713600" cy="3757800"/>
          </a:xfrm>
          <a:prstGeom prst="rect">
            <a:avLst/>
          </a:prstGeom>
        </p:spPr>
        <p:txBody>
          <a:bodyPr spcFirstLastPara="1" wrap="square" lIns="91425" tIns="91425" rIns="91425" bIns="91425" anchor="t" anchorCtr="0">
            <a:noAutofit/>
          </a:bodyPr>
          <a:lstStyle>
            <a:lvl1pPr marL="457200" lvl="0" indent="-330200" rtl="0">
              <a:lnSpc>
                <a:spcPct val="100000"/>
              </a:lnSpc>
              <a:spcBef>
                <a:spcPts val="0"/>
              </a:spcBef>
              <a:spcAft>
                <a:spcPts val="0"/>
              </a:spcAft>
              <a:buClr>
                <a:schemeClr val="accent1"/>
              </a:buClr>
              <a:buSzPts val="1600"/>
              <a:buChar char="●"/>
              <a:defRPr sz="1200"/>
            </a:lvl1pPr>
            <a:lvl2pPr marL="914400" lvl="1" indent="-298450" rtl="0">
              <a:spcBef>
                <a:spcPts val="0"/>
              </a:spcBef>
              <a:spcAft>
                <a:spcPts val="0"/>
              </a:spcAft>
              <a:buClr>
                <a:schemeClr val="dk1"/>
              </a:buClr>
              <a:buSzPts val="1100"/>
              <a:buFont typeface="Muli"/>
              <a:buChar char="○"/>
              <a:defRPr/>
            </a:lvl2pPr>
            <a:lvl3pPr marL="1371600" lvl="2" indent="-298450" rtl="0">
              <a:spcBef>
                <a:spcPts val="1600"/>
              </a:spcBef>
              <a:spcAft>
                <a:spcPts val="0"/>
              </a:spcAft>
              <a:buClr>
                <a:schemeClr val="dk1"/>
              </a:buClr>
              <a:buSzPts val="1100"/>
              <a:buFont typeface="Muli"/>
              <a:buChar char="■"/>
              <a:defRPr/>
            </a:lvl3pPr>
            <a:lvl4pPr marL="1828800" lvl="3" indent="-298450" rtl="0">
              <a:spcBef>
                <a:spcPts val="1600"/>
              </a:spcBef>
              <a:spcAft>
                <a:spcPts val="0"/>
              </a:spcAft>
              <a:buClr>
                <a:schemeClr val="dk1"/>
              </a:buClr>
              <a:buSzPts val="1100"/>
              <a:buFont typeface="Muli"/>
              <a:buChar char="●"/>
              <a:defRPr/>
            </a:lvl4pPr>
            <a:lvl5pPr marL="2286000" lvl="4" indent="-298450" rtl="0">
              <a:spcBef>
                <a:spcPts val="1600"/>
              </a:spcBef>
              <a:spcAft>
                <a:spcPts val="0"/>
              </a:spcAft>
              <a:buClr>
                <a:schemeClr val="dk1"/>
              </a:buClr>
              <a:buSzPts val="1100"/>
              <a:buFont typeface="Muli"/>
              <a:buChar char="○"/>
              <a:defRPr/>
            </a:lvl5pPr>
            <a:lvl6pPr marL="2743200" lvl="5" indent="-298450" rtl="0">
              <a:spcBef>
                <a:spcPts val="1600"/>
              </a:spcBef>
              <a:spcAft>
                <a:spcPts val="0"/>
              </a:spcAft>
              <a:buClr>
                <a:schemeClr val="dk1"/>
              </a:buClr>
              <a:buSzPts val="1100"/>
              <a:buFont typeface="Muli"/>
              <a:buChar char="■"/>
              <a:defRPr/>
            </a:lvl6pPr>
            <a:lvl7pPr marL="3200400" lvl="6" indent="-298450" rtl="0">
              <a:spcBef>
                <a:spcPts val="1600"/>
              </a:spcBef>
              <a:spcAft>
                <a:spcPts val="0"/>
              </a:spcAft>
              <a:buClr>
                <a:schemeClr val="dk1"/>
              </a:buClr>
              <a:buSzPts val="1100"/>
              <a:buFont typeface="Muli"/>
              <a:buChar char="●"/>
              <a:defRPr/>
            </a:lvl7pPr>
            <a:lvl8pPr marL="3657600" lvl="7" indent="-298450" rtl="0">
              <a:spcBef>
                <a:spcPts val="1600"/>
              </a:spcBef>
              <a:spcAft>
                <a:spcPts val="0"/>
              </a:spcAft>
              <a:buClr>
                <a:schemeClr val="dk1"/>
              </a:buClr>
              <a:buSzPts val="1100"/>
              <a:buFont typeface="Muli"/>
              <a:buChar char="○"/>
              <a:defRPr/>
            </a:lvl8pPr>
            <a:lvl9pPr marL="4114800" lvl="8" indent="-298450" rtl="0">
              <a:spcBef>
                <a:spcPts val="1600"/>
              </a:spcBef>
              <a:spcAft>
                <a:spcPts val="1600"/>
              </a:spcAft>
              <a:buClr>
                <a:schemeClr val="dk1"/>
              </a:buClr>
              <a:buSzPts val="1100"/>
              <a:buFont typeface="Muli"/>
              <a:buChar char="■"/>
              <a:defRPr/>
            </a:lvl9pPr>
          </a:lstStyle>
          <a:p>
            <a:endParaRPr/>
          </a:p>
        </p:txBody>
      </p:sp>
      <p:sp>
        <p:nvSpPr>
          <p:cNvPr id="34" name="Google Shape;34;p4"/>
          <p:cNvSpPr txBox="1">
            <a:spLocks noGrp="1"/>
          </p:cNvSpPr>
          <p:nvPr>
            <p:ph type="title"/>
          </p:nvPr>
        </p:nvSpPr>
        <p:spPr>
          <a:xfrm flipH="1">
            <a:off x="969253" y="488975"/>
            <a:ext cx="7411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rtl="0">
              <a:spcBef>
                <a:spcPts val="0"/>
              </a:spcBef>
              <a:spcAft>
                <a:spcPts val="0"/>
              </a:spcAft>
              <a:buClr>
                <a:srgbClr val="FF00A3"/>
              </a:buClr>
              <a:buSzPts val="2800"/>
              <a:buNone/>
              <a:defRPr>
                <a:solidFill>
                  <a:srgbClr val="FF00A3"/>
                </a:solidFill>
              </a:defRPr>
            </a:lvl2pPr>
            <a:lvl3pPr lvl="2" rtl="0">
              <a:spcBef>
                <a:spcPts val="0"/>
              </a:spcBef>
              <a:spcAft>
                <a:spcPts val="0"/>
              </a:spcAft>
              <a:buClr>
                <a:srgbClr val="FF00A3"/>
              </a:buClr>
              <a:buSzPts val="2800"/>
              <a:buNone/>
              <a:defRPr>
                <a:solidFill>
                  <a:srgbClr val="FF00A3"/>
                </a:solidFill>
              </a:defRPr>
            </a:lvl3pPr>
            <a:lvl4pPr lvl="3" rtl="0">
              <a:spcBef>
                <a:spcPts val="0"/>
              </a:spcBef>
              <a:spcAft>
                <a:spcPts val="0"/>
              </a:spcAft>
              <a:buClr>
                <a:srgbClr val="FF00A3"/>
              </a:buClr>
              <a:buSzPts val="2800"/>
              <a:buNone/>
              <a:defRPr>
                <a:solidFill>
                  <a:srgbClr val="FF00A3"/>
                </a:solidFill>
              </a:defRPr>
            </a:lvl4pPr>
            <a:lvl5pPr lvl="4" rtl="0">
              <a:spcBef>
                <a:spcPts val="0"/>
              </a:spcBef>
              <a:spcAft>
                <a:spcPts val="0"/>
              </a:spcAft>
              <a:buClr>
                <a:srgbClr val="FF00A3"/>
              </a:buClr>
              <a:buSzPts val="2800"/>
              <a:buNone/>
              <a:defRPr>
                <a:solidFill>
                  <a:srgbClr val="FF00A3"/>
                </a:solidFill>
              </a:defRPr>
            </a:lvl5pPr>
            <a:lvl6pPr lvl="5" rtl="0">
              <a:spcBef>
                <a:spcPts val="0"/>
              </a:spcBef>
              <a:spcAft>
                <a:spcPts val="0"/>
              </a:spcAft>
              <a:buClr>
                <a:srgbClr val="FF00A3"/>
              </a:buClr>
              <a:buSzPts val="2800"/>
              <a:buNone/>
              <a:defRPr>
                <a:solidFill>
                  <a:srgbClr val="FF00A3"/>
                </a:solidFill>
              </a:defRPr>
            </a:lvl6pPr>
            <a:lvl7pPr lvl="6" rtl="0">
              <a:spcBef>
                <a:spcPts val="0"/>
              </a:spcBef>
              <a:spcAft>
                <a:spcPts val="0"/>
              </a:spcAft>
              <a:buClr>
                <a:srgbClr val="FF00A3"/>
              </a:buClr>
              <a:buSzPts val="2800"/>
              <a:buNone/>
              <a:defRPr>
                <a:solidFill>
                  <a:srgbClr val="FF00A3"/>
                </a:solidFill>
              </a:defRPr>
            </a:lvl7pPr>
            <a:lvl8pPr lvl="7" rtl="0">
              <a:spcBef>
                <a:spcPts val="0"/>
              </a:spcBef>
              <a:spcAft>
                <a:spcPts val="0"/>
              </a:spcAft>
              <a:buClr>
                <a:srgbClr val="FF00A3"/>
              </a:buClr>
              <a:buSzPts val="2800"/>
              <a:buNone/>
              <a:defRPr>
                <a:solidFill>
                  <a:srgbClr val="FF00A3"/>
                </a:solidFill>
              </a:defRPr>
            </a:lvl8pPr>
            <a:lvl9pPr lvl="8" rtl="0">
              <a:spcBef>
                <a:spcPts val="0"/>
              </a:spcBef>
              <a:spcAft>
                <a:spcPts val="0"/>
              </a:spcAft>
              <a:buClr>
                <a:srgbClr val="FF00A3"/>
              </a:buClr>
              <a:buSzPts val="2800"/>
              <a:buNone/>
              <a:defRPr>
                <a:solidFill>
                  <a:srgbClr val="FF00A3"/>
                </a:solidFill>
              </a:defRPr>
            </a:lvl9pPr>
          </a:lstStyle>
          <a:p>
            <a:endParaRPr/>
          </a:p>
        </p:txBody>
      </p:sp>
      <p:grpSp>
        <p:nvGrpSpPr>
          <p:cNvPr id="35" name="Google Shape;35;p4"/>
          <p:cNvGrpSpPr/>
          <p:nvPr/>
        </p:nvGrpSpPr>
        <p:grpSpPr>
          <a:xfrm>
            <a:off x="-830500" y="160050"/>
            <a:ext cx="10610225" cy="1696150"/>
            <a:chOff x="-830500" y="160050"/>
            <a:chExt cx="10610225" cy="1696150"/>
          </a:xfrm>
        </p:grpSpPr>
        <p:sp>
          <p:nvSpPr>
            <p:cNvPr id="36" name="Google Shape;36;p4"/>
            <p:cNvSpPr/>
            <p:nvPr/>
          </p:nvSpPr>
          <p:spPr>
            <a:xfrm rot="10800000">
              <a:off x="87707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4"/>
            <p:cNvSpPr/>
            <p:nvPr/>
          </p:nvSpPr>
          <p:spPr>
            <a:xfrm rot="10800000">
              <a:off x="89231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4"/>
            <p:cNvSpPr/>
            <p:nvPr/>
          </p:nvSpPr>
          <p:spPr>
            <a:xfrm rot="10800000">
              <a:off x="92279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4"/>
            <p:cNvSpPr/>
            <p:nvPr/>
          </p:nvSpPr>
          <p:spPr>
            <a:xfrm flipH="1">
              <a:off x="7932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4"/>
            <p:cNvSpPr/>
            <p:nvPr/>
          </p:nvSpPr>
          <p:spPr>
            <a:xfrm flipH="1">
              <a:off x="83897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4"/>
            <p:cNvSpPr/>
            <p:nvPr/>
          </p:nvSpPr>
          <p:spPr>
            <a:xfrm flipH="1">
              <a:off x="8694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4"/>
            <p:cNvSpPr/>
            <p:nvPr/>
          </p:nvSpPr>
          <p:spPr>
            <a:xfrm>
              <a:off x="40000" y="3067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4"/>
            <p:cNvSpPr/>
            <p:nvPr/>
          </p:nvSpPr>
          <p:spPr>
            <a:xfrm>
              <a:off x="200950" y="1600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4"/>
            <p:cNvSpPr/>
            <p:nvPr/>
          </p:nvSpPr>
          <p:spPr>
            <a:xfrm flipH="1">
              <a:off x="-830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4"/>
            <p:cNvSpPr/>
            <p:nvPr/>
          </p:nvSpPr>
          <p:spPr>
            <a:xfrm flipH="1">
              <a:off x="-5257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4"/>
            <p:cNvSpPr/>
            <p:nvPr/>
          </p:nvSpPr>
          <p:spPr>
            <a:xfrm flipH="1">
              <a:off x="-68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rgbClr val="1C2225"/>
        </a:solidFill>
        <a:effectLst/>
      </p:bgPr>
    </p:bg>
    <p:spTree>
      <p:nvGrpSpPr>
        <p:cNvPr id="1" name="Shape 103"/>
        <p:cNvGrpSpPr/>
        <p:nvPr/>
      </p:nvGrpSpPr>
      <p:grpSpPr>
        <a:xfrm>
          <a:off x="0" y="0"/>
          <a:ext cx="0" cy="0"/>
          <a:chOff x="0" y="0"/>
          <a:chExt cx="0" cy="0"/>
        </a:xfrm>
      </p:grpSpPr>
      <p:sp>
        <p:nvSpPr>
          <p:cNvPr id="104" name="Google Shape;104;p6"/>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grpSp>
        <p:nvGrpSpPr>
          <p:cNvPr id="105" name="Google Shape;105;p6"/>
          <p:cNvGrpSpPr/>
          <p:nvPr/>
        </p:nvGrpSpPr>
        <p:grpSpPr>
          <a:xfrm>
            <a:off x="-678100" y="160050"/>
            <a:ext cx="10534025" cy="4744150"/>
            <a:chOff x="-678100" y="160050"/>
            <a:chExt cx="10534025" cy="4744150"/>
          </a:xfrm>
        </p:grpSpPr>
        <p:sp>
          <p:nvSpPr>
            <p:cNvPr id="106" name="Google Shape;106;p6"/>
            <p:cNvSpPr/>
            <p:nvPr/>
          </p:nvSpPr>
          <p:spPr>
            <a:xfrm>
              <a:off x="8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6"/>
            <p:cNvSpPr/>
            <p:nvPr/>
          </p:nvSpPr>
          <p:spPr>
            <a:xfrm flipH="1">
              <a:off x="-6781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6"/>
            <p:cNvSpPr/>
            <p:nvPr/>
          </p:nvSpPr>
          <p:spPr>
            <a:xfrm flipH="1">
              <a:off x="-220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6"/>
            <p:cNvSpPr/>
            <p:nvPr/>
          </p:nvSpPr>
          <p:spPr>
            <a:xfrm flipH="1">
              <a:off x="839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6"/>
            <p:cNvSpPr/>
            <p:nvPr/>
          </p:nvSpPr>
          <p:spPr>
            <a:xfrm rot="10800000">
              <a:off x="-1447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6"/>
            <p:cNvSpPr/>
            <p:nvPr/>
          </p:nvSpPr>
          <p:spPr>
            <a:xfrm rot="10800000">
              <a:off x="77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6"/>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6"/>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6"/>
            <p:cNvSpPr/>
            <p:nvPr/>
          </p:nvSpPr>
          <p:spPr>
            <a:xfrm flipH="1">
              <a:off x="-68500" y="2694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6"/>
            <p:cNvSpPr/>
            <p:nvPr/>
          </p:nvSpPr>
          <p:spPr>
            <a:xfrm flipH="1">
              <a:off x="8435625" y="3067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6"/>
            <p:cNvSpPr/>
            <p:nvPr/>
          </p:nvSpPr>
          <p:spPr>
            <a:xfrm flipH="1">
              <a:off x="8272650" y="1600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6"/>
            <p:cNvSpPr/>
            <p:nvPr/>
          </p:nvSpPr>
          <p:spPr>
            <a:xfrm>
              <a:off x="89993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6"/>
            <p:cNvSpPr/>
            <p:nvPr/>
          </p:nvSpPr>
          <p:spPr>
            <a:xfrm>
              <a:off x="86945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6"/>
            <p:cNvSpPr/>
            <p:nvPr/>
          </p:nvSpPr>
          <p:spPr>
            <a:xfrm rot="10800000" flipH="1">
              <a:off x="8770700" y="1856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6"/>
            <p:cNvSpPr/>
            <p:nvPr/>
          </p:nvSpPr>
          <p:spPr>
            <a:xfrm rot="10800000" flipH="1">
              <a:off x="84659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6"/>
            <p:cNvSpPr/>
            <p:nvPr/>
          </p:nvSpPr>
          <p:spPr>
            <a:xfrm rot="10800000" flipH="1">
              <a:off x="82373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6"/>
            <p:cNvSpPr/>
            <p:nvPr/>
          </p:nvSpPr>
          <p:spPr>
            <a:xfrm>
              <a:off x="93041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6"/>
            <p:cNvSpPr/>
            <p:nvPr/>
          </p:nvSpPr>
          <p:spPr>
            <a:xfrm>
              <a:off x="89993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6"/>
            <p:cNvSpPr/>
            <p:nvPr/>
          </p:nvSpPr>
          <p:spPr>
            <a:xfrm>
              <a:off x="85421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5"/>
        <p:cNvGrpSpPr/>
        <p:nvPr/>
      </p:nvGrpSpPr>
      <p:grpSpPr>
        <a:xfrm>
          <a:off x="0" y="0"/>
          <a:ext cx="0" cy="0"/>
          <a:chOff x="0" y="0"/>
          <a:chExt cx="0" cy="0"/>
        </a:xfrm>
      </p:grpSpPr>
      <p:sp>
        <p:nvSpPr>
          <p:cNvPr id="126" name="Google Shape;126;p7"/>
          <p:cNvSpPr txBox="1">
            <a:spLocks noGrp="1"/>
          </p:cNvSpPr>
          <p:nvPr>
            <p:ph type="title"/>
          </p:nvPr>
        </p:nvSpPr>
        <p:spPr>
          <a:xfrm>
            <a:off x="4647350" y="1238625"/>
            <a:ext cx="3524100" cy="982800"/>
          </a:xfrm>
          <a:prstGeom prst="rect">
            <a:avLst/>
          </a:prstGeom>
        </p:spPr>
        <p:txBody>
          <a:bodyPr spcFirstLastPara="1" wrap="square" lIns="91425" tIns="91425" rIns="91425" bIns="91425" anchor="b" anchorCtr="0">
            <a:noAutofit/>
          </a:bodyPr>
          <a:lstStyle>
            <a:lvl1pPr lvl="0" rtl="0">
              <a:spcBef>
                <a:spcPts val="0"/>
              </a:spcBef>
              <a:spcAft>
                <a:spcPts val="0"/>
              </a:spcAft>
              <a:buSzPts val="28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27" name="Google Shape;127;p7"/>
          <p:cNvSpPr txBox="1">
            <a:spLocks noGrp="1"/>
          </p:cNvSpPr>
          <p:nvPr>
            <p:ph type="body" idx="1"/>
          </p:nvPr>
        </p:nvSpPr>
        <p:spPr>
          <a:xfrm>
            <a:off x="4647350" y="2375850"/>
            <a:ext cx="3347100" cy="1835400"/>
          </a:xfrm>
          <a:prstGeom prst="rect">
            <a:avLst/>
          </a:prstGeom>
        </p:spPr>
        <p:txBody>
          <a:bodyPr spcFirstLastPara="1" wrap="square" lIns="91425" tIns="91425" rIns="91425" bIns="91425" anchor="t" anchorCtr="0">
            <a:noAutofit/>
          </a:bodyPr>
          <a:lstStyle>
            <a:lvl1pPr marL="457200" lvl="0" indent="-330200" rtl="0">
              <a:lnSpc>
                <a:spcPct val="100000"/>
              </a:lnSpc>
              <a:spcBef>
                <a:spcPts val="0"/>
              </a:spcBef>
              <a:spcAft>
                <a:spcPts val="0"/>
              </a:spcAft>
              <a:buSzPts val="1600"/>
              <a:buChar char="●"/>
              <a:defRPr sz="1600"/>
            </a:lvl1pPr>
            <a:lvl2pPr marL="914400" lvl="1" indent="-330200" rtl="0">
              <a:spcBef>
                <a:spcPts val="1600"/>
              </a:spcBef>
              <a:spcAft>
                <a:spcPts val="0"/>
              </a:spcAft>
              <a:buSzPts val="1600"/>
              <a:buChar char="○"/>
              <a:defRPr sz="1600"/>
            </a:lvl2pPr>
            <a:lvl3pPr marL="1371600" lvl="2" indent="-330200" rtl="0">
              <a:spcBef>
                <a:spcPts val="1600"/>
              </a:spcBef>
              <a:spcAft>
                <a:spcPts val="0"/>
              </a:spcAft>
              <a:buSzPts val="1600"/>
              <a:buChar char="■"/>
              <a:defRPr sz="1600"/>
            </a:lvl3pPr>
            <a:lvl4pPr marL="1828800" lvl="3" indent="-330200" rtl="0">
              <a:spcBef>
                <a:spcPts val="1600"/>
              </a:spcBef>
              <a:spcAft>
                <a:spcPts val="0"/>
              </a:spcAft>
              <a:buSzPts val="1600"/>
              <a:buChar char="●"/>
              <a:defRPr sz="1600"/>
            </a:lvl4pPr>
            <a:lvl5pPr marL="2286000" lvl="4" indent="-330200" rtl="0">
              <a:spcBef>
                <a:spcPts val="1600"/>
              </a:spcBef>
              <a:spcAft>
                <a:spcPts val="0"/>
              </a:spcAft>
              <a:buSzPts val="1600"/>
              <a:buChar char="○"/>
              <a:defRPr sz="1600"/>
            </a:lvl5pPr>
            <a:lvl6pPr marL="2743200" lvl="5" indent="-330200" rtl="0">
              <a:spcBef>
                <a:spcPts val="1600"/>
              </a:spcBef>
              <a:spcAft>
                <a:spcPts val="0"/>
              </a:spcAft>
              <a:buSzPts val="1600"/>
              <a:buChar char="■"/>
              <a:defRPr sz="1600"/>
            </a:lvl6pPr>
            <a:lvl7pPr marL="3200400" lvl="6" indent="-330200" rtl="0">
              <a:spcBef>
                <a:spcPts val="1600"/>
              </a:spcBef>
              <a:spcAft>
                <a:spcPts val="0"/>
              </a:spcAft>
              <a:buSzPts val="1600"/>
              <a:buChar char="●"/>
              <a:defRPr sz="1600"/>
            </a:lvl7pPr>
            <a:lvl8pPr marL="3657600" lvl="7" indent="-330200" rtl="0">
              <a:spcBef>
                <a:spcPts val="1600"/>
              </a:spcBef>
              <a:spcAft>
                <a:spcPts val="0"/>
              </a:spcAft>
              <a:buSzPts val="1600"/>
              <a:buChar char="○"/>
              <a:defRPr sz="1600"/>
            </a:lvl8pPr>
            <a:lvl9pPr marL="4114800" lvl="8" indent="-330200" rtl="0">
              <a:spcBef>
                <a:spcPts val="1600"/>
              </a:spcBef>
              <a:spcAft>
                <a:spcPts val="1600"/>
              </a:spcAft>
              <a:buSzPts val="1600"/>
              <a:buChar char="■"/>
              <a:defRPr sz="1600"/>
            </a:lvl9pPr>
          </a:lstStyle>
          <a:p>
            <a:endParaRPr/>
          </a:p>
        </p:txBody>
      </p:sp>
      <p:grpSp>
        <p:nvGrpSpPr>
          <p:cNvPr id="128" name="Google Shape;128;p7"/>
          <p:cNvGrpSpPr/>
          <p:nvPr/>
        </p:nvGrpSpPr>
        <p:grpSpPr>
          <a:xfrm>
            <a:off x="7989650" y="245775"/>
            <a:ext cx="1856601" cy="4744150"/>
            <a:chOff x="7989650" y="245775"/>
            <a:chExt cx="1856601" cy="4744150"/>
          </a:xfrm>
        </p:grpSpPr>
        <p:sp>
          <p:nvSpPr>
            <p:cNvPr id="129" name="Google Shape;129;p7"/>
            <p:cNvSpPr/>
            <p:nvPr/>
          </p:nvSpPr>
          <p:spPr>
            <a:xfrm>
              <a:off x="8860150" y="392500"/>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7"/>
            <p:cNvSpPr/>
            <p:nvPr/>
          </p:nvSpPr>
          <p:spPr>
            <a:xfrm>
              <a:off x="9021100" y="245775"/>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 name="Google Shape;131;p7"/>
            <p:cNvGrpSpPr/>
            <p:nvPr/>
          </p:nvGrpSpPr>
          <p:grpSpPr>
            <a:xfrm>
              <a:off x="9361333" y="2071782"/>
              <a:ext cx="484918" cy="453079"/>
              <a:chOff x="1211325" y="1407638"/>
              <a:chExt cx="797300" cy="744950"/>
            </a:xfrm>
          </p:grpSpPr>
          <p:sp>
            <p:nvSpPr>
              <p:cNvPr id="132" name="Google Shape;132;p7"/>
              <p:cNvSpPr/>
              <p:nvPr/>
            </p:nvSpPr>
            <p:spPr>
              <a:xfrm>
                <a:off x="1211325" y="1407638"/>
                <a:ext cx="797300" cy="744950"/>
              </a:xfrm>
              <a:custGeom>
                <a:avLst/>
                <a:gdLst/>
                <a:ahLst/>
                <a:cxnLst/>
                <a:rect l="l" t="t" r="r" b="b"/>
                <a:pathLst>
                  <a:path w="31892" h="29798" extrusionOk="0">
                    <a:moveTo>
                      <a:pt x="8081" y="1"/>
                    </a:moveTo>
                    <a:cubicBezTo>
                      <a:pt x="7861" y="1"/>
                      <a:pt x="7645" y="14"/>
                      <a:pt x="7439" y="43"/>
                    </a:cubicBezTo>
                    <a:cubicBezTo>
                      <a:pt x="5870" y="151"/>
                      <a:pt x="4301" y="827"/>
                      <a:pt x="3057" y="1855"/>
                    </a:cubicBezTo>
                    <a:cubicBezTo>
                      <a:pt x="1921" y="2856"/>
                      <a:pt x="1028" y="4208"/>
                      <a:pt x="568" y="5696"/>
                    </a:cubicBezTo>
                    <a:cubicBezTo>
                      <a:pt x="109" y="7049"/>
                      <a:pt x="0" y="8509"/>
                      <a:pt x="109" y="9970"/>
                    </a:cubicBezTo>
                    <a:cubicBezTo>
                      <a:pt x="352" y="12567"/>
                      <a:pt x="1136" y="15028"/>
                      <a:pt x="2381" y="17300"/>
                    </a:cubicBezTo>
                    <a:cubicBezTo>
                      <a:pt x="2949" y="18301"/>
                      <a:pt x="3490" y="19221"/>
                      <a:pt x="4166" y="20113"/>
                    </a:cubicBezTo>
                    <a:lnTo>
                      <a:pt x="5762" y="22602"/>
                    </a:lnTo>
                    <a:cubicBezTo>
                      <a:pt x="6763" y="24171"/>
                      <a:pt x="7682" y="25523"/>
                      <a:pt x="8467" y="26524"/>
                    </a:cubicBezTo>
                    <a:cubicBezTo>
                      <a:pt x="9251" y="27660"/>
                      <a:pt x="9927" y="28445"/>
                      <a:pt x="10387" y="29013"/>
                    </a:cubicBezTo>
                    <a:cubicBezTo>
                      <a:pt x="10820" y="29472"/>
                      <a:pt x="11064" y="29797"/>
                      <a:pt x="11064" y="29797"/>
                    </a:cubicBezTo>
                    <a:cubicBezTo>
                      <a:pt x="11064" y="29797"/>
                      <a:pt x="11064" y="29689"/>
                      <a:pt x="10928" y="29581"/>
                    </a:cubicBezTo>
                    <a:cubicBezTo>
                      <a:pt x="10820" y="29364"/>
                      <a:pt x="10604" y="29229"/>
                      <a:pt x="10387" y="28904"/>
                    </a:cubicBezTo>
                    <a:cubicBezTo>
                      <a:pt x="9927" y="28445"/>
                      <a:pt x="9359" y="27552"/>
                      <a:pt x="8575" y="26524"/>
                    </a:cubicBezTo>
                    <a:cubicBezTo>
                      <a:pt x="7791" y="25523"/>
                      <a:pt x="6871" y="24171"/>
                      <a:pt x="5870" y="22602"/>
                    </a:cubicBezTo>
                    <a:cubicBezTo>
                      <a:pt x="5410" y="21790"/>
                      <a:pt x="4842" y="20898"/>
                      <a:pt x="4301" y="20005"/>
                    </a:cubicBezTo>
                    <a:cubicBezTo>
                      <a:pt x="3625" y="19221"/>
                      <a:pt x="3057" y="18193"/>
                      <a:pt x="2489" y="17192"/>
                    </a:cubicBezTo>
                    <a:cubicBezTo>
                      <a:pt x="1245" y="14920"/>
                      <a:pt x="460" y="12458"/>
                      <a:pt x="244" y="9970"/>
                    </a:cubicBezTo>
                    <a:cubicBezTo>
                      <a:pt x="244" y="8509"/>
                      <a:pt x="352" y="7049"/>
                      <a:pt x="785" y="5696"/>
                    </a:cubicBezTo>
                    <a:cubicBezTo>
                      <a:pt x="1245" y="4344"/>
                      <a:pt x="2029" y="2991"/>
                      <a:pt x="3165" y="1963"/>
                    </a:cubicBezTo>
                    <a:cubicBezTo>
                      <a:pt x="4409" y="963"/>
                      <a:pt x="5870" y="395"/>
                      <a:pt x="7439" y="151"/>
                    </a:cubicBezTo>
                    <a:cubicBezTo>
                      <a:pt x="8223" y="151"/>
                      <a:pt x="9035" y="286"/>
                      <a:pt x="9819" y="503"/>
                    </a:cubicBezTo>
                    <a:cubicBezTo>
                      <a:pt x="10604" y="827"/>
                      <a:pt x="11388" y="1179"/>
                      <a:pt x="11956" y="1747"/>
                    </a:cubicBezTo>
                    <a:cubicBezTo>
                      <a:pt x="13200" y="2991"/>
                      <a:pt x="14093" y="4452"/>
                      <a:pt x="14553" y="6021"/>
                    </a:cubicBezTo>
                    <a:cubicBezTo>
                      <a:pt x="14986" y="7833"/>
                      <a:pt x="15337" y="9510"/>
                      <a:pt x="15337" y="11322"/>
                    </a:cubicBezTo>
                    <a:cubicBezTo>
                      <a:pt x="15337" y="11647"/>
                      <a:pt x="15445" y="12107"/>
                      <a:pt x="15445" y="12567"/>
                    </a:cubicBezTo>
                    <a:lnTo>
                      <a:pt x="15445" y="13135"/>
                    </a:lnTo>
                    <a:lnTo>
                      <a:pt x="15662" y="12567"/>
                    </a:lnTo>
                    <a:cubicBezTo>
                      <a:pt x="16122" y="10863"/>
                      <a:pt x="17150" y="9402"/>
                      <a:pt x="18367" y="8266"/>
                    </a:cubicBezTo>
                    <a:cubicBezTo>
                      <a:pt x="19503" y="7049"/>
                      <a:pt x="21072" y="6237"/>
                      <a:pt x="22776" y="6021"/>
                    </a:cubicBezTo>
                    <a:cubicBezTo>
                      <a:pt x="23333" y="5905"/>
                      <a:pt x="23894" y="5845"/>
                      <a:pt x="24451" y="5845"/>
                    </a:cubicBezTo>
                    <a:cubicBezTo>
                      <a:pt x="25462" y="5845"/>
                      <a:pt x="26459" y="6045"/>
                      <a:pt x="27401" y="6481"/>
                    </a:cubicBezTo>
                    <a:cubicBezTo>
                      <a:pt x="28862" y="7157"/>
                      <a:pt x="29998" y="8158"/>
                      <a:pt x="30782" y="9510"/>
                    </a:cubicBezTo>
                    <a:cubicBezTo>
                      <a:pt x="31459" y="10863"/>
                      <a:pt x="31675" y="12323"/>
                      <a:pt x="31459" y="13811"/>
                    </a:cubicBezTo>
                    <a:cubicBezTo>
                      <a:pt x="31215" y="15163"/>
                      <a:pt x="30539" y="16381"/>
                      <a:pt x="29538" y="17408"/>
                    </a:cubicBezTo>
                    <a:cubicBezTo>
                      <a:pt x="28645" y="18301"/>
                      <a:pt x="27618" y="19221"/>
                      <a:pt x="26617" y="19897"/>
                    </a:cubicBezTo>
                    <a:cubicBezTo>
                      <a:pt x="25589" y="20681"/>
                      <a:pt x="24588" y="21358"/>
                      <a:pt x="23668" y="22034"/>
                    </a:cubicBezTo>
                    <a:cubicBezTo>
                      <a:pt x="19854" y="24631"/>
                      <a:pt x="16690" y="26524"/>
                      <a:pt x="14553" y="27768"/>
                    </a:cubicBezTo>
                    <a:cubicBezTo>
                      <a:pt x="13417" y="28445"/>
                      <a:pt x="12524" y="28904"/>
                      <a:pt x="11956" y="29229"/>
                    </a:cubicBezTo>
                    <a:cubicBezTo>
                      <a:pt x="12524" y="29013"/>
                      <a:pt x="13417" y="28445"/>
                      <a:pt x="14553" y="27877"/>
                    </a:cubicBezTo>
                    <a:cubicBezTo>
                      <a:pt x="16798" y="26524"/>
                      <a:pt x="19963" y="24631"/>
                      <a:pt x="23777" y="22142"/>
                    </a:cubicBezTo>
                    <a:cubicBezTo>
                      <a:pt x="24696" y="21466"/>
                      <a:pt x="25697" y="20790"/>
                      <a:pt x="26725" y="20005"/>
                    </a:cubicBezTo>
                    <a:cubicBezTo>
                      <a:pt x="27726" y="19329"/>
                      <a:pt x="28754" y="18409"/>
                      <a:pt x="29646" y="17517"/>
                    </a:cubicBezTo>
                    <a:cubicBezTo>
                      <a:pt x="30674" y="16516"/>
                      <a:pt x="31350" y="15163"/>
                      <a:pt x="31675" y="13811"/>
                    </a:cubicBezTo>
                    <a:cubicBezTo>
                      <a:pt x="31891" y="12323"/>
                      <a:pt x="31675" y="10754"/>
                      <a:pt x="30890" y="9402"/>
                    </a:cubicBezTo>
                    <a:cubicBezTo>
                      <a:pt x="30214" y="8049"/>
                      <a:pt x="28970" y="6913"/>
                      <a:pt x="27509" y="6237"/>
                    </a:cubicBezTo>
                    <a:cubicBezTo>
                      <a:pt x="26510" y="5774"/>
                      <a:pt x="25396" y="5578"/>
                      <a:pt x="24255" y="5578"/>
                    </a:cubicBezTo>
                    <a:cubicBezTo>
                      <a:pt x="23729" y="5578"/>
                      <a:pt x="23197" y="5619"/>
                      <a:pt x="22668" y="5696"/>
                    </a:cubicBezTo>
                    <a:cubicBezTo>
                      <a:pt x="21883" y="5913"/>
                      <a:pt x="21072" y="6129"/>
                      <a:pt x="20287" y="6589"/>
                    </a:cubicBezTo>
                    <a:cubicBezTo>
                      <a:pt x="19503" y="6913"/>
                      <a:pt x="18827" y="7481"/>
                      <a:pt x="18150" y="8049"/>
                    </a:cubicBezTo>
                    <a:cubicBezTo>
                      <a:pt x="17045" y="9154"/>
                      <a:pt x="16218" y="10430"/>
                      <a:pt x="15648" y="11895"/>
                    </a:cubicBezTo>
                    <a:lnTo>
                      <a:pt x="15648" y="11895"/>
                    </a:lnTo>
                    <a:cubicBezTo>
                      <a:pt x="15635" y="11682"/>
                      <a:pt x="15608" y="11485"/>
                      <a:pt x="15554" y="11322"/>
                    </a:cubicBezTo>
                    <a:cubicBezTo>
                      <a:pt x="15554" y="9510"/>
                      <a:pt x="15337" y="7725"/>
                      <a:pt x="14769" y="6021"/>
                    </a:cubicBezTo>
                    <a:cubicBezTo>
                      <a:pt x="14309" y="4344"/>
                      <a:pt x="13417" y="2748"/>
                      <a:pt x="12064" y="1639"/>
                    </a:cubicBezTo>
                    <a:cubicBezTo>
                      <a:pt x="11496" y="1071"/>
                      <a:pt x="10712" y="611"/>
                      <a:pt x="9927" y="286"/>
                    </a:cubicBezTo>
                    <a:cubicBezTo>
                      <a:pt x="9349" y="107"/>
                      <a:pt x="8698" y="1"/>
                      <a:pt x="808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7"/>
              <p:cNvSpPr/>
              <p:nvPr/>
            </p:nvSpPr>
            <p:spPr>
              <a:xfrm>
                <a:off x="1290450" y="1597363"/>
                <a:ext cx="109575" cy="197475"/>
              </a:xfrm>
              <a:custGeom>
                <a:avLst/>
                <a:gdLst/>
                <a:ahLst/>
                <a:cxnLst/>
                <a:rect l="l" t="t" r="r" b="b"/>
                <a:pathLst>
                  <a:path w="4383" h="7899" extrusionOk="0">
                    <a:moveTo>
                      <a:pt x="3598" y="1"/>
                    </a:moveTo>
                    <a:lnTo>
                      <a:pt x="3381" y="352"/>
                    </a:lnTo>
                    <a:cubicBezTo>
                      <a:pt x="2353" y="2273"/>
                      <a:pt x="1569" y="3950"/>
                      <a:pt x="893" y="5194"/>
                    </a:cubicBezTo>
                    <a:lnTo>
                      <a:pt x="217" y="6655"/>
                    </a:lnTo>
                    <a:cubicBezTo>
                      <a:pt x="108" y="6898"/>
                      <a:pt x="108" y="7115"/>
                      <a:pt x="0" y="7223"/>
                    </a:cubicBezTo>
                    <a:cubicBezTo>
                      <a:pt x="108" y="7115"/>
                      <a:pt x="217" y="6898"/>
                      <a:pt x="325" y="6763"/>
                    </a:cubicBezTo>
                    <a:lnTo>
                      <a:pt x="1136" y="5302"/>
                    </a:lnTo>
                    <a:cubicBezTo>
                      <a:pt x="1773" y="4130"/>
                      <a:pt x="2507" y="2573"/>
                      <a:pt x="3427" y="791"/>
                    </a:cubicBezTo>
                    <a:lnTo>
                      <a:pt x="3427" y="791"/>
                    </a:lnTo>
                    <a:cubicBezTo>
                      <a:pt x="3631" y="2737"/>
                      <a:pt x="3856" y="4395"/>
                      <a:pt x="4058" y="5654"/>
                    </a:cubicBezTo>
                    <a:cubicBezTo>
                      <a:pt x="4166" y="6330"/>
                      <a:pt x="4274" y="6898"/>
                      <a:pt x="4274" y="7223"/>
                    </a:cubicBezTo>
                    <a:cubicBezTo>
                      <a:pt x="4274" y="7439"/>
                      <a:pt x="4382" y="7683"/>
                      <a:pt x="4382" y="7899"/>
                    </a:cubicBezTo>
                    <a:lnTo>
                      <a:pt x="4382" y="7223"/>
                    </a:lnTo>
                    <a:cubicBezTo>
                      <a:pt x="4382" y="6898"/>
                      <a:pt x="4274" y="6330"/>
                      <a:pt x="4166" y="5654"/>
                    </a:cubicBezTo>
                    <a:cubicBezTo>
                      <a:pt x="4058" y="4301"/>
                      <a:pt x="3841" y="2381"/>
                      <a:pt x="3598" y="352"/>
                    </a:cubicBezTo>
                    <a:lnTo>
                      <a:pt x="359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7"/>
              <p:cNvSpPr/>
              <p:nvPr/>
            </p:nvSpPr>
            <p:spPr>
              <a:xfrm>
                <a:off x="1315450" y="1715713"/>
                <a:ext cx="96050" cy="20300"/>
              </a:xfrm>
              <a:custGeom>
                <a:avLst/>
                <a:gdLst/>
                <a:ahLst/>
                <a:cxnLst/>
                <a:rect l="l" t="t" r="r" b="b"/>
                <a:pathLst>
                  <a:path w="3842" h="812" extrusionOk="0">
                    <a:moveTo>
                      <a:pt x="1" y="0"/>
                    </a:moveTo>
                    <a:cubicBezTo>
                      <a:pt x="569" y="244"/>
                      <a:pt x="1245" y="352"/>
                      <a:pt x="1921" y="460"/>
                    </a:cubicBezTo>
                    <a:cubicBezTo>
                      <a:pt x="2490" y="676"/>
                      <a:pt x="3166" y="676"/>
                      <a:pt x="3842" y="812"/>
                    </a:cubicBezTo>
                    <a:cubicBezTo>
                      <a:pt x="3166" y="460"/>
                      <a:pt x="2598" y="352"/>
                      <a:pt x="1921" y="244"/>
                    </a:cubicBezTo>
                    <a:cubicBezTo>
                      <a:pt x="1353" y="135"/>
                      <a:pt x="677"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7"/>
              <p:cNvSpPr/>
              <p:nvPr/>
            </p:nvSpPr>
            <p:spPr>
              <a:xfrm>
                <a:off x="1464900" y="1789413"/>
                <a:ext cx="137975" cy="104175"/>
              </a:xfrm>
              <a:custGeom>
                <a:avLst/>
                <a:gdLst/>
                <a:ahLst/>
                <a:cxnLst/>
                <a:rect l="l" t="t" r="r" b="b"/>
                <a:pathLst>
                  <a:path w="5519" h="4167" extrusionOk="0">
                    <a:moveTo>
                      <a:pt x="5519" y="1"/>
                    </a:moveTo>
                    <a:cubicBezTo>
                      <a:pt x="4626" y="677"/>
                      <a:pt x="3625" y="1353"/>
                      <a:pt x="2706" y="2029"/>
                    </a:cubicBezTo>
                    <a:cubicBezTo>
                      <a:pt x="1813" y="2706"/>
                      <a:pt x="921" y="3382"/>
                      <a:pt x="1" y="4166"/>
                    </a:cubicBezTo>
                    <a:cubicBezTo>
                      <a:pt x="1029" y="3598"/>
                      <a:pt x="1921" y="2922"/>
                      <a:pt x="2814" y="2246"/>
                    </a:cubicBezTo>
                    <a:cubicBezTo>
                      <a:pt x="3842" y="1569"/>
                      <a:pt x="4734" y="785"/>
                      <a:pt x="5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7"/>
              <p:cNvSpPr/>
              <p:nvPr/>
            </p:nvSpPr>
            <p:spPr>
              <a:xfrm>
                <a:off x="1493300" y="1794838"/>
                <a:ext cx="62250" cy="132550"/>
              </a:xfrm>
              <a:custGeom>
                <a:avLst/>
                <a:gdLst/>
                <a:ahLst/>
                <a:cxnLst/>
                <a:rect l="l" t="t" r="r" b="b"/>
                <a:pathLst>
                  <a:path w="2490" h="5302" extrusionOk="0">
                    <a:moveTo>
                      <a:pt x="1" y="0"/>
                    </a:moveTo>
                    <a:cubicBezTo>
                      <a:pt x="1" y="216"/>
                      <a:pt x="109" y="568"/>
                      <a:pt x="109" y="784"/>
                    </a:cubicBezTo>
                    <a:cubicBezTo>
                      <a:pt x="325" y="1461"/>
                      <a:pt x="569" y="2137"/>
                      <a:pt x="894" y="2813"/>
                    </a:cubicBezTo>
                    <a:cubicBezTo>
                      <a:pt x="1245" y="3381"/>
                      <a:pt x="1570" y="4057"/>
                      <a:pt x="1921" y="4625"/>
                    </a:cubicBezTo>
                    <a:cubicBezTo>
                      <a:pt x="2030" y="4842"/>
                      <a:pt x="2246" y="5085"/>
                      <a:pt x="2489" y="5302"/>
                    </a:cubicBezTo>
                    <a:cubicBezTo>
                      <a:pt x="2489" y="5302"/>
                      <a:pt x="1813" y="4166"/>
                      <a:pt x="1137" y="2705"/>
                    </a:cubicBezTo>
                    <a:cubicBezTo>
                      <a:pt x="461" y="1244"/>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7"/>
              <p:cNvSpPr/>
              <p:nvPr/>
            </p:nvSpPr>
            <p:spPr>
              <a:xfrm>
                <a:off x="1707675" y="1686963"/>
                <a:ext cx="89950" cy="195125"/>
              </a:xfrm>
              <a:custGeom>
                <a:avLst/>
                <a:gdLst/>
                <a:ahLst/>
                <a:cxnLst/>
                <a:rect l="l" t="t" r="r" b="b"/>
                <a:pathLst>
                  <a:path w="3598" h="7805" extrusionOk="0">
                    <a:moveTo>
                      <a:pt x="1139" y="1"/>
                    </a:moveTo>
                    <a:cubicBezTo>
                      <a:pt x="837" y="1"/>
                      <a:pt x="589" y="122"/>
                      <a:pt x="325" y="366"/>
                    </a:cubicBezTo>
                    <a:cubicBezTo>
                      <a:pt x="109" y="609"/>
                      <a:pt x="0" y="934"/>
                      <a:pt x="109" y="1285"/>
                    </a:cubicBezTo>
                    <a:cubicBezTo>
                      <a:pt x="109" y="1962"/>
                      <a:pt x="109" y="2503"/>
                      <a:pt x="325" y="3071"/>
                    </a:cubicBezTo>
                    <a:cubicBezTo>
                      <a:pt x="325" y="3639"/>
                      <a:pt x="433" y="4207"/>
                      <a:pt x="541" y="4667"/>
                    </a:cubicBezTo>
                    <a:cubicBezTo>
                      <a:pt x="677" y="5559"/>
                      <a:pt x="893" y="6235"/>
                      <a:pt x="1001" y="6804"/>
                    </a:cubicBezTo>
                    <a:cubicBezTo>
                      <a:pt x="1001" y="6235"/>
                      <a:pt x="893" y="5559"/>
                      <a:pt x="785" y="4667"/>
                    </a:cubicBezTo>
                    <a:cubicBezTo>
                      <a:pt x="677" y="4099"/>
                      <a:pt x="541" y="3639"/>
                      <a:pt x="433" y="3071"/>
                    </a:cubicBezTo>
                    <a:cubicBezTo>
                      <a:pt x="325" y="2503"/>
                      <a:pt x="325" y="1962"/>
                      <a:pt x="325" y="1285"/>
                    </a:cubicBezTo>
                    <a:cubicBezTo>
                      <a:pt x="325" y="1042"/>
                      <a:pt x="325" y="717"/>
                      <a:pt x="541" y="474"/>
                    </a:cubicBezTo>
                    <a:cubicBezTo>
                      <a:pt x="720" y="316"/>
                      <a:pt x="883" y="215"/>
                      <a:pt x="1096" y="215"/>
                    </a:cubicBezTo>
                    <a:cubicBezTo>
                      <a:pt x="1174" y="215"/>
                      <a:pt x="1259" y="229"/>
                      <a:pt x="1353" y="258"/>
                    </a:cubicBezTo>
                    <a:cubicBezTo>
                      <a:pt x="1894" y="609"/>
                      <a:pt x="2246" y="1285"/>
                      <a:pt x="2029" y="1962"/>
                    </a:cubicBezTo>
                    <a:cubicBezTo>
                      <a:pt x="1846" y="2368"/>
                      <a:pt x="1480" y="2790"/>
                      <a:pt x="1080" y="3169"/>
                    </a:cubicBezTo>
                    <a:lnTo>
                      <a:pt x="1080" y="3169"/>
                    </a:lnTo>
                    <a:cubicBezTo>
                      <a:pt x="918" y="3263"/>
                      <a:pt x="780" y="3385"/>
                      <a:pt x="677" y="3531"/>
                    </a:cubicBezTo>
                    <a:lnTo>
                      <a:pt x="785" y="3639"/>
                    </a:lnTo>
                    <a:cubicBezTo>
                      <a:pt x="803" y="3630"/>
                      <a:pt x="821" y="3621"/>
                      <a:pt x="839" y="3612"/>
                    </a:cubicBezTo>
                    <a:lnTo>
                      <a:pt x="839" y="3612"/>
                    </a:lnTo>
                    <a:lnTo>
                      <a:pt x="893" y="3639"/>
                    </a:lnTo>
                    <a:cubicBezTo>
                      <a:pt x="1164" y="3367"/>
                      <a:pt x="1606" y="3153"/>
                      <a:pt x="2012" y="3153"/>
                    </a:cubicBezTo>
                    <a:cubicBezTo>
                      <a:pt x="2092" y="3153"/>
                      <a:pt x="2170" y="3161"/>
                      <a:pt x="2246" y="3179"/>
                    </a:cubicBezTo>
                    <a:cubicBezTo>
                      <a:pt x="2814" y="3314"/>
                      <a:pt x="3138" y="3639"/>
                      <a:pt x="3246" y="4207"/>
                    </a:cubicBezTo>
                    <a:cubicBezTo>
                      <a:pt x="3490" y="4531"/>
                      <a:pt x="3382" y="4991"/>
                      <a:pt x="3138" y="5451"/>
                    </a:cubicBezTo>
                    <a:cubicBezTo>
                      <a:pt x="2922" y="5776"/>
                      <a:pt x="2705" y="6019"/>
                      <a:pt x="2354" y="6235"/>
                    </a:cubicBezTo>
                    <a:cubicBezTo>
                      <a:pt x="1827" y="6662"/>
                      <a:pt x="1417" y="6972"/>
                      <a:pt x="1080" y="7295"/>
                    </a:cubicBezTo>
                    <a:lnTo>
                      <a:pt x="1080" y="7295"/>
                    </a:lnTo>
                    <a:lnTo>
                      <a:pt x="1001" y="6804"/>
                    </a:lnTo>
                    <a:lnTo>
                      <a:pt x="1001" y="6804"/>
                    </a:lnTo>
                    <a:cubicBezTo>
                      <a:pt x="1001" y="7051"/>
                      <a:pt x="1001" y="7173"/>
                      <a:pt x="1049" y="7324"/>
                    </a:cubicBezTo>
                    <a:lnTo>
                      <a:pt x="1049" y="7324"/>
                    </a:lnTo>
                    <a:cubicBezTo>
                      <a:pt x="1033" y="7340"/>
                      <a:pt x="1017" y="7356"/>
                      <a:pt x="1001" y="7372"/>
                    </a:cubicBezTo>
                    <a:cubicBezTo>
                      <a:pt x="1018" y="7360"/>
                      <a:pt x="1035" y="7348"/>
                      <a:pt x="1053" y="7336"/>
                    </a:cubicBezTo>
                    <a:lnTo>
                      <a:pt x="1053" y="7336"/>
                    </a:lnTo>
                    <a:cubicBezTo>
                      <a:pt x="1067" y="7380"/>
                      <a:pt x="1086" y="7426"/>
                      <a:pt x="1109" y="7480"/>
                    </a:cubicBezTo>
                    <a:lnTo>
                      <a:pt x="1083" y="7315"/>
                    </a:lnTo>
                    <a:lnTo>
                      <a:pt x="1083" y="7315"/>
                    </a:lnTo>
                    <a:cubicBezTo>
                      <a:pt x="1420" y="7078"/>
                      <a:pt x="1837" y="6769"/>
                      <a:pt x="2462" y="6344"/>
                    </a:cubicBezTo>
                    <a:cubicBezTo>
                      <a:pt x="2814" y="6127"/>
                      <a:pt x="3030" y="5884"/>
                      <a:pt x="3246" y="5559"/>
                    </a:cubicBezTo>
                    <a:cubicBezTo>
                      <a:pt x="3598" y="5099"/>
                      <a:pt x="3598" y="4531"/>
                      <a:pt x="3490" y="4099"/>
                    </a:cubicBezTo>
                    <a:cubicBezTo>
                      <a:pt x="3246" y="3531"/>
                      <a:pt x="2814" y="3071"/>
                      <a:pt x="2354" y="2963"/>
                    </a:cubicBezTo>
                    <a:cubicBezTo>
                      <a:pt x="2239" y="2944"/>
                      <a:pt x="2123" y="2935"/>
                      <a:pt x="2010" y="2935"/>
                    </a:cubicBezTo>
                    <a:cubicBezTo>
                      <a:pt x="1870" y="2935"/>
                      <a:pt x="1733" y="2949"/>
                      <a:pt x="1601" y="2975"/>
                    </a:cubicBezTo>
                    <a:lnTo>
                      <a:pt x="1601" y="2975"/>
                    </a:lnTo>
                    <a:cubicBezTo>
                      <a:pt x="1854" y="2671"/>
                      <a:pt x="2061" y="2317"/>
                      <a:pt x="2246" y="1962"/>
                    </a:cubicBezTo>
                    <a:cubicBezTo>
                      <a:pt x="2354" y="1610"/>
                      <a:pt x="2354" y="1150"/>
                      <a:pt x="2246" y="826"/>
                    </a:cubicBezTo>
                    <a:cubicBezTo>
                      <a:pt x="2029" y="474"/>
                      <a:pt x="1786" y="258"/>
                      <a:pt x="1461" y="41"/>
                    </a:cubicBezTo>
                    <a:cubicBezTo>
                      <a:pt x="1346" y="14"/>
                      <a:pt x="1240" y="1"/>
                      <a:pt x="1139" y="1"/>
                    </a:cubicBezTo>
                    <a:close/>
                    <a:moveTo>
                      <a:pt x="1001" y="7372"/>
                    </a:moveTo>
                    <a:lnTo>
                      <a:pt x="541" y="7804"/>
                    </a:lnTo>
                    <a:cubicBezTo>
                      <a:pt x="677" y="7804"/>
                      <a:pt x="677" y="7696"/>
                      <a:pt x="677" y="7696"/>
                    </a:cubicBezTo>
                    <a:lnTo>
                      <a:pt x="1001" y="7372"/>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Google Shape;138;p7"/>
            <p:cNvSpPr/>
            <p:nvPr/>
          </p:nvSpPr>
          <p:spPr>
            <a:xfrm>
              <a:off x="8821038" y="4060763"/>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7"/>
            <p:cNvSpPr/>
            <p:nvPr/>
          </p:nvSpPr>
          <p:spPr>
            <a:xfrm flipH="1">
              <a:off x="8142050" y="42281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7"/>
            <p:cNvSpPr/>
            <p:nvPr/>
          </p:nvSpPr>
          <p:spPr>
            <a:xfrm flipH="1">
              <a:off x="8446850" y="43805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7"/>
            <p:cNvSpPr/>
            <p:nvPr/>
          </p:nvSpPr>
          <p:spPr>
            <a:xfrm flipH="1">
              <a:off x="8599250" y="46853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7"/>
            <p:cNvSpPr/>
            <p:nvPr/>
          </p:nvSpPr>
          <p:spPr>
            <a:xfrm flipH="1">
              <a:off x="8904050" y="48377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675450" y="36947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7"/>
            <p:cNvSpPr/>
            <p:nvPr/>
          </p:nvSpPr>
          <p:spPr>
            <a:xfrm rot="10800000">
              <a:off x="8827850" y="33899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7"/>
            <p:cNvSpPr/>
            <p:nvPr/>
          </p:nvSpPr>
          <p:spPr>
            <a:xfrm flipH="1">
              <a:off x="8294450" y="23231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flipH="1">
              <a:off x="8599250" y="24755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7"/>
            <p:cNvSpPr/>
            <p:nvPr/>
          </p:nvSpPr>
          <p:spPr>
            <a:xfrm flipH="1">
              <a:off x="9056450" y="29327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7"/>
            <p:cNvSpPr/>
            <p:nvPr/>
          </p:nvSpPr>
          <p:spPr>
            <a:xfrm rot="10800000">
              <a:off x="8523050" y="19421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7"/>
            <p:cNvSpPr/>
            <p:nvPr/>
          </p:nvSpPr>
          <p:spPr>
            <a:xfrm rot="10800000">
              <a:off x="8827850" y="17897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7"/>
            <p:cNvSpPr/>
            <p:nvPr/>
          </p:nvSpPr>
          <p:spPr>
            <a:xfrm rot="10800000">
              <a:off x="9285050" y="13325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flipH="1">
              <a:off x="7989650" y="4181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7"/>
            <p:cNvSpPr/>
            <p:nvPr/>
          </p:nvSpPr>
          <p:spPr>
            <a:xfrm flipH="1">
              <a:off x="8294450" y="5705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7"/>
            <p:cNvSpPr/>
            <p:nvPr/>
          </p:nvSpPr>
          <p:spPr>
            <a:xfrm flipH="1">
              <a:off x="8751650" y="10277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68"/>
        <p:cNvGrpSpPr/>
        <p:nvPr/>
      </p:nvGrpSpPr>
      <p:grpSpPr>
        <a:xfrm>
          <a:off x="0" y="0"/>
          <a:ext cx="0" cy="0"/>
          <a:chOff x="0" y="0"/>
          <a:chExt cx="0" cy="0"/>
        </a:xfrm>
      </p:grpSpPr>
      <p:sp>
        <p:nvSpPr>
          <p:cNvPr id="169" name="Google Shape;169;p9"/>
          <p:cNvSpPr txBox="1">
            <a:spLocks noGrp="1"/>
          </p:cNvSpPr>
          <p:nvPr>
            <p:ph type="title"/>
          </p:nvPr>
        </p:nvSpPr>
        <p:spPr>
          <a:xfrm>
            <a:off x="865625" y="488975"/>
            <a:ext cx="7411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sp>
        <p:nvSpPr>
          <p:cNvPr id="170" name="Google Shape;170;p9"/>
          <p:cNvSpPr txBox="1">
            <a:spLocks noGrp="1"/>
          </p:cNvSpPr>
          <p:nvPr>
            <p:ph type="body" idx="1"/>
          </p:nvPr>
        </p:nvSpPr>
        <p:spPr>
          <a:xfrm>
            <a:off x="4416725" y="2169900"/>
            <a:ext cx="3336900" cy="2394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lt2"/>
              </a:buClr>
              <a:buSzPts val="1400"/>
              <a:buChar char="●"/>
              <a:defRPr sz="1400">
                <a:solidFill>
                  <a:schemeClr val="lt2"/>
                </a:solidFill>
              </a:defRPr>
            </a:lvl1pPr>
            <a:lvl2pPr marL="914400" lvl="1" indent="-317500" rtl="0">
              <a:spcBef>
                <a:spcPts val="1000"/>
              </a:spcBef>
              <a:spcAft>
                <a:spcPts val="0"/>
              </a:spcAft>
              <a:buClr>
                <a:schemeClr val="lt2"/>
              </a:buClr>
              <a:buSzPts val="1400"/>
              <a:buChar char="○"/>
              <a:defRPr>
                <a:solidFill>
                  <a:schemeClr val="lt2"/>
                </a:solidFill>
              </a:defRPr>
            </a:lvl2pPr>
            <a:lvl3pPr marL="1371600" lvl="2" indent="-317500" rtl="0">
              <a:spcBef>
                <a:spcPts val="1600"/>
              </a:spcBef>
              <a:spcAft>
                <a:spcPts val="0"/>
              </a:spcAft>
              <a:buClr>
                <a:schemeClr val="lt2"/>
              </a:buClr>
              <a:buSzPts val="1400"/>
              <a:buChar char="■"/>
              <a:defRPr>
                <a:solidFill>
                  <a:schemeClr val="lt2"/>
                </a:solidFill>
              </a:defRPr>
            </a:lvl3pPr>
            <a:lvl4pPr marL="1828800" lvl="3" indent="-317500" rtl="0">
              <a:spcBef>
                <a:spcPts val="1600"/>
              </a:spcBef>
              <a:spcAft>
                <a:spcPts val="0"/>
              </a:spcAft>
              <a:buClr>
                <a:schemeClr val="lt2"/>
              </a:buClr>
              <a:buSzPts val="1400"/>
              <a:buChar char="●"/>
              <a:defRPr>
                <a:solidFill>
                  <a:schemeClr val="lt2"/>
                </a:solidFill>
              </a:defRPr>
            </a:lvl4pPr>
            <a:lvl5pPr marL="2286000" lvl="4" indent="-317500" rtl="0">
              <a:spcBef>
                <a:spcPts val="1600"/>
              </a:spcBef>
              <a:spcAft>
                <a:spcPts val="0"/>
              </a:spcAft>
              <a:buClr>
                <a:schemeClr val="lt2"/>
              </a:buClr>
              <a:buSzPts val="1400"/>
              <a:buChar char="○"/>
              <a:defRPr>
                <a:solidFill>
                  <a:schemeClr val="lt2"/>
                </a:solidFill>
              </a:defRPr>
            </a:lvl5pPr>
            <a:lvl6pPr marL="2743200" lvl="5" indent="-317500" rtl="0">
              <a:spcBef>
                <a:spcPts val="1600"/>
              </a:spcBef>
              <a:spcAft>
                <a:spcPts val="0"/>
              </a:spcAft>
              <a:buClr>
                <a:schemeClr val="lt2"/>
              </a:buClr>
              <a:buSzPts val="1400"/>
              <a:buChar char="■"/>
              <a:defRPr>
                <a:solidFill>
                  <a:schemeClr val="lt2"/>
                </a:solidFill>
              </a:defRPr>
            </a:lvl6pPr>
            <a:lvl7pPr marL="3200400" lvl="6" indent="-317500" rtl="0">
              <a:spcBef>
                <a:spcPts val="1600"/>
              </a:spcBef>
              <a:spcAft>
                <a:spcPts val="0"/>
              </a:spcAft>
              <a:buClr>
                <a:schemeClr val="lt2"/>
              </a:buClr>
              <a:buSzPts val="1400"/>
              <a:buChar char="●"/>
              <a:defRPr>
                <a:solidFill>
                  <a:schemeClr val="lt2"/>
                </a:solidFill>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171" name="Google Shape;171;p9"/>
          <p:cNvSpPr txBox="1">
            <a:spLocks noGrp="1"/>
          </p:cNvSpPr>
          <p:nvPr>
            <p:ph type="subTitle" idx="2"/>
          </p:nvPr>
        </p:nvSpPr>
        <p:spPr>
          <a:xfrm>
            <a:off x="4416725" y="1173413"/>
            <a:ext cx="3117000" cy="866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rgbClr val="FF00A3"/>
              </a:buClr>
              <a:buSzPts val="1800"/>
              <a:buFont typeface="Gugi"/>
              <a:buNone/>
              <a:defRPr>
                <a:solidFill>
                  <a:srgbClr val="FF00A3"/>
                </a:solidFill>
                <a:latin typeface="Gugi"/>
                <a:ea typeface="Gugi"/>
                <a:cs typeface="Gugi"/>
                <a:sym typeface="Gugi"/>
              </a:defRPr>
            </a:lvl1pPr>
            <a:lvl2pPr lvl="1" rtl="0">
              <a:lnSpc>
                <a:spcPct val="100000"/>
              </a:lnSpc>
              <a:spcBef>
                <a:spcPts val="0"/>
              </a:spcBef>
              <a:spcAft>
                <a:spcPts val="0"/>
              </a:spcAft>
              <a:buClr>
                <a:srgbClr val="FF00A3"/>
              </a:buClr>
              <a:buSzPts val="2100"/>
              <a:buNone/>
              <a:defRPr sz="2100">
                <a:solidFill>
                  <a:srgbClr val="FF00A3"/>
                </a:solidFill>
              </a:defRPr>
            </a:lvl2pPr>
            <a:lvl3pPr lvl="2" rtl="0">
              <a:lnSpc>
                <a:spcPct val="100000"/>
              </a:lnSpc>
              <a:spcBef>
                <a:spcPts val="0"/>
              </a:spcBef>
              <a:spcAft>
                <a:spcPts val="0"/>
              </a:spcAft>
              <a:buClr>
                <a:srgbClr val="FF00A3"/>
              </a:buClr>
              <a:buSzPts val="2100"/>
              <a:buNone/>
              <a:defRPr sz="2100">
                <a:solidFill>
                  <a:srgbClr val="FF00A3"/>
                </a:solidFill>
              </a:defRPr>
            </a:lvl3pPr>
            <a:lvl4pPr lvl="3" rtl="0">
              <a:lnSpc>
                <a:spcPct val="100000"/>
              </a:lnSpc>
              <a:spcBef>
                <a:spcPts val="0"/>
              </a:spcBef>
              <a:spcAft>
                <a:spcPts val="0"/>
              </a:spcAft>
              <a:buClr>
                <a:srgbClr val="FF00A3"/>
              </a:buClr>
              <a:buSzPts val="2100"/>
              <a:buNone/>
              <a:defRPr sz="2100">
                <a:solidFill>
                  <a:srgbClr val="FF00A3"/>
                </a:solidFill>
              </a:defRPr>
            </a:lvl4pPr>
            <a:lvl5pPr lvl="4" rtl="0">
              <a:lnSpc>
                <a:spcPct val="100000"/>
              </a:lnSpc>
              <a:spcBef>
                <a:spcPts val="0"/>
              </a:spcBef>
              <a:spcAft>
                <a:spcPts val="0"/>
              </a:spcAft>
              <a:buClr>
                <a:srgbClr val="FF00A3"/>
              </a:buClr>
              <a:buSzPts val="2100"/>
              <a:buNone/>
              <a:defRPr sz="2100">
                <a:solidFill>
                  <a:srgbClr val="FF00A3"/>
                </a:solidFill>
              </a:defRPr>
            </a:lvl5pPr>
            <a:lvl6pPr lvl="5" rtl="0">
              <a:lnSpc>
                <a:spcPct val="100000"/>
              </a:lnSpc>
              <a:spcBef>
                <a:spcPts val="0"/>
              </a:spcBef>
              <a:spcAft>
                <a:spcPts val="0"/>
              </a:spcAft>
              <a:buClr>
                <a:srgbClr val="FF00A3"/>
              </a:buClr>
              <a:buSzPts val="2100"/>
              <a:buNone/>
              <a:defRPr sz="2100">
                <a:solidFill>
                  <a:srgbClr val="FF00A3"/>
                </a:solidFill>
              </a:defRPr>
            </a:lvl6pPr>
            <a:lvl7pPr lvl="6" rtl="0">
              <a:lnSpc>
                <a:spcPct val="100000"/>
              </a:lnSpc>
              <a:spcBef>
                <a:spcPts val="0"/>
              </a:spcBef>
              <a:spcAft>
                <a:spcPts val="0"/>
              </a:spcAft>
              <a:buClr>
                <a:srgbClr val="FF00A3"/>
              </a:buClr>
              <a:buSzPts val="2100"/>
              <a:buNone/>
              <a:defRPr sz="2100">
                <a:solidFill>
                  <a:srgbClr val="FF00A3"/>
                </a:solidFill>
              </a:defRPr>
            </a:lvl7pPr>
            <a:lvl8pPr lvl="7" rtl="0">
              <a:lnSpc>
                <a:spcPct val="100000"/>
              </a:lnSpc>
              <a:spcBef>
                <a:spcPts val="0"/>
              </a:spcBef>
              <a:spcAft>
                <a:spcPts val="0"/>
              </a:spcAft>
              <a:buClr>
                <a:srgbClr val="FF00A3"/>
              </a:buClr>
              <a:buSzPts val="2100"/>
              <a:buNone/>
              <a:defRPr sz="2100">
                <a:solidFill>
                  <a:srgbClr val="FF00A3"/>
                </a:solidFill>
              </a:defRPr>
            </a:lvl8pPr>
            <a:lvl9pPr lvl="8" rtl="0">
              <a:lnSpc>
                <a:spcPct val="100000"/>
              </a:lnSpc>
              <a:spcBef>
                <a:spcPts val="0"/>
              </a:spcBef>
              <a:spcAft>
                <a:spcPts val="0"/>
              </a:spcAft>
              <a:buClr>
                <a:srgbClr val="FF00A3"/>
              </a:buClr>
              <a:buSzPts val="2100"/>
              <a:buNone/>
              <a:defRPr sz="2100">
                <a:solidFill>
                  <a:srgbClr val="FF00A3"/>
                </a:solidFill>
              </a:defRPr>
            </a:lvl9pPr>
          </a:lstStyle>
          <a:p>
            <a:endParaRPr/>
          </a:p>
        </p:txBody>
      </p:sp>
      <p:grpSp>
        <p:nvGrpSpPr>
          <p:cNvPr id="172" name="Google Shape;172;p9"/>
          <p:cNvGrpSpPr/>
          <p:nvPr/>
        </p:nvGrpSpPr>
        <p:grpSpPr>
          <a:xfrm>
            <a:off x="-678100" y="192005"/>
            <a:ext cx="10457825" cy="4559795"/>
            <a:chOff x="-678100" y="192005"/>
            <a:chExt cx="10457825" cy="4559795"/>
          </a:xfrm>
        </p:grpSpPr>
        <p:sp>
          <p:nvSpPr>
            <p:cNvPr id="173" name="Google Shape;173;p9"/>
            <p:cNvSpPr/>
            <p:nvPr/>
          </p:nvSpPr>
          <p:spPr>
            <a:xfrm>
              <a:off x="8382509" y="261969"/>
              <a:ext cx="66783" cy="147023"/>
            </a:xfrm>
            <a:custGeom>
              <a:avLst/>
              <a:gdLst/>
              <a:ahLst/>
              <a:cxnLst/>
              <a:rect l="l" t="t" r="r" b="b"/>
              <a:pathLst>
                <a:path w="2814" h="6195" extrusionOk="0">
                  <a:moveTo>
                    <a:pt x="2814" y="1"/>
                  </a:moveTo>
                  <a:cubicBezTo>
                    <a:pt x="2246" y="1001"/>
                    <a:pt x="1678" y="2029"/>
                    <a:pt x="1353" y="3030"/>
                  </a:cubicBezTo>
                  <a:cubicBezTo>
                    <a:pt x="785" y="4058"/>
                    <a:pt x="325" y="5059"/>
                    <a:pt x="1" y="6195"/>
                  </a:cubicBezTo>
                  <a:cubicBezTo>
                    <a:pt x="569" y="5167"/>
                    <a:pt x="1110" y="4166"/>
                    <a:pt x="1569" y="3138"/>
                  </a:cubicBezTo>
                  <a:cubicBezTo>
                    <a:pt x="2029" y="2137"/>
                    <a:pt x="2462" y="1110"/>
                    <a:pt x="2814"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9"/>
            <p:cNvSpPr/>
            <p:nvPr/>
          </p:nvSpPr>
          <p:spPr>
            <a:xfrm>
              <a:off x="8347836" y="285725"/>
              <a:ext cx="168216" cy="91180"/>
            </a:xfrm>
            <a:custGeom>
              <a:avLst/>
              <a:gdLst/>
              <a:ahLst/>
              <a:cxnLst/>
              <a:rect l="l" t="t" r="r" b="b"/>
              <a:pathLst>
                <a:path w="7088" h="3842" extrusionOk="0">
                  <a:moveTo>
                    <a:pt x="1" y="0"/>
                  </a:moveTo>
                  <a:lnTo>
                    <a:pt x="1" y="0"/>
                  </a:lnTo>
                  <a:cubicBezTo>
                    <a:pt x="326" y="244"/>
                    <a:pt x="677" y="460"/>
                    <a:pt x="1002" y="568"/>
                  </a:cubicBezTo>
                  <a:cubicBezTo>
                    <a:pt x="1678" y="920"/>
                    <a:pt x="2571" y="1353"/>
                    <a:pt x="3598" y="1813"/>
                  </a:cubicBezTo>
                  <a:cubicBezTo>
                    <a:pt x="4491" y="2381"/>
                    <a:pt x="5411" y="2949"/>
                    <a:pt x="6087" y="3273"/>
                  </a:cubicBezTo>
                  <a:cubicBezTo>
                    <a:pt x="6412" y="3490"/>
                    <a:pt x="6763" y="3733"/>
                    <a:pt x="7088" y="3841"/>
                  </a:cubicBezTo>
                  <a:cubicBezTo>
                    <a:pt x="6763" y="3625"/>
                    <a:pt x="6412" y="3273"/>
                    <a:pt x="6087" y="3165"/>
                  </a:cubicBezTo>
                  <a:cubicBezTo>
                    <a:pt x="5519" y="2705"/>
                    <a:pt x="4599" y="2137"/>
                    <a:pt x="3707" y="1704"/>
                  </a:cubicBezTo>
                  <a:cubicBezTo>
                    <a:pt x="2706" y="1136"/>
                    <a:pt x="1786" y="677"/>
                    <a:pt x="1110" y="460"/>
                  </a:cubicBezTo>
                  <a:cubicBezTo>
                    <a:pt x="785" y="244"/>
                    <a:pt x="326" y="109"/>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9"/>
            <p:cNvSpPr/>
            <p:nvPr/>
          </p:nvSpPr>
          <p:spPr>
            <a:xfrm>
              <a:off x="8652774" y="192005"/>
              <a:ext cx="66783" cy="118140"/>
            </a:xfrm>
            <a:custGeom>
              <a:avLst/>
              <a:gdLst/>
              <a:ahLst/>
              <a:cxnLst/>
              <a:rect l="l" t="t" r="r" b="b"/>
              <a:pathLst>
                <a:path w="2814" h="4978" extrusionOk="0">
                  <a:moveTo>
                    <a:pt x="2813" y="0"/>
                  </a:moveTo>
                  <a:lnTo>
                    <a:pt x="2813" y="0"/>
                  </a:lnTo>
                  <a:cubicBezTo>
                    <a:pt x="2029" y="676"/>
                    <a:pt x="1461" y="1353"/>
                    <a:pt x="1001" y="2272"/>
                  </a:cubicBezTo>
                  <a:cubicBezTo>
                    <a:pt x="541" y="3057"/>
                    <a:pt x="108" y="4058"/>
                    <a:pt x="0" y="4977"/>
                  </a:cubicBezTo>
                  <a:cubicBezTo>
                    <a:pt x="0" y="4977"/>
                    <a:pt x="433" y="3733"/>
                    <a:pt x="1217" y="2381"/>
                  </a:cubicBezTo>
                  <a:cubicBezTo>
                    <a:pt x="2029" y="1028"/>
                    <a:pt x="2813" y="0"/>
                    <a:pt x="2813"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9"/>
            <p:cNvSpPr/>
            <p:nvPr/>
          </p:nvSpPr>
          <p:spPr>
            <a:xfrm>
              <a:off x="8612334" y="213815"/>
              <a:ext cx="133543" cy="61657"/>
            </a:xfrm>
            <a:custGeom>
              <a:avLst/>
              <a:gdLst/>
              <a:ahLst/>
              <a:cxnLst/>
              <a:rect l="l" t="t" r="r" b="b"/>
              <a:pathLst>
                <a:path w="5627" h="2598" extrusionOk="0">
                  <a:moveTo>
                    <a:pt x="0" y="1"/>
                  </a:moveTo>
                  <a:lnTo>
                    <a:pt x="0" y="1"/>
                  </a:lnTo>
                  <a:cubicBezTo>
                    <a:pt x="893" y="569"/>
                    <a:pt x="1812" y="1002"/>
                    <a:pt x="2813" y="1462"/>
                  </a:cubicBezTo>
                  <a:cubicBezTo>
                    <a:pt x="3733" y="1921"/>
                    <a:pt x="4626" y="2354"/>
                    <a:pt x="5626" y="2598"/>
                  </a:cubicBezTo>
                  <a:cubicBezTo>
                    <a:pt x="4734" y="2138"/>
                    <a:pt x="3841" y="1570"/>
                    <a:pt x="2813" y="1245"/>
                  </a:cubicBezTo>
                  <a:cubicBezTo>
                    <a:pt x="1921" y="677"/>
                    <a:pt x="1028" y="325"/>
                    <a:pt x="0"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9"/>
            <p:cNvSpPr/>
            <p:nvPr/>
          </p:nvSpPr>
          <p:spPr>
            <a:xfrm>
              <a:off x="8422308" y="342066"/>
              <a:ext cx="396095" cy="133685"/>
            </a:xfrm>
            <a:custGeom>
              <a:avLst/>
              <a:gdLst/>
              <a:ahLst/>
              <a:cxnLst/>
              <a:rect l="l" t="t" r="r" b="b"/>
              <a:pathLst>
                <a:path w="16690" h="5633" extrusionOk="0">
                  <a:moveTo>
                    <a:pt x="16670" y="0"/>
                  </a:moveTo>
                  <a:cubicBezTo>
                    <a:pt x="16371" y="0"/>
                    <a:pt x="12663" y="1182"/>
                    <a:pt x="8359" y="2712"/>
                  </a:cubicBezTo>
                  <a:cubicBezTo>
                    <a:pt x="3733" y="4172"/>
                    <a:pt x="1" y="5525"/>
                    <a:pt x="1" y="5633"/>
                  </a:cubicBezTo>
                  <a:cubicBezTo>
                    <a:pt x="1" y="5633"/>
                    <a:pt x="3733" y="4497"/>
                    <a:pt x="8359" y="2928"/>
                  </a:cubicBezTo>
                  <a:cubicBezTo>
                    <a:pt x="12957" y="1359"/>
                    <a:pt x="16690" y="7"/>
                    <a:pt x="16690" y="7"/>
                  </a:cubicBezTo>
                  <a:cubicBezTo>
                    <a:pt x="16690" y="2"/>
                    <a:pt x="16683" y="0"/>
                    <a:pt x="16670"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9"/>
            <p:cNvSpPr/>
            <p:nvPr/>
          </p:nvSpPr>
          <p:spPr>
            <a:xfrm>
              <a:off x="8663050" y="363401"/>
              <a:ext cx="139310" cy="133211"/>
            </a:xfrm>
            <a:custGeom>
              <a:avLst/>
              <a:gdLst/>
              <a:ahLst/>
              <a:cxnLst/>
              <a:rect l="l" t="t" r="r" b="b"/>
              <a:pathLst>
                <a:path w="5870" h="5613" extrusionOk="0">
                  <a:moveTo>
                    <a:pt x="4626" y="0"/>
                  </a:moveTo>
                  <a:lnTo>
                    <a:pt x="4626" y="0"/>
                  </a:lnTo>
                  <a:cubicBezTo>
                    <a:pt x="4734" y="109"/>
                    <a:pt x="4734" y="217"/>
                    <a:pt x="4842" y="460"/>
                  </a:cubicBezTo>
                  <a:cubicBezTo>
                    <a:pt x="5085" y="785"/>
                    <a:pt x="5193" y="1245"/>
                    <a:pt x="5410" y="1704"/>
                  </a:cubicBezTo>
                  <a:cubicBezTo>
                    <a:pt x="5653" y="2245"/>
                    <a:pt x="5653" y="2922"/>
                    <a:pt x="5518" y="3598"/>
                  </a:cubicBezTo>
                  <a:cubicBezTo>
                    <a:pt x="5518" y="3950"/>
                    <a:pt x="5302" y="4274"/>
                    <a:pt x="5085" y="4626"/>
                  </a:cubicBezTo>
                  <a:cubicBezTo>
                    <a:pt x="4842" y="4950"/>
                    <a:pt x="4517" y="5194"/>
                    <a:pt x="4166" y="5302"/>
                  </a:cubicBezTo>
                  <a:cubicBezTo>
                    <a:pt x="3991" y="5326"/>
                    <a:pt x="3817" y="5339"/>
                    <a:pt x="3644" y="5339"/>
                  </a:cubicBezTo>
                  <a:cubicBezTo>
                    <a:pt x="3038" y="5339"/>
                    <a:pt x="2447" y="5176"/>
                    <a:pt x="1921" y="4734"/>
                  </a:cubicBezTo>
                  <a:cubicBezTo>
                    <a:pt x="1461" y="4409"/>
                    <a:pt x="1028" y="3841"/>
                    <a:pt x="784" y="3273"/>
                  </a:cubicBezTo>
                  <a:cubicBezTo>
                    <a:pt x="244" y="2246"/>
                    <a:pt x="0" y="1569"/>
                    <a:pt x="0" y="1569"/>
                  </a:cubicBezTo>
                  <a:lnTo>
                    <a:pt x="0" y="1569"/>
                  </a:lnTo>
                  <a:cubicBezTo>
                    <a:pt x="0" y="1704"/>
                    <a:pt x="0" y="1813"/>
                    <a:pt x="108" y="2029"/>
                  </a:cubicBezTo>
                  <a:cubicBezTo>
                    <a:pt x="244" y="2489"/>
                    <a:pt x="460" y="2922"/>
                    <a:pt x="568" y="3273"/>
                  </a:cubicBezTo>
                  <a:cubicBezTo>
                    <a:pt x="920" y="3950"/>
                    <a:pt x="1244" y="4518"/>
                    <a:pt x="1812" y="4950"/>
                  </a:cubicBezTo>
                  <a:cubicBezTo>
                    <a:pt x="2312" y="5370"/>
                    <a:pt x="2929" y="5612"/>
                    <a:pt x="3534" y="5612"/>
                  </a:cubicBezTo>
                  <a:cubicBezTo>
                    <a:pt x="3748" y="5612"/>
                    <a:pt x="3961" y="5582"/>
                    <a:pt x="4166" y="5518"/>
                  </a:cubicBezTo>
                  <a:cubicBezTo>
                    <a:pt x="4625" y="5410"/>
                    <a:pt x="5085" y="5194"/>
                    <a:pt x="5302" y="4734"/>
                  </a:cubicBezTo>
                  <a:cubicBezTo>
                    <a:pt x="5518" y="4409"/>
                    <a:pt x="5762" y="4058"/>
                    <a:pt x="5762" y="3598"/>
                  </a:cubicBezTo>
                  <a:cubicBezTo>
                    <a:pt x="5870" y="2922"/>
                    <a:pt x="5762" y="2245"/>
                    <a:pt x="5518" y="1569"/>
                  </a:cubicBezTo>
                  <a:cubicBezTo>
                    <a:pt x="5410" y="1245"/>
                    <a:pt x="5193" y="785"/>
                    <a:pt x="4977" y="352"/>
                  </a:cubicBezTo>
                  <a:cubicBezTo>
                    <a:pt x="4842" y="217"/>
                    <a:pt x="4734" y="109"/>
                    <a:pt x="4626"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9"/>
            <p:cNvSpPr/>
            <p:nvPr/>
          </p:nvSpPr>
          <p:spPr>
            <a:xfrm>
              <a:off x="8713742" y="390361"/>
              <a:ext cx="21858" cy="50740"/>
            </a:xfrm>
            <a:custGeom>
              <a:avLst/>
              <a:gdLst/>
              <a:ahLst/>
              <a:cxnLst/>
              <a:rect l="l" t="t" r="r" b="b"/>
              <a:pathLst>
                <a:path w="921" h="2138" extrusionOk="0">
                  <a:moveTo>
                    <a:pt x="1" y="0"/>
                  </a:moveTo>
                  <a:cubicBezTo>
                    <a:pt x="136" y="325"/>
                    <a:pt x="244" y="785"/>
                    <a:pt x="353" y="1109"/>
                  </a:cubicBezTo>
                  <a:cubicBezTo>
                    <a:pt x="461" y="1461"/>
                    <a:pt x="677" y="1921"/>
                    <a:pt x="921" y="2137"/>
                  </a:cubicBezTo>
                  <a:cubicBezTo>
                    <a:pt x="921" y="1786"/>
                    <a:pt x="812" y="1353"/>
                    <a:pt x="569" y="1001"/>
                  </a:cubicBezTo>
                  <a:cubicBezTo>
                    <a:pt x="461" y="677"/>
                    <a:pt x="353" y="217"/>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 name="Google Shape;180;p9"/>
            <p:cNvGrpSpPr/>
            <p:nvPr/>
          </p:nvGrpSpPr>
          <p:grpSpPr>
            <a:xfrm>
              <a:off x="359412" y="342077"/>
              <a:ext cx="792243" cy="478015"/>
              <a:chOff x="-202563" y="2360602"/>
              <a:chExt cx="792243" cy="478015"/>
            </a:xfrm>
          </p:grpSpPr>
          <p:sp>
            <p:nvSpPr>
              <p:cNvPr id="181" name="Google Shape;181;p9"/>
              <p:cNvSpPr/>
              <p:nvPr/>
            </p:nvSpPr>
            <p:spPr>
              <a:xfrm>
                <a:off x="-57653" y="2390725"/>
                <a:ext cx="427195" cy="447892"/>
              </a:xfrm>
              <a:custGeom>
                <a:avLst/>
                <a:gdLst/>
                <a:ahLst/>
                <a:cxnLst/>
                <a:rect l="l" t="t" r="r" b="b"/>
                <a:pathLst>
                  <a:path w="12281" h="12876" extrusionOk="0">
                    <a:moveTo>
                      <a:pt x="9704" y="0"/>
                    </a:moveTo>
                    <a:cubicBezTo>
                      <a:pt x="9589" y="0"/>
                      <a:pt x="9474" y="9"/>
                      <a:pt x="9359" y="28"/>
                    </a:cubicBezTo>
                    <a:cubicBezTo>
                      <a:pt x="8683" y="28"/>
                      <a:pt x="8007" y="271"/>
                      <a:pt x="7439" y="704"/>
                    </a:cubicBezTo>
                    <a:cubicBezTo>
                      <a:pt x="6762" y="1055"/>
                      <a:pt x="6330" y="1624"/>
                      <a:pt x="5978" y="2300"/>
                    </a:cubicBezTo>
                    <a:cubicBezTo>
                      <a:pt x="5573" y="2895"/>
                      <a:pt x="5273" y="3490"/>
                      <a:pt x="4968" y="4158"/>
                    </a:cubicBezTo>
                    <a:lnTo>
                      <a:pt x="4968" y="4158"/>
                    </a:lnTo>
                    <a:cubicBezTo>
                      <a:pt x="4768" y="3683"/>
                      <a:pt x="4572" y="3208"/>
                      <a:pt x="4301" y="2733"/>
                    </a:cubicBezTo>
                    <a:cubicBezTo>
                      <a:pt x="3949" y="2164"/>
                      <a:pt x="3381" y="1840"/>
                      <a:pt x="2813" y="1624"/>
                    </a:cubicBezTo>
                    <a:cubicBezTo>
                      <a:pt x="2646" y="1590"/>
                      <a:pt x="2479" y="1573"/>
                      <a:pt x="2316" y="1573"/>
                    </a:cubicBezTo>
                    <a:cubicBezTo>
                      <a:pt x="1818" y="1573"/>
                      <a:pt x="1354" y="1730"/>
                      <a:pt x="1028" y="2056"/>
                    </a:cubicBezTo>
                    <a:cubicBezTo>
                      <a:pt x="568" y="2516"/>
                      <a:pt x="352" y="2976"/>
                      <a:pt x="243" y="3652"/>
                    </a:cubicBezTo>
                    <a:cubicBezTo>
                      <a:pt x="0" y="4653"/>
                      <a:pt x="108" y="5681"/>
                      <a:pt x="568" y="6682"/>
                    </a:cubicBezTo>
                    <a:cubicBezTo>
                      <a:pt x="784" y="7466"/>
                      <a:pt x="1244" y="8251"/>
                      <a:pt x="1704" y="9062"/>
                    </a:cubicBezTo>
                    <a:cubicBezTo>
                      <a:pt x="2489" y="10063"/>
                      <a:pt x="3381" y="11091"/>
                      <a:pt x="4409" y="11767"/>
                    </a:cubicBezTo>
                    <a:cubicBezTo>
                      <a:pt x="4734" y="11983"/>
                      <a:pt x="4977" y="12092"/>
                      <a:pt x="5302" y="12308"/>
                    </a:cubicBezTo>
                    <a:cubicBezTo>
                      <a:pt x="5410" y="12308"/>
                      <a:pt x="5518" y="12443"/>
                      <a:pt x="5653" y="12443"/>
                    </a:cubicBezTo>
                    <a:cubicBezTo>
                      <a:pt x="5518" y="12308"/>
                      <a:pt x="5410" y="12308"/>
                      <a:pt x="5302" y="12200"/>
                    </a:cubicBezTo>
                    <a:cubicBezTo>
                      <a:pt x="5085" y="12092"/>
                      <a:pt x="4734" y="11875"/>
                      <a:pt x="4517" y="11632"/>
                    </a:cubicBezTo>
                    <a:cubicBezTo>
                      <a:pt x="3489" y="10955"/>
                      <a:pt x="2597" y="9955"/>
                      <a:pt x="1921" y="8927"/>
                    </a:cubicBezTo>
                    <a:cubicBezTo>
                      <a:pt x="1352" y="8251"/>
                      <a:pt x="1028" y="7358"/>
                      <a:pt x="784" y="6574"/>
                    </a:cubicBezTo>
                    <a:cubicBezTo>
                      <a:pt x="352" y="5681"/>
                      <a:pt x="243" y="4653"/>
                      <a:pt x="460" y="3652"/>
                    </a:cubicBezTo>
                    <a:cubicBezTo>
                      <a:pt x="460" y="3084"/>
                      <a:pt x="784" y="2624"/>
                      <a:pt x="1136" y="2300"/>
                    </a:cubicBezTo>
                    <a:cubicBezTo>
                      <a:pt x="1489" y="1947"/>
                      <a:pt x="1889" y="1801"/>
                      <a:pt x="2313" y="1801"/>
                    </a:cubicBezTo>
                    <a:cubicBezTo>
                      <a:pt x="2442" y="1801"/>
                      <a:pt x="2573" y="1815"/>
                      <a:pt x="2705" y="1840"/>
                    </a:cubicBezTo>
                    <a:cubicBezTo>
                      <a:pt x="3273" y="1948"/>
                      <a:pt x="3733" y="2408"/>
                      <a:pt x="4057" y="2841"/>
                    </a:cubicBezTo>
                    <a:cubicBezTo>
                      <a:pt x="4409" y="3409"/>
                      <a:pt x="4625" y="3977"/>
                      <a:pt x="4842" y="4545"/>
                    </a:cubicBezTo>
                    <a:lnTo>
                      <a:pt x="4977" y="4869"/>
                    </a:lnTo>
                    <a:lnTo>
                      <a:pt x="5085" y="4545"/>
                    </a:lnTo>
                    <a:cubicBezTo>
                      <a:pt x="5302" y="3760"/>
                      <a:pt x="5761" y="3084"/>
                      <a:pt x="6086" y="2408"/>
                    </a:cubicBezTo>
                    <a:cubicBezTo>
                      <a:pt x="6438" y="1732"/>
                      <a:pt x="7006" y="1272"/>
                      <a:pt x="7439" y="812"/>
                    </a:cubicBezTo>
                    <a:cubicBezTo>
                      <a:pt x="8007" y="487"/>
                      <a:pt x="8683" y="271"/>
                      <a:pt x="9359" y="271"/>
                    </a:cubicBezTo>
                    <a:cubicBezTo>
                      <a:pt x="9465" y="246"/>
                      <a:pt x="9576" y="234"/>
                      <a:pt x="9688" y="234"/>
                    </a:cubicBezTo>
                    <a:cubicBezTo>
                      <a:pt x="10173" y="234"/>
                      <a:pt x="10689" y="460"/>
                      <a:pt x="11063" y="812"/>
                    </a:cubicBezTo>
                    <a:cubicBezTo>
                      <a:pt x="11496" y="1164"/>
                      <a:pt x="11739" y="1732"/>
                      <a:pt x="11848" y="2408"/>
                    </a:cubicBezTo>
                    <a:cubicBezTo>
                      <a:pt x="12064" y="3517"/>
                      <a:pt x="11848" y="4653"/>
                      <a:pt x="11388" y="5681"/>
                    </a:cubicBezTo>
                    <a:cubicBezTo>
                      <a:pt x="11063" y="6682"/>
                      <a:pt x="10495" y="7466"/>
                      <a:pt x="9927" y="8386"/>
                    </a:cubicBezTo>
                    <a:cubicBezTo>
                      <a:pt x="8791" y="9846"/>
                      <a:pt x="7898" y="10955"/>
                      <a:pt x="7330" y="11875"/>
                    </a:cubicBezTo>
                    <a:cubicBezTo>
                      <a:pt x="7006" y="12308"/>
                      <a:pt x="6870" y="12660"/>
                      <a:pt x="6762" y="12876"/>
                    </a:cubicBezTo>
                    <a:cubicBezTo>
                      <a:pt x="6870" y="12660"/>
                      <a:pt x="7114" y="12308"/>
                      <a:pt x="7439" y="11875"/>
                    </a:cubicBezTo>
                    <a:cubicBezTo>
                      <a:pt x="8007" y="11091"/>
                      <a:pt x="8899" y="9955"/>
                      <a:pt x="10035" y="8386"/>
                    </a:cubicBezTo>
                    <a:cubicBezTo>
                      <a:pt x="10711" y="7574"/>
                      <a:pt x="11171" y="6682"/>
                      <a:pt x="11604" y="5789"/>
                    </a:cubicBezTo>
                    <a:cubicBezTo>
                      <a:pt x="12064" y="4653"/>
                      <a:pt x="12280" y="3517"/>
                      <a:pt x="12064" y="2300"/>
                    </a:cubicBezTo>
                    <a:cubicBezTo>
                      <a:pt x="12064" y="1732"/>
                      <a:pt x="11739" y="1055"/>
                      <a:pt x="11279" y="596"/>
                    </a:cubicBezTo>
                    <a:cubicBezTo>
                      <a:pt x="10808" y="214"/>
                      <a:pt x="10262" y="0"/>
                      <a:pt x="9704"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9"/>
              <p:cNvSpPr/>
              <p:nvPr/>
            </p:nvSpPr>
            <p:spPr>
              <a:xfrm>
                <a:off x="248098" y="2380081"/>
                <a:ext cx="309621" cy="152741"/>
              </a:xfrm>
              <a:custGeom>
                <a:avLst/>
                <a:gdLst/>
                <a:ahLst/>
                <a:cxnLst/>
                <a:rect l="l" t="t" r="r" b="b"/>
                <a:pathLst>
                  <a:path w="8901" h="4391" extrusionOk="0">
                    <a:moveTo>
                      <a:pt x="8885" y="1"/>
                    </a:moveTo>
                    <a:cubicBezTo>
                      <a:pt x="8697" y="1"/>
                      <a:pt x="6749" y="958"/>
                      <a:pt x="4410" y="2038"/>
                    </a:cubicBezTo>
                    <a:cubicBezTo>
                      <a:pt x="1921" y="3282"/>
                      <a:pt x="1" y="4283"/>
                      <a:pt x="1" y="4391"/>
                    </a:cubicBezTo>
                    <a:cubicBezTo>
                      <a:pt x="1" y="4391"/>
                      <a:pt x="2030" y="3498"/>
                      <a:pt x="4518" y="2254"/>
                    </a:cubicBezTo>
                    <a:cubicBezTo>
                      <a:pt x="7007" y="1010"/>
                      <a:pt x="8900" y="9"/>
                      <a:pt x="8900" y="9"/>
                    </a:cubicBezTo>
                    <a:cubicBezTo>
                      <a:pt x="8900" y="4"/>
                      <a:pt x="8895" y="1"/>
                      <a:pt x="8885"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9"/>
              <p:cNvSpPr/>
              <p:nvPr/>
            </p:nvSpPr>
            <p:spPr>
              <a:xfrm>
                <a:off x="463584" y="2360602"/>
                <a:ext cx="126096" cy="105433"/>
              </a:xfrm>
              <a:custGeom>
                <a:avLst/>
                <a:gdLst/>
                <a:ahLst/>
                <a:cxnLst/>
                <a:rect l="l" t="t" r="r" b="b"/>
                <a:pathLst>
                  <a:path w="3625" h="3031" extrusionOk="0">
                    <a:moveTo>
                      <a:pt x="3625" y="1"/>
                    </a:moveTo>
                    <a:lnTo>
                      <a:pt x="3273" y="109"/>
                    </a:lnTo>
                    <a:cubicBezTo>
                      <a:pt x="3240" y="116"/>
                      <a:pt x="3207" y="122"/>
                      <a:pt x="3174" y="128"/>
                    </a:cubicBezTo>
                    <a:lnTo>
                      <a:pt x="3174" y="128"/>
                    </a:lnTo>
                    <a:lnTo>
                      <a:pt x="3165" y="109"/>
                    </a:lnTo>
                    <a:cubicBezTo>
                      <a:pt x="3158" y="117"/>
                      <a:pt x="3152" y="125"/>
                      <a:pt x="3145" y="134"/>
                    </a:cubicBezTo>
                    <a:lnTo>
                      <a:pt x="3145" y="134"/>
                    </a:lnTo>
                    <a:cubicBezTo>
                      <a:pt x="1417" y="454"/>
                      <a:pt x="0" y="329"/>
                      <a:pt x="0" y="461"/>
                    </a:cubicBezTo>
                    <a:cubicBezTo>
                      <a:pt x="163" y="461"/>
                      <a:pt x="361" y="509"/>
                      <a:pt x="579" y="509"/>
                    </a:cubicBezTo>
                    <a:cubicBezTo>
                      <a:pt x="688" y="509"/>
                      <a:pt x="803" y="497"/>
                      <a:pt x="920" y="461"/>
                    </a:cubicBezTo>
                    <a:cubicBezTo>
                      <a:pt x="1600" y="461"/>
                      <a:pt x="2280" y="461"/>
                      <a:pt x="2960" y="373"/>
                    </a:cubicBezTo>
                    <a:lnTo>
                      <a:pt x="2960" y="373"/>
                    </a:lnTo>
                    <a:cubicBezTo>
                      <a:pt x="2579" y="883"/>
                      <a:pt x="2236" y="1471"/>
                      <a:pt x="2029" y="2138"/>
                    </a:cubicBezTo>
                    <a:cubicBezTo>
                      <a:pt x="1813" y="2354"/>
                      <a:pt x="1704" y="2706"/>
                      <a:pt x="1704" y="3030"/>
                    </a:cubicBezTo>
                    <a:cubicBezTo>
                      <a:pt x="2164" y="2030"/>
                      <a:pt x="2705" y="1137"/>
                      <a:pt x="3381" y="326"/>
                    </a:cubicBezTo>
                    <a:lnTo>
                      <a:pt x="3625"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9"/>
              <p:cNvSpPr/>
              <p:nvPr/>
            </p:nvSpPr>
            <p:spPr>
              <a:xfrm>
                <a:off x="-202563" y="2611849"/>
                <a:ext cx="180673" cy="65883"/>
              </a:xfrm>
              <a:custGeom>
                <a:avLst/>
                <a:gdLst/>
                <a:ahLst/>
                <a:cxnLst/>
                <a:rect l="l" t="t" r="r" b="b"/>
                <a:pathLst>
                  <a:path w="5194" h="1894" extrusionOk="0">
                    <a:moveTo>
                      <a:pt x="5194" y="0"/>
                    </a:moveTo>
                    <a:lnTo>
                      <a:pt x="5194" y="0"/>
                    </a:lnTo>
                    <a:cubicBezTo>
                      <a:pt x="4274" y="217"/>
                      <a:pt x="3382" y="541"/>
                      <a:pt x="2597" y="893"/>
                    </a:cubicBezTo>
                    <a:cubicBezTo>
                      <a:pt x="1705" y="1109"/>
                      <a:pt x="893" y="1461"/>
                      <a:pt x="0" y="1894"/>
                    </a:cubicBezTo>
                    <a:cubicBezTo>
                      <a:pt x="893" y="1677"/>
                      <a:pt x="1813" y="1461"/>
                      <a:pt x="2597" y="1109"/>
                    </a:cubicBezTo>
                    <a:cubicBezTo>
                      <a:pt x="3490" y="785"/>
                      <a:pt x="4409" y="433"/>
                      <a:pt x="5194"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9"/>
              <p:cNvSpPr/>
              <p:nvPr/>
            </p:nvSpPr>
            <p:spPr>
              <a:xfrm>
                <a:off x="-198806" y="2662634"/>
                <a:ext cx="43307" cy="58369"/>
              </a:xfrm>
              <a:custGeom>
                <a:avLst/>
                <a:gdLst/>
                <a:ahLst/>
                <a:cxnLst/>
                <a:rect l="l" t="t" r="r" b="b"/>
                <a:pathLst>
                  <a:path w="1245" h="1678" extrusionOk="0">
                    <a:moveTo>
                      <a:pt x="1137" y="1"/>
                    </a:moveTo>
                    <a:cubicBezTo>
                      <a:pt x="1137" y="1"/>
                      <a:pt x="785" y="325"/>
                      <a:pt x="569" y="785"/>
                    </a:cubicBezTo>
                    <a:cubicBezTo>
                      <a:pt x="244" y="1245"/>
                      <a:pt x="1" y="1570"/>
                      <a:pt x="109" y="1678"/>
                    </a:cubicBezTo>
                    <a:cubicBezTo>
                      <a:pt x="109" y="1678"/>
                      <a:pt x="460" y="1353"/>
                      <a:pt x="677" y="893"/>
                    </a:cubicBezTo>
                    <a:cubicBezTo>
                      <a:pt x="1029" y="434"/>
                      <a:pt x="1245" y="1"/>
                      <a:pt x="1137"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9"/>
              <p:cNvSpPr/>
              <p:nvPr/>
            </p:nvSpPr>
            <p:spPr>
              <a:xfrm>
                <a:off x="-143291" y="2650425"/>
                <a:ext cx="27306" cy="74370"/>
              </a:xfrm>
              <a:custGeom>
                <a:avLst/>
                <a:gdLst/>
                <a:ahLst/>
                <a:cxnLst/>
                <a:rect l="l" t="t" r="r" b="b"/>
                <a:pathLst>
                  <a:path w="785" h="2138" extrusionOk="0">
                    <a:moveTo>
                      <a:pt x="785" y="0"/>
                    </a:moveTo>
                    <a:lnTo>
                      <a:pt x="785" y="0"/>
                    </a:lnTo>
                    <a:cubicBezTo>
                      <a:pt x="542" y="352"/>
                      <a:pt x="325" y="676"/>
                      <a:pt x="217" y="1028"/>
                    </a:cubicBezTo>
                    <a:cubicBezTo>
                      <a:pt x="109" y="1353"/>
                      <a:pt x="1" y="1812"/>
                      <a:pt x="1" y="2137"/>
                    </a:cubicBezTo>
                    <a:cubicBezTo>
                      <a:pt x="217" y="1921"/>
                      <a:pt x="325" y="1596"/>
                      <a:pt x="433" y="1136"/>
                    </a:cubicBezTo>
                    <a:cubicBezTo>
                      <a:pt x="677" y="785"/>
                      <a:pt x="785" y="460"/>
                      <a:pt x="785"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9"/>
              <p:cNvSpPr/>
              <p:nvPr/>
            </p:nvSpPr>
            <p:spPr>
              <a:xfrm>
                <a:off x="-198806" y="2630667"/>
                <a:ext cx="47099" cy="33011"/>
              </a:xfrm>
              <a:custGeom>
                <a:avLst/>
                <a:gdLst/>
                <a:ahLst/>
                <a:cxnLst/>
                <a:rect l="l" t="t" r="r" b="b"/>
                <a:pathLst>
                  <a:path w="1354" h="949" extrusionOk="0">
                    <a:moveTo>
                      <a:pt x="1" y="0"/>
                    </a:moveTo>
                    <a:cubicBezTo>
                      <a:pt x="1" y="135"/>
                      <a:pt x="244" y="352"/>
                      <a:pt x="569" y="568"/>
                    </a:cubicBezTo>
                    <a:cubicBezTo>
                      <a:pt x="856" y="767"/>
                      <a:pt x="1126" y="948"/>
                      <a:pt x="1215" y="948"/>
                    </a:cubicBezTo>
                    <a:cubicBezTo>
                      <a:pt x="1234" y="948"/>
                      <a:pt x="1245" y="939"/>
                      <a:pt x="1245" y="920"/>
                    </a:cubicBezTo>
                    <a:cubicBezTo>
                      <a:pt x="1353" y="920"/>
                      <a:pt x="1029" y="676"/>
                      <a:pt x="677" y="352"/>
                    </a:cubicBezTo>
                    <a:cubicBezTo>
                      <a:pt x="352" y="135"/>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9"/>
              <p:cNvSpPr/>
              <p:nvPr/>
            </p:nvSpPr>
            <p:spPr>
              <a:xfrm>
                <a:off x="-151744" y="2599605"/>
                <a:ext cx="32002" cy="50856"/>
              </a:xfrm>
              <a:custGeom>
                <a:avLst/>
                <a:gdLst/>
                <a:ahLst/>
                <a:cxnLst/>
                <a:rect l="l" t="t" r="r" b="b"/>
                <a:pathLst>
                  <a:path w="920" h="1462" extrusionOk="0">
                    <a:moveTo>
                      <a:pt x="108" y="0"/>
                    </a:moveTo>
                    <a:cubicBezTo>
                      <a:pt x="0" y="0"/>
                      <a:pt x="108" y="352"/>
                      <a:pt x="352" y="785"/>
                    </a:cubicBezTo>
                    <a:cubicBezTo>
                      <a:pt x="568" y="1245"/>
                      <a:pt x="785" y="1461"/>
                      <a:pt x="920" y="1461"/>
                    </a:cubicBezTo>
                    <a:cubicBezTo>
                      <a:pt x="920" y="1353"/>
                      <a:pt x="676" y="1137"/>
                      <a:pt x="460" y="677"/>
                    </a:cubicBezTo>
                    <a:cubicBezTo>
                      <a:pt x="352" y="352"/>
                      <a:pt x="108" y="0"/>
                      <a:pt x="108"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9"/>
              <p:cNvSpPr/>
              <p:nvPr/>
            </p:nvSpPr>
            <p:spPr>
              <a:xfrm>
                <a:off x="95709" y="2596787"/>
                <a:ext cx="121400" cy="151523"/>
              </a:xfrm>
              <a:custGeom>
                <a:avLst/>
                <a:gdLst/>
                <a:ahLst/>
                <a:cxnLst/>
                <a:rect l="l" t="t" r="r" b="b"/>
                <a:pathLst>
                  <a:path w="3490" h="4356" extrusionOk="0">
                    <a:moveTo>
                      <a:pt x="781" y="0"/>
                    </a:moveTo>
                    <a:cubicBezTo>
                      <a:pt x="669" y="0"/>
                      <a:pt x="555" y="27"/>
                      <a:pt x="433" y="81"/>
                    </a:cubicBezTo>
                    <a:cubicBezTo>
                      <a:pt x="325" y="190"/>
                      <a:pt x="216" y="433"/>
                      <a:pt x="108" y="541"/>
                    </a:cubicBezTo>
                    <a:cubicBezTo>
                      <a:pt x="0" y="866"/>
                      <a:pt x="0" y="1218"/>
                      <a:pt x="108" y="1542"/>
                    </a:cubicBezTo>
                    <a:cubicBezTo>
                      <a:pt x="216" y="2110"/>
                      <a:pt x="433" y="2678"/>
                      <a:pt x="676" y="3138"/>
                    </a:cubicBezTo>
                    <a:cubicBezTo>
                      <a:pt x="784" y="3463"/>
                      <a:pt x="1001" y="3814"/>
                      <a:pt x="1244" y="4139"/>
                    </a:cubicBezTo>
                    <a:cubicBezTo>
                      <a:pt x="1352" y="4247"/>
                      <a:pt x="1461" y="4355"/>
                      <a:pt x="1461" y="4355"/>
                    </a:cubicBezTo>
                    <a:cubicBezTo>
                      <a:pt x="1461" y="4355"/>
                      <a:pt x="1109" y="3922"/>
                      <a:pt x="784" y="3003"/>
                    </a:cubicBezTo>
                    <a:cubicBezTo>
                      <a:pt x="568" y="2570"/>
                      <a:pt x="433" y="2110"/>
                      <a:pt x="325" y="1542"/>
                    </a:cubicBezTo>
                    <a:cubicBezTo>
                      <a:pt x="216" y="1218"/>
                      <a:pt x="216" y="974"/>
                      <a:pt x="325" y="650"/>
                    </a:cubicBezTo>
                    <a:cubicBezTo>
                      <a:pt x="414" y="470"/>
                      <a:pt x="598" y="271"/>
                      <a:pt x="843" y="271"/>
                    </a:cubicBezTo>
                    <a:cubicBezTo>
                      <a:pt x="893" y="271"/>
                      <a:pt x="946" y="280"/>
                      <a:pt x="1001" y="298"/>
                    </a:cubicBezTo>
                    <a:cubicBezTo>
                      <a:pt x="1109" y="433"/>
                      <a:pt x="1244" y="541"/>
                      <a:pt x="1352" y="758"/>
                    </a:cubicBezTo>
                    <a:lnTo>
                      <a:pt x="1352" y="1218"/>
                    </a:lnTo>
                    <a:cubicBezTo>
                      <a:pt x="1244" y="1542"/>
                      <a:pt x="1001" y="1894"/>
                      <a:pt x="676" y="2110"/>
                    </a:cubicBezTo>
                    <a:lnTo>
                      <a:pt x="568" y="2327"/>
                    </a:lnTo>
                    <a:lnTo>
                      <a:pt x="784" y="2327"/>
                    </a:lnTo>
                    <a:cubicBezTo>
                      <a:pt x="1267" y="2423"/>
                      <a:pt x="1750" y="2506"/>
                      <a:pt x="2194" y="2506"/>
                    </a:cubicBezTo>
                    <a:cubicBezTo>
                      <a:pt x="2372" y="2506"/>
                      <a:pt x="2543" y="2493"/>
                      <a:pt x="2705" y="2462"/>
                    </a:cubicBezTo>
                    <a:cubicBezTo>
                      <a:pt x="3030" y="2462"/>
                      <a:pt x="3273" y="2327"/>
                      <a:pt x="3489" y="2327"/>
                    </a:cubicBezTo>
                    <a:cubicBezTo>
                      <a:pt x="2670" y="2327"/>
                      <a:pt x="1828" y="2327"/>
                      <a:pt x="1006" y="2159"/>
                    </a:cubicBezTo>
                    <a:lnTo>
                      <a:pt x="1006" y="2159"/>
                    </a:lnTo>
                    <a:lnTo>
                      <a:pt x="1569" y="1326"/>
                    </a:lnTo>
                    <a:cubicBezTo>
                      <a:pt x="1677" y="866"/>
                      <a:pt x="1569" y="298"/>
                      <a:pt x="1109" y="81"/>
                    </a:cubicBezTo>
                    <a:cubicBezTo>
                      <a:pt x="1001" y="27"/>
                      <a:pt x="893" y="0"/>
                      <a:pt x="78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 name="Google Shape;190;p9"/>
            <p:cNvSpPr/>
            <p:nvPr/>
          </p:nvSpPr>
          <p:spPr>
            <a:xfrm>
              <a:off x="-281197" y="1846355"/>
              <a:ext cx="744438" cy="197731"/>
            </a:xfrm>
            <a:custGeom>
              <a:avLst/>
              <a:gdLst/>
              <a:ahLst/>
              <a:cxnLst/>
              <a:rect l="l" t="t" r="r" b="b"/>
              <a:pathLst>
                <a:path w="22100" h="5870" extrusionOk="0">
                  <a:moveTo>
                    <a:pt x="109" y="0"/>
                  </a:moveTo>
                  <a:lnTo>
                    <a:pt x="1" y="108"/>
                  </a:lnTo>
                  <a:lnTo>
                    <a:pt x="1" y="2949"/>
                  </a:lnTo>
                  <a:lnTo>
                    <a:pt x="1" y="5762"/>
                  </a:lnTo>
                  <a:lnTo>
                    <a:pt x="1" y="5870"/>
                  </a:lnTo>
                  <a:lnTo>
                    <a:pt x="20288" y="5870"/>
                  </a:lnTo>
                  <a:lnTo>
                    <a:pt x="15662" y="5762"/>
                  </a:lnTo>
                  <a:lnTo>
                    <a:pt x="244" y="5762"/>
                  </a:lnTo>
                  <a:lnTo>
                    <a:pt x="244" y="3057"/>
                  </a:lnTo>
                  <a:lnTo>
                    <a:pt x="244" y="1596"/>
                  </a:lnTo>
                  <a:lnTo>
                    <a:pt x="244" y="108"/>
                  </a:lnTo>
                  <a:lnTo>
                    <a:pt x="21992" y="108"/>
                  </a:lnTo>
                  <a:lnTo>
                    <a:pt x="21992" y="4301"/>
                  </a:lnTo>
                  <a:lnTo>
                    <a:pt x="21992" y="5410"/>
                  </a:lnTo>
                  <a:lnTo>
                    <a:pt x="21992" y="5762"/>
                  </a:lnTo>
                  <a:lnTo>
                    <a:pt x="21992" y="5870"/>
                  </a:lnTo>
                  <a:lnTo>
                    <a:pt x="22100" y="5762"/>
                  </a:lnTo>
                  <a:lnTo>
                    <a:pt x="22100" y="5518"/>
                  </a:lnTo>
                  <a:lnTo>
                    <a:pt x="22100" y="4409"/>
                  </a:lnTo>
                  <a:lnTo>
                    <a:pt x="22100" y="108"/>
                  </a:lnTo>
                  <a:lnTo>
                    <a:pt x="22100"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9"/>
            <p:cNvSpPr/>
            <p:nvPr/>
          </p:nvSpPr>
          <p:spPr>
            <a:xfrm flipH="1">
              <a:off x="-220900" y="4447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9"/>
            <p:cNvSpPr/>
            <p:nvPr/>
          </p:nvSpPr>
          <p:spPr>
            <a:xfrm flipH="1">
              <a:off x="83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9"/>
            <p:cNvSpPr/>
            <p:nvPr/>
          </p:nvSpPr>
          <p:spPr>
            <a:xfrm rot="10800000">
              <a:off x="1601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9"/>
            <p:cNvSpPr/>
            <p:nvPr/>
          </p:nvSpPr>
          <p:spPr>
            <a:xfrm rot="10800000">
              <a:off x="3125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9"/>
            <p:cNvSpPr/>
            <p:nvPr/>
          </p:nvSpPr>
          <p:spPr>
            <a:xfrm rot="10800000">
              <a:off x="6173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9"/>
            <p:cNvSpPr/>
            <p:nvPr/>
          </p:nvSpPr>
          <p:spPr>
            <a:xfrm flipH="1">
              <a:off x="-6781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9"/>
            <p:cNvSpPr/>
            <p:nvPr/>
          </p:nvSpPr>
          <p:spPr>
            <a:xfrm flipH="1">
              <a:off x="-3733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9"/>
            <p:cNvSpPr/>
            <p:nvPr/>
          </p:nvSpPr>
          <p:spPr>
            <a:xfrm flipH="1">
              <a:off x="-2209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9"/>
            <p:cNvSpPr/>
            <p:nvPr/>
          </p:nvSpPr>
          <p:spPr>
            <a:xfrm flipH="1">
              <a:off x="839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9"/>
            <p:cNvSpPr/>
            <p:nvPr/>
          </p:nvSpPr>
          <p:spPr>
            <a:xfrm rot="10800000" flipH="1">
              <a:off x="8694500" y="1780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9"/>
            <p:cNvSpPr/>
            <p:nvPr/>
          </p:nvSpPr>
          <p:spPr>
            <a:xfrm rot="10800000" flipH="1">
              <a:off x="8389700" y="1627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9"/>
            <p:cNvSpPr/>
            <p:nvPr/>
          </p:nvSpPr>
          <p:spPr>
            <a:xfrm>
              <a:off x="9227900" y="256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9"/>
            <p:cNvSpPr/>
            <p:nvPr/>
          </p:nvSpPr>
          <p:spPr>
            <a:xfrm>
              <a:off x="8923100" y="408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9"/>
            <p:cNvSpPr/>
            <p:nvPr/>
          </p:nvSpPr>
          <p:spPr>
            <a:xfrm>
              <a:off x="8770700" y="713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9"/>
            <p:cNvSpPr/>
            <p:nvPr/>
          </p:nvSpPr>
          <p:spPr>
            <a:xfrm>
              <a:off x="8465900" y="865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 name="Google Shape;206;p9"/>
          <p:cNvSpPr/>
          <p:nvPr/>
        </p:nvSpPr>
        <p:spPr>
          <a:xfrm flipH="1">
            <a:off x="85421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9"/>
          <p:cNvSpPr/>
          <p:nvPr/>
        </p:nvSpPr>
        <p:spPr>
          <a:xfrm flipH="1">
            <a:off x="88469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08"/>
        <p:cNvGrpSpPr/>
        <p:nvPr/>
      </p:nvGrpSpPr>
      <p:grpSpPr>
        <a:xfrm>
          <a:off x="0" y="0"/>
          <a:ext cx="0" cy="0"/>
          <a:chOff x="0" y="0"/>
          <a:chExt cx="0" cy="0"/>
        </a:xfrm>
      </p:grpSpPr>
      <p:sp>
        <p:nvSpPr>
          <p:cNvPr id="209" name="Google Shape;209;p10"/>
          <p:cNvSpPr txBox="1">
            <a:spLocks noGrp="1"/>
          </p:cNvSpPr>
          <p:nvPr>
            <p:ph type="title"/>
          </p:nvPr>
        </p:nvSpPr>
        <p:spPr>
          <a:xfrm>
            <a:off x="761200" y="1118325"/>
            <a:ext cx="2333700" cy="172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b="1"/>
            </a:lvl1pPr>
            <a:lvl2pPr lvl="1" rtl="0">
              <a:spcBef>
                <a:spcPts val="0"/>
              </a:spcBef>
              <a:spcAft>
                <a:spcPts val="0"/>
              </a:spcAft>
              <a:buSzPts val="2800"/>
              <a:buFont typeface="Gugi"/>
              <a:buNone/>
              <a:defRPr b="1">
                <a:latin typeface="Gugi"/>
                <a:ea typeface="Gugi"/>
                <a:cs typeface="Gugi"/>
                <a:sym typeface="Gugi"/>
              </a:defRPr>
            </a:lvl2pPr>
            <a:lvl3pPr lvl="2" rtl="0">
              <a:spcBef>
                <a:spcPts val="0"/>
              </a:spcBef>
              <a:spcAft>
                <a:spcPts val="0"/>
              </a:spcAft>
              <a:buSzPts val="2800"/>
              <a:buFont typeface="Gugi"/>
              <a:buNone/>
              <a:defRPr b="1">
                <a:latin typeface="Gugi"/>
                <a:ea typeface="Gugi"/>
                <a:cs typeface="Gugi"/>
                <a:sym typeface="Gugi"/>
              </a:defRPr>
            </a:lvl3pPr>
            <a:lvl4pPr lvl="3" rtl="0">
              <a:spcBef>
                <a:spcPts val="0"/>
              </a:spcBef>
              <a:spcAft>
                <a:spcPts val="0"/>
              </a:spcAft>
              <a:buSzPts val="2800"/>
              <a:buFont typeface="Gugi"/>
              <a:buNone/>
              <a:defRPr b="1">
                <a:latin typeface="Gugi"/>
                <a:ea typeface="Gugi"/>
                <a:cs typeface="Gugi"/>
                <a:sym typeface="Gugi"/>
              </a:defRPr>
            </a:lvl4pPr>
            <a:lvl5pPr lvl="4" rtl="0">
              <a:spcBef>
                <a:spcPts val="0"/>
              </a:spcBef>
              <a:spcAft>
                <a:spcPts val="0"/>
              </a:spcAft>
              <a:buSzPts val="2800"/>
              <a:buFont typeface="Gugi"/>
              <a:buNone/>
              <a:defRPr b="1">
                <a:latin typeface="Gugi"/>
                <a:ea typeface="Gugi"/>
                <a:cs typeface="Gugi"/>
                <a:sym typeface="Gugi"/>
              </a:defRPr>
            </a:lvl5pPr>
            <a:lvl6pPr lvl="5" rtl="0">
              <a:spcBef>
                <a:spcPts val="0"/>
              </a:spcBef>
              <a:spcAft>
                <a:spcPts val="0"/>
              </a:spcAft>
              <a:buSzPts val="2800"/>
              <a:buFont typeface="Gugi"/>
              <a:buNone/>
              <a:defRPr b="1">
                <a:latin typeface="Gugi"/>
                <a:ea typeface="Gugi"/>
                <a:cs typeface="Gugi"/>
                <a:sym typeface="Gugi"/>
              </a:defRPr>
            </a:lvl6pPr>
            <a:lvl7pPr lvl="6" rtl="0">
              <a:spcBef>
                <a:spcPts val="0"/>
              </a:spcBef>
              <a:spcAft>
                <a:spcPts val="0"/>
              </a:spcAft>
              <a:buSzPts val="2800"/>
              <a:buFont typeface="Gugi"/>
              <a:buNone/>
              <a:defRPr b="1">
                <a:latin typeface="Gugi"/>
                <a:ea typeface="Gugi"/>
                <a:cs typeface="Gugi"/>
                <a:sym typeface="Gugi"/>
              </a:defRPr>
            </a:lvl7pPr>
            <a:lvl8pPr lvl="7" rtl="0">
              <a:spcBef>
                <a:spcPts val="0"/>
              </a:spcBef>
              <a:spcAft>
                <a:spcPts val="0"/>
              </a:spcAft>
              <a:buSzPts val="2800"/>
              <a:buFont typeface="Gugi"/>
              <a:buNone/>
              <a:defRPr b="1">
                <a:latin typeface="Gugi"/>
                <a:ea typeface="Gugi"/>
                <a:cs typeface="Gugi"/>
                <a:sym typeface="Gugi"/>
              </a:defRPr>
            </a:lvl8pPr>
            <a:lvl9pPr lvl="8" rtl="0">
              <a:spcBef>
                <a:spcPts val="0"/>
              </a:spcBef>
              <a:spcAft>
                <a:spcPts val="0"/>
              </a:spcAft>
              <a:buSzPts val="2800"/>
              <a:buFont typeface="Gugi"/>
              <a:buNone/>
              <a:defRPr b="1">
                <a:latin typeface="Gugi"/>
                <a:ea typeface="Gugi"/>
                <a:cs typeface="Gugi"/>
                <a:sym typeface="Gugi"/>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10"/>
        <p:cNvGrpSpPr/>
        <p:nvPr/>
      </p:nvGrpSpPr>
      <p:grpSpPr>
        <a:xfrm>
          <a:off x="0" y="0"/>
          <a:ext cx="0" cy="0"/>
          <a:chOff x="0" y="0"/>
          <a:chExt cx="0" cy="0"/>
        </a:xfrm>
      </p:grpSpPr>
      <p:sp>
        <p:nvSpPr>
          <p:cNvPr id="211" name="Google Shape;211;p11"/>
          <p:cNvSpPr/>
          <p:nvPr/>
        </p:nvSpPr>
        <p:spPr>
          <a:xfrm>
            <a:off x="2739818" y="-1519600"/>
            <a:ext cx="3139907" cy="2809815"/>
          </a:xfrm>
          <a:custGeom>
            <a:avLst/>
            <a:gdLst/>
            <a:ahLst/>
            <a:cxnLst/>
            <a:rect l="l" t="t" r="r" b="b"/>
            <a:pathLst>
              <a:path w="18556" h="16605" extrusionOk="0">
                <a:moveTo>
                  <a:pt x="15619" y="1"/>
                </a:moveTo>
                <a:cubicBezTo>
                  <a:pt x="14776" y="1"/>
                  <a:pt x="14120" y="719"/>
                  <a:pt x="14120" y="1563"/>
                </a:cubicBezTo>
                <a:cubicBezTo>
                  <a:pt x="14120" y="1891"/>
                  <a:pt x="14182" y="2156"/>
                  <a:pt x="14386" y="2406"/>
                </a:cubicBezTo>
                <a:lnTo>
                  <a:pt x="11324" y="12699"/>
                </a:lnTo>
                <a:lnTo>
                  <a:pt x="10809" y="12699"/>
                </a:lnTo>
                <a:lnTo>
                  <a:pt x="3062" y="5467"/>
                </a:lnTo>
                <a:lnTo>
                  <a:pt x="3124" y="5405"/>
                </a:lnTo>
                <a:cubicBezTo>
                  <a:pt x="3124" y="4562"/>
                  <a:pt x="2405" y="3843"/>
                  <a:pt x="1562" y="3843"/>
                </a:cubicBezTo>
                <a:cubicBezTo>
                  <a:pt x="719" y="3843"/>
                  <a:pt x="0" y="4562"/>
                  <a:pt x="0" y="5405"/>
                </a:cubicBezTo>
                <a:cubicBezTo>
                  <a:pt x="0" y="6248"/>
                  <a:pt x="719" y="6967"/>
                  <a:pt x="1562" y="6967"/>
                </a:cubicBezTo>
                <a:cubicBezTo>
                  <a:pt x="1625" y="6967"/>
                  <a:pt x="1687" y="6904"/>
                  <a:pt x="1828" y="6904"/>
                </a:cubicBezTo>
                <a:lnTo>
                  <a:pt x="8403" y="13090"/>
                </a:lnTo>
                <a:cubicBezTo>
                  <a:pt x="6310" y="13543"/>
                  <a:pt x="4951" y="14449"/>
                  <a:pt x="4951" y="15495"/>
                </a:cubicBezTo>
                <a:cubicBezTo>
                  <a:pt x="4951" y="16276"/>
                  <a:pt x="5717" y="16471"/>
                  <a:pt x="6945" y="16471"/>
                </a:cubicBezTo>
                <a:cubicBezTo>
                  <a:pt x="8173" y="16471"/>
                  <a:pt x="9864" y="16276"/>
                  <a:pt x="11715" y="16276"/>
                </a:cubicBezTo>
                <a:lnTo>
                  <a:pt x="11777" y="16276"/>
                </a:lnTo>
                <a:lnTo>
                  <a:pt x="12168" y="16604"/>
                </a:lnTo>
                <a:lnTo>
                  <a:pt x="12308" y="16276"/>
                </a:lnTo>
                <a:cubicBezTo>
                  <a:pt x="13937" y="16305"/>
                  <a:pt x="15398" y="16445"/>
                  <a:pt x="16497" y="16445"/>
                </a:cubicBezTo>
                <a:cubicBezTo>
                  <a:pt x="17769" y="16445"/>
                  <a:pt x="18556" y="16258"/>
                  <a:pt x="18556" y="15495"/>
                </a:cubicBezTo>
                <a:cubicBezTo>
                  <a:pt x="18556" y="14183"/>
                  <a:pt x="16338" y="13090"/>
                  <a:pt x="13339" y="12762"/>
                </a:cubicBezTo>
                <a:lnTo>
                  <a:pt x="16213" y="3000"/>
                </a:lnTo>
                <a:cubicBezTo>
                  <a:pt x="16791" y="2734"/>
                  <a:pt x="17181" y="2219"/>
                  <a:pt x="17181" y="1563"/>
                </a:cubicBezTo>
                <a:cubicBezTo>
                  <a:pt x="17181" y="719"/>
                  <a:pt x="16463" y="1"/>
                  <a:pt x="156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1"/>
          <p:cNvSpPr/>
          <p:nvPr/>
        </p:nvSpPr>
        <p:spPr>
          <a:xfrm>
            <a:off x="831380" y="337275"/>
            <a:ext cx="7481240" cy="4534056"/>
          </a:xfrm>
          <a:custGeom>
            <a:avLst/>
            <a:gdLst/>
            <a:ahLst/>
            <a:cxnLst/>
            <a:rect l="l" t="t" r="r" b="b"/>
            <a:pathLst>
              <a:path w="38784" h="23505" extrusionOk="0">
                <a:moveTo>
                  <a:pt x="14831" y="1"/>
                </a:moveTo>
                <a:cubicBezTo>
                  <a:pt x="10212" y="1"/>
                  <a:pt x="6340" y="191"/>
                  <a:pt x="5202" y="831"/>
                </a:cubicBezTo>
                <a:cubicBezTo>
                  <a:pt x="1750" y="2846"/>
                  <a:pt x="1" y="16903"/>
                  <a:pt x="2344" y="21136"/>
                </a:cubicBezTo>
                <a:cubicBezTo>
                  <a:pt x="3378" y="22984"/>
                  <a:pt x="9732" y="23505"/>
                  <a:pt x="16633" y="23505"/>
                </a:cubicBezTo>
                <a:cubicBezTo>
                  <a:pt x="17550" y="23505"/>
                  <a:pt x="18476" y="23496"/>
                  <a:pt x="19400" y="23479"/>
                </a:cubicBezTo>
                <a:cubicBezTo>
                  <a:pt x="20323" y="23496"/>
                  <a:pt x="21247" y="23505"/>
                  <a:pt x="22162" y="23505"/>
                </a:cubicBezTo>
                <a:cubicBezTo>
                  <a:pt x="29053" y="23505"/>
                  <a:pt x="35407" y="22984"/>
                  <a:pt x="36441" y="21136"/>
                </a:cubicBezTo>
                <a:cubicBezTo>
                  <a:pt x="38784" y="16903"/>
                  <a:pt x="37034" y="2846"/>
                  <a:pt x="33645" y="831"/>
                </a:cubicBezTo>
                <a:cubicBezTo>
                  <a:pt x="32460" y="191"/>
                  <a:pt x="28577" y="1"/>
                  <a:pt x="23961" y="1"/>
                </a:cubicBezTo>
                <a:cubicBezTo>
                  <a:pt x="22494" y="1"/>
                  <a:pt x="20952" y="20"/>
                  <a:pt x="19400" y="50"/>
                </a:cubicBezTo>
                <a:cubicBezTo>
                  <a:pt x="17844" y="20"/>
                  <a:pt x="16300" y="1"/>
                  <a:pt x="148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1"/>
          <p:cNvSpPr/>
          <p:nvPr/>
        </p:nvSpPr>
        <p:spPr>
          <a:xfrm>
            <a:off x="1771551" y="4528692"/>
            <a:ext cx="5739784" cy="614957"/>
          </a:xfrm>
          <a:custGeom>
            <a:avLst/>
            <a:gdLst/>
            <a:ahLst/>
            <a:cxnLst/>
            <a:rect l="l" t="t" r="r" b="b"/>
            <a:pathLst>
              <a:path w="29756" h="3188" extrusionOk="0">
                <a:moveTo>
                  <a:pt x="1703" y="1"/>
                </a:moveTo>
                <a:cubicBezTo>
                  <a:pt x="781" y="1"/>
                  <a:pt x="0" y="719"/>
                  <a:pt x="0" y="1625"/>
                </a:cubicBezTo>
                <a:cubicBezTo>
                  <a:pt x="0" y="2469"/>
                  <a:pt x="781" y="3187"/>
                  <a:pt x="1703" y="3187"/>
                </a:cubicBezTo>
                <a:lnTo>
                  <a:pt x="28115" y="3187"/>
                </a:lnTo>
                <a:cubicBezTo>
                  <a:pt x="29037" y="3187"/>
                  <a:pt x="29755" y="2469"/>
                  <a:pt x="29755" y="1625"/>
                </a:cubicBezTo>
                <a:cubicBezTo>
                  <a:pt x="29755" y="719"/>
                  <a:pt x="29037" y="1"/>
                  <a:pt x="281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1"/>
          <p:cNvSpPr/>
          <p:nvPr/>
        </p:nvSpPr>
        <p:spPr>
          <a:xfrm>
            <a:off x="1168955" y="590225"/>
            <a:ext cx="6835010" cy="4150518"/>
          </a:xfrm>
          <a:custGeom>
            <a:avLst/>
            <a:gdLst/>
            <a:ahLst/>
            <a:cxnLst/>
            <a:rect l="l" t="t" r="r" b="b"/>
            <a:pathLst>
              <a:path w="31505" h="19131" extrusionOk="0">
                <a:moveTo>
                  <a:pt x="11848" y="1"/>
                </a:moveTo>
                <a:cubicBezTo>
                  <a:pt x="8157" y="1"/>
                  <a:pt x="5092" y="171"/>
                  <a:pt x="4171" y="708"/>
                </a:cubicBezTo>
                <a:cubicBezTo>
                  <a:pt x="1375" y="2270"/>
                  <a:pt x="0" y="13781"/>
                  <a:pt x="1890" y="17171"/>
                </a:cubicBezTo>
                <a:cubicBezTo>
                  <a:pt x="2802" y="18734"/>
                  <a:pt x="8449" y="19130"/>
                  <a:pt x="14355" y="19130"/>
                </a:cubicBezTo>
                <a:cubicBezTo>
                  <a:pt x="14823" y="19130"/>
                  <a:pt x="15292" y="19128"/>
                  <a:pt x="15760" y="19123"/>
                </a:cubicBezTo>
                <a:cubicBezTo>
                  <a:pt x="16232" y="19128"/>
                  <a:pt x="16704" y="19130"/>
                  <a:pt x="17174" y="19130"/>
                </a:cubicBezTo>
                <a:cubicBezTo>
                  <a:pt x="23112" y="19130"/>
                  <a:pt x="28717" y="18734"/>
                  <a:pt x="29615" y="17171"/>
                </a:cubicBezTo>
                <a:cubicBezTo>
                  <a:pt x="31505" y="13781"/>
                  <a:pt x="30130" y="2270"/>
                  <a:pt x="27334" y="708"/>
                </a:cubicBezTo>
                <a:cubicBezTo>
                  <a:pt x="26413" y="171"/>
                  <a:pt x="23348" y="1"/>
                  <a:pt x="19663" y="1"/>
                </a:cubicBezTo>
                <a:cubicBezTo>
                  <a:pt x="18414" y="1"/>
                  <a:pt x="17093" y="20"/>
                  <a:pt x="15760" y="52"/>
                </a:cubicBezTo>
                <a:cubicBezTo>
                  <a:pt x="14424" y="20"/>
                  <a:pt x="13100" y="1"/>
                  <a:pt x="11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11"/>
          <p:cNvSpPr txBox="1">
            <a:spLocks noGrp="1"/>
          </p:cNvSpPr>
          <p:nvPr>
            <p:ph type="title" hasCustomPrompt="1"/>
          </p:nvPr>
        </p:nvSpPr>
        <p:spPr>
          <a:xfrm>
            <a:off x="1776450" y="1106125"/>
            <a:ext cx="55911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8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16" name="Google Shape;216;p11"/>
          <p:cNvSpPr txBox="1">
            <a:spLocks noGrp="1"/>
          </p:cNvSpPr>
          <p:nvPr>
            <p:ph type="body" idx="1"/>
          </p:nvPr>
        </p:nvSpPr>
        <p:spPr>
          <a:xfrm>
            <a:off x="1807800" y="3152225"/>
            <a:ext cx="5528400" cy="13008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SzPts val="18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217"/>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218"/>
        <p:cNvGrpSpPr/>
        <p:nvPr/>
      </p:nvGrpSpPr>
      <p:grpSpPr>
        <a:xfrm>
          <a:off x="0" y="0"/>
          <a:ext cx="0" cy="0"/>
          <a:chOff x="0" y="0"/>
          <a:chExt cx="0" cy="0"/>
        </a:xfrm>
      </p:grpSpPr>
      <p:sp>
        <p:nvSpPr>
          <p:cNvPr id="219" name="Google Shape;219;p13"/>
          <p:cNvSpPr txBox="1">
            <a:spLocks noGrp="1"/>
          </p:cNvSpPr>
          <p:nvPr>
            <p:ph type="title"/>
          </p:nvPr>
        </p:nvSpPr>
        <p:spPr>
          <a:xfrm>
            <a:off x="978725" y="12566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20" name="Google Shape;220;p13"/>
          <p:cNvSpPr txBox="1">
            <a:spLocks noGrp="1"/>
          </p:cNvSpPr>
          <p:nvPr>
            <p:ph type="subTitle" idx="1"/>
          </p:nvPr>
        </p:nvSpPr>
        <p:spPr>
          <a:xfrm>
            <a:off x="978725" y="16353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21" name="Google Shape;221;p13"/>
          <p:cNvSpPr txBox="1">
            <a:spLocks noGrp="1"/>
          </p:cNvSpPr>
          <p:nvPr>
            <p:ph type="title" idx="2" hasCustomPrompt="1"/>
          </p:nvPr>
        </p:nvSpPr>
        <p:spPr>
          <a:xfrm>
            <a:off x="1486175" y="8995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22" name="Google Shape;222;p13"/>
          <p:cNvSpPr txBox="1">
            <a:spLocks noGrp="1"/>
          </p:cNvSpPr>
          <p:nvPr>
            <p:ph type="title" idx="3"/>
          </p:nvPr>
        </p:nvSpPr>
        <p:spPr>
          <a:xfrm>
            <a:off x="3443100" y="12566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23" name="Google Shape;223;p13"/>
          <p:cNvSpPr txBox="1">
            <a:spLocks noGrp="1"/>
          </p:cNvSpPr>
          <p:nvPr>
            <p:ph type="subTitle" idx="4"/>
          </p:nvPr>
        </p:nvSpPr>
        <p:spPr>
          <a:xfrm>
            <a:off x="3443100" y="16353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24" name="Google Shape;224;p13"/>
          <p:cNvSpPr txBox="1">
            <a:spLocks noGrp="1"/>
          </p:cNvSpPr>
          <p:nvPr>
            <p:ph type="title" idx="5" hasCustomPrompt="1"/>
          </p:nvPr>
        </p:nvSpPr>
        <p:spPr>
          <a:xfrm>
            <a:off x="3950550" y="8995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25" name="Google Shape;225;p13"/>
          <p:cNvSpPr txBox="1">
            <a:spLocks noGrp="1"/>
          </p:cNvSpPr>
          <p:nvPr>
            <p:ph type="title" idx="6"/>
          </p:nvPr>
        </p:nvSpPr>
        <p:spPr>
          <a:xfrm>
            <a:off x="5907475" y="12566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26" name="Google Shape;226;p13"/>
          <p:cNvSpPr txBox="1">
            <a:spLocks noGrp="1"/>
          </p:cNvSpPr>
          <p:nvPr>
            <p:ph type="subTitle" idx="7"/>
          </p:nvPr>
        </p:nvSpPr>
        <p:spPr>
          <a:xfrm>
            <a:off x="5907475" y="16353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27" name="Google Shape;227;p13"/>
          <p:cNvSpPr txBox="1">
            <a:spLocks noGrp="1"/>
          </p:cNvSpPr>
          <p:nvPr>
            <p:ph type="title" idx="8" hasCustomPrompt="1"/>
          </p:nvPr>
        </p:nvSpPr>
        <p:spPr>
          <a:xfrm>
            <a:off x="6414925" y="8995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28" name="Google Shape;228;p13"/>
          <p:cNvSpPr txBox="1">
            <a:spLocks noGrp="1"/>
          </p:cNvSpPr>
          <p:nvPr>
            <p:ph type="title" idx="9"/>
          </p:nvPr>
        </p:nvSpPr>
        <p:spPr>
          <a:xfrm>
            <a:off x="978725" y="32393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29" name="Google Shape;229;p13"/>
          <p:cNvSpPr txBox="1">
            <a:spLocks noGrp="1"/>
          </p:cNvSpPr>
          <p:nvPr>
            <p:ph type="subTitle" idx="13"/>
          </p:nvPr>
        </p:nvSpPr>
        <p:spPr>
          <a:xfrm>
            <a:off x="978725" y="36180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30" name="Google Shape;230;p13"/>
          <p:cNvSpPr txBox="1">
            <a:spLocks noGrp="1"/>
          </p:cNvSpPr>
          <p:nvPr>
            <p:ph type="title" idx="14" hasCustomPrompt="1"/>
          </p:nvPr>
        </p:nvSpPr>
        <p:spPr>
          <a:xfrm>
            <a:off x="1486175" y="28822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31" name="Google Shape;231;p13"/>
          <p:cNvSpPr txBox="1">
            <a:spLocks noGrp="1"/>
          </p:cNvSpPr>
          <p:nvPr>
            <p:ph type="title" idx="15"/>
          </p:nvPr>
        </p:nvSpPr>
        <p:spPr>
          <a:xfrm>
            <a:off x="3443100" y="32393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32" name="Google Shape;232;p13"/>
          <p:cNvSpPr txBox="1">
            <a:spLocks noGrp="1"/>
          </p:cNvSpPr>
          <p:nvPr>
            <p:ph type="subTitle" idx="16"/>
          </p:nvPr>
        </p:nvSpPr>
        <p:spPr>
          <a:xfrm>
            <a:off x="3443100" y="36180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33" name="Google Shape;233;p13"/>
          <p:cNvSpPr txBox="1">
            <a:spLocks noGrp="1"/>
          </p:cNvSpPr>
          <p:nvPr>
            <p:ph type="title" idx="17" hasCustomPrompt="1"/>
          </p:nvPr>
        </p:nvSpPr>
        <p:spPr>
          <a:xfrm>
            <a:off x="3950550" y="28822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34" name="Google Shape;234;p13"/>
          <p:cNvSpPr txBox="1">
            <a:spLocks noGrp="1"/>
          </p:cNvSpPr>
          <p:nvPr>
            <p:ph type="title" idx="18"/>
          </p:nvPr>
        </p:nvSpPr>
        <p:spPr>
          <a:xfrm>
            <a:off x="5907475" y="3239300"/>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1900"/>
              <a:buNone/>
              <a:defRPr sz="1600"/>
            </a:lvl1pPr>
            <a:lvl2pPr lvl="1" algn="ctr" rtl="0">
              <a:spcBef>
                <a:spcPts val="0"/>
              </a:spcBef>
              <a:spcAft>
                <a:spcPts val="0"/>
              </a:spcAft>
              <a:buClr>
                <a:srgbClr val="FF00A3"/>
              </a:buClr>
              <a:buSzPts val="1800"/>
              <a:buNone/>
              <a:defRPr sz="1800">
                <a:solidFill>
                  <a:srgbClr val="FF00A3"/>
                </a:solidFill>
              </a:defRPr>
            </a:lvl2pPr>
            <a:lvl3pPr lvl="2" algn="ctr" rtl="0">
              <a:spcBef>
                <a:spcPts val="0"/>
              </a:spcBef>
              <a:spcAft>
                <a:spcPts val="0"/>
              </a:spcAft>
              <a:buClr>
                <a:srgbClr val="FF00A3"/>
              </a:buClr>
              <a:buSzPts val="1800"/>
              <a:buNone/>
              <a:defRPr sz="1800">
                <a:solidFill>
                  <a:srgbClr val="FF00A3"/>
                </a:solidFill>
              </a:defRPr>
            </a:lvl3pPr>
            <a:lvl4pPr lvl="3" algn="ctr" rtl="0">
              <a:spcBef>
                <a:spcPts val="0"/>
              </a:spcBef>
              <a:spcAft>
                <a:spcPts val="0"/>
              </a:spcAft>
              <a:buClr>
                <a:srgbClr val="FF00A3"/>
              </a:buClr>
              <a:buSzPts val="1800"/>
              <a:buNone/>
              <a:defRPr sz="1800">
                <a:solidFill>
                  <a:srgbClr val="FF00A3"/>
                </a:solidFill>
              </a:defRPr>
            </a:lvl4pPr>
            <a:lvl5pPr lvl="4" algn="ctr" rtl="0">
              <a:spcBef>
                <a:spcPts val="0"/>
              </a:spcBef>
              <a:spcAft>
                <a:spcPts val="0"/>
              </a:spcAft>
              <a:buClr>
                <a:srgbClr val="FF00A3"/>
              </a:buClr>
              <a:buSzPts val="1800"/>
              <a:buNone/>
              <a:defRPr sz="1800">
                <a:solidFill>
                  <a:srgbClr val="FF00A3"/>
                </a:solidFill>
              </a:defRPr>
            </a:lvl5pPr>
            <a:lvl6pPr lvl="5" algn="ctr" rtl="0">
              <a:spcBef>
                <a:spcPts val="0"/>
              </a:spcBef>
              <a:spcAft>
                <a:spcPts val="0"/>
              </a:spcAft>
              <a:buClr>
                <a:srgbClr val="FF00A3"/>
              </a:buClr>
              <a:buSzPts val="1800"/>
              <a:buNone/>
              <a:defRPr sz="1800">
                <a:solidFill>
                  <a:srgbClr val="FF00A3"/>
                </a:solidFill>
              </a:defRPr>
            </a:lvl6pPr>
            <a:lvl7pPr lvl="6" algn="ctr" rtl="0">
              <a:spcBef>
                <a:spcPts val="0"/>
              </a:spcBef>
              <a:spcAft>
                <a:spcPts val="0"/>
              </a:spcAft>
              <a:buClr>
                <a:srgbClr val="FF00A3"/>
              </a:buClr>
              <a:buSzPts val="1800"/>
              <a:buNone/>
              <a:defRPr sz="1800">
                <a:solidFill>
                  <a:srgbClr val="FF00A3"/>
                </a:solidFill>
              </a:defRPr>
            </a:lvl7pPr>
            <a:lvl8pPr lvl="7" algn="ctr" rtl="0">
              <a:spcBef>
                <a:spcPts val="0"/>
              </a:spcBef>
              <a:spcAft>
                <a:spcPts val="0"/>
              </a:spcAft>
              <a:buClr>
                <a:srgbClr val="FF00A3"/>
              </a:buClr>
              <a:buSzPts val="1800"/>
              <a:buNone/>
              <a:defRPr sz="1800">
                <a:solidFill>
                  <a:srgbClr val="FF00A3"/>
                </a:solidFill>
              </a:defRPr>
            </a:lvl8pPr>
            <a:lvl9pPr lvl="8" algn="ctr" rtl="0">
              <a:spcBef>
                <a:spcPts val="0"/>
              </a:spcBef>
              <a:spcAft>
                <a:spcPts val="0"/>
              </a:spcAft>
              <a:buClr>
                <a:srgbClr val="FF00A3"/>
              </a:buClr>
              <a:buSzPts val="1800"/>
              <a:buNone/>
              <a:defRPr sz="1800">
                <a:solidFill>
                  <a:srgbClr val="FF00A3"/>
                </a:solidFill>
              </a:defRPr>
            </a:lvl9pPr>
          </a:lstStyle>
          <a:p>
            <a:endParaRPr/>
          </a:p>
        </p:txBody>
      </p:sp>
      <p:sp>
        <p:nvSpPr>
          <p:cNvPr id="235" name="Google Shape;235;p13"/>
          <p:cNvSpPr txBox="1">
            <a:spLocks noGrp="1"/>
          </p:cNvSpPr>
          <p:nvPr>
            <p:ph type="subTitle" idx="19"/>
          </p:nvPr>
        </p:nvSpPr>
        <p:spPr>
          <a:xfrm>
            <a:off x="5907475" y="3618000"/>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2"/>
              </a:buClr>
              <a:buSzPts val="1400"/>
              <a:buNone/>
              <a:defRPr sz="1400">
                <a:solidFill>
                  <a:srgbClr val="EBEBEB"/>
                </a:solidFill>
                <a:latin typeface="Spartan"/>
                <a:ea typeface="Spartan"/>
                <a:cs typeface="Spartan"/>
                <a:sym typeface="Spartan"/>
              </a:defRPr>
            </a:lvl1pPr>
            <a:lvl2pPr lvl="1" algn="ctr" rtl="0">
              <a:lnSpc>
                <a:spcPct val="100000"/>
              </a:lnSpc>
              <a:spcBef>
                <a:spcPts val="0"/>
              </a:spcBef>
              <a:spcAft>
                <a:spcPts val="0"/>
              </a:spcAft>
              <a:buClr>
                <a:schemeClr val="lt2"/>
              </a:buClr>
              <a:buSzPts val="2100"/>
              <a:buNone/>
              <a:defRPr sz="2100">
                <a:solidFill>
                  <a:schemeClr val="lt2"/>
                </a:solidFill>
              </a:defRPr>
            </a:lvl2pPr>
            <a:lvl3pPr lvl="2" algn="ctr" rtl="0">
              <a:lnSpc>
                <a:spcPct val="100000"/>
              </a:lnSpc>
              <a:spcBef>
                <a:spcPts val="0"/>
              </a:spcBef>
              <a:spcAft>
                <a:spcPts val="0"/>
              </a:spcAft>
              <a:buClr>
                <a:schemeClr val="lt2"/>
              </a:buClr>
              <a:buSzPts val="2100"/>
              <a:buNone/>
              <a:defRPr sz="2100">
                <a:solidFill>
                  <a:schemeClr val="lt2"/>
                </a:solidFill>
              </a:defRPr>
            </a:lvl3pPr>
            <a:lvl4pPr lvl="3" algn="ctr" rtl="0">
              <a:lnSpc>
                <a:spcPct val="100000"/>
              </a:lnSpc>
              <a:spcBef>
                <a:spcPts val="0"/>
              </a:spcBef>
              <a:spcAft>
                <a:spcPts val="0"/>
              </a:spcAft>
              <a:buClr>
                <a:schemeClr val="lt2"/>
              </a:buClr>
              <a:buSzPts val="2100"/>
              <a:buNone/>
              <a:defRPr sz="2100">
                <a:solidFill>
                  <a:schemeClr val="lt2"/>
                </a:solidFill>
              </a:defRPr>
            </a:lvl4pPr>
            <a:lvl5pPr lvl="4" algn="ctr" rtl="0">
              <a:lnSpc>
                <a:spcPct val="100000"/>
              </a:lnSpc>
              <a:spcBef>
                <a:spcPts val="0"/>
              </a:spcBef>
              <a:spcAft>
                <a:spcPts val="0"/>
              </a:spcAft>
              <a:buClr>
                <a:schemeClr val="lt2"/>
              </a:buClr>
              <a:buSzPts val="2100"/>
              <a:buNone/>
              <a:defRPr sz="2100">
                <a:solidFill>
                  <a:schemeClr val="lt2"/>
                </a:solidFill>
              </a:defRPr>
            </a:lvl5pPr>
            <a:lvl6pPr lvl="5" algn="ctr" rtl="0">
              <a:lnSpc>
                <a:spcPct val="100000"/>
              </a:lnSpc>
              <a:spcBef>
                <a:spcPts val="0"/>
              </a:spcBef>
              <a:spcAft>
                <a:spcPts val="0"/>
              </a:spcAft>
              <a:buClr>
                <a:schemeClr val="lt2"/>
              </a:buClr>
              <a:buSzPts val="2100"/>
              <a:buNone/>
              <a:defRPr sz="2100">
                <a:solidFill>
                  <a:schemeClr val="lt2"/>
                </a:solidFill>
              </a:defRPr>
            </a:lvl6pPr>
            <a:lvl7pPr lvl="6" algn="ctr" rtl="0">
              <a:lnSpc>
                <a:spcPct val="100000"/>
              </a:lnSpc>
              <a:spcBef>
                <a:spcPts val="0"/>
              </a:spcBef>
              <a:spcAft>
                <a:spcPts val="0"/>
              </a:spcAft>
              <a:buClr>
                <a:schemeClr val="lt2"/>
              </a:buClr>
              <a:buSzPts val="2100"/>
              <a:buNone/>
              <a:defRPr sz="2100">
                <a:solidFill>
                  <a:schemeClr val="lt2"/>
                </a:solidFill>
              </a:defRPr>
            </a:lvl7pPr>
            <a:lvl8pPr lvl="7" algn="ctr" rtl="0">
              <a:lnSpc>
                <a:spcPct val="100000"/>
              </a:lnSpc>
              <a:spcBef>
                <a:spcPts val="0"/>
              </a:spcBef>
              <a:spcAft>
                <a:spcPts val="0"/>
              </a:spcAft>
              <a:buClr>
                <a:schemeClr val="lt2"/>
              </a:buClr>
              <a:buSzPts val="2100"/>
              <a:buNone/>
              <a:defRPr sz="2100">
                <a:solidFill>
                  <a:schemeClr val="lt2"/>
                </a:solidFill>
              </a:defRPr>
            </a:lvl8pPr>
            <a:lvl9pPr lvl="8" algn="ctr" rtl="0">
              <a:lnSpc>
                <a:spcPct val="100000"/>
              </a:lnSpc>
              <a:spcBef>
                <a:spcPts val="0"/>
              </a:spcBef>
              <a:spcAft>
                <a:spcPts val="0"/>
              </a:spcAft>
              <a:buClr>
                <a:schemeClr val="lt2"/>
              </a:buClr>
              <a:buSzPts val="2100"/>
              <a:buNone/>
              <a:defRPr sz="2100">
                <a:solidFill>
                  <a:schemeClr val="lt2"/>
                </a:solidFill>
              </a:defRPr>
            </a:lvl9pPr>
          </a:lstStyle>
          <a:p>
            <a:endParaRPr/>
          </a:p>
        </p:txBody>
      </p:sp>
      <p:sp>
        <p:nvSpPr>
          <p:cNvPr id="236" name="Google Shape;236;p13"/>
          <p:cNvSpPr txBox="1">
            <a:spLocks noGrp="1"/>
          </p:cNvSpPr>
          <p:nvPr>
            <p:ph type="title" idx="20" hasCustomPrompt="1"/>
          </p:nvPr>
        </p:nvSpPr>
        <p:spPr>
          <a:xfrm>
            <a:off x="6414925" y="2882250"/>
            <a:ext cx="1242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00A3"/>
              </a:buClr>
              <a:buSzPts val="3000"/>
              <a:buNone/>
              <a:defRPr sz="3000"/>
            </a:lvl1pPr>
            <a:lvl2pPr lvl="1" algn="ctr" rtl="0">
              <a:spcBef>
                <a:spcPts val="0"/>
              </a:spcBef>
              <a:spcAft>
                <a:spcPts val="0"/>
              </a:spcAft>
              <a:buClr>
                <a:srgbClr val="FF00A3"/>
              </a:buClr>
              <a:buSzPts val="2400"/>
              <a:buNone/>
              <a:defRPr sz="2400">
                <a:solidFill>
                  <a:srgbClr val="FF00A3"/>
                </a:solidFill>
              </a:defRPr>
            </a:lvl2pPr>
            <a:lvl3pPr lvl="2" algn="ctr" rtl="0">
              <a:spcBef>
                <a:spcPts val="0"/>
              </a:spcBef>
              <a:spcAft>
                <a:spcPts val="0"/>
              </a:spcAft>
              <a:buClr>
                <a:srgbClr val="FF00A3"/>
              </a:buClr>
              <a:buSzPts val="2400"/>
              <a:buNone/>
              <a:defRPr sz="2400">
                <a:solidFill>
                  <a:srgbClr val="FF00A3"/>
                </a:solidFill>
              </a:defRPr>
            </a:lvl3pPr>
            <a:lvl4pPr lvl="3" algn="ctr" rtl="0">
              <a:spcBef>
                <a:spcPts val="0"/>
              </a:spcBef>
              <a:spcAft>
                <a:spcPts val="0"/>
              </a:spcAft>
              <a:buClr>
                <a:srgbClr val="FF00A3"/>
              </a:buClr>
              <a:buSzPts val="2400"/>
              <a:buNone/>
              <a:defRPr sz="2400">
                <a:solidFill>
                  <a:srgbClr val="FF00A3"/>
                </a:solidFill>
              </a:defRPr>
            </a:lvl4pPr>
            <a:lvl5pPr lvl="4" algn="ctr" rtl="0">
              <a:spcBef>
                <a:spcPts val="0"/>
              </a:spcBef>
              <a:spcAft>
                <a:spcPts val="0"/>
              </a:spcAft>
              <a:buClr>
                <a:srgbClr val="FF00A3"/>
              </a:buClr>
              <a:buSzPts val="2400"/>
              <a:buNone/>
              <a:defRPr sz="2400">
                <a:solidFill>
                  <a:srgbClr val="FF00A3"/>
                </a:solidFill>
              </a:defRPr>
            </a:lvl5pPr>
            <a:lvl6pPr lvl="5" algn="ctr" rtl="0">
              <a:spcBef>
                <a:spcPts val="0"/>
              </a:spcBef>
              <a:spcAft>
                <a:spcPts val="0"/>
              </a:spcAft>
              <a:buClr>
                <a:srgbClr val="FF00A3"/>
              </a:buClr>
              <a:buSzPts val="2400"/>
              <a:buNone/>
              <a:defRPr sz="2400">
                <a:solidFill>
                  <a:srgbClr val="FF00A3"/>
                </a:solidFill>
              </a:defRPr>
            </a:lvl6pPr>
            <a:lvl7pPr lvl="6" algn="ctr" rtl="0">
              <a:spcBef>
                <a:spcPts val="0"/>
              </a:spcBef>
              <a:spcAft>
                <a:spcPts val="0"/>
              </a:spcAft>
              <a:buClr>
                <a:srgbClr val="FF00A3"/>
              </a:buClr>
              <a:buSzPts val="2400"/>
              <a:buNone/>
              <a:defRPr sz="2400">
                <a:solidFill>
                  <a:srgbClr val="FF00A3"/>
                </a:solidFill>
              </a:defRPr>
            </a:lvl7pPr>
            <a:lvl8pPr lvl="7" algn="ctr" rtl="0">
              <a:spcBef>
                <a:spcPts val="0"/>
              </a:spcBef>
              <a:spcAft>
                <a:spcPts val="0"/>
              </a:spcAft>
              <a:buClr>
                <a:srgbClr val="FF00A3"/>
              </a:buClr>
              <a:buSzPts val="2400"/>
              <a:buNone/>
              <a:defRPr sz="2400">
                <a:solidFill>
                  <a:srgbClr val="FF00A3"/>
                </a:solidFill>
              </a:defRPr>
            </a:lvl8pPr>
            <a:lvl9pPr lvl="8" algn="ctr" rtl="0">
              <a:spcBef>
                <a:spcPts val="0"/>
              </a:spcBef>
              <a:spcAft>
                <a:spcPts val="0"/>
              </a:spcAft>
              <a:buClr>
                <a:srgbClr val="FF00A3"/>
              </a:buClr>
              <a:buSzPts val="2400"/>
              <a:buNone/>
              <a:defRPr sz="2400">
                <a:solidFill>
                  <a:srgbClr val="FF00A3"/>
                </a:solidFill>
              </a:defRPr>
            </a:lvl9pPr>
          </a:lstStyle>
          <a:p>
            <a:r>
              <a:t>xx%</a:t>
            </a:r>
          </a:p>
        </p:txBody>
      </p:sp>
      <p:sp>
        <p:nvSpPr>
          <p:cNvPr id="237" name="Google Shape;237;p13"/>
          <p:cNvSpPr/>
          <p:nvPr/>
        </p:nvSpPr>
        <p:spPr>
          <a:xfrm>
            <a:off x="362030" y="4833400"/>
            <a:ext cx="8419941" cy="19450"/>
          </a:xfrm>
          <a:custGeom>
            <a:avLst/>
            <a:gdLst/>
            <a:ahLst/>
            <a:cxnLst/>
            <a:rect l="l" t="t" r="r" b="b"/>
            <a:pathLst>
              <a:path w="204790" h="217" extrusionOk="0">
                <a:moveTo>
                  <a:pt x="102436" y="0"/>
                </a:moveTo>
                <a:cubicBezTo>
                  <a:pt x="45876" y="0"/>
                  <a:pt x="1" y="0"/>
                  <a:pt x="1" y="108"/>
                </a:cubicBezTo>
                <a:cubicBezTo>
                  <a:pt x="1" y="108"/>
                  <a:pt x="45876" y="217"/>
                  <a:pt x="102436" y="217"/>
                </a:cubicBezTo>
                <a:cubicBezTo>
                  <a:pt x="159023" y="217"/>
                  <a:pt x="204790" y="108"/>
                  <a:pt x="204790" y="108"/>
                </a:cubicBezTo>
                <a:cubicBezTo>
                  <a:pt x="204790" y="0"/>
                  <a:pt x="159023" y="0"/>
                  <a:pt x="102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13"/>
          <p:cNvSpPr/>
          <p:nvPr/>
        </p:nvSpPr>
        <p:spPr>
          <a:xfrm>
            <a:off x="573400" y="2305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3"/>
          <p:cNvSpPr/>
          <p:nvPr/>
        </p:nvSpPr>
        <p:spPr>
          <a:xfrm>
            <a:off x="734350" y="838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3"/>
          <p:cNvSpPr/>
          <p:nvPr/>
        </p:nvSpPr>
        <p:spPr>
          <a:xfrm rot="10800000">
            <a:off x="-297100" y="2770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3"/>
          <p:cNvSpPr/>
          <p:nvPr/>
        </p:nvSpPr>
        <p:spPr>
          <a:xfrm rot="10800000">
            <a:off x="7700" y="2618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3"/>
          <p:cNvSpPr/>
          <p:nvPr/>
        </p:nvSpPr>
        <p:spPr>
          <a:xfrm flipH="1">
            <a:off x="-373300" y="2161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3"/>
          <p:cNvSpPr/>
          <p:nvPr/>
        </p:nvSpPr>
        <p:spPr>
          <a:xfrm flipH="1">
            <a:off x="-68500" y="2313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3"/>
          <p:cNvSpPr/>
          <p:nvPr/>
        </p:nvSpPr>
        <p:spPr>
          <a:xfrm flipH="1">
            <a:off x="-297100" y="256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3"/>
          <p:cNvSpPr/>
          <p:nvPr/>
        </p:nvSpPr>
        <p:spPr>
          <a:xfrm flipH="1">
            <a:off x="7700" y="408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3"/>
          <p:cNvSpPr/>
          <p:nvPr/>
        </p:nvSpPr>
        <p:spPr>
          <a:xfrm flipH="1">
            <a:off x="160100" y="713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3"/>
          <p:cNvSpPr/>
          <p:nvPr/>
        </p:nvSpPr>
        <p:spPr>
          <a:xfrm>
            <a:off x="9050838" y="261088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3"/>
          <p:cNvSpPr/>
          <p:nvPr/>
        </p:nvSpPr>
        <p:spPr>
          <a:xfrm flipH="1">
            <a:off x="8371850" y="27782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3"/>
          <p:cNvSpPr/>
          <p:nvPr/>
        </p:nvSpPr>
        <p:spPr>
          <a:xfrm flipH="1">
            <a:off x="8676650" y="29306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3"/>
          <p:cNvSpPr/>
          <p:nvPr/>
        </p:nvSpPr>
        <p:spPr>
          <a:xfrm rot="10800000">
            <a:off x="8600450" y="23972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3"/>
          <p:cNvSpPr/>
          <p:nvPr/>
        </p:nvSpPr>
        <p:spPr>
          <a:xfrm rot="10800000">
            <a:off x="8905250" y="22448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3"/>
          <p:cNvSpPr/>
          <p:nvPr/>
        </p:nvSpPr>
        <p:spPr>
          <a:xfrm flipH="1">
            <a:off x="8104200" y="1897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13"/>
          <p:cNvSpPr/>
          <p:nvPr/>
        </p:nvSpPr>
        <p:spPr>
          <a:xfrm flipH="1">
            <a:off x="8409000" y="3421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3"/>
          <p:cNvSpPr/>
          <p:nvPr/>
        </p:nvSpPr>
        <p:spPr>
          <a:xfrm flipH="1">
            <a:off x="8561400" y="6469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3"/>
          <p:cNvSpPr/>
          <p:nvPr/>
        </p:nvSpPr>
        <p:spPr>
          <a:xfrm flipH="1">
            <a:off x="8866200" y="7993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3"/>
          <p:cNvSpPr/>
          <p:nvPr/>
        </p:nvSpPr>
        <p:spPr>
          <a:xfrm rot="10800000">
            <a:off x="8332800" y="-191237"/>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1">
  <p:cSld name="CUSTOM_4">
    <p:spTree>
      <p:nvGrpSpPr>
        <p:cNvPr id="1" name="Shape 257"/>
        <p:cNvGrpSpPr/>
        <p:nvPr/>
      </p:nvGrpSpPr>
      <p:grpSpPr>
        <a:xfrm>
          <a:off x="0" y="0"/>
          <a:ext cx="0" cy="0"/>
          <a:chOff x="0" y="0"/>
          <a:chExt cx="0" cy="0"/>
        </a:xfrm>
      </p:grpSpPr>
      <p:sp>
        <p:nvSpPr>
          <p:cNvPr id="258" name="Google Shape;258;p14"/>
          <p:cNvSpPr/>
          <p:nvPr/>
        </p:nvSpPr>
        <p:spPr>
          <a:xfrm flipH="1">
            <a:off x="224802" y="43208"/>
            <a:ext cx="8694396" cy="5057084"/>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14"/>
          <p:cNvSpPr/>
          <p:nvPr/>
        </p:nvSpPr>
        <p:spPr>
          <a:xfrm flipH="1">
            <a:off x="344529" y="131450"/>
            <a:ext cx="8454942" cy="4917829"/>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4"/>
          <p:cNvSpPr/>
          <p:nvPr/>
        </p:nvSpPr>
        <p:spPr>
          <a:xfrm flipH="1">
            <a:off x="428500" y="4124649"/>
            <a:ext cx="728250" cy="721553"/>
          </a:xfrm>
          <a:custGeom>
            <a:avLst/>
            <a:gdLst/>
            <a:ahLst/>
            <a:cxnLst/>
            <a:rect l="l" t="t" r="r" b="b"/>
            <a:pathLst>
              <a:path w="6725" h="6663" extrusionOk="0">
                <a:moveTo>
                  <a:pt x="3339" y="1"/>
                </a:moveTo>
                <a:cubicBezTo>
                  <a:pt x="1505" y="1"/>
                  <a:pt x="0" y="1505"/>
                  <a:pt x="0" y="3339"/>
                </a:cubicBezTo>
                <a:cubicBezTo>
                  <a:pt x="0" y="5157"/>
                  <a:pt x="1505" y="6662"/>
                  <a:pt x="3339" y="6662"/>
                </a:cubicBezTo>
                <a:cubicBezTo>
                  <a:pt x="5220" y="6662"/>
                  <a:pt x="6724" y="5157"/>
                  <a:pt x="6724" y="3339"/>
                </a:cubicBezTo>
                <a:cubicBezTo>
                  <a:pt x="6724" y="1505"/>
                  <a:pt x="5220" y="1"/>
                  <a:pt x="3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4"/>
          <p:cNvSpPr/>
          <p:nvPr/>
        </p:nvSpPr>
        <p:spPr>
          <a:xfrm flipH="1">
            <a:off x="8242499" y="4508777"/>
            <a:ext cx="556982" cy="79915"/>
          </a:xfrm>
          <a:custGeom>
            <a:avLst/>
            <a:gdLst/>
            <a:ahLst/>
            <a:cxnLst/>
            <a:rect l="l" t="t" r="r" b="b"/>
            <a:pathLst>
              <a:path w="13857" h="1051" extrusionOk="0">
                <a:moveTo>
                  <a:pt x="534" y="0"/>
                </a:moveTo>
                <a:cubicBezTo>
                  <a:pt x="204" y="0"/>
                  <a:pt x="1" y="188"/>
                  <a:pt x="1" y="517"/>
                </a:cubicBezTo>
                <a:cubicBezTo>
                  <a:pt x="1" y="784"/>
                  <a:pt x="204" y="1050"/>
                  <a:pt x="534" y="1050"/>
                </a:cubicBezTo>
                <a:lnTo>
                  <a:pt x="13324" y="1050"/>
                </a:lnTo>
                <a:cubicBezTo>
                  <a:pt x="13653" y="1050"/>
                  <a:pt x="13857" y="784"/>
                  <a:pt x="13857" y="517"/>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4"/>
          <p:cNvSpPr/>
          <p:nvPr/>
        </p:nvSpPr>
        <p:spPr>
          <a:xfrm flipH="1">
            <a:off x="8242499" y="4637524"/>
            <a:ext cx="556982" cy="79915"/>
          </a:xfrm>
          <a:custGeom>
            <a:avLst/>
            <a:gdLst/>
            <a:ahLst/>
            <a:cxnLst/>
            <a:rect l="l" t="t" r="r" b="b"/>
            <a:pathLst>
              <a:path w="13857" h="1051" extrusionOk="0">
                <a:moveTo>
                  <a:pt x="534" y="0"/>
                </a:moveTo>
                <a:cubicBezTo>
                  <a:pt x="204" y="0"/>
                  <a:pt x="1" y="266"/>
                  <a:pt x="1" y="533"/>
                </a:cubicBezTo>
                <a:cubicBezTo>
                  <a:pt x="1" y="784"/>
                  <a:pt x="204" y="1050"/>
                  <a:pt x="534" y="1050"/>
                </a:cubicBezTo>
                <a:lnTo>
                  <a:pt x="13324" y="1050"/>
                </a:lnTo>
                <a:cubicBezTo>
                  <a:pt x="13653" y="1050"/>
                  <a:pt x="13857" y="784"/>
                  <a:pt x="13857" y="533"/>
                </a:cubicBezTo>
                <a:cubicBezTo>
                  <a:pt x="13857" y="266"/>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4"/>
          <p:cNvSpPr/>
          <p:nvPr/>
        </p:nvSpPr>
        <p:spPr>
          <a:xfrm flipH="1">
            <a:off x="8242499" y="4767413"/>
            <a:ext cx="556982" cy="78775"/>
          </a:xfrm>
          <a:custGeom>
            <a:avLst/>
            <a:gdLst/>
            <a:ahLst/>
            <a:cxnLst/>
            <a:rect l="l" t="t" r="r" b="b"/>
            <a:pathLst>
              <a:path w="13857" h="1036" extrusionOk="0">
                <a:moveTo>
                  <a:pt x="534" y="1"/>
                </a:moveTo>
                <a:cubicBezTo>
                  <a:pt x="204" y="1"/>
                  <a:pt x="1" y="251"/>
                  <a:pt x="1" y="518"/>
                </a:cubicBezTo>
                <a:cubicBezTo>
                  <a:pt x="1" y="847"/>
                  <a:pt x="204" y="1035"/>
                  <a:pt x="534" y="1035"/>
                </a:cubicBezTo>
                <a:lnTo>
                  <a:pt x="13324" y="1035"/>
                </a:lnTo>
                <a:cubicBezTo>
                  <a:pt x="13653" y="1035"/>
                  <a:pt x="13857" y="847"/>
                  <a:pt x="13857" y="518"/>
                </a:cubicBezTo>
                <a:cubicBezTo>
                  <a:pt x="13857" y="251"/>
                  <a:pt x="13653" y="1"/>
                  <a:pt x="13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4"/>
          <p:cNvSpPr txBox="1">
            <a:spLocks noGrp="1"/>
          </p:cNvSpPr>
          <p:nvPr>
            <p:ph type="title" hasCustomPrompt="1"/>
          </p:nvPr>
        </p:nvSpPr>
        <p:spPr>
          <a:xfrm>
            <a:off x="3906908" y="1259507"/>
            <a:ext cx="3738900" cy="1057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7200"/>
              <a:buNone/>
              <a:defRPr sz="6500"/>
            </a:lvl1pPr>
            <a:lvl2pPr lvl="1" algn="r" rtl="0">
              <a:spcBef>
                <a:spcPts val="0"/>
              </a:spcBef>
              <a:spcAft>
                <a:spcPts val="0"/>
              </a:spcAft>
              <a:buSzPts val="7200"/>
              <a:buNone/>
              <a:defRPr sz="7200"/>
            </a:lvl2pPr>
            <a:lvl3pPr lvl="2" algn="r" rtl="0">
              <a:spcBef>
                <a:spcPts val="0"/>
              </a:spcBef>
              <a:spcAft>
                <a:spcPts val="0"/>
              </a:spcAft>
              <a:buSzPts val="7200"/>
              <a:buNone/>
              <a:defRPr sz="7200"/>
            </a:lvl3pPr>
            <a:lvl4pPr lvl="3" algn="r" rtl="0">
              <a:spcBef>
                <a:spcPts val="0"/>
              </a:spcBef>
              <a:spcAft>
                <a:spcPts val="0"/>
              </a:spcAft>
              <a:buSzPts val="7200"/>
              <a:buNone/>
              <a:defRPr sz="7200"/>
            </a:lvl4pPr>
            <a:lvl5pPr lvl="4" algn="r" rtl="0">
              <a:spcBef>
                <a:spcPts val="0"/>
              </a:spcBef>
              <a:spcAft>
                <a:spcPts val="0"/>
              </a:spcAft>
              <a:buSzPts val="7200"/>
              <a:buNone/>
              <a:defRPr sz="7200"/>
            </a:lvl5pPr>
            <a:lvl6pPr lvl="5" algn="r" rtl="0">
              <a:spcBef>
                <a:spcPts val="0"/>
              </a:spcBef>
              <a:spcAft>
                <a:spcPts val="0"/>
              </a:spcAft>
              <a:buSzPts val="7200"/>
              <a:buNone/>
              <a:defRPr sz="7200"/>
            </a:lvl6pPr>
            <a:lvl7pPr lvl="6" algn="r" rtl="0">
              <a:spcBef>
                <a:spcPts val="0"/>
              </a:spcBef>
              <a:spcAft>
                <a:spcPts val="0"/>
              </a:spcAft>
              <a:buSzPts val="7200"/>
              <a:buNone/>
              <a:defRPr sz="7200"/>
            </a:lvl7pPr>
            <a:lvl8pPr lvl="7" algn="r" rtl="0">
              <a:spcBef>
                <a:spcPts val="0"/>
              </a:spcBef>
              <a:spcAft>
                <a:spcPts val="0"/>
              </a:spcAft>
              <a:buSzPts val="7200"/>
              <a:buNone/>
              <a:defRPr sz="7200"/>
            </a:lvl8pPr>
            <a:lvl9pPr lvl="8" algn="r" rtl="0">
              <a:spcBef>
                <a:spcPts val="0"/>
              </a:spcBef>
              <a:spcAft>
                <a:spcPts val="0"/>
              </a:spcAft>
              <a:buSzPts val="7200"/>
              <a:buNone/>
              <a:defRPr sz="7200"/>
            </a:lvl9pPr>
          </a:lstStyle>
          <a:p>
            <a:r>
              <a:t>xx%</a:t>
            </a:r>
          </a:p>
        </p:txBody>
      </p:sp>
      <p:sp>
        <p:nvSpPr>
          <p:cNvPr id="265" name="Google Shape;265;p14"/>
          <p:cNvSpPr txBox="1">
            <a:spLocks noGrp="1"/>
          </p:cNvSpPr>
          <p:nvPr>
            <p:ph type="subTitle" idx="1"/>
          </p:nvPr>
        </p:nvSpPr>
        <p:spPr>
          <a:xfrm>
            <a:off x="5017208" y="3516025"/>
            <a:ext cx="2628600" cy="792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Font typeface="Catamaran"/>
              <a:buNone/>
              <a:defRPr sz="1600">
                <a:solidFill>
                  <a:schemeClr val="lt2"/>
                </a:solidFill>
                <a:latin typeface="Spartan"/>
                <a:ea typeface="Spartan"/>
                <a:cs typeface="Spartan"/>
                <a:sym typeface="Spartan"/>
              </a:defRPr>
            </a:lvl1pPr>
            <a:lvl2pPr lvl="1" algn="r" rtl="0">
              <a:lnSpc>
                <a:spcPct val="100000"/>
              </a:lnSpc>
              <a:spcBef>
                <a:spcPts val="0"/>
              </a:spcBef>
              <a:spcAft>
                <a:spcPts val="0"/>
              </a:spcAft>
              <a:buSzPts val="2800"/>
              <a:buNone/>
              <a:defRPr sz="2800"/>
            </a:lvl2pPr>
            <a:lvl3pPr lvl="2" algn="r" rtl="0">
              <a:lnSpc>
                <a:spcPct val="100000"/>
              </a:lnSpc>
              <a:spcBef>
                <a:spcPts val="0"/>
              </a:spcBef>
              <a:spcAft>
                <a:spcPts val="0"/>
              </a:spcAft>
              <a:buSzPts val="2800"/>
              <a:buNone/>
              <a:defRPr sz="2800"/>
            </a:lvl3pPr>
            <a:lvl4pPr lvl="3" algn="r" rtl="0">
              <a:lnSpc>
                <a:spcPct val="100000"/>
              </a:lnSpc>
              <a:spcBef>
                <a:spcPts val="0"/>
              </a:spcBef>
              <a:spcAft>
                <a:spcPts val="0"/>
              </a:spcAft>
              <a:buSzPts val="2800"/>
              <a:buNone/>
              <a:defRPr sz="2800"/>
            </a:lvl4pPr>
            <a:lvl5pPr lvl="4" algn="r" rtl="0">
              <a:lnSpc>
                <a:spcPct val="100000"/>
              </a:lnSpc>
              <a:spcBef>
                <a:spcPts val="0"/>
              </a:spcBef>
              <a:spcAft>
                <a:spcPts val="0"/>
              </a:spcAft>
              <a:buSzPts val="2800"/>
              <a:buNone/>
              <a:defRPr sz="2800"/>
            </a:lvl5pPr>
            <a:lvl6pPr lvl="5" algn="r" rtl="0">
              <a:lnSpc>
                <a:spcPct val="100000"/>
              </a:lnSpc>
              <a:spcBef>
                <a:spcPts val="0"/>
              </a:spcBef>
              <a:spcAft>
                <a:spcPts val="0"/>
              </a:spcAft>
              <a:buSzPts val="2800"/>
              <a:buNone/>
              <a:defRPr sz="2800"/>
            </a:lvl6pPr>
            <a:lvl7pPr lvl="6" algn="r" rtl="0">
              <a:lnSpc>
                <a:spcPct val="100000"/>
              </a:lnSpc>
              <a:spcBef>
                <a:spcPts val="0"/>
              </a:spcBef>
              <a:spcAft>
                <a:spcPts val="0"/>
              </a:spcAft>
              <a:buSzPts val="2800"/>
              <a:buNone/>
              <a:defRPr sz="2800"/>
            </a:lvl7pPr>
            <a:lvl8pPr lvl="7" algn="r" rtl="0">
              <a:lnSpc>
                <a:spcPct val="100000"/>
              </a:lnSpc>
              <a:spcBef>
                <a:spcPts val="0"/>
              </a:spcBef>
              <a:spcAft>
                <a:spcPts val="0"/>
              </a:spcAft>
              <a:buSzPts val="2800"/>
              <a:buNone/>
              <a:defRPr sz="2800"/>
            </a:lvl8pPr>
            <a:lvl9pPr lvl="8" algn="r" rtl="0">
              <a:lnSpc>
                <a:spcPct val="100000"/>
              </a:lnSpc>
              <a:spcBef>
                <a:spcPts val="0"/>
              </a:spcBef>
              <a:spcAft>
                <a:spcPts val="0"/>
              </a:spcAft>
              <a:buSzPts val="2800"/>
              <a:buNone/>
              <a:defRPr sz="2800"/>
            </a:lvl9pPr>
          </a:lstStyle>
          <a:p>
            <a:endParaRPr/>
          </a:p>
        </p:txBody>
      </p:sp>
      <p:sp>
        <p:nvSpPr>
          <p:cNvPr id="266" name="Google Shape;266;p14"/>
          <p:cNvSpPr txBox="1">
            <a:spLocks noGrp="1"/>
          </p:cNvSpPr>
          <p:nvPr>
            <p:ph type="title" idx="2"/>
          </p:nvPr>
        </p:nvSpPr>
        <p:spPr>
          <a:xfrm>
            <a:off x="3906900" y="2251845"/>
            <a:ext cx="3738900" cy="14019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000"/>
              <a:buNone/>
              <a:defRPr sz="40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67"/>
        <p:cNvGrpSpPr/>
        <p:nvPr/>
      </p:nvGrpSpPr>
      <p:grpSpPr>
        <a:xfrm>
          <a:off x="0" y="0"/>
          <a:ext cx="0" cy="0"/>
          <a:chOff x="0" y="0"/>
          <a:chExt cx="0" cy="0"/>
        </a:xfrm>
      </p:grpSpPr>
      <p:sp>
        <p:nvSpPr>
          <p:cNvPr id="268" name="Google Shape;268;p15"/>
          <p:cNvSpPr txBox="1">
            <a:spLocks noGrp="1"/>
          </p:cNvSpPr>
          <p:nvPr>
            <p:ph type="title"/>
          </p:nvPr>
        </p:nvSpPr>
        <p:spPr>
          <a:xfrm>
            <a:off x="921100" y="318942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269" name="Google Shape;269;p15"/>
          <p:cNvSpPr txBox="1">
            <a:spLocks noGrp="1"/>
          </p:cNvSpPr>
          <p:nvPr>
            <p:ph type="subTitle" idx="1"/>
          </p:nvPr>
        </p:nvSpPr>
        <p:spPr>
          <a:xfrm>
            <a:off x="921100" y="364432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70" name="Google Shape;270;p15"/>
          <p:cNvSpPr txBox="1">
            <a:spLocks noGrp="1"/>
          </p:cNvSpPr>
          <p:nvPr>
            <p:ph type="title" idx="2"/>
          </p:nvPr>
        </p:nvSpPr>
        <p:spPr>
          <a:xfrm>
            <a:off x="3443100" y="318942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271" name="Google Shape;271;p15"/>
          <p:cNvSpPr txBox="1">
            <a:spLocks noGrp="1"/>
          </p:cNvSpPr>
          <p:nvPr>
            <p:ph type="subTitle" idx="3"/>
          </p:nvPr>
        </p:nvSpPr>
        <p:spPr>
          <a:xfrm>
            <a:off x="3443100" y="364432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72" name="Google Shape;272;p15"/>
          <p:cNvSpPr txBox="1">
            <a:spLocks noGrp="1"/>
          </p:cNvSpPr>
          <p:nvPr>
            <p:ph type="title" idx="4"/>
          </p:nvPr>
        </p:nvSpPr>
        <p:spPr>
          <a:xfrm>
            <a:off x="5965100" y="318942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273" name="Google Shape;273;p15"/>
          <p:cNvSpPr txBox="1">
            <a:spLocks noGrp="1"/>
          </p:cNvSpPr>
          <p:nvPr>
            <p:ph type="subTitle" idx="5"/>
          </p:nvPr>
        </p:nvSpPr>
        <p:spPr>
          <a:xfrm>
            <a:off x="5965100" y="364432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74" name="Google Shape;274;p15"/>
          <p:cNvSpPr txBox="1">
            <a:spLocks noGrp="1"/>
          </p:cNvSpPr>
          <p:nvPr>
            <p:ph type="title" idx="6"/>
          </p:nvPr>
        </p:nvSpPr>
        <p:spPr>
          <a:xfrm>
            <a:off x="1700250" y="488975"/>
            <a:ext cx="5743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grpSp>
        <p:nvGrpSpPr>
          <p:cNvPr id="275" name="Google Shape;275;p15"/>
          <p:cNvGrpSpPr/>
          <p:nvPr/>
        </p:nvGrpSpPr>
        <p:grpSpPr>
          <a:xfrm>
            <a:off x="-363924" y="312450"/>
            <a:ext cx="9991249" cy="2057175"/>
            <a:chOff x="-363924" y="312450"/>
            <a:chExt cx="9991249" cy="2057175"/>
          </a:xfrm>
        </p:grpSpPr>
        <p:sp>
          <p:nvSpPr>
            <p:cNvPr id="276" name="Google Shape;276;p15"/>
            <p:cNvSpPr/>
            <p:nvPr/>
          </p:nvSpPr>
          <p:spPr>
            <a:xfrm rot="10800000" flipH="1">
              <a:off x="82373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5"/>
            <p:cNvSpPr/>
            <p:nvPr/>
          </p:nvSpPr>
          <p:spPr>
            <a:xfrm rot="10800000" flipH="1">
              <a:off x="80849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5"/>
            <p:cNvSpPr/>
            <p:nvPr/>
          </p:nvSpPr>
          <p:spPr>
            <a:xfrm rot="10800000" flipH="1">
              <a:off x="77801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5"/>
            <p:cNvSpPr/>
            <p:nvPr/>
          </p:nvSpPr>
          <p:spPr>
            <a:xfrm>
              <a:off x="9075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5"/>
            <p:cNvSpPr/>
            <p:nvPr/>
          </p:nvSpPr>
          <p:spPr>
            <a:xfrm>
              <a:off x="86183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5"/>
            <p:cNvSpPr/>
            <p:nvPr/>
          </p:nvSpPr>
          <p:spPr>
            <a:xfrm>
              <a:off x="8313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5"/>
            <p:cNvSpPr/>
            <p:nvPr/>
          </p:nvSpPr>
          <p:spPr>
            <a:xfrm rot="10800000">
              <a:off x="-123086" y="1097563"/>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5"/>
            <p:cNvSpPr/>
            <p:nvPr/>
          </p:nvSpPr>
          <p:spPr>
            <a:xfrm rot="10800000" flipH="1">
              <a:off x="550476" y="9220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5"/>
            <p:cNvSpPr/>
            <p:nvPr/>
          </p:nvSpPr>
          <p:spPr>
            <a:xfrm rot="10800000" flipH="1">
              <a:off x="245676" y="7696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5"/>
            <p:cNvSpPr/>
            <p:nvPr/>
          </p:nvSpPr>
          <p:spPr>
            <a:xfrm rot="10800000" flipH="1">
              <a:off x="93276" y="4648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5"/>
            <p:cNvSpPr/>
            <p:nvPr/>
          </p:nvSpPr>
          <p:spPr>
            <a:xfrm rot="10800000" flipH="1">
              <a:off x="-211524" y="312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5"/>
            <p:cNvSpPr/>
            <p:nvPr/>
          </p:nvSpPr>
          <p:spPr>
            <a:xfrm>
              <a:off x="17076" y="1455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5"/>
            <p:cNvSpPr/>
            <p:nvPr/>
          </p:nvSpPr>
          <p:spPr>
            <a:xfrm>
              <a:off x="-135324" y="17602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5"/>
            <p:cNvSpPr/>
            <p:nvPr/>
          </p:nvSpPr>
          <p:spPr>
            <a:xfrm rot="10800000" flipH="1">
              <a:off x="-363924" y="2217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90"/>
        <p:cNvGrpSpPr/>
        <p:nvPr/>
      </p:nvGrpSpPr>
      <p:grpSpPr>
        <a:xfrm>
          <a:off x="0" y="0"/>
          <a:ext cx="0" cy="0"/>
          <a:chOff x="0" y="0"/>
          <a:chExt cx="0" cy="0"/>
        </a:xfrm>
      </p:grpSpPr>
      <p:sp>
        <p:nvSpPr>
          <p:cNvPr id="291" name="Google Shape;291;p16"/>
          <p:cNvSpPr txBox="1">
            <a:spLocks noGrp="1"/>
          </p:cNvSpPr>
          <p:nvPr>
            <p:ph type="subTitle" idx="1"/>
          </p:nvPr>
        </p:nvSpPr>
        <p:spPr>
          <a:xfrm>
            <a:off x="2285500" y="1980100"/>
            <a:ext cx="1952400" cy="834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a:endParaRPr/>
          </a:p>
        </p:txBody>
      </p:sp>
      <p:sp>
        <p:nvSpPr>
          <p:cNvPr id="292" name="Google Shape;292;p16"/>
          <p:cNvSpPr txBox="1">
            <a:spLocks noGrp="1"/>
          </p:cNvSpPr>
          <p:nvPr>
            <p:ph type="subTitle" idx="2"/>
          </p:nvPr>
        </p:nvSpPr>
        <p:spPr>
          <a:xfrm>
            <a:off x="2285500" y="1660300"/>
            <a:ext cx="1577100" cy="408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800"/>
              <a:buFont typeface="Gugi"/>
              <a:buNone/>
              <a:defRPr>
                <a:solidFill>
                  <a:schemeClr val="accent2"/>
                </a:solidFill>
                <a:latin typeface="Gugi"/>
                <a:ea typeface="Gugi"/>
                <a:cs typeface="Gugi"/>
                <a:sym typeface="Gugi"/>
              </a:defRPr>
            </a:lvl1pPr>
            <a:lvl2pPr lvl="1"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2pPr>
            <a:lvl3pPr lvl="2"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3pPr>
            <a:lvl4pPr lvl="3"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4pPr>
            <a:lvl5pPr lvl="4"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5pPr>
            <a:lvl6pPr lvl="5"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6pPr>
            <a:lvl7pPr lvl="6"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7pPr>
            <a:lvl8pPr lvl="7"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8pPr>
            <a:lvl9pPr lvl="8"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9pPr>
          </a:lstStyle>
          <a:p>
            <a:endParaRPr/>
          </a:p>
        </p:txBody>
      </p:sp>
      <p:sp>
        <p:nvSpPr>
          <p:cNvPr id="293" name="Google Shape;293;p16"/>
          <p:cNvSpPr txBox="1">
            <a:spLocks noGrp="1"/>
          </p:cNvSpPr>
          <p:nvPr>
            <p:ph type="subTitle" idx="3"/>
          </p:nvPr>
        </p:nvSpPr>
        <p:spPr>
          <a:xfrm>
            <a:off x="4914500" y="1980100"/>
            <a:ext cx="1944000" cy="795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16"/>
          <p:cNvSpPr txBox="1">
            <a:spLocks noGrp="1"/>
          </p:cNvSpPr>
          <p:nvPr>
            <p:ph type="subTitle" idx="4"/>
          </p:nvPr>
        </p:nvSpPr>
        <p:spPr>
          <a:xfrm>
            <a:off x="5281400" y="1660300"/>
            <a:ext cx="1577100" cy="408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chemeClr val="accent2"/>
              </a:buClr>
              <a:buSzPts val="1800"/>
              <a:buFont typeface="Gugi"/>
              <a:buNone/>
              <a:defRPr>
                <a:solidFill>
                  <a:schemeClr val="accent2"/>
                </a:solidFill>
                <a:latin typeface="Gugi"/>
                <a:ea typeface="Gugi"/>
                <a:cs typeface="Gugi"/>
                <a:sym typeface="Gugi"/>
              </a:defRPr>
            </a:lvl1pPr>
            <a:lvl2pPr lvl="1"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2pPr>
            <a:lvl3pPr lvl="2"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3pPr>
            <a:lvl4pPr lvl="3"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4pPr>
            <a:lvl5pPr lvl="4"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5pPr>
            <a:lvl6pPr lvl="5"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6pPr>
            <a:lvl7pPr lvl="6"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7pPr>
            <a:lvl8pPr lvl="7"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8pPr>
            <a:lvl9pPr lvl="8"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9pPr>
          </a:lstStyle>
          <a:p>
            <a:endParaRPr/>
          </a:p>
        </p:txBody>
      </p:sp>
      <p:sp>
        <p:nvSpPr>
          <p:cNvPr id="295" name="Google Shape;295;p16"/>
          <p:cNvSpPr txBox="1">
            <a:spLocks noGrp="1"/>
          </p:cNvSpPr>
          <p:nvPr>
            <p:ph type="subTitle" idx="5"/>
          </p:nvPr>
        </p:nvSpPr>
        <p:spPr>
          <a:xfrm>
            <a:off x="2285500" y="3637850"/>
            <a:ext cx="1952400" cy="79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6" name="Google Shape;296;p16"/>
          <p:cNvSpPr txBox="1">
            <a:spLocks noGrp="1"/>
          </p:cNvSpPr>
          <p:nvPr>
            <p:ph type="subTitle" idx="6"/>
          </p:nvPr>
        </p:nvSpPr>
        <p:spPr>
          <a:xfrm>
            <a:off x="2285500" y="3318050"/>
            <a:ext cx="1577100" cy="408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800"/>
              <a:buFont typeface="Gugi"/>
              <a:buNone/>
              <a:defRPr>
                <a:solidFill>
                  <a:schemeClr val="accent2"/>
                </a:solidFill>
                <a:latin typeface="Gugi"/>
                <a:ea typeface="Gugi"/>
                <a:cs typeface="Gugi"/>
                <a:sym typeface="Gugi"/>
              </a:defRPr>
            </a:lvl1pPr>
            <a:lvl2pPr lvl="1"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2pPr>
            <a:lvl3pPr lvl="2"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3pPr>
            <a:lvl4pPr lvl="3"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4pPr>
            <a:lvl5pPr lvl="4"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5pPr>
            <a:lvl6pPr lvl="5"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6pPr>
            <a:lvl7pPr lvl="6"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7pPr>
            <a:lvl8pPr lvl="7"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8pPr>
            <a:lvl9pPr lvl="8"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9pPr>
          </a:lstStyle>
          <a:p>
            <a:endParaRPr/>
          </a:p>
        </p:txBody>
      </p:sp>
      <p:sp>
        <p:nvSpPr>
          <p:cNvPr id="297" name="Google Shape;297;p16"/>
          <p:cNvSpPr txBox="1">
            <a:spLocks noGrp="1"/>
          </p:cNvSpPr>
          <p:nvPr>
            <p:ph type="subTitle" idx="7"/>
          </p:nvPr>
        </p:nvSpPr>
        <p:spPr>
          <a:xfrm>
            <a:off x="4914400" y="3637850"/>
            <a:ext cx="1944000" cy="834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8" name="Google Shape;298;p16"/>
          <p:cNvSpPr txBox="1">
            <a:spLocks noGrp="1"/>
          </p:cNvSpPr>
          <p:nvPr>
            <p:ph type="subTitle" idx="8"/>
          </p:nvPr>
        </p:nvSpPr>
        <p:spPr>
          <a:xfrm>
            <a:off x="5281400" y="3318050"/>
            <a:ext cx="1577100" cy="408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chemeClr val="accent2"/>
              </a:buClr>
              <a:buSzPts val="1800"/>
              <a:buFont typeface="Gugi"/>
              <a:buNone/>
              <a:defRPr>
                <a:solidFill>
                  <a:schemeClr val="accent2"/>
                </a:solidFill>
                <a:latin typeface="Gugi"/>
                <a:ea typeface="Gugi"/>
                <a:cs typeface="Gugi"/>
                <a:sym typeface="Gugi"/>
              </a:defRPr>
            </a:lvl1pPr>
            <a:lvl2pPr lvl="1"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2pPr>
            <a:lvl3pPr lvl="2"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3pPr>
            <a:lvl4pPr lvl="3"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4pPr>
            <a:lvl5pPr lvl="4"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5pPr>
            <a:lvl6pPr lvl="5"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6pPr>
            <a:lvl7pPr lvl="6"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7pPr>
            <a:lvl8pPr lvl="7"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8pPr>
            <a:lvl9pPr lvl="8" rtl="0">
              <a:lnSpc>
                <a:spcPct val="100000"/>
              </a:lnSpc>
              <a:spcBef>
                <a:spcPts val="0"/>
              </a:spcBef>
              <a:spcAft>
                <a:spcPts val="0"/>
              </a:spcAft>
              <a:buClr>
                <a:schemeClr val="accent2"/>
              </a:buClr>
              <a:buSzPts val="1800"/>
              <a:buFont typeface="Gugi"/>
              <a:buNone/>
              <a:defRPr sz="1800">
                <a:solidFill>
                  <a:schemeClr val="accent2"/>
                </a:solidFill>
                <a:latin typeface="Gugi"/>
                <a:ea typeface="Gugi"/>
                <a:cs typeface="Gugi"/>
                <a:sym typeface="Gugi"/>
              </a:defRPr>
            </a:lvl9pPr>
          </a:lstStyle>
          <a:p>
            <a:endParaRPr/>
          </a:p>
        </p:txBody>
      </p:sp>
      <p:sp>
        <p:nvSpPr>
          <p:cNvPr id="299" name="Google Shape;299;p16"/>
          <p:cNvSpPr txBox="1">
            <a:spLocks noGrp="1"/>
          </p:cNvSpPr>
          <p:nvPr>
            <p:ph type="title"/>
          </p:nvPr>
        </p:nvSpPr>
        <p:spPr>
          <a:xfrm>
            <a:off x="866100" y="488975"/>
            <a:ext cx="7411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grpSp>
        <p:nvGrpSpPr>
          <p:cNvPr id="300" name="Google Shape;300;p16"/>
          <p:cNvGrpSpPr/>
          <p:nvPr/>
        </p:nvGrpSpPr>
        <p:grpSpPr>
          <a:xfrm>
            <a:off x="-601900" y="-581975"/>
            <a:ext cx="10381625" cy="6095775"/>
            <a:chOff x="-601900" y="-581975"/>
            <a:chExt cx="10381625" cy="6095775"/>
          </a:xfrm>
        </p:grpSpPr>
        <p:sp>
          <p:nvSpPr>
            <p:cNvPr id="301" name="Google Shape;301;p16"/>
            <p:cNvSpPr/>
            <p:nvPr/>
          </p:nvSpPr>
          <p:spPr>
            <a:xfrm rot="10800000">
              <a:off x="8401938" y="2031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6"/>
            <p:cNvSpPr/>
            <p:nvPr/>
          </p:nvSpPr>
          <p:spPr>
            <a:xfrm rot="10800000" flipH="1">
              <a:off x="9075500" y="27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6"/>
            <p:cNvSpPr/>
            <p:nvPr/>
          </p:nvSpPr>
          <p:spPr>
            <a:xfrm rot="10800000" flipH="1">
              <a:off x="8618300" y="-4295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6"/>
            <p:cNvSpPr/>
            <p:nvPr/>
          </p:nvSpPr>
          <p:spPr>
            <a:xfrm rot="10800000" flipH="1">
              <a:off x="8313500" y="-5819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6"/>
            <p:cNvSpPr/>
            <p:nvPr/>
          </p:nvSpPr>
          <p:spPr>
            <a:xfrm>
              <a:off x="8542100" y="561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6"/>
            <p:cNvSpPr/>
            <p:nvPr/>
          </p:nvSpPr>
          <p:spPr>
            <a:xfrm>
              <a:off x="8389700" y="865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6"/>
            <p:cNvSpPr/>
            <p:nvPr/>
          </p:nvSpPr>
          <p:spPr>
            <a:xfrm rot="10800000" flipH="1">
              <a:off x="8923100" y="1932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6"/>
            <p:cNvSpPr/>
            <p:nvPr/>
          </p:nvSpPr>
          <p:spPr>
            <a:xfrm rot="10800000" flipH="1">
              <a:off x="8618300" y="1780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6"/>
            <p:cNvSpPr/>
            <p:nvPr/>
          </p:nvSpPr>
          <p:spPr>
            <a:xfrm rot="10800000" flipH="1">
              <a:off x="8465900" y="1475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16"/>
            <p:cNvSpPr/>
            <p:nvPr/>
          </p:nvSpPr>
          <p:spPr>
            <a:xfrm>
              <a:off x="8389700" y="2466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6"/>
            <p:cNvSpPr/>
            <p:nvPr/>
          </p:nvSpPr>
          <p:spPr>
            <a:xfrm>
              <a:off x="8237300" y="2770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6"/>
            <p:cNvSpPr/>
            <p:nvPr/>
          </p:nvSpPr>
          <p:spPr>
            <a:xfrm>
              <a:off x="7932500" y="2923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6"/>
            <p:cNvSpPr/>
            <p:nvPr/>
          </p:nvSpPr>
          <p:spPr>
            <a:xfrm rot="10800000" flipH="1">
              <a:off x="9227900" y="3837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6"/>
            <p:cNvSpPr/>
            <p:nvPr/>
          </p:nvSpPr>
          <p:spPr>
            <a:xfrm rot="10800000" flipH="1">
              <a:off x="8770700" y="3380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6"/>
            <p:cNvSpPr/>
            <p:nvPr/>
          </p:nvSpPr>
          <p:spPr>
            <a:xfrm rot="10800000" flipH="1">
              <a:off x="8465900" y="3228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16"/>
            <p:cNvGrpSpPr/>
            <p:nvPr/>
          </p:nvGrpSpPr>
          <p:grpSpPr>
            <a:xfrm flipH="1">
              <a:off x="-601900" y="2595657"/>
              <a:ext cx="484918" cy="453079"/>
              <a:chOff x="1211325" y="1407638"/>
              <a:chExt cx="797300" cy="744950"/>
            </a:xfrm>
          </p:grpSpPr>
          <p:sp>
            <p:nvSpPr>
              <p:cNvPr id="317" name="Google Shape;317;p16"/>
              <p:cNvSpPr/>
              <p:nvPr/>
            </p:nvSpPr>
            <p:spPr>
              <a:xfrm>
                <a:off x="1211325" y="1407638"/>
                <a:ext cx="797300" cy="744950"/>
              </a:xfrm>
              <a:custGeom>
                <a:avLst/>
                <a:gdLst/>
                <a:ahLst/>
                <a:cxnLst/>
                <a:rect l="l" t="t" r="r" b="b"/>
                <a:pathLst>
                  <a:path w="31892" h="29798" extrusionOk="0">
                    <a:moveTo>
                      <a:pt x="8081" y="1"/>
                    </a:moveTo>
                    <a:cubicBezTo>
                      <a:pt x="7861" y="1"/>
                      <a:pt x="7645" y="14"/>
                      <a:pt x="7439" y="43"/>
                    </a:cubicBezTo>
                    <a:cubicBezTo>
                      <a:pt x="5870" y="151"/>
                      <a:pt x="4301" y="827"/>
                      <a:pt x="3057" y="1855"/>
                    </a:cubicBezTo>
                    <a:cubicBezTo>
                      <a:pt x="1921" y="2856"/>
                      <a:pt x="1028" y="4208"/>
                      <a:pt x="568" y="5696"/>
                    </a:cubicBezTo>
                    <a:cubicBezTo>
                      <a:pt x="109" y="7049"/>
                      <a:pt x="0" y="8509"/>
                      <a:pt x="109" y="9970"/>
                    </a:cubicBezTo>
                    <a:cubicBezTo>
                      <a:pt x="352" y="12567"/>
                      <a:pt x="1136" y="15028"/>
                      <a:pt x="2381" y="17300"/>
                    </a:cubicBezTo>
                    <a:cubicBezTo>
                      <a:pt x="2949" y="18301"/>
                      <a:pt x="3490" y="19221"/>
                      <a:pt x="4166" y="20113"/>
                    </a:cubicBezTo>
                    <a:lnTo>
                      <a:pt x="5762" y="22602"/>
                    </a:lnTo>
                    <a:cubicBezTo>
                      <a:pt x="6763" y="24171"/>
                      <a:pt x="7682" y="25523"/>
                      <a:pt x="8467" y="26524"/>
                    </a:cubicBezTo>
                    <a:cubicBezTo>
                      <a:pt x="9251" y="27660"/>
                      <a:pt x="9927" y="28445"/>
                      <a:pt x="10387" y="29013"/>
                    </a:cubicBezTo>
                    <a:cubicBezTo>
                      <a:pt x="10820" y="29472"/>
                      <a:pt x="11064" y="29797"/>
                      <a:pt x="11064" y="29797"/>
                    </a:cubicBezTo>
                    <a:cubicBezTo>
                      <a:pt x="11064" y="29797"/>
                      <a:pt x="11064" y="29689"/>
                      <a:pt x="10928" y="29581"/>
                    </a:cubicBezTo>
                    <a:cubicBezTo>
                      <a:pt x="10820" y="29364"/>
                      <a:pt x="10604" y="29229"/>
                      <a:pt x="10387" y="28904"/>
                    </a:cubicBezTo>
                    <a:cubicBezTo>
                      <a:pt x="9927" y="28445"/>
                      <a:pt x="9359" y="27552"/>
                      <a:pt x="8575" y="26524"/>
                    </a:cubicBezTo>
                    <a:cubicBezTo>
                      <a:pt x="7791" y="25523"/>
                      <a:pt x="6871" y="24171"/>
                      <a:pt x="5870" y="22602"/>
                    </a:cubicBezTo>
                    <a:cubicBezTo>
                      <a:pt x="5410" y="21790"/>
                      <a:pt x="4842" y="20898"/>
                      <a:pt x="4301" y="20005"/>
                    </a:cubicBezTo>
                    <a:cubicBezTo>
                      <a:pt x="3625" y="19221"/>
                      <a:pt x="3057" y="18193"/>
                      <a:pt x="2489" y="17192"/>
                    </a:cubicBezTo>
                    <a:cubicBezTo>
                      <a:pt x="1245" y="14920"/>
                      <a:pt x="460" y="12458"/>
                      <a:pt x="244" y="9970"/>
                    </a:cubicBezTo>
                    <a:cubicBezTo>
                      <a:pt x="244" y="8509"/>
                      <a:pt x="352" y="7049"/>
                      <a:pt x="785" y="5696"/>
                    </a:cubicBezTo>
                    <a:cubicBezTo>
                      <a:pt x="1245" y="4344"/>
                      <a:pt x="2029" y="2991"/>
                      <a:pt x="3165" y="1963"/>
                    </a:cubicBezTo>
                    <a:cubicBezTo>
                      <a:pt x="4409" y="963"/>
                      <a:pt x="5870" y="395"/>
                      <a:pt x="7439" y="151"/>
                    </a:cubicBezTo>
                    <a:cubicBezTo>
                      <a:pt x="8223" y="151"/>
                      <a:pt x="9035" y="286"/>
                      <a:pt x="9819" y="503"/>
                    </a:cubicBezTo>
                    <a:cubicBezTo>
                      <a:pt x="10604" y="827"/>
                      <a:pt x="11388" y="1179"/>
                      <a:pt x="11956" y="1747"/>
                    </a:cubicBezTo>
                    <a:cubicBezTo>
                      <a:pt x="13200" y="2991"/>
                      <a:pt x="14093" y="4452"/>
                      <a:pt x="14553" y="6021"/>
                    </a:cubicBezTo>
                    <a:cubicBezTo>
                      <a:pt x="14986" y="7833"/>
                      <a:pt x="15337" y="9510"/>
                      <a:pt x="15337" y="11322"/>
                    </a:cubicBezTo>
                    <a:cubicBezTo>
                      <a:pt x="15337" y="11647"/>
                      <a:pt x="15445" y="12107"/>
                      <a:pt x="15445" y="12567"/>
                    </a:cubicBezTo>
                    <a:lnTo>
                      <a:pt x="15445" y="13135"/>
                    </a:lnTo>
                    <a:lnTo>
                      <a:pt x="15662" y="12567"/>
                    </a:lnTo>
                    <a:cubicBezTo>
                      <a:pt x="16122" y="10863"/>
                      <a:pt x="17150" y="9402"/>
                      <a:pt x="18367" y="8266"/>
                    </a:cubicBezTo>
                    <a:cubicBezTo>
                      <a:pt x="19503" y="7049"/>
                      <a:pt x="21072" y="6237"/>
                      <a:pt x="22776" y="6021"/>
                    </a:cubicBezTo>
                    <a:cubicBezTo>
                      <a:pt x="23333" y="5905"/>
                      <a:pt x="23894" y="5845"/>
                      <a:pt x="24451" y="5845"/>
                    </a:cubicBezTo>
                    <a:cubicBezTo>
                      <a:pt x="25462" y="5845"/>
                      <a:pt x="26459" y="6045"/>
                      <a:pt x="27401" y="6481"/>
                    </a:cubicBezTo>
                    <a:cubicBezTo>
                      <a:pt x="28862" y="7157"/>
                      <a:pt x="29998" y="8158"/>
                      <a:pt x="30782" y="9510"/>
                    </a:cubicBezTo>
                    <a:cubicBezTo>
                      <a:pt x="31459" y="10863"/>
                      <a:pt x="31675" y="12323"/>
                      <a:pt x="31459" y="13811"/>
                    </a:cubicBezTo>
                    <a:cubicBezTo>
                      <a:pt x="31215" y="15163"/>
                      <a:pt x="30539" y="16381"/>
                      <a:pt x="29538" y="17408"/>
                    </a:cubicBezTo>
                    <a:cubicBezTo>
                      <a:pt x="28645" y="18301"/>
                      <a:pt x="27618" y="19221"/>
                      <a:pt x="26617" y="19897"/>
                    </a:cubicBezTo>
                    <a:cubicBezTo>
                      <a:pt x="25589" y="20681"/>
                      <a:pt x="24588" y="21358"/>
                      <a:pt x="23668" y="22034"/>
                    </a:cubicBezTo>
                    <a:cubicBezTo>
                      <a:pt x="19854" y="24631"/>
                      <a:pt x="16690" y="26524"/>
                      <a:pt x="14553" y="27768"/>
                    </a:cubicBezTo>
                    <a:cubicBezTo>
                      <a:pt x="13417" y="28445"/>
                      <a:pt x="12524" y="28904"/>
                      <a:pt x="11956" y="29229"/>
                    </a:cubicBezTo>
                    <a:cubicBezTo>
                      <a:pt x="12524" y="29013"/>
                      <a:pt x="13417" y="28445"/>
                      <a:pt x="14553" y="27877"/>
                    </a:cubicBezTo>
                    <a:cubicBezTo>
                      <a:pt x="16798" y="26524"/>
                      <a:pt x="19963" y="24631"/>
                      <a:pt x="23777" y="22142"/>
                    </a:cubicBezTo>
                    <a:cubicBezTo>
                      <a:pt x="24696" y="21466"/>
                      <a:pt x="25697" y="20790"/>
                      <a:pt x="26725" y="20005"/>
                    </a:cubicBezTo>
                    <a:cubicBezTo>
                      <a:pt x="27726" y="19329"/>
                      <a:pt x="28754" y="18409"/>
                      <a:pt x="29646" y="17517"/>
                    </a:cubicBezTo>
                    <a:cubicBezTo>
                      <a:pt x="30674" y="16516"/>
                      <a:pt x="31350" y="15163"/>
                      <a:pt x="31675" y="13811"/>
                    </a:cubicBezTo>
                    <a:cubicBezTo>
                      <a:pt x="31891" y="12323"/>
                      <a:pt x="31675" y="10754"/>
                      <a:pt x="30890" y="9402"/>
                    </a:cubicBezTo>
                    <a:cubicBezTo>
                      <a:pt x="30214" y="8049"/>
                      <a:pt x="28970" y="6913"/>
                      <a:pt x="27509" y="6237"/>
                    </a:cubicBezTo>
                    <a:cubicBezTo>
                      <a:pt x="26510" y="5774"/>
                      <a:pt x="25396" y="5578"/>
                      <a:pt x="24255" y="5578"/>
                    </a:cubicBezTo>
                    <a:cubicBezTo>
                      <a:pt x="23729" y="5578"/>
                      <a:pt x="23197" y="5619"/>
                      <a:pt x="22668" y="5696"/>
                    </a:cubicBezTo>
                    <a:cubicBezTo>
                      <a:pt x="21883" y="5913"/>
                      <a:pt x="21072" y="6129"/>
                      <a:pt x="20287" y="6589"/>
                    </a:cubicBezTo>
                    <a:cubicBezTo>
                      <a:pt x="19503" y="6913"/>
                      <a:pt x="18827" y="7481"/>
                      <a:pt x="18150" y="8049"/>
                    </a:cubicBezTo>
                    <a:cubicBezTo>
                      <a:pt x="17045" y="9154"/>
                      <a:pt x="16218" y="10430"/>
                      <a:pt x="15648" y="11895"/>
                    </a:cubicBezTo>
                    <a:lnTo>
                      <a:pt x="15648" y="11895"/>
                    </a:lnTo>
                    <a:cubicBezTo>
                      <a:pt x="15635" y="11682"/>
                      <a:pt x="15608" y="11485"/>
                      <a:pt x="15554" y="11322"/>
                    </a:cubicBezTo>
                    <a:cubicBezTo>
                      <a:pt x="15554" y="9510"/>
                      <a:pt x="15337" y="7725"/>
                      <a:pt x="14769" y="6021"/>
                    </a:cubicBezTo>
                    <a:cubicBezTo>
                      <a:pt x="14309" y="4344"/>
                      <a:pt x="13417" y="2748"/>
                      <a:pt x="12064" y="1639"/>
                    </a:cubicBezTo>
                    <a:cubicBezTo>
                      <a:pt x="11496" y="1071"/>
                      <a:pt x="10712" y="611"/>
                      <a:pt x="9927" y="286"/>
                    </a:cubicBezTo>
                    <a:cubicBezTo>
                      <a:pt x="9349" y="107"/>
                      <a:pt x="8698" y="1"/>
                      <a:pt x="808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6"/>
              <p:cNvSpPr/>
              <p:nvPr/>
            </p:nvSpPr>
            <p:spPr>
              <a:xfrm>
                <a:off x="1290450" y="1597363"/>
                <a:ext cx="109575" cy="197475"/>
              </a:xfrm>
              <a:custGeom>
                <a:avLst/>
                <a:gdLst/>
                <a:ahLst/>
                <a:cxnLst/>
                <a:rect l="l" t="t" r="r" b="b"/>
                <a:pathLst>
                  <a:path w="4383" h="7899" extrusionOk="0">
                    <a:moveTo>
                      <a:pt x="3598" y="1"/>
                    </a:moveTo>
                    <a:lnTo>
                      <a:pt x="3381" y="352"/>
                    </a:lnTo>
                    <a:cubicBezTo>
                      <a:pt x="2353" y="2273"/>
                      <a:pt x="1569" y="3950"/>
                      <a:pt x="893" y="5194"/>
                    </a:cubicBezTo>
                    <a:lnTo>
                      <a:pt x="217" y="6655"/>
                    </a:lnTo>
                    <a:cubicBezTo>
                      <a:pt x="108" y="6898"/>
                      <a:pt x="108" y="7115"/>
                      <a:pt x="0" y="7223"/>
                    </a:cubicBezTo>
                    <a:cubicBezTo>
                      <a:pt x="108" y="7115"/>
                      <a:pt x="217" y="6898"/>
                      <a:pt x="325" y="6763"/>
                    </a:cubicBezTo>
                    <a:lnTo>
                      <a:pt x="1136" y="5302"/>
                    </a:lnTo>
                    <a:cubicBezTo>
                      <a:pt x="1773" y="4130"/>
                      <a:pt x="2507" y="2573"/>
                      <a:pt x="3427" y="791"/>
                    </a:cubicBezTo>
                    <a:lnTo>
                      <a:pt x="3427" y="791"/>
                    </a:lnTo>
                    <a:cubicBezTo>
                      <a:pt x="3631" y="2737"/>
                      <a:pt x="3856" y="4395"/>
                      <a:pt x="4058" y="5654"/>
                    </a:cubicBezTo>
                    <a:cubicBezTo>
                      <a:pt x="4166" y="6330"/>
                      <a:pt x="4274" y="6898"/>
                      <a:pt x="4274" y="7223"/>
                    </a:cubicBezTo>
                    <a:cubicBezTo>
                      <a:pt x="4274" y="7439"/>
                      <a:pt x="4382" y="7683"/>
                      <a:pt x="4382" y="7899"/>
                    </a:cubicBezTo>
                    <a:lnTo>
                      <a:pt x="4382" y="7223"/>
                    </a:lnTo>
                    <a:cubicBezTo>
                      <a:pt x="4382" y="6898"/>
                      <a:pt x="4274" y="6330"/>
                      <a:pt x="4166" y="5654"/>
                    </a:cubicBezTo>
                    <a:cubicBezTo>
                      <a:pt x="4058" y="4301"/>
                      <a:pt x="3841" y="2381"/>
                      <a:pt x="3598" y="352"/>
                    </a:cubicBezTo>
                    <a:lnTo>
                      <a:pt x="359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6"/>
              <p:cNvSpPr/>
              <p:nvPr/>
            </p:nvSpPr>
            <p:spPr>
              <a:xfrm>
                <a:off x="1315450" y="1715713"/>
                <a:ext cx="96050" cy="20300"/>
              </a:xfrm>
              <a:custGeom>
                <a:avLst/>
                <a:gdLst/>
                <a:ahLst/>
                <a:cxnLst/>
                <a:rect l="l" t="t" r="r" b="b"/>
                <a:pathLst>
                  <a:path w="3842" h="812" extrusionOk="0">
                    <a:moveTo>
                      <a:pt x="1" y="0"/>
                    </a:moveTo>
                    <a:cubicBezTo>
                      <a:pt x="569" y="244"/>
                      <a:pt x="1245" y="352"/>
                      <a:pt x="1921" y="460"/>
                    </a:cubicBezTo>
                    <a:cubicBezTo>
                      <a:pt x="2490" y="676"/>
                      <a:pt x="3166" y="676"/>
                      <a:pt x="3842" y="812"/>
                    </a:cubicBezTo>
                    <a:cubicBezTo>
                      <a:pt x="3166" y="460"/>
                      <a:pt x="2598" y="352"/>
                      <a:pt x="1921" y="244"/>
                    </a:cubicBezTo>
                    <a:cubicBezTo>
                      <a:pt x="1353" y="135"/>
                      <a:pt x="677"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6"/>
              <p:cNvSpPr/>
              <p:nvPr/>
            </p:nvSpPr>
            <p:spPr>
              <a:xfrm>
                <a:off x="1464900" y="1789413"/>
                <a:ext cx="137975" cy="104175"/>
              </a:xfrm>
              <a:custGeom>
                <a:avLst/>
                <a:gdLst/>
                <a:ahLst/>
                <a:cxnLst/>
                <a:rect l="l" t="t" r="r" b="b"/>
                <a:pathLst>
                  <a:path w="5519" h="4167" extrusionOk="0">
                    <a:moveTo>
                      <a:pt x="5519" y="1"/>
                    </a:moveTo>
                    <a:cubicBezTo>
                      <a:pt x="4626" y="677"/>
                      <a:pt x="3625" y="1353"/>
                      <a:pt x="2706" y="2029"/>
                    </a:cubicBezTo>
                    <a:cubicBezTo>
                      <a:pt x="1813" y="2706"/>
                      <a:pt x="921" y="3382"/>
                      <a:pt x="1" y="4166"/>
                    </a:cubicBezTo>
                    <a:cubicBezTo>
                      <a:pt x="1029" y="3598"/>
                      <a:pt x="1921" y="2922"/>
                      <a:pt x="2814" y="2246"/>
                    </a:cubicBezTo>
                    <a:cubicBezTo>
                      <a:pt x="3842" y="1569"/>
                      <a:pt x="4734" y="785"/>
                      <a:pt x="5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6"/>
              <p:cNvSpPr/>
              <p:nvPr/>
            </p:nvSpPr>
            <p:spPr>
              <a:xfrm>
                <a:off x="1493300" y="1794838"/>
                <a:ext cx="62250" cy="132550"/>
              </a:xfrm>
              <a:custGeom>
                <a:avLst/>
                <a:gdLst/>
                <a:ahLst/>
                <a:cxnLst/>
                <a:rect l="l" t="t" r="r" b="b"/>
                <a:pathLst>
                  <a:path w="2490" h="5302" extrusionOk="0">
                    <a:moveTo>
                      <a:pt x="1" y="0"/>
                    </a:moveTo>
                    <a:cubicBezTo>
                      <a:pt x="1" y="216"/>
                      <a:pt x="109" y="568"/>
                      <a:pt x="109" y="784"/>
                    </a:cubicBezTo>
                    <a:cubicBezTo>
                      <a:pt x="325" y="1461"/>
                      <a:pt x="569" y="2137"/>
                      <a:pt x="894" y="2813"/>
                    </a:cubicBezTo>
                    <a:cubicBezTo>
                      <a:pt x="1245" y="3381"/>
                      <a:pt x="1570" y="4057"/>
                      <a:pt x="1921" y="4625"/>
                    </a:cubicBezTo>
                    <a:cubicBezTo>
                      <a:pt x="2030" y="4842"/>
                      <a:pt x="2246" y="5085"/>
                      <a:pt x="2489" y="5302"/>
                    </a:cubicBezTo>
                    <a:cubicBezTo>
                      <a:pt x="2489" y="5302"/>
                      <a:pt x="1813" y="4166"/>
                      <a:pt x="1137" y="2705"/>
                    </a:cubicBezTo>
                    <a:cubicBezTo>
                      <a:pt x="461" y="1244"/>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6"/>
              <p:cNvSpPr/>
              <p:nvPr/>
            </p:nvSpPr>
            <p:spPr>
              <a:xfrm>
                <a:off x="1707675" y="1686963"/>
                <a:ext cx="89950" cy="195125"/>
              </a:xfrm>
              <a:custGeom>
                <a:avLst/>
                <a:gdLst/>
                <a:ahLst/>
                <a:cxnLst/>
                <a:rect l="l" t="t" r="r" b="b"/>
                <a:pathLst>
                  <a:path w="3598" h="7805" extrusionOk="0">
                    <a:moveTo>
                      <a:pt x="1139" y="1"/>
                    </a:moveTo>
                    <a:cubicBezTo>
                      <a:pt x="837" y="1"/>
                      <a:pt x="589" y="122"/>
                      <a:pt x="325" y="366"/>
                    </a:cubicBezTo>
                    <a:cubicBezTo>
                      <a:pt x="109" y="609"/>
                      <a:pt x="0" y="934"/>
                      <a:pt x="109" y="1285"/>
                    </a:cubicBezTo>
                    <a:cubicBezTo>
                      <a:pt x="109" y="1962"/>
                      <a:pt x="109" y="2503"/>
                      <a:pt x="325" y="3071"/>
                    </a:cubicBezTo>
                    <a:cubicBezTo>
                      <a:pt x="325" y="3639"/>
                      <a:pt x="433" y="4207"/>
                      <a:pt x="541" y="4667"/>
                    </a:cubicBezTo>
                    <a:cubicBezTo>
                      <a:pt x="677" y="5559"/>
                      <a:pt x="893" y="6235"/>
                      <a:pt x="1001" y="6804"/>
                    </a:cubicBezTo>
                    <a:cubicBezTo>
                      <a:pt x="1001" y="6235"/>
                      <a:pt x="893" y="5559"/>
                      <a:pt x="785" y="4667"/>
                    </a:cubicBezTo>
                    <a:cubicBezTo>
                      <a:pt x="677" y="4099"/>
                      <a:pt x="541" y="3639"/>
                      <a:pt x="433" y="3071"/>
                    </a:cubicBezTo>
                    <a:cubicBezTo>
                      <a:pt x="325" y="2503"/>
                      <a:pt x="325" y="1962"/>
                      <a:pt x="325" y="1285"/>
                    </a:cubicBezTo>
                    <a:cubicBezTo>
                      <a:pt x="325" y="1042"/>
                      <a:pt x="325" y="717"/>
                      <a:pt x="541" y="474"/>
                    </a:cubicBezTo>
                    <a:cubicBezTo>
                      <a:pt x="720" y="316"/>
                      <a:pt x="883" y="215"/>
                      <a:pt x="1096" y="215"/>
                    </a:cubicBezTo>
                    <a:cubicBezTo>
                      <a:pt x="1174" y="215"/>
                      <a:pt x="1259" y="229"/>
                      <a:pt x="1353" y="258"/>
                    </a:cubicBezTo>
                    <a:cubicBezTo>
                      <a:pt x="1894" y="609"/>
                      <a:pt x="2246" y="1285"/>
                      <a:pt x="2029" y="1962"/>
                    </a:cubicBezTo>
                    <a:cubicBezTo>
                      <a:pt x="1846" y="2368"/>
                      <a:pt x="1480" y="2790"/>
                      <a:pt x="1080" y="3169"/>
                    </a:cubicBezTo>
                    <a:lnTo>
                      <a:pt x="1080" y="3169"/>
                    </a:lnTo>
                    <a:cubicBezTo>
                      <a:pt x="918" y="3263"/>
                      <a:pt x="780" y="3385"/>
                      <a:pt x="677" y="3531"/>
                    </a:cubicBezTo>
                    <a:lnTo>
                      <a:pt x="785" y="3639"/>
                    </a:lnTo>
                    <a:cubicBezTo>
                      <a:pt x="803" y="3630"/>
                      <a:pt x="821" y="3621"/>
                      <a:pt x="839" y="3612"/>
                    </a:cubicBezTo>
                    <a:lnTo>
                      <a:pt x="839" y="3612"/>
                    </a:lnTo>
                    <a:lnTo>
                      <a:pt x="893" y="3639"/>
                    </a:lnTo>
                    <a:cubicBezTo>
                      <a:pt x="1164" y="3367"/>
                      <a:pt x="1606" y="3153"/>
                      <a:pt x="2012" y="3153"/>
                    </a:cubicBezTo>
                    <a:cubicBezTo>
                      <a:pt x="2092" y="3153"/>
                      <a:pt x="2170" y="3161"/>
                      <a:pt x="2246" y="3179"/>
                    </a:cubicBezTo>
                    <a:cubicBezTo>
                      <a:pt x="2814" y="3314"/>
                      <a:pt x="3138" y="3639"/>
                      <a:pt x="3246" y="4207"/>
                    </a:cubicBezTo>
                    <a:cubicBezTo>
                      <a:pt x="3490" y="4531"/>
                      <a:pt x="3382" y="4991"/>
                      <a:pt x="3138" y="5451"/>
                    </a:cubicBezTo>
                    <a:cubicBezTo>
                      <a:pt x="2922" y="5776"/>
                      <a:pt x="2705" y="6019"/>
                      <a:pt x="2354" y="6235"/>
                    </a:cubicBezTo>
                    <a:cubicBezTo>
                      <a:pt x="1827" y="6662"/>
                      <a:pt x="1417" y="6972"/>
                      <a:pt x="1080" y="7295"/>
                    </a:cubicBezTo>
                    <a:lnTo>
                      <a:pt x="1080" y="7295"/>
                    </a:lnTo>
                    <a:lnTo>
                      <a:pt x="1001" y="6804"/>
                    </a:lnTo>
                    <a:lnTo>
                      <a:pt x="1001" y="6804"/>
                    </a:lnTo>
                    <a:cubicBezTo>
                      <a:pt x="1001" y="7051"/>
                      <a:pt x="1001" y="7173"/>
                      <a:pt x="1049" y="7324"/>
                    </a:cubicBezTo>
                    <a:lnTo>
                      <a:pt x="1049" y="7324"/>
                    </a:lnTo>
                    <a:cubicBezTo>
                      <a:pt x="1033" y="7340"/>
                      <a:pt x="1017" y="7356"/>
                      <a:pt x="1001" y="7372"/>
                    </a:cubicBezTo>
                    <a:cubicBezTo>
                      <a:pt x="1018" y="7360"/>
                      <a:pt x="1035" y="7348"/>
                      <a:pt x="1053" y="7336"/>
                    </a:cubicBezTo>
                    <a:lnTo>
                      <a:pt x="1053" y="7336"/>
                    </a:lnTo>
                    <a:cubicBezTo>
                      <a:pt x="1067" y="7380"/>
                      <a:pt x="1086" y="7426"/>
                      <a:pt x="1109" y="7480"/>
                    </a:cubicBezTo>
                    <a:lnTo>
                      <a:pt x="1083" y="7315"/>
                    </a:lnTo>
                    <a:lnTo>
                      <a:pt x="1083" y="7315"/>
                    </a:lnTo>
                    <a:cubicBezTo>
                      <a:pt x="1420" y="7078"/>
                      <a:pt x="1837" y="6769"/>
                      <a:pt x="2462" y="6344"/>
                    </a:cubicBezTo>
                    <a:cubicBezTo>
                      <a:pt x="2814" y="6127"/>
                      <a:pt x="3030" y="5884"/>
                      <a:pt x="3246" y="5559"/>
                    </a:cubicBezTo>
                    <a:cubicBezTo>
                      <a:pt x="3598" y="5099"/>
                      <a:pt x="3598" y="4531"/>
                      <a:pt x="3490" y="4099"/>
                    </a:cubicBezTo>
                    <a:cubicBezTo>
                      <a:pt x="3246" y="3531"/>
                      <a:pt x="2814" y="3071"/>
                      <a:pt x="2354" y="2963"/>
                    </a:cubicBezTo>
                    <a:cubicBezTo>
                      <a:pt x="2239" y="2944"/>
                      <a:pt x="2123" y="2935"/>
                      <a:pt x="2010" y="2935"/>
                    </a:cubicBezTo>
                    <a:cubicBezTo>
                      <a:pt x="1870" y="2935"/>
                      <a:pt x="1733" y="2949"/>
                      <a:pt x="1601" y="2975"/>
                    </a:cubicBezTo>
                    <a:lnTo>
                      <a:pt x="1601" y="2975"/>
                    </a:lnTo>
                    <a:cubicBezTo>
                      <a:pt x="1854" y="2671"/>
                      <a:pt x="2061" y="2317"/>
                      <a:pt x="2246" y="1962"/>
                    </a:cubicBezTo>
                    <a:cubicBezTo>
                      <a:pt x="2354" y="1610"/>
                      <a:pt x="2354" y="1150"/>
                      <a:pt x="2246" y="826"/>
                    </a:cubicBezTo>
                    <a:cubicBezTo>
                      <a:pt x="2029" y="474"/>
                      <a:pt x="1786" y="258"/>
                      <a:pt x="1461" y="41"/>
                    </a:cubicBezTo>
                    <a:cubicBezTo>
                      <a:pt x="1346" y="14"/>
                      <a:pt x="1240" y="1"/>
                      <a:pt x="1139" y="1"/>
                    </a:cubicBezTo>
                    <a:close/>
                    <a:moveTo>
                      <a:pt x="1001" y="7372"/>
                    </a:moveTo>
                    <a:lnTo>
                      <a:pt x="541" y="7804"/>
                    </a:lnTo>
                    <a:cubicBezTo>
                      <a:pt x="677" y="7804"/>
                      <a:pt x="677" y="7696"/>
                      <a:pt x="677" y="7696"/>
                    </a:cubicBezTo>
                    <a:lnTo>
                      <a:pt x="1001" y="7372"/>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 name="Google Shape;323;p16"/>
            <p:cNvSpPr/>
            <p:nvPr/>
          </p:nvSpPr>
          <p:spPr>
            <a:xfrm flipH="1">
              <a:off x="-123086" y="45846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6"/>
            <p:cNvSpPr/>
            <p:nvPr/>
          </p:nvSpPr>
          <p:spPr>
            <a:xfrm>
              <a:off x="550476"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6"/>
            <p:cNvSpPr/>
            <p:nvPr/>
          </p:nvSpPr>
          <p:spPr>
            <a:xfrm>
              <a:off x="245676" y="4904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6"/>
            <p:cNvSpPr/>
            <p:nvPr/>
          </p:nvSpPr>
          <p:spPr>
            <a:xfrm>
              <a:off x="93276" y="520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16"/>
            <p:cNvSpPr/>
            <p:nvPr/>
          </p:nvSpPr>
          <p:spPr>
            <a:xfrm>
              <a:off x="-211524" y="5361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6"/>
            <p:cNvSpPr/>
            <p:nvPr/>
          </p:nvSpPr>
          <p:spPr>
            <a:xfrm rot="10800000" flipH="1">
              <a:off x="17076" y="4218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6"/>
            <p:cNvSpPr/>
            <p:nvPr/>
          </p:nvSpPr>
          <p:spPr>
            <a:xfrm rot="10800000" flipH="1">
              <a:off x="-135324" y="3913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16"/>
            <p:cNvSpPr/>
            <p:nvPr/>
          </p:nvSpPr>
          <p:spPr>
            <a:xfrm>
              <a:off x="398076"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16"/>
            <p:cNvSpPr/>
            <p:nvPr/>
          </p:nvSpPr>
          <p:spPr>
            <a:xfrm>
              <a:off x="93276" y="2999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6"/>
            <p:cNvSpPr/>
            <p:nvPr/>
          </p:nvSpPr>
          <p:spPr>
            <a:xfrm>
              <a:off x="-363924" y="3456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16"/>
            <p:cNvSpPr/>
            <p:nvPr/>
          </p:nvSpPr>
          <p:spPr>
            <a:xfrm rot="10800000" flipH="1">
              <a:off x="169476" y="2466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16"/>
            <p:cNvSpPr/>
            <p:nvPr/>
          </p:nvSpPr>
          <p:spPr>
            <a:xfrm rot="10800000" flipH="1">
              <a:off x="-135324" y="2313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six columns">
  <p:cSld name="CUSTOM_3">
    <p:spTree>
      <p:nvGrpSpPr>
        <p:cNvPr id="1" name="Shape 335"/>
        <p:cNvGrpSpPr/>
        <p:nvPr/>
      </p:nvGrpSpPr>
      <p:grpSpPr>
        <a:xfrm>
          <a:off x="0" y="0"/>
          <a:ext cx="0" cy="0"/>
          <a:chOff x="0" y="0"/>
          <a:chExt cx="0" cy="0"/>
        </a:xfrm>
      </p:grpSpPr>
      <p:sp>
        <p:nvSpPr>
          <p:cNvPr id="336" name="Google Shape;336;p17"/>
          <p:cNvSpPr txBox="1">
            <a:spLocks noGrp="1"/>
          </p:cNvSpPr>
          <p:nvPr>
            <p:ph type="title"/>
          </p:nvPr>
        </p:nvSpPr>
        <p:spPr>
          <a:xfrm>
            <a:off x="921100" y="33651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37" name="Google Shape;337;p17"/>
          <p:cNvSpPr txBox="1">
            <a:spLocks noGrp="1"/>
          </p:cNvSpPr>
          <p:nvPr>
            <p:ph type="subTitle" idx="1"/>
          </p:nvPr>
        </p:nvSpPr>
        <p:spPr>
          <a:xfrm>
            <a:off x="921100" y="38200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38" name="Google Shape;338;p17"/>
          <p:cNvSpPr txBox="1">
            <a:spLocks noGrp="1"/>
          </p:cNvSpPr>
          <p:nvPr>
            <p:ph type="title" idx="2"/>
          </p:nvPr>
        </p:nvSpPr>
        <p:spPr>
          <a:xfrm>
            <a:off x="3443100" y="33651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39" name="Google Shape;339;p17"/>
          <p:cNvSpPr txBox="1">
            <a:spLocks noGrp="1"/>
          </p:cNvSpPr>
          <p:nvPr>
            <p:ph type="subTitle" idx="3"/>
          </p:nvPr>
        </p:nvSpPr>
        <p:spPr>
          <a:xfrm>
            <a:off x="3443100" y="38200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40" name="Google Shape;340;p17"/>
          <p:cNvSpPr txBox="1">
            <a:spLocks noGrp="1"/>
          </p:cNvSpPr>
          <p:nvPr>
            <p:ph type="title" idx="4"/>
          </p:nvPr>
        </p:nvSpPr>
        <p:spPr>
          <a:xfrm>
            <a:off x="5965100" y="33651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41" name="Google Shape;341;p17"/>
          <p:cNvSpPr txBox="1">
            <a:spLocks noGrp="1"/>
          </p:cNvSpPr>
          <p:nvPr>
            <p:ph type="subTitle" idx="5"/>
          </p:nvPr>
        </p:nvSpPr>
        <p:spPr>
          <a:xfrm>
            <a:off x="5965100" y="38200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42" name="Google Shape;342;p17"/>
          <p:cNvSpPr txBox="1">
            <a:spLocks noGrp="1"/>
          </p:cNvSpPr>
          <p:nvPr>
            <p:ph type="title" idx="6"/>
          </p:nvPr>
        </p:nvSpPr>
        <p:spPr>
          <a:xfrm>
            <a:off x="921100" y="16424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43" name="Google Shape;343;p17"/>
          <p:cNvSpPr txBox="1">
            <a:spLocks noGrp="1"/>
          </p:cNvSpPr>
          <p:nvPr>
            <p:ph type="subTitle" idx="7"/>
          </p:nvPr>
        </p:nvSpPr>
        <p:spPr>
          <a:xfrm>
            <a:off x="921100" y="20973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44" name="Google Shape;344;p17"/>
          <p:cNvSpPr txBox="1">
            <a:spLocks noGrp="1"/>
          </p:cNvSpPr>
          <p:nvPr>
            <p:ph type="title" idx="8"/>
          </p:nvPr>
        </p:nvSpPr>
        <p:spPr>
          <a:xfrm>
            <a:off x="3443100" y="16424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45" name="Google Shape;345;p17"/>
          <p:cNvSpPr txBox="1">
            <a:spLocks noGrp="1"/>
          </p:cNvSpPr>
          <p:nvPr>
            <p:ph type="subTitle" idx="9"/>
          </p:nvPr>
        </p:nvSpPr>
        <p:spPr>
          <a:xfrm>
            <a:off x="3443100" y="20973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46" name="Google Shape;346;p17"/>
          <p:cNvSpPr txBox="1">
            <a:spLocks noGrp="1"/>
          </p:cNvSpPr>
          <p:nvPr>
            <p:ph type="title" idx="13"/>
          </p:nvPr>
        </p:nvSpPr>
        <p:spPr>
          <a:xfrm>
            <a:off x="5965100" y="1642475"/>
            <a:ext cx="225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900"/>
              <a:buNone/>
              <a:defRPr sz="19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347" name="Google Shape;347;p17"/>
          <p:cNvSpPr txBox="1">
            <a:spLocks noGrp="1"/>
          </p:cNvSpPr>
          <p:nvPr>
            <p:ph type="subTitle" idx="14"/>
          </p:nvPr>
        </p:nvSpPr>
        <p:spPr>
          <a:xfrm>
            <a:off x="5965100" y="2097375"/>
            <a:ext cx="2257800" cy="723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48" name="Google Shape;348;p17"/>
          <p:cNvSpPr txBox="1">
            <a:spLocks noGrp="1"/>
          </p:cNvSpPr>
          <p:nvPr>
            <p:ph type="title" idx="15"/>
          </p:nvPr>
        </p:nvSpPr>
        <p:spPr>
          <a:xfrm>
            <a:off x="713225" y="488975"/>
            <a:ext cx="7713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sp>
        <p:nvSpPr>
          <p:cNvPr id="349" name="Google Shape;349;p17"/>
          <p:cNvSpPr/>
          <p:nvPr/>
        </p:nvSpPr>
        <p:spPr>
          <a:xfrm>
            <a:off x="573400" y="2305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7"/>
          <p:cNvSpPr/>
          <p:nvPr/>
        </p:nvSpPr>
        <p:spPr>
          <a:xfrm>
            <a:off x="734350" y="838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7"/>
          <p:cNvSpPr/>
          <p:nvPr/>
        </p:nvSpPr>
        <p:spPr>
          <a:xfrm rot="10800000">
            <a:off x="-297100" y="4904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7"/>
          <p:cNvSpPr/>
          <p:nvPr/>
        </p:nvSpPr>
        <p:spPr>
          <a:xfrm rot="10800000">
            <a:off x="7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7"/>
          <p:cNvSpPr/>
          <p:nvPr/>
        </p:nvSpPr>
        <p:spPr>
          <a:xfrm flipH="1">
            <a:off x="-3733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7"/>
          <p:cNvSpPr/>
          <p:nvPr/>
        </p:nvSpPr>
        <p:spPr>
          <a:xfrm flipH="1">
            <a:off x="-68500" y="4447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7"/>
          <p:cNvSpPr/>
          <p:nvPr/>
        </p:nvSpPr>
        <p:spPr>
          <a:xfrm flipH="1">
            <a:off x="-297100" y="256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7"/>
          <p:cNvSpPr/>
          <p:nvPr/>
        </p:nvSpPr>
        <p:spPr>
          <a:xfrm flipH="1">
            <a:off x="7700" y="408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7"/>
          <p:cNvSpPr/>
          <p:nvPr/>
        </p:nvSpPr>
        <p:spPr>
          <a:xfrm flipH="1">
            <a:off x="160100" y="713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7"/>
          <p:cNvSpPr/>
          <p:nvPr/>
        </p:nvSpPr>
        <p:spPr>
          <a:xfrm>
            <a:off x="9050838" y="474448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7"/>
          <p:cNvSpPr/>
          <p:nvPr/>
        </p:nvSpPr>
        <p:spPr>
          <a:xfrm flipH="1">
            <a:off x="8371850" y="49118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7"/>
          <p:cNvSpPr/>
          <p:nvPr/>
        </p:nvSpPr>
        <p:spPr>
          <a:xfrm flipH="1">
            <a:off x="8676650" y="50642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7"/>
          <p:cNvSpPr/>
          <p:nvPr/>
        </p:nvSpPr>
        <p:spPr>
          <a:xfrm rot="10800000">
            <a:off x="8600450" y="45308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7"/>
          <p:cNvSpPr/>
          <p:nvPr/>
        </p:nvSpPr>
        <p:spPr>
          <a:xfrm rot="10800000">
            <a:off x="8905250" y="437847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7"/>
          <p:cNvSpPr/>
          <p:nvPr/>
        </p:nvSpPr>
        <p:spPr>
          <a:xfrm flipH="1">
            <a:off x="8104200" y="1897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7"/>
          <p:cNvSpPr/>
          <p:nvPr/>
        </p:nvSpPr>
        <p:spPr>
          <a:xfrm flipH="1">
            <a:off x="8409000" y="3421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7"/>
          <p:cNvSpPr/>
          <p:nvPr/>
        </p:nvSpPr>
        <p:spPr>
          <a:xfrm flipH="1">
            <a:off x="8561400" y="6469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7"/>
          <p:cNvSpPr/>
          <p:nvPr/>
        </p:nvSpPr>
        <p:spPr>
          <a:xfrm flipH="1">
            <a:off x="8866200" y="799363"/>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7"/>
          <p:cNvSpPr/>
          <p:nvPr/>
        </p:nvSpPr>
        <p:spPr>
          <a:xfrm rot="10800000">
            <a:off x="8332800" y="-191237"/>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mall numbers">
  <p:cSld name="CUSTOM_8">
    <p:spTree>
      <p:nvGrpSpPr>
        <p:cNvPr id="1" name="Shape 368"/>
        <p:cNvGrpSpPr/>
        <p:nvPr/>
      </p:nvGrpSpPr>
      <p:grpSpPr>
        <a:xfrm>
          <a:off x="0" y="0"/>
          <a:ext cx="0" cy="0"/>
          <a:chOff x="0" y="0"/>
          <a:chExt cx="0" cy="0"/>
        </a:xfrm>
      </p:grpSpPr>
      <p:sp>
        <p:nvSpPr>
          <p:cNvPr id="369" name="Google Shape;369;p18"/>
          <p:cNvSpPr txBox="1">
            <a:spLocks noGrp="1"/>
          </p:cNvSpPr>
          <p:nvPr>
            <p:ph type="title" hasCustomPrompt="1"/>
          </p:nvPr>
        </p:nvSpPr>
        <p:spPr>
          <a:xfrm>
            <a:off x="4908967" y="1567025"/>
            <a:ext cx="3196500" cy="93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70" name="Google Shape;370;p18"/>
          <p:cNvSpPr txBox="1">
            <a:spLocks noGrp="1"/>
          </p:cNvSpPr>
          <p:nvPr>
            <p:ph type="subTitle" idx="1"/>
          </p:nvPr>
        </p:nvSpPr>
        <p:spPr>
          <a:xfrm>
            <a:off x="4908967" y="2421825"/>
            <a:ext cx="3196500" cy="408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71" name="Google Shape;371;p18"/>
          <p:cNvSpPr txBox="1">
            <a:spLocks noGrp="1"/>
          </p:cNvSpPr>
          <p:nvPr>
            <p:ph type="title" idx="2"/>
          </p:nvPr>
        </p:nvSpPr>
        <p:spPr>
          <a:xfrm>
            <a:off x="866100" y="488975"/>
            <a:ext cx="7411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sp>
        <p:nvSpPr>
          <p:cNvPr id="372" name="Google Shape;372;p18"/>
          <p:cNvSpPr txBox="1">
            <a:spLocks noGrp="1"/>
          </p:cNvSpPr>
          <p:nvPr>
            <p:ph type="title" idx="3" hasCustomPrompt="1"/>
          </p:nvPr>
        </p:nvSpPr>
        <p:spPr>
          <a:xfrm>
            <a:off x="1040175" y="3268600"/>
            <a:ext cx="3196500" cy="93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73" name="Google Shape;373;p18"/>
          <p:cNvSpPr txBox="1">
            <a:spLocks noGrp="1"/>
          </p:cNvSpPr>
          <p:nvPr>
            <p:ph type="subTitle" idx="4"/>
          </p:nvPr>
        </p:nvSpPr>
        <p:spPr>
          <a:xfrm>
            <a:off x="1040175" y="4123400"/>
            <a:ext cx="3196500" cy="408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374" name="Google Shape;374;p18"/>
          <p:cNvGrpSpPr/>
          <p:nvPr/>
        </p:nvGrpSpPr>
        <p:grpSpPr>
          <a:xfrm>
            <a:off x="-220900" y="1246825"/>
            <a:ext cx="9467225" cy="3657375"/>
            <a:chOff x="-220900" y="1246825"/>
            <a:chExt cx="9467225" cy="3657375"/>
          </a:xfrm>
        </p:grpSpPr>
        <p:sp>
          <p:nvSpPr>
            <p:cNvPr id="375" name="Google Shape;375;p18"/>
            <p:cNvSpPr/>
            <p:nvPr/>
          </p:nvSpPr>
          <p:spPr>
            <a:xfrm>
              <a:off x="86114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8"/>
            <p:cNvSpPr/>
            <p:nvPr/>
          </p:nvSpPr>
          <p:spPr>
            <a:xfrm flipH="1">
              <a:off x="79325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8"/>
            <p:cNvSpPr/>
            <p:nvPr/>
          </p:nvSpPr>
          <p:spPr>
            <a:xfrm flipH="1">
              <a:off x="83897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8"/>
            <p:cNvSpPr/>
            <p:nvPr/>
          </p:nvSpPr>
          <p:spPr>
            <a:xfrm flipH="1">
              <a:off x="86945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8"/>
            <p:cNvSpPr/>
            <p:nvPr/>
          </p:nvSpPr>
          <p:spPr>
            <a:xfrm rot="10800000">
              <a:off x="84659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8"/>
            <p:cNvSpPr/>
            <p:nvPr/>
          </p:nvSpPr>
          <p:spPr>
            <a:xfrm rot="10800000">
              <a:off x="86183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 name="Google Shape;381;p18"/>
            <p:cNvGrpSpPr/>
            <p:nvPr/>
          </p:nvGrpSpPr>
          <p:grpSpPr>
            <a:xfrm flipH="1">
              <a:off x="-220900" y="1986057"/>
              <a:ext cx="484918" cy="453079"/>
              <a:chOff x="1211325" y="1407638"/>
              <a:chExt cx="797300" cy="744950"/>
            </a:xfrm>
          </p:grpSpPr>
          <p:sp>
            <p:nvSpPr>
              <p:cNvPr id="382" name="Google Shape;382;p18"/>
              <p:cNvSpPr/>
              <p:nvPr/>
            </p:nvSpPr>
            <p:spPr>
              <a:xfrm>
                <a:off x="1211325" y="1407638"/>
                <a:ext cx="797300" cy="744950"/>
              </a:xfrm>
              <a:custGeom>
                <a:avLst/>
                <a:gdLst/>
                <a:ahLst/>
                <a:cxnLst/>
                <a:rect l="l" t="t" r="r" b="b"/>
                <a:pathLst>
                  <a:path w="31892" h="29798" extrusionOk="0">
                    <a:moveTo>
                      <a:pt x="8081" y="1"/>
                    </a:moveTo>
                    <a:cubicBezTo>
                      <a:pt x="7861" y="1"/>
                      <a:pt x="7645" y="14"/>
                      <a:pt x="7439" y="43"/>
                    </a:cubicBezTo>
                    <a:cubicBezTo>
                      <a:pt x="5870" y="151"/>
                      <a:pt x="4301" y="827"/>
                      <a:pt x="3057" y="1855"/>
                    </a:cubicBezTo>
                    <a:cubicBezTo>
                      <a:pt x="1921" y="2856"/>
                      <a:pt x="1028" y="4208"/>
                      <a:pt x="568" y="5696"/>
                    </a:cubicBezTo>
                    <a:cubicBezTo>
                      <a:pt x="109" y="7049"/>
                      <a:pt x="0" y="8509"/>
                      <a:pt x="109" y="9970"/>
                    </a:cubicBezTo>
                    <a:cubicBezTo>
                      <a:pt x="352" y="12567"/>
                      <a:pt x="1136" y="15028"/>
                      <a:pt x="2381" y="17300"/>
                    </a:cubicBezTo>
                    <a:cubicBezTo>
                      <a:pt x="2949" y="18301"/>
                      <a:pt x="3490" y="19221"/>
                      <a:pt x="4166" y="20113"/>
                    </a:cubicBezTo>
                    <a:lnTo>
                      <a:pt x="5762" y="22602"/>
                    </a:lnTo>
                    <a:cubicBezTo>
                      <a:pt x="6763" y="24171"/>
                      <a:pt x="7682" y="25523"/>
                      <a:pt x="8467" y="26524"/>
                    </a:cubicBezTo>
                    <a:cubicBezTo>
                      <a:pt x="9251" y="27660"/>
                      <a:pt x="9927" y="28445"/>
                      <a:pt x="10387" y="29013"/>
                    </a:cubicBezTo>
                    <a:cubicBezTo>
                      <a:pt x="10820" y="29472"/>
                      <a:pt x="11064" y="29797"/>
                      <a:pt x="11064" y="29797"/>
                    </a:cubicBezTo>
                    <a:cubicBezTo>
                      <a:pt x="11064" y="29797"/>
                      <a:pt x="11064" y="29689"/>
                      <a:pt x="10928" y="29581"/>
                    </a:cubicBezTo>
                    <a:cubicBezTo>
                      <a:pt x="10820" y="29364"/>
                      <a:pt x="10604" y="29229"/>
                      <a:pt x="10387" y="28904"/>
                    </a:cubicBezTo>
                    <a:cubicBezTo>
                      <a:pt x="9927" y="28445"/>
                      <a:pt x="9359" y="27552"/>
                      <a:pt x="8575" y="26524"/>
                    </a:cubicBezTo>
                    <a:cubicBezTo>
                      <a:pt x="7791" y="25523"/>
                      <a:pt x="6871" y="24171"/>
                      <a:pt x="5870" y="22602"/>
                    </a:cubicBezTo>
                    <a:cubicBezTo>
                      <a:pt x="5410" y="21790"/>
                      <a:pt x="4842" y="20898"/>
                      <a:pt x="4301" y="20005"/>
                    </a:cubicBezTo>
                    <a:cubicBezTo>
                      <a:pt x="3625" y="19221"/>
                      <a:pt x="3057" y="18193"/>
                      <a:pt x="2489" y="17192"/>
                    </a:cubicBezTo>
                    <a:cubicBezTo>
                      <a:pt x="1245" y="14920"/>
                      <a:pt x="460" y="12458"/>
                      <a:pt x="244" y="9970"/>
                    </a:cubicBezTo>
                    <a:cubicBezTo>
                      <a:pt x="244" y="8509"/>
                      <a:pt x="352" y="7049"/>
                      <a:pt x="785" y="5696"/>
                    </a:cubicBezTo>
                    <a:cubicBezTo>
                      <a:pt x="1245" y="4344"/>
                      <a:pt x="2029" y="2991"/>
                      <a:pt x="3165" y="1963"/>
                    </a:cubicBezTo>
                    <a:cubicBezTo>
                      <a:pt x="4409" y="963"/>
                      <a:pt x="5870" y="395"/>
                      <a:pt x="7439" y="151"/>
                    </a:cubicBezTo>
                    <a:cubicBezTo>
                      <a:pt x="8223" y="151"/>
                      <a:pt x="9035" y="286"/>
                      <a:pt x="9819" y="503"/>
                    </a:cubicBezTo>
                    <a:cubicBezTo>
                      <a:pt x="10604" y="827"/>
                      <a:pt x="11388" y="1179"/>
                      <a:pt x="11956" y="1747"/>
                    </a:cubicBezTo>
                    <a:cubicBezTo>
                      <a:pt x="13200" y="2991"/>
                      <a:pt x="14093" y="4452"/>
                      <a:pt x="14553" y="6021"/>
                    </a:cubicBezTo>
                    <a:cubicBezTo>
                      <a:pt x="14986" y="7833"/>
                      <a:pt x="15337" y="9510"/>
                      <a:pt x="15337" y="11322"/>
                    </a:cubicBezTo>
                    <a:cubicBezTo>
                      <a:pt x="15337" y="11647"/>
                      <a:pt x="15445" y="12107"/>
                      <a:pt x="15445" y="12567"/>
                    </a:cubicBezTo>
                    <a:lnTo>
                      <a:pt x="15445" y="13135"/>
                    </a:lnTo>
                    <a:lnTo>
                      <a:pt x="15662" y="12567"/>
                    </a:lnTo>
                    <a:cubicBezTo>
                      <a:pt x="16122" y="10863"/>
                      <a:pt x="17150" y="9402"/>
                      <a:pt x="18367" y="8266"/>
                    </a:cubicBezTo>
                    <a:cubicBezTo>
                      <a:pt x="19503" y="7049"/>
                      <a:pt x="21072" y="6237"/>
                      <a:pt x="22776" y="6021"/>
                    </a:cubicBezTo>
                    <a:cubicBezTo>
                      <a:pt x="23333" y="5905"/>
                      <a:pt x="23894" y="5845"/>
                      <a:pt x="24451" y="5845"/>
                    </a:cubicBezTo>
                    <a:cubicBezTo>
                      <a:pt x="25462" y="5845"/>
                      <a:pt x="26459" y="6045"/>
                      <a:pt x="27401" y="6481"/>
                    </a:cubicBezTo>
                    <a:cubicBezTo>
                      <a:pt x="28862" y="7157"/>
                      <a:pt x="29998" y="8158"/>
                      <a:pt x="30782" y="9510"/>
                    </a:cubicBezTo>
                    <a:cubicBezTo>
                      <a:pt x="31459" y="10863"/>
                      <a:pt x="31675" y="12323"/>
                      <a:pt x="31459" y="13811"/>
                    </a:cubicBezTo>
                    <a:cubicBezTo>
                      <a:pt x="31215" y="15163"/>
                      <a:pt x="30539" y="16381"/>
                      <a:pt x="29538" y="17408"/>
                    </a:cubicBezTo>
                    <a:cubicBezTo>
                      <a:pt x="28645" y="18301"/>
                      <a:pt x="27618" y="19221"/>
                      <a:pt x="26617" y="19897"/>
                    </a:cubicBezTo>
                    <a:cubicBezTo>
                      <a:pt x="25589" y="20681"/>
                      <a:pt x="24588" y="21358"/>
                      <a:pt x="23668" y="22034"/>
                    </a:cubicBezTo>
                    <a:cubicBezTo>
                      <a:pt x="19854" y="24631"/>
                      <a:pt x="16690" y="26524"/>
                      <a:pt x="14553" y="27768"/>
                    </a:cubicBezTo>
                    <a:cubicBezTo>
                      <a:pt x="13417" y="28445"/>
                      <a:pt x="12524" y="28904"/>
                      <a:pt x="11956" y="29229"/>
                    </a:cubicBezTo>
                    <a:cubicBezTo>
                      <a:pt x="12524" y="29013"/>
                      <a:pt x="13417" y="28445"/>
                      <a:pt x="14553" y="27877"/>
                    </a:cubicBezTo>
                    <a:cubicBezTo>
                      <a:pt x="16798" y="26524"/>
                      <a:pt x="19963" y="24631"/>
                      <a:pt x="23777" y="22142"/>
                    </a:cubicBezTo>
                    <a:cubicBezTo>
                      <a:pt x="24696" y="21466"/>
                      <a:pt x="25697" y="20790"/>
                      <a:pt x="26725" y="20005"/>
                    </a:cubicBezTo>
                    <a:cubicBezTo>
                      <a:pt x="27726" y="19329"/>
                      <a:pt x="28754" y="18409"/>
                      <a:pt x="29646" y="17517"/>
                    </a:cubicBezTo>
                    <a:cubicBezTo>
                      <a:pt x="30674" y="16516"/>
                      <a:pt x="31350" y="15163"/>
                      <a:pt x="31675" y="13811"/>
                    </a:cubicBezTo>
                    <a:cubicBezTo>
                      <a:pt x="31891" y="12323"/>
                      <a:pt x="31675" y="10754"/>
                      <a:pt x="30890" y="9402"/>
                    </a:cubicBezTo>
                    <a:cubicBezTo>
                      <a:pt x="30214" y="8049"/>
                      <a:pt x="28970" y="6913"/>
                      <a:pt x="27509" y="6237"/>
                    </a:cubicBezTo>
                    <a:cubicBezTo>
                      <a:pt x="26510" y="5774"/>
                      <a:pt x="25396" y="5578"/>
                      <a:pt x="24255" y="5578"/>
                    </a:cubicBezTo>
                    <a:cubicBezTo>
                      <a:pt x="23729" y="5578"/>
                      <a:pt x="23197" y="5619"/>
                      <a:pt x="22668" y="5696"/>
                    </a:cubicBezTo>
                    <a:cubicBezTo>
                      <a:pt x="21883" y="5913"/>
                      <a:pt x="21072" y="6129"/>
                      <a:pt x="20287" y="6589"/>
                    </a:cubicBezTo>
                    <a:cubicBezTo>
                      <a:pt x="19503" y="6913"/>
                      <a:pt x="18827" y="7481"/>
                      <a:pt x="18150" y="8049"/>
                    </a:cubicBezTo>
                    <a:cubicBezTo>
                      <a:pt x="17045" y="9154"/>
                      <a:pt x="16218" y="10430"/>
                      <a:pt x="15648" y="11895"/>
                    </a:cubicBezTo>
                    <a:lnTo>
                      <a:pt x="15648" y="11895"/>
                    </a:lnTo>
                    <a:cubicBezTo>
                      <a:pt x="15635" y="11682"/>
                      <a:pt x="15608" y="11485"/>
                      <a:pt x="15554" y="11322"/>
                    </a:cubicBezTo>
                    <a:cubicBezTo>
                      <a:pt x="15554" y="9510"/>
                      <a:pt x="15337" y="7725"/>
                      <a:pt x="14769" y="6021"/>
                    </a:cubicBezTo>
                    <a:cubicBezTo>
                      <a:pt x="14309" y="4344"/>
                      <a:pt x="13417" y="2748"/>
                      <a:pt x="12064" y="1639"/>
                    </a:cubicBezTo>
                    <a:cubicBezTo>
                      <a:pt x="11496" y="1071"/>
                      <a:pt x="10712" y="611"/>
                      <a:pt x="9927" y="286"/>
                    </a:cubicBezTo>
                    <a:cubicBezTo>
                      <a:pt x="9349" y="107"/>
                      <a:pt x="8698" y="1"/>
                      <a:pt x="808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8"/>
              <p:cNvSpPr/>
              <p:nvPr/>
            </p:nvSpPr>
            <p:spPr>
              <a:xfrm>
                <a:off x="1290450" y="1597363"/>
                <a:ext cx="109575" cy="197475"/>
              </a:xfrm>
              <a:custGeom>
                <a:avLst/>
                <a:gdLst/>
                <a:ahLst/>
                <a:cxnLst/>
                <a:rect l="l" t="t" r="r" b="b"/>
                <a:pathLst>
                  <a:path w="4383" h="7899" extrusionOk="0">
                    <a:moveTo>
                      <a:pt x="3598" y="1"/>
                    </a:moveTo>
                    <a:lnTo>
                      <a:pt x="3381" y="352"/>
                    </a:lnTo>
                    <a:cubicBezTo>
                      <a:pt x="2353" y="2273"/>
                      <a:pt x="1569" y="3950"/>
                      <a:pt x="893" y="5194"/>
                    </a:cubicBezTo>
                    <a:lnTo>
                      <a:pt x="217" y="6655"/>
                    </a:lnTo>
                    <a:cubicBezTo>
                      <a:pt x="108" y="6898"/>
                      <a:pt x="108" y="7115"/>
                      <a:pt x="0" y="7223"/>
                    </a:cubicBezTo>
                    <a:cubicBezTo>
                      <a:pt x="108" y="7115"/>
                      <a:pt x="217" y="6898"/>
                      <a:pt x="325" y="6763"/>
                    </a:cubicBezTo>
                    <a:lnTo>
                      <a:pt x="1136" y="5302"/>
                    </a:lnTo>
                    <a:cubicBezTo>
                      <a:pt x="1773" y="4130"/>
                      <a:pt x="2507" y="2573"/>
                      <a:pt x="3427" y="791"/>
                    </a:cubicBezTo>
                    <a:lnTo>
                      <a:pt x="3427" y="791"/>
                    </a:lnTo>
                    <a:cubicBezTo>
                      <a:pt x="3631" y="2737"/>
                      <a:pt x="3856" y="4395"/>
                      <a:pt x="4058" y="5654"/>
                    </a:cubicBezTo>
                    <a:cubicBezTo>
                      <a:pt x="4166" y="6330"/>
                      <a:pt x="4274" y="6898"/>
                      <a:pt x="4274" y="7223"/>
                    </a:cubicBezTo>
                    <a:cubicBezTo>
                      <a:pt x="4274" y="7439"/>
                      <a:pt x="4382" y="7683"/>
                      <a:pt x="4382" y="7899"/>
                    </a:cubicBezTo>
                    <a:lnTo>
                      <a:pt x="4382" y="7223"/>
                    </a:lnTo>
                    <a:cubicBezTo>
                      <a:pt x="4382" y="6898"/>
                      <a:pt x="4274" y="6330"/>
                      <a:pt x="4166" y="5654"/>
                    </a:cubicBezTo>
                    <a:cubicBezTo>
                      <a:pt x="4058" y="4301"/>
                      <a:pt x="3841" y="2381"/>
                      <a:pt x="3598" y="352"/>
                    </a:cubicBezTo>
                    <a:lnTo>
                      <a:pt x="359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8"/>
              <p:cNvSpPr/>
              <p:nvPr/>
            </p:nvSpPr>
            <p:spPr>
              <a:xfrm>
                <a:off x="1315450" y="1715713"/>
                <a:ext cx="96050" cy="20300"/>
              </a:xfrm>
              <a:custGeom>
                <a:avLst/>
                <a:gdLst/>
                <a:ahLst/>
                <a:cxnLst/>
                <a:rect l="l" t="t" r="r" b="b"/>
                <a:pathLst>
                  <a:path w="3842" h="812" extrusionOk="0">
                    <a:moveTo>
                      <a:pt x="1" y="0"/>
                    </a:moveTo>
                    <a:cubicBezTo>
                      <a:pt x="569" y="244"/>
                      <a:pt x="1245" y="352"/>
                      <a:pt x="1921" y="460"/>
                    </a:cubicBezTo>
                    <a:cubicBezTo>
                      <a:pt x="2490" y="676"/>
                      <a:pt x="3166" y="676"/>
                      <a:pt x="3842" y="812"/>
                    </a:cubicBezTo>
                    <a:cubicBezTo>
                      <a:pt x="3166" y="460"/>
                      <a:pt x="2598" y="352"/>
                      <a:pt x="1921" y="244"/>
                    </a:cubicBezTo>
                    <a:cubicBezTo>
                      <a:pt x="1353" y="135"/>
                      <a:pt x="677"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8"/>
              <p:cNvSpPr/>
              <p:nvPr/>
            </p:nvSpPr>
            <p:spPr>
              <a:xfrm>
                <a:off x="1464900" y="1789413"/>
                <a:ext cx="137975" cy="104175"/>
              </a:xfrm>
              <a:custGeom>
                <a:avLst/>
                <a:gdLst/>
                <a:ahLst/>
                <a:cxnLst/>
                <a:rect l="l" t="t" r="r" b="b"/>
                <a:pathLst>
                  <a:path w="5519" h="4167" extrusionOk="0">
                    <a:moveTo>
                      <a:pt x="5519" y="1"/>
                    </a:moveTo>
                    <a:cubicBezTo>
                      <a:pt x="4626" y="677"/>
                      <a:pt x="3625" y="1353"/>
                      <a:pt x="2706" y="2029"/>
                    </a:cubicBezTo>
                    <a:cubicBezTo>
                      <a:pt x="1813" y="2706"/>
                      <a:pt x="921" y="3382"/>
                      <a:pt x="1" y="4166"/>
                    </a:cubicBezTo>
                    <a:cubicBezTo>
                      <a:pt x="1029" y="3598"/>
                      <a:pt x="1921" y="2922"/>
                      <a:pt x="2814" y="2246"/>
                    </a:cubicBezTo>
                    <a:cubicBezTo>
                      <a:pt x="3842" y="1569"/>
                      <a:pt x="4734" y="785"/>
                      <a:pt x="5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8"/>
              <p:cNvSpPr/>
              <p:nvPr/>
            </p:nvSpPr>
            <p:spPr>
              <a:xfrm>
                <a:off x="1493300" y="1794838"/>
                <a:ext cx="62250" cy="132550"/>
              </a:xfrm>
              <a:custGeom>
                <a:avLst/>
                <a:gdLst/>
                <a:ahLst/>
                <a:cxnLst/>
                <a:rect l="l" t="t" r="r" b="b"/>
                <a:pathLst>
                  <a:path w="2490" h="5302" extrusionOk="0">
                    <a:moveTo>
                      <a:pt x="1" y="0"/>
                    </a:moveTo>
                    <a:cubicBezTo>
                      <a:pt x="1" y="216"/>
                      <a:pt x="109" y="568"/>
                      <a:pt x="109" y="784"/>
                    </a:cubicBezTo>
                    <a:cubicBezTo>
                      <a:pt x="325" y="1461"/>
                      <a:pt x="569" y="2137"/>
                      <a:pt x="894" y="2813"/>
                    </a:cubicBezTo>
                    <a:cubicBezTo>
                      <a:pt x="1245" y="3381"/>
                      <a:pt x="1570" y="4057"/>
                      <a:pt x="1921" y="4625"/>
                    </a:cubicBezTo>
                    <a:cubicBezTo>
                      <a:pt x="2030" y="4842"/>
                      <a:pt x="2246" y="5085"/>
                      <a:pt x="2489" y="5302"/>
                    </a:cubicBezTo>
                    <a:cubicBezTo>
                      <a:pt x="2489" y="5302"/>
                      <a:pt x="1813" y="4166"/>
                      <a:pt x="1137" y="2705"/>
                    </a:cubicBezTo>
                    <a:cubicBezTo>
                      <a:pt x="461" y="1244"/>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8"/>
              <p:cNvSpPr/>
              <p:nvPr/>
            </p:nvSpPr>
            <p:spPr>
              <a:xfrm>
                <a:off x="1707675" y="1686963"/>
                <a:ext cx="89950" cy="195125"/>
              </a:xfrm>
              <a:custGeom>
                <a:avLst/>
                <a:gdLst/>
                <a:ahLst/>
                <a:cxnLst/>
                <a:rect l="l" t="t" r="r" b="b"/>
                <a:pathLst>
                  <a:path w="3598" h="7805" extrusionOk="0">
                    <a:moveTo>
                      <a:pt x="1139" y="1"/>
                    </a:moveTo>
                    <a:cubicBezTo>
                      <a:pt x="837" y="1"/>
                      <a:pt x="589" y="122"/>
                      <a:pt x="325" y="366"/>
                    </a:cubicBezTo>
                    <a:cubicBezTo>
                      <a:pt x="109" y="609"/>
                      <a:pt x="0" y="934"/>
                      <a:pt x="109" y="1285"/>
                    </a:cubicBezTo>
                    <a:cubicBezTo>
                      <a:pt x="109" y="1962"/>
                      <a:pt x="109" y="2503"/>
                      <a:pt x="325" y="3071"/>
                    </a:cubicBezTo>
                    <a:cubicBezTo>
                      <a:pt x="325" y="3639"/>
                      <a:pt x="433" y="4207"/>
                      <a:pt x="541" y="4667"/>
                    </a:cubicBezTo>
                    <a:cubicBezTo>
                      <a:pt x="677" y="5559"/>
                      <a:pt x="893" y="6235"/>
                      <a:pt x="1001" y="6804"/>
                    </a:cubicBezTo>
                    <a:cubicBezTo>
                      <a:pt x="1001" y="6235"/>
                      <a:pt x="893" y="5559"/>
                      <a:pt x="785" y="4667"/>
                    </a:cubicBezTo>
                    <a:cubicBezTo>
                      <a:pt x="677" y="4099"/>
                      <a:pt x="541" y="3639"/>
                      <a:pt x="433" y="3071"/>
                    </a:cubicBezTo>
                    <a:cubicBezTo>
                      <a:pt x="325" y="2503"/>
                      <a:pt x="325" y="1962"/>
                      <a:pt x="325" y="1285"/>
                    </a:cubicBezTo>
                    <a:cubicBezTo>
                      <a:pt x="325" y="1042"/>
                      <a:pt x="325" y="717"/>
                      <a:pt x="541" y="474"/>
                    </a:cubicBezTo>
                    <a:cubicBezTo>
                      <a:pt x="720" y="316"/>
                      <a:pt x="883" y="215"/>
                      <a:pt x="1096" y="215"/>
                    </a:cubicBezTo>
                    <a:cubicBezTo>
                      <a:pt x="1174" y="215"/>
                      <a:pt x="1259" y="229"/>
                      <a:pt x="1353" y="258"/>
                    </a:cubicBezTo>
                    <a:cubicBezTo>
                      <a:pt x="1894" y="609"/>
                      <a:pt x="2246" y="1285"/>
                      <a:pt x="2029" y="1962"/>
                    </a:cubicBezTo>
                    <a:cubicBezTo>
                      <a:pt x="1846" y="2368"/>
                      <a:pt x="1480" y="2790"/>
                      <a:pt x="1080" y="3169"/>
                    </a:cubicBezTo>
                    <a:lnTo>
                      <a:pt x="1080" y="3169"/>
                    </a:lnTo>
                    <a:cubicBezTo>
                      <a:pt x="918" y="3263"/>
                      <a:pt x="780" y="3385"/>
                      <a:pt x="677" y="3531"/>
                    </a:cubicBezTo>
                    <a:lnTo>
                      <a:pt x="785" y="3639"/>
                    </a:lnTo>
                    <a:cubicBezTo>
                      <a:pt x="803" y="3630"/>
                      <a:pt x="821" y="3621"/>
                      <a:pt x="839" y="3612"/>
                    </a:cubicBezTo>
                    <a:lnTo>
                      <a:pt x="839" y="3612"/>
                    </a:lnTo>
                    <a:lnTo>
                      <a:pt x="893" y="3639"/>
                    </a:lnTo>
                    <a:cubicBezTo>
                      <a:pt x="1164" y="3367"/>
                      <a:pt x="1606" y="3153"/>
                      <a:pt x="2012" y="3153"/>
                    </a:cubicBezTo>
                    <a:cubicBezTo>
                      <a:pt x="2092" y="3153"/>
                      <a:pt x="2170" y="3161"/>
                      <a:pt x="2246" y="3179"/>
                    </a:cubicBezTo>
                    <a:cubicBezTo>
                      <a:pt x="2814" y="3314"/>
                      <a:pt x="3138" y="3639"/>
                      <a:pt x="3246" y="4207"/>
                    </a:cubicBezTo>
                    <a:cubicBezTo>
                      <a:pt x="3490" y="4531"/>
                      <a:pt x="3382" y="4991"/>
                      <a:pt x="3138" y="5451"/>
                    </a:cubicBezTo>
                    <a:cubicBezTo>
                      <a:pt x="2922" y="5776"/>
                      <a:pt x="2705" y="6019"/>
                      <a:pt x="2354" y="6235"/>
                    </a:cubicBezTo>
                    <a:cubicBezTo>
                      <a:pt x="1827" y="6662"/>
                      <a:pt x="1417" y="6972"/>
                      <a:pt x="1080" y="7295"/>
                    </a:cubicBezTo>
                    <a:lnTo>
                      <a:pt x="1080" y="7295"/>
                    </a:lnTo>
                    <a:lnTo>
                      <a:pt x="1001" y="6804"/>
                    </a:lnTo>
                    <a:lnTo>
                      <a:pt x="1001" y="6804"/>
                    </a:lnTo>
                    <a:cubicBezTo>
                      <a:pt x="1001" y="7051"/>
                      <a:pt x="1001" y="7173"/>
                      <a:pt x="1049" y="7324"/>
                    </a:cubicBezTo>
                    <a:lnTo>
                      <a:pt x="1049" y="7324"/>
                    </a:lnTo>
                    <a:cubicBezTo>
                      <a:pt x="1033" y="7340"/>
                      <a:pt x="1017" y="7356"/>
                      <a:pt x="1001" y="7372"/>
                    </a:cubicBezTo>
                    <a:cubicBezTo>
                      <a:pt x="1018" y="7360"/>
                      <a:pt x="1035" y="7348"/>
                      <a:pt x="1053" y="7336"/>
                    </a:cubicBezTo>
                    <a:lnTo>
                      <a:pt x="1053" y="7336"/>
                    </a:lnTo>
                    <a:cubicBezTo>
                      <a:pt x="1067" y="7380"/>
                      <a:pt x="1086" y="7426"/>
                      <a:pt x="1109" y="7480"/>
                    </a:cubicBezTo>
                    <a:lnTo>
                      <a:pt x="1083" y="7315"/>
                    </a:lnTo>
                    <a:lnTo>
                      <a:pt x="1083" y="7315"/>
                    </a:lnTo>
                    <a:cubicBezTo>
                      <a:pt x="1420" y="7078"/>
                      <a:pt x="1837" y="6769"/>
                      <a:pt x="2462" y="6344"/>
                    </a:cubicBezTo>
                    <a:cubicBezTo>
                      <a:pt x="2814" y="6127"/>
                      <a:pt x="3030" y="5884"/>
                      <a:pt x="3246" y="5559"/>
                    </a:cubicBezTo>
                    <a:cubicBezTo>
                      <a:pt x="3598" y="5099"/>
                      <a:pt x="3598" y="4531"/>
                      <a:pt x="3490" y="4099"/>
                    </a:cubicBezTo>
                    <a:cubicBezTo>
                      <a:pt x="3246" y="3531"/>
                      <a:pt x="2814" y="3071"/>
                      <a:pt x="2354" y="2963"/>
                    </a:cubicBezTo>
                    <a:cubicBezTo>
                      <a:pt x="2239" y="2944"/>
                      <a:pt x="2123" y="2935"/>
                      <a:pt x="2010" y="2935"/>
                    </a:cubicBezTo>
                    <a:cubicBezTo>
                      <a:pt x="1870" y="2935"/>
                      <a:pt x="1733" y="2949"/>
                      <a:pt x="1601" y="2975"/>
                    </a:cubicBezTo>
                    <a:lnTo>
                      <a:pt x="1601" y="2975"/>
                    </a:lnTo>
                    <a:cubicBezTo>
                      <a:pt x="1854" y="2671"/>
                      <a:pt x="2061" y="2317"/>
                      <a:pt x="2246" y="1962"/>
                    </a:cubicBezTo>
                    <a:cubicBezTo>
                      <a:pt x="2354" y="1610"/>
                      <a:pt x="2354" y="1150"/>
                      <a:pt x="2246" y="826"/>
                    </a:cubicBezTo>
                    <a:cubicBezTo>
                      <a:pt x="2029" y="474"/>
                      <a:pt x="1786" y="258"/>
                      <a:pt x="1461" y="41"/>
                    </a:cubicBezTo>
                    <a:cubicBezTo>
                      <a:pt x="1346" y="14"/>
                      <a:pt x="1240" y="1"/>
                      <a:pt x="1139" y="1"/>
                    </a:cubicBezTo>
                    <a:close/>
                    <a:moveTo>
                      <a:pt x="1001" y="7372"/>
                    </a:moveTo>
                    <a:lnTo>
                      <a:pt x="541" y="7804"/>
                    </a:lnTo>
                    <a:cubicBezTo>
                      <a:pt x="677" y="7804"/>
                      <a:pt x="677" y="7696"/>
                      <a:pt x="677" y="7696"/>
                    </a:cubicBezTo>
                    <a:lnTo>
                      <a:pt x="1001" y="7372"/>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 name="Google Shape;388;p18"/>
            <p:cNvSpPr/>
            <p:nvPr/>
          </p:nvSpPr>
          <p:spPr>
            <a:xfrm>
              <a:off x="779076"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8"/>
            <p:cNvSpPr/>
            <p:nvPr/>
          </p:nvSpPr>
          <p:spPr>
            <a:xfrm>
              <a:off x="474276"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8"/>
            <p:cNvSpPr/>
            <p:nvPr/>
          </p:nvSpPr>
          <p:spPr>
            <a:xfrm>
              <a:off x="17076"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8"/>
            <p:cNvSpPr/>
            <p:nvPr/>
          </p:nvSpPr>
          <p:spPr>
            <a:xfrm rot="10800000" flipH="1">
              <a:off x="550476" y="1856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8"/>
            <p:cNvSpPr/>
            <p:nvPr/>
          </p:nvSpPr>
          <p:spPr>
            <a:xfrm rot="10800000" flipH="1">
              <a:off x="245676"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8"/>
            <p:cNvSpPr/>
            <p:nvPr/>
          </p:nvSpPr>
          <p:spPr>
            <a:xfrm rot="10800000" flipH="1">
              <a:off x="-211524"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CUSTOM_9">
    <p:spTree>
      <p:nvGrpSpPr>
        <p:cNvPr id="1" name="Shape 436"/>
        <p:cNvGrpSpPr/>
        <p:nvPr/>
      </p:nvGrpSpPr>
      <p:grpSpPr>
        <a:xfrm>
          <a:off x="0" y="0"/>
          <a:ext cx="0" cy="0"/>
          <a:chOff x="0" y="0"/>
          <a:chExt cx="0" cy="0"/>
        </a:xfrm>
      </p:grpSpPr>
      <p:sp>
        <p:nvSpPr>
          <p:cNvPr id="437" name="Google Shape;437;p20"/>
          <p:cNvSpPr txBox="1">
            <a:spLocks noGrp="1"/>
          </p:cNvSpPr>
          <p:nvPr>
            <p:ph type="body" idx="1"/>
          </p:nvPr>
        </p:nvSpPr>
        <p:spPr>
          <a:xfrm>
            <a:off x="713225" y="1602550"/>
            <a:ext cx="3670200" cy="2997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438" name="Google Shape;438;p20"/>
          <p:cNvSpPr txBox="1">
            <a:spLocks noGrp="1"/>
          </p:cNvSpPr>
          <p:nvPr>
            <p:ph type="body" idx="2"/>
          </p:nvPr>
        </p:nvSpPr>
        <p:spPr>
          <a:xfrm>
            <a:off x="4688225" y="1602550"/>
            <a:ext cx="3848700" cy="2997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439" name="Google Shape;439;p20"/>
          <p:cNvSpPr txBox="1">
            <a:spLocks noGrp="1"/>
          </p:cNvSpPr>
          <p:nvPr>
            <p:ph type="subTitle" idx="3"/>
          </p:nvPr>
        </p:nvSpPr>
        <p:spPr>
          <a:xfrm>
            <a:off x="713225" y="998200"/>
            <a:ext cx="7704000" cy="5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440" name="Google Shape;440;p20"/>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grpSp>
        <p:nvGrpSpPr>
          <p:cNvPr id="441" name="Google Shape;441;p20"/>
          <p:cNvGrpSpPr/>
          <p:nvPr/>
        </p:nvGrpSpPr>
        <p:grpSpPr>
          <a:xfrm flipH="1">
            <a:off x="-516324" y="-601950"/>
            <a:ext cx="9991249" cy="2057175"/>
            <a:chOff x="-363924" y="312450"/>
            <a:chExt cx="9991249" cy="2057175"/>
          </a:xfrm>
        </p:grpSpPr>
        <p:sp>
          <p:nvSpPr>
            <p:cNvPr id="442" name="Google Shape;442;p20"/>
            <p:cNvSpPr/>
            <p:nvPr/>
          </p:nvSpPr>
          <p:spPr>
            <a:xfrm rot="10800000" flipH="1">
              <a:off x="82373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0"/>
            <p:cNvSpPr/>
            <p:nvPr/>
          </p:nvSpPr>
          <p:spPr>
            <a:xfrm rot="10800000" flipH="1">
              <a:off x="80849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0"/>
            <p:cNvSpPr/>
            <p:nvPr/>
          </p:nvSpPr>
          <p:spPr>
            <a:xfrm rot="10800000" flipH="1">
              <a:off x="77801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0"/>
            <p:cNvSpPr/>
            <p:nvPr/>
          </p:nvSpPr>
          <p:spPr>
            <a:xfrm>
              <a:off x="9075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0"/>
            <p:cNvSpPr/>
            <p:nvPr/>
          </p:nvSpPr>
          <p:spPr>
            <a:xfrm>
              <a:off x="86183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0"/>
            <p:cNvSpPr/>
            <p:nvPr/>
          </p:nvSpPr>
          <p:spPr>
            <a:xfrm>
              <a:off x="8313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0"/>
            <p:cNvSpPr/>
            <p:nvPr/>
          </p:nvSpPr>
          <p:spPr>
            <a:xfrm rot="10800000">
              <a:off x="-123086" y="1097563"/>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0"/>
            <p:cNvSpPr/>
            <p:nvPr/>
          </p:nvSpPr>
          <p:spPr>
            <a:xfrm rot="10800000" flipH="1">
              <a:off x="550476" y="9220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0"/>
            <p:cNvSpPr/>
            <p:nvPr/>
          </p:nvSpPr>
          <p:spPr>
            <a:xfrm rot="10800000" flipH="1">
              <a:off x="245676" y="7696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0"/>
            <p:cNvSpPr/>
            <p:nvPr/>
          </p:nvSpPr>
          <p:spPr>
            <a:xfrm rot="10800000" flipH="1">
              <a:off x="93276" y="4648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0"/>
            <p:cNvSpPr/>
            <p:nvPr/>
          </p:nvSpPr>
          <p:spPr>
            <a:xfrm rot="10800000" flipH="1">
              <a:off x="-211524" y="312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0"/>
            <p:cNvSpPr/>
            <p:nvPr/>
          </p:nvSpPr>
          <p:spPr>
            <a:xfrm>
              <a:off x="17076" y="1455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0"/>
            <p:cNvSpPr/>
            <p:nvPr/>
          </p:nvSpPr>
          <p:spPr>
            <a:xfrm>
              <a:off x="-135324" y="17602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0"/>
            <p:cNvSpPr/>
            <p:nvPr/>
          </p:nvSpPr>
          <p:spPr>
            <a:xfrm rot="10800000" flipH="1">
              <a:off x="-363924" y="2217450"/>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456"/>
        <p:cNvGrpSpPr/>
        <p:nvPr/>
      </p:nvGrpSpPr>
      <p:grpSpPr>
        <a:xfrm>
          <a:off x="0" y="0"/>
          <a:ext cx="0" cy="0"/>
          <a:chOff x="0" y="0"/>
          <a:chExt cx="0" cy="0"/>
        </a:xfrm>
      </p:grpSpPr>
      <p:sp>
        <p:nvSpPr>
          <p:cNvPr id="457" name="Google Shape;457;p21"/>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grpSp>
        <p:nvGrpSpPr>
          <p:cNvPr id="458" name="Google Shape;458;p21"/>
          <p:cNvGrpSpPr/>
          <p:nvPr/>
        </p:nvGrpSpPr>
        <p:grpSpPr>
          <a:xfrm flipH="1">
            <a:off x="-678100" y="160050"/>
            <a:ext cx="10534025" cy="4744150"/>
            <a:chOff x="-678100" y="160050"/>
            <a:chExt cx="10534025" cy="4744150"/>
          </a:xfrm>
        </p:grpSpPr>
        <p:sp>
          <p:nvSpPr>
            <p:cNvPr id="459" name="Google Shape;459;p21"/>
            <p:cNvSpPr/>
            <p:nvPr/>
          </p:nvSpPr>
          <p:spPr>
            <a:xfrm>
              <a:off x="8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1"/>
            <p:cNvSpPr/>
            <p:nvPr/>
          </p:nvSpPr>
          <p:spPr>
            <a:xfrm flipH="1">
              <a:off x="-6781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1"/>
            <p:cNvSpPr/>
            <p:nvPr/>
          </p:nvSpPr>
          <p:spPr>
            <a:xfrm flipH="1">
              <a:off x="-220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1"/>
            <p:cNvSpPr/>
            <p:nvPr/>
          </p:nvSpPr>
          <p:spPr>
            <a:xfrm flipH="1">
              <a:off x="839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1"/>
            <p:cNvSpPr/>
            <p:nvPr/>
          </p:nvSpPr>
          <p:spPr>
            <a:xfrm rot="10800000">
              <a:off x="-1447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1"/>
            <p:cNvSpPr/>
            <p:nvPr/>
          </p:nvSpPr>
          <p:spPr>
            <a:xfrm rot="10800000">
              <a:off x="77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1"/>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1"/>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1"/>
            <p:cNvSpPr/>
            <p:nvPr/>
          </p:nvSpPr>
          <p:spPr>
            <a:xfrm flipH="1">
              <a:off x="-68500" y="2694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1"/>
            <p:cNvSpPr/>
            <p:nvPr/>
          </p:nvSpPr>
          <p:spPr>
            <a:xfrm flipH="1">
              <a:off x="8435625" y="3067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1"/>
            <p:cNvSpPr/>
            <p:nvPr/>
          </p:nvSpPr>
          <p:spPr>
            <a:xfrm flipH="1">
              <a:off x="8272650" y="1600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1"/>
            <p:cNvSpPr/>
            <p:nvPr/>
          </p:nvSpPr>
          <p:spPr>
            <a:xfrm>
              <a:off x="89993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1"/>
            <p:cNvSpPr/>
            <p:nvPr/>
          </p:nvSpPr>
          <p:spPr>
            <a:xfrm>
              <a:off x="86945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1"/>
            <p:cNvSpPr/>
            <p:nvPr/>
          </p:nvSpPr>
          <p:spPr>
            <a:xfrm rot="10800000" flipH="1">
              <a:off x="8770700" y="1856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1"/>
            <p:cNvSpPr/>
            <p:nvPr/>
          </p:nvSpPr>
          <p:spPr>
            <a:xfrm rot="10800000" flipH="1">
              <a:off x="84659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1"/>
            <p:cNvSpPr/>
            <p:nvPr/>
          </p:nvSpPr>
          <p:spPr>
            <a:xfrm rot="10800000" flipH="1">
              <a:off x="82373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1"/>
            <p:cNvSpPr/>
            <p:nvPr/>
          </p:nvSpPr>
          <p:spPr>
            <a:xfrm>
              <a:off x="93041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1"/>
            <p:cNvSpPr/>
            <p:nvPr/>
          </p:nvSpPr>
          <p:spPr>
            <a:xfrm>
              <a:off x="89993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1"/>
            <p:cNvSpPr/>
            <p:nvPr/>
          </p:nvSpPr>
          <p:spPr>
            <a:xfrm>
              <a:off x="85421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2">
  <p:cSld name="CUSTOM_11">
    <p:spTree>
      <p:nvGrpSpPr>
        <p:cNvPr id="1" name="Shape 478"/>
        <p:cNvGrpSpPr/>
        <p:nvPr/>
      </p:nvGrpSpPr>
      <p:grpSpPr>
        <a:xfrm>
          <a:off x="0" y="0"/>
          <a:ext cx="0" cy="0"/>
          <a:chOff x="0" y="0"/>
          <a:chExt cx="0" cy="0"/>
        </a:xfrm>
      </p:grpSpPr>
      <p:sp>
        <p:nvSpPr>
          <p:cNvPr id="479" name="Google Shape;479;p22"/>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FF00A3"/>
              </a:buClr>
              <a:buSzPts val="2800"/>
              <a:buNone/>
              <a:defRPr>
                <a:solidFill>
                  <a:srgbClr val="FF00A3"/>
                </a:solidFill>
              </a:defRPr>
            </a:lvl1pPr>
            <a:lvl2pPr lvl="1" algn="ctr" rtl="0">
              <a:spcBef>
                <a:spcPts val="0"/>
              </a:spcBef>
              <a:spcAft>
                <a:spcPts val="0"/>
              </a:spcAft>
              <a:buClr>
                <a:srgbClr val="FF00A3"/>
              </a:buClr>
              <a:buSzPts val="2800"/>
              <a:buNone/>
              <a:defRPr>
                <a:solidFill>
                  <a:srgbClr val="FF00A3"/>
                </a:solidFill>
              </a:defRPr>
            </a:lvl2pPr>
            <a:lvl3pPr lvl="2" algn="ctr" rtl="0">
              <a:spcBef>
                <a:spcPts val="0"/>
              </a:spcBef>
              <a:spcAft>
                <a:spcPts val="0"/>
              </a:spcAft>
              <a:buClr>
                <a:srgbClr val="FF00A3"/>
              </a:buClr>
              <a:buSzPts val="2800"/>
              <a:buNone/>
              <a:defRPr>
                <a:solidFill>
                  <a:srgbClr val="FF00A3"/>
                </a:solidFill>
              </a:defRPr>
            </a:lvl3pPr>
            <a:lvl4pPr lvl="3" algn="ctr" rtl="0">
              <a:spcBef>
                <a:spcPts val="0"/>
              </a:spcBef>
              <a:spcAft>
                <a:spcPts val="0"/>
              </a:spcAft>
              <a:buClr>
                <a:srgbClr val="FF00A3"/>
              </a:buClr>
              <a:buSzPts val="2800"/>
              <a:buNone/>
              <a:defRPr>
                <a:solidFill>
                  <a:srgbClr val="FF00A3"/>
                </a:solidFill>
              </a:defRPr>
            </a:lvl4pPr>
            <a:lvl5pPr lvl="4" algn="ctr" rtl="0">
              <a:spcBef>
                <a:spcPts val="0"/>
              </a:spcBef>
              <a:spcAft>
                <a:spcPts val="0"/>
              </a:spcAft>
              <a:buClr>
                <a:srgbClr val="FF00A3"/>
              </a:buClr>
              <a:buSzPts val="2800"/>
              <a:buNone/>
              <a:defRPr>
                <a:solidFill>
                  <a:srgbClr val="FF00A3"/>
                </a:solidFill>
              </a:defRPr>
            </a:lvl5pPr>
            <a:lvl6pPr lvl="5" algn="ctr" rtl="0">
              <a:spcBef>
                <a:spcPts val="0"/>
              </a:spcBef>
              <a:spcAft>
                <a:spcPts val="0"/>
              </a:spcAft>
              <a:buClr>
                <a:srgbClr val="FF00A3"/>
              </a:buClr>
              <a:buSzPts val="2800"/>
              <a:buNone/>
              <a:defRPr>
                <a:solidFill>
                  <a:srgbClr val="FF00A3"/>
                </a:solidFill>
              </a:defRPr>
            </a:lvl6pPr>
            <a:lvl7pPr lvl="6" algn="ctr" rtl="0">
              <a:spcBef>
                <a:spcPts val="0"/>
              </a:spcBef>
              <a:spcAft>
                <a:spcPts val="0"/>
              </a:spcAft>
              <a:buClr>
                <a:srgbClr val="FF00A3"/>
              </a:buClr>
              <a:buSzPts val="2800"/>
              <a:buNone/>
              <a:defRPr>
                <a:solidFill>
                  <a:srgbClr val="FF00A3"/>
                </a:solidFill>
              </a:defRPr>
            </a:lvl7pPr>
            <a:lvl8pPr lvl="7" algn="ctr" rtl="0">
              <a:spcBef>
                <a:spcPts val="0"/>
              </a:spcBef>
              <a:spcAft>
                <a:spcPts val="0"/>
              </a:spcAft>
              <a:buClr>
                <a:srgbClr val="FF00A3"/>
              </a:buClr>
              <a:buSzPts val="2800"/>
              <a:buNone/>
              <a:defRPr>
                <a:solidFill>
                  <a:srgbClr val="FF00A3"/>
                </a:solidFill>
              </a:defRPr>
            </a:lvl8pPr>
            <a:lvl9pPr lvl="8" algn="ctr" rtl="0">
              <a:spcBef>
                <a:spcPts val="0"/>
              </a:spcBef>
              <a:spcAft>
                <a:spcPts val="0"/>
              </a:spcAft>
              <a:buClr>
                <a:srgbClr val="FF00A3"/>
              </a:buClr>
              <a:buSzPts val="2800"/>
              <a:buNone/>
              <a:defRPr>
                <a:solidFill>
                  <a:srgbClr val="FF00A3"/>
                </a:solidFill>
              </a:defRPr>
            </a:lvl9pPr>
          </a:lstStyle>
          <a:p>
            <a:endParaRPr/>
          </a:p>
        </p:txBody>
      </p:sp>
      <p:sp>
        <p:nvSpPr>
          <p:cNvPr id="480" name="Google Shape;480;p22"/>
          <p:cNvSpPr/>
          <p:nvPr/>
        </p:nvSpPr>
        <p:spPr>
          <a:xfrm flipH="1">
            <a:off x="863053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2"/>
          <p:cNvSpPr/>
          <p:nvPr/>
        </p:nvSpPr>
        <p:spPr>
          <a:xfrm>
            <a:off x="93041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2"/>
          <p:cNvSpPr/>
          <p:nvPr/>
        </p:nvSpPr>
        <p:spPr>
          <a:xfrm>
            <a:off x="8846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2"/>
          <p:cNvSpPr/>
          <p:nvPr/>
        </p:nvSpPr>
        <p:spPr>
          <a:xfrm>
            <a:off x="85421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2"/>
          <p:cNvSpPr/>
          <p:nvPr/>
        </p:nvSpPr>
        <p:spPr>
          <a:xfrm rot="10800000" flipH="1">
            <a:off x="87707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2"/>
          <p:cNvSpPr/>
          <p:nvPr/>
        </p:nvSpPr>
        <p:spPr>
          <a:xfrm rot="10800000" flipH="1">
            <a:off x="86183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2"/>
          <p:cNvSpPr/>
          <p:nvPr/>
        </p:nvSpPr>
        <p:spPr>
          <a:xfrm>
            <a:off x="9151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2"/>
          <p:cNvSpPr/>
          <p:nvPr/>
        </p:nvSpPr>
        <p:spPr>
          <a:xfrm>
            <a:off x="8846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2"/>
          <p:cNvSpPr/>
          <p:nvPr/>
        </p:nvSpPr>
        <p:spPr>
          <a:xfrm>
            <a:off x="8694500" y="2694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2"/>
          <p:cNvSpPr/>
          <p:nvPr/>
        </p:nvSpPr>
        <p:spPr>
          <a:xfrm>
            <a:off x="-36200" y="34309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2"/>
          <p:cNvSpPr/>
          <p:nvPr/>
        </p:nvSpPr>
        <p:spPr>
          <a:xfrm>
            <a:off x="124750" y="32842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2"/>
          <p:cNvSpPr/>
          <p:nvPr/>
        </p:nvSpPr>
        <p:spPr>
          <a:xfrm flipH="1">
            <a:off x="-601900" y="5361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2"/>
          <p:cNvSpPr/>
          <p:nvPr/>
        </p:nvSpPr>
        <p:spPr>
          <a:xfrm flipH="1">
            <a:off x="-297100" y="551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2"/>
          <p:cNvSpPr/>
          <p:nvPr/>
        </p:nvSpPr>
        <p:spPr>
          <a:xfrm rot="10800000">
            <a:off x="-373300" y="4980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2"/>
          <p:cNvSpPr/>
          <p:nvPr/>
        </p:nvSpPr>
        <p:spPr>
          <a:xfrm rot="10800000">
            <a:off x="-68500" y="4828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2"/>
          <p:cNvSpPr/>
          <p:nvPr/>
        </p:nvSpPr>
        <p:spPr>
          <a:xfrm rot="10800000">
            <a:off x="160100" y="4371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2"/>
          <p:cNvSpPr/>
          <p:nvPr/>
        </p:nvSpPr>
        <p:spPr>
          <a:xfrm flipH="1">
            <a:off x="-906700" y="3456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2"/>
          <p:cNvSpPr/>
          <p:nvPr/>
        </p:nvSpPr>
        <p:spPr>
          <a:xfrm flipH="1">
            <a:off x="-6019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2"/>
          <p:cNvSpPr/>
          <p:nvPr/>
        </p:nvSpPr>
        <p:spPr>
          <a:xfrm flipH="1">
            <a:off x="-144700" y="4066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499"/>
        <p:cNvGrpSpPr/>
        <p:nvPr/>
      </p:nvGrpSpPr>
      <p:grpSpPr>
        <a:xfrm>
          <a:off x="0" y="0"/>
          <a:ext cx="0" cy="0"/>
          <a:chOff x="0" y="0"/>
          <a:chExt cx="0" cy="0"/>
        </a:xfrm>
      </p:grpSpPr>
      <p:sp>
        <p:nvSpPr>
          <p:cNvPr id="500" name="Google Shape;500;p23"/>
          <p:cNvSpPr/>
          <p:nvPr/>
        </p:nvSpPr>
        <p:spPr>
          <a:xfrm flipH="1">
            <a:off x="432051" y="110675"/>
            <a:ext cx="8521650" cy="4988011"/>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3"/>
          <p:cNvSpPr/>
          <p:nvPr/>
        </p:nvSpPr>
        <p:spPr>
          <a:xfrm flipH="1">
            <a:off x="570526" y="191700"/>
            <a:ext cx="8231875" cy="4818496"/>
          </a:xfrm>
          <a:custGeom>
            <a:avLst/>
            <a:gdLst/>
            <a:ahLst/>
            <a:cxnLst/>
            <a:rect l="l" t="t" r="r" b="b"/>
            <a:pathLst>
              <a:path w="77119" h="63370" extrusionOk="0">
                <a:moveTo>
                  <a:pt x="58572" y="1"/>
                </a:moveTo>
                <a:cubicBezTo>
                  <a:pt x="57567" y="1"/>
                  <a:pt x="56603" y="36"/>
                  <a:pt x="55707" y="87"/>
                </a:cubicBezTo>
                <a:cubicBezTo>
                  <a:pt x="34484" y="1326"/>
                  <a:pt x="17164" y="6608"/>
                  <a:pt x="17164" y="6608"/>
                </a:cubicBezTo>
                <a:cubicBezTo>
                  <a:pt x="9076" y="9351"/>
                  <a:pt x="1" y="13269"/>
                  <a:pt x="706" y="20981"/>
                </a:cubicBezTo>
                <a:cubicBezTo>
                  <a:pt x="1364" y="28693"/>
                  <a:pt x="3778" y="49979"/>
                  <a:pt x="7900" y="56123"/>
                </a:cubicBezTo>
                <a:cubicBezTo>
                  <a:pt x="12007" y="62330"/>
                  <a:pt x="16647" y="61938"/>
                  <a:pt x="20769" y="62455"/>
                </a:cubicBezTo>
                <a:cubicBezTo>
                  <a:pt x="22910" y="62725"/>
                  <a:pt x="31906" y="63370"/>
                  <a:pt x="41044" y="63370"/>
                </a:cubicBezTo>
                <a:cubicBezTo>
                  <a:pt x="49435" y="63370"/>
                  <a:pt x="57945" y="62826"/>
                  <a:pt x="61381" y="60951"/>
                </a:cubicBezTo>
                <a:cubicBezTo>
                  <a:pt x="68576" y="56969"/>
                  <a:pt x="77118" y="29602"/>
                  <a:pt x="76930" y="15041"/>
                </a:cubicBezTo>
                <a:cubicBezTo>
                  <a:pt x="76819" y="2130"/>
                  <a:pt x="66432" y="1"/>
                  <a:pt x="58572" y="1"/>
                </a:cubicBezTo>
                <a:close/>
              </a:path>
            </a:pathLst>
          </a:custGeom>
          <a:solidFill>
            <a:srgbClr val="453A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3"/>
          <p:cNvSpPr txBox="1">
            <a:spLocks noGrp="1"/>
          </p:cNvSpPr>
          <p:nvPr>
            <p:ph type="title"/>
          </p:nvPr>
        </p:nvSpPr>
        <p:spPr>
          <a:xfrm>
            <a:off x="2702550" y="1141432"/>
            <a:ext cx="37389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5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03" name="Google Shape;503;p23"/>
          <p:cNvSpPr txBox="1">
            <a:spLocks noGrp="1"/>
          </p:cNvSpPr>
          <p:nvPr>
            <p:ph type="subTitle" idx="1"/>
          </p:nvPr>
        </p:nvSpPr>
        <p:spPr>
          <a:xfrm>
            <a:off x="2784150" y="1954649"/>
            <a:ext cx="3575700" cy="914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Font typeface="Catamaran"/>
              <a:buNone/>
              <a:defRPr sz="16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04" name="Google Shape;504;p23"/>
          <p:cNvSpPr txBox="1"/>
          <p:nvPr/>
        </p:nvSpPr>
        <p:spPr>
          <a:xfrm>
            <a:off x="2658900" y="3732200"/>
            <a:ext cx="3826200" cy="667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Clr>
                <a:schemeClr val="dk1"/>
              </a:buClr>
              <a:buSzPts val="1100"/>
              <a:buFont typeface="Arial"/>
              <a:buNone/>
            </a:pPr>
            <a:r>
              <a:rPr lang="en" sz="1000">
                <a:solidFill>
                  <a:schemeClr val="lt1"/>
                </a:solidFill>
                <a:latin typeface="Spartan"/>
                <a:ea typeface="Spartan"/>
                <a:cs typeface="Spartan"/>
                <a:sym typeface="Spartan"/>
              </a:rPr>
              <a:t>CREDITS</a:t>
            </a:r>
            <a:r>
              <a:rPr lang="en" sz="1000" b="1">
                <a:solidFill>
                  <a:schemeClr val="lt1"/>
                </a:solidFill>
                <a:latin typeface="Spartan"/>
                <a:ea typeface="Spartan"/>
                <a:cs typeface="Spartan"/>
                <a:sym typeface="Spartan"/>
              </a:rPr>
              <a:t>: </a:t>
            </a:r>
            <a:r>
              <a:rPr lang="en" sz="1000">
                <a:solidFill>
                  <a:schemeClr val="lt1"/>
                </a:solidFill>
                <a:latin typeface="Spartan"/>
                <a:ea typeface="Spartan"/>
                <a:cs typeface="Spartan"/>
                <a:sym typeface="Spartan"/>
              </a:rPr>
              <a:t>This presentation template was created by </a:t>
            </a:r>
            <a:r>
              <a:rPr lang="en" sz="1000" b="1">
                <a:solidFill>
                  <a:schemeClr val="lt1"/>
                </a:solidFill>
                <a:uFill>
                  <a:noFill/>
                </a:uFill>
                <a:latin typeface="Spartan"/>
                <a:ea typeface="Spartan"/>
                <a:cs typeface="Spartan"/>
                <a:sym typeface="Spartan"/>
                <a:hlinkClick r:id="rId2">
                  <a:extLst>
                    <a:ext uri="{A12FA001-AC4F-418D-AE19-62706E023703}">
                      <ahyp:hlinkClr xmlns:ahyp="http://schemas.microsoft.com/office/drawing/2018/hyperlinkcolor" val="tx"/>
                    </a:ext>
                  </a:extLst>
                </a:hlinkClick>
              </a:rPr>
              <a:t>Slidesgo</a:t>
            </a:r>
            <a:r>
              <a:rPr lang="en" sz="1000">
                <a:solidFill>
                  <a:schemeClr val="lt1"/>
                </a:solidFill>
                <a:latin typeface="Spartan"/>
                <a:ea typeface="Spartan"/>
                <a:cs typeface="Spartan"/>
                <a:sym typeface="Spartan"/>
              </a:rPr>
              <a:t>, including icons by </a:t>
            </a:r>
            <a:r>
              <a:rPr lang="en" sz="1000" b="1">
                <a:solidFill>
                  <a:schemeClr val="lt1"/>
                </a:solidFill>
                <a:uFill>
                  <a:noFill/>
                </a:uFill>
                <a:latin typeface="Spartan"/>
                <a:ea typeface="Spartan"/>
                <a:cs typeface="Spartan"/>
                <a:sym typeface="Spartan"/>
                <a:hlinkClick r:id="rId3">
                  <a:extLst>
                    <a:ext uri="{A12FA001-AC4F-418D-AE19-62706E023703}">
                      <ahyp:hlinkClr xmlns:ahyp="http://schemas.microsoft.com/office/drawing/2018/hyperlinkcolor" val="tx"/>
                    </a:ext>
                  </a:extLst>
                </a:hlinkClick>
              </a:rPr>
              <a:t>Flaticon</a:t>
            </a:r>
            <a:r>
              <a:rPr lang="en" sz="1000">
                <a:solidFill>
                  <a:schemeClr val="lt1"/>
                </a:solidFill>
                <a:latin typeface="Spartan"/>
                <a:ea typeface="Spartan"/>
                <a:cs typeface="Spartan"/>
                <a:sym typeface="Spartan"/>
              </a:rPr>
              <a:t>, infographics &amp; images by </a:t>
            </a:r>
            <a:r>
              <a:rPr lang="en" sz="1000" b="1">
                <a:solidFill>
                  <a:schemeClr val="lt1"/>
                </a:solidFill>
                <a:uFill>
                  <a:noFill/>
                </a:uFill>
                <a:latin typeface="Spartan"/>
                <a:ea typeface="Spartan"/>
                <a:cs typeface="Spartan"/>
                <a:sym typeface="Spartan"/>
                <a:hlinkClick r:id="rId4">
                  <a:extLst>
                    <a:ext uri="{A12FA001-AC4F-418D-AE19-62706E023703}">
                      <ahyp:hlinkClr xmlns:ahyp="http://schemas.microsoft.com/office/drawing/2018/hyperlinkcolor" val="tx"/>
                    </a:ext>
                  </a:extLst>
                </a:hlinkClick>
              </a:rPr>
              <a:t>Freepik</a:t>
            </a:r>
            <a:r>
              <a:rPr lang="en" sz="1000">
                <a:solidFill>
                  <a:schemeClr val="lt1"/>
                </a:solidFill>
                <a:latin typeface="Spartan"/>
                <a:ea typeface="Spartan"/>
                <a:cs typeface="Spartan"/>
                <a:sym typeface="Spartan"/>
              </a:rPr>
              <a:t> and illustrations by </a:t>
            </a:r>
            <a:r>
              <a:rPr lang="en" sz="1000" b="1">
                <a:solidFill>
                  <a:schemeClr val="lt1"/>
                </a:solidFill>
                <a:uFill>
                  <a:noFill/>
                </a:uFill>
                <a:latin typeface="Spartan"/>
                <a:ea typeface="Spartan"/>
                <a:cs typeface="Spartan"/>
                <a:sym typeface="Spartan"/>
                <a:hlinkClick r:id="rId5">
                  <a:extLst>
                    <a:ext uri="{A12FA001-AC4F-418D-AE19-62706E023703}">
                      <ahyp:hlinkClr xmlns:ahyp="http://schemas.microsoft.com/office/drawing/2018/hyperlinkcolor" val="tx"/>
                    </a:ext>
                  </a:extLst>
                </a:hlinkClick>
              </a:rPr>
              <a:t>Stories</a:t>
            </a:r>
            <a:endParaRPr sz="1000">
              <a:solidFill>
                <a:schemeClr val="lt2"/>
              </a:solidFill>
              <a:latin typeface="Spartan"/>
              <a:ea typeface="Spartan"/>
              <a:cs typeface="Spartan"/>
              <a:sym typeface="Spartan"/>
            </a:endParaRPr>
          </a:p>
          <a:p>
            <a:pPr marL="0" lvl="0" indent="0" algn="ctr" rtl="0">
              <a:lnSpc>
                <a:spcPct val="115000"/>
              </a:lnSpc>
              <a:spcBef>
                <a:spcPts val="300"/>
              </a:spcBef>
              <a:spcAft>
                <a:spcPts val="0"/>
              </a:spcAft>
              <a:buNone/>
            </a:pPr>
            <a:endParaRPr sz="1200">
              <a:solidFill>
                <a:schemeClr val="accent3"/>
              </a:solidFill>
              <a:latin typeface="Catamaran"/>
              <a:ea typeface="Catamaran"/>
              <a:cs typeface="Catamaran"/>
              <a:sym typeface="Catamaran"/>
            </a:endParaRPr>
          </a:p>
          <a:p>
            <a:pPr marL="0" lvl="0" indent="0" algn="ctr" rtl="0">
              <a:spcBef>
                <a:spcPts val="0"/>
              </a:spcBef>
              <a:spcAft>
                <a:spcPts val="0"/>
              </a:spcAft>
              <a:buNone/>
            </a:pPr>
            <a:endParaRPr sz="1200">
              <a:solidFill>
                <a:schemeClr val="accent3"/>
              </a:solidFill>
              <a:latin typeface="Catamaran"/>
              <a:ea typeface="Catamaran"/>
              <a:cs typeface="Catamaran"/>
              <a:sym typeface="Catamaran"/>
            </a:endParaRPr>
          </a:p>
        </p:txBody>
      </p:sp>
      <p:sp>
        <p:nvSpPr>
          <p:cNvPr id="505" name="Google Shape;505;p23"/>
          <p:cNvSpPr/>
          <p:nvPr/>
        </p:nvSpPr>
        <p:spPr>
          <a:xfrm flipH="1">
            <a:off x="387981" y="3795932"/>
            <a:ext cx="363445" cy="363462"/>
          </a:xfrm>
          <a:custGeom>
            <a:avLst/>
            <a:gdLst/>
            <a:ahLst/>
            <a:cxnLst/>
            <a:rect l="l" t="t" r="r" b="b"/>
            <a:pathLst>
              <a:path w="6662" h="6662" extrusionOk="0">
                <a:moveTo>
                  <a:pt x="3323" y="0"/>
                </a:moveTo>
                <a:cubicBezTo>
                  <a:pt x="1505" y="0"/>
                  <a:pt x="0" y="1442"/>
                  <a:pt x="0" y="3339"/>
                </a:cubicBezTo>
                <a:cubicBezTo>
                  <a:pt x="0" y="5157"/>
                  <a:pt x="1505" y="6662"/>
                  <a:pt x="3323" y="6662"/>
                </a:cubicBezTo>
                <a:cubicBezTo>
                  <a:pt x="5157" y="6662"/>
                  <a:pt x="6662" y="5157"/>
                  <a:pt x="6662" y="3339"/>
                </a:cubicBezTo>
                <a:cubicBezTo>
                  <a:pt x="6662" y="1442"/>
                  <a:pt x="5157" y="0"/>
                  <a:pt x="3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3"/>
          <p:cNvSpPr/>
          <p:nvPr/>
        </p:nvSpPr>
        <p:spPr>
          <a:xfrm flipH="1">
            <a:off x="706031" y="4314723"/>
            <a:ext cx="613320" cy="607682"/>
          </a:xfrm>
          <a:custGeom>
            <a:avLst/>
            <a:gdLst/>
            <a:ahLst/>
            <a:cxnLst/>
            <a:rect l="l" t="t" r="r" b="b"/>
            <a:pathLst>
              <a:path w="6725" h="6663" extrusionOk="0">
                <a:moveTo>
                  <a:pt x="3339" y="1"/>
                </a:moveTo>
                <a:cubicBezTo>
                  <a:pt x="1505" y="1"/>
                  <a:pt x="0" y="1505"/>
                  <a:pt x="0" y="3339"/>
                </a:cubicBezTo>
                <a:cubicBezTo>
                  <a:pt x="0" y="5157"/>
                  <a:pt x="1505" y="6662"/>
                  <a:pt x="3339" y="6662"/>
                </a:cubicBezTo>
                <a:cubicBezTo>
                  <a:pt x="5220" y="6662"/>
                  <a:pt x="6724" y="5157"/>
                  <a:pt x="6724" y="3339"/>
                </a:cubicBezTo>
                <a:cubicBezTo>
                  <a:pt x="6724" y="1505"/>
                  <a:pt x="5220" y="1"/>
                  <a:pt x="3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3"/>
          <p:cNvSpPr/>
          <p:nvPr/>
        </p:nvSpPr>
        <p:spPr>
          <a:xfrm flipH="1">
            <a:off x="8320626" y="4405504"/>
            <a:ext cx="556982" cy="73984"/>
          </a:xfrm>
          <a:custGeom>
            <a:avLst/>
            <a:gdLst/>
            <a:ahLst/>
            <a:cxnLst/>
            <a:rect l="l" t="t" r="r" b="b"/>
            <a:pathLst>
              <a:path w="13857" h="973" extrusionOk="0">
                <a:moveTo>
                  <a:pt x="534" y="0"/>
                </a:moveTo>
                <a:cubicBezTo>
                  <a:pt x="204" y="0"/>
                  <a:pt x="1" y="188"/>
                  <a:pt x="1" y="518"/>
                </a:cubicBezTo>
                <a:cubicBezTo>
                  <a:pt x="1" y="784"/>
                  <a:pt x="204" y="972"/>
                  <a:pt x="534" y="972"/>
                </a:cubicBezTo>
                <a:lnTo>
                  <a:pt x="13324" y="972"/>
                </a:lnTo>
                <a:cubicBezTo>
                  <a:pt x="13653" y="972"/>
                  <a:pt x="13857" y="784"/>
                  <a:pt x="13857" y="518"/>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3"/>
          <p:cNvSpPr/>
          <p:nvPr/>
        </p:nvSpPr>
        <p:spPr>
          <a:xfrm flipH="1">
            <a:off x="8320626" y="4534252"/>
            <a:ext cx="556982" cy="79915"/>
          </a:xfrm>
          <a:custGeom>
            <a:avLst/>
            <a:gdLst/>
            <a:ahLst/>
            <a:cxnLst/>
            <a:rect l="l" t="t" r="r" b="b"/>
            <a:pathLst>
              <a:path w="13857" h="1051" extrusionOk="0">
                <a:moveTo>
                  <a:pt x="534" y="0"/>
                </a:moveTo>
                <a:cubicBezTo>
                  <a:pt x="204" y="0"/>
                  <a:pt x="1" y="188"/>
                  <a:pt x="1" y="517"/>
                </a:cubicBezTo>
                <a:cubicBezTo>
                  <a:pt x="1" y="784"/>
                  <a:pt x="204" y="1050"/>
                  <a:pt x="534" y="1050"/>
                </a:cubicBezTo>
                <a:lnTo>
                  <a:pt x="13324" y="1050"/>
                </a:lnTo>
                <a:cubicBezTo>
                  <a:pt x="13653" y="1050"/>
                  <a:pt x="13857" y="784"/>
                  <a:pt x="13857" y="517"/>
                </a:cubicBezTo>
                <a:cubicBezTo>
                  <a:pt x="13857" y="188"/>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3"/>
          <p:cNvSpPr/>
          <p:nvPr/>
        </p:nvSpPr>
        <p:spPr>
          <a:xfrm flipH="1">
            <a:off x="8320626" y="4662999"/>
            <a:ext cx="556982" cy="79915"/>
          </a:xfrm>
          <a:custGeom>
            <a:avLst/>
            <a:gdLst/>
            <a:ahLst/>
            <a:cxnLst/>
            <a:rect l="l" t="t" r="r" b="b"/>
            <a:pathLst>
              <a:path w="13857" h="1051" extrusionOk="0">
                <a:moveTo>
                  <a:pt x="534" y="0"/>
                </a:moveTo>
                <a:cubicBezTo>
                  <a:pt x="204" y="0"/>
                  <a:pt x="1" y="266"/>
                  <a:pt x="1" y="533"/>
                </a:cubicBezTo>
                <a:cubicBezTo>
                  <a:pt x="1" y="784"/>
                  <a:pt x="204" y="1050"/>
                  <a:pt x="534" y="1050"/>
                </a:cubicBezTo>
                <a:lnTo>
                  <a:pt x="13324" y="1050"/>
                </a:lnTo>
                <a:cubicBezTo>
                  <a:pt x="13653" y="1050"/>
                  <a:pt x="13857" y="784"/>
                  <a:pt x="13857" y="533"/>
                </a:cubicBezTo>
                <a:cubicBezTo>
                  <a:pt x="13857" y="266"/>
                  <a:pt x="13653" y="0"/>
                  <a:pt x="13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3"/>
          <p:cNvSpPr/>
          <p:nvPr/>
        </p:nvSpPr>
        <p:spPr>
          <a:xfrm flipH="1">
            <a:off x="8320626" y="4792888"/>
            <a:ext cx="556982" cy="78775"/>
          </a:xfrm>
          <a:custGeom>
            <a:avLst/>
            <a:gdLst/>
            <a:ahLst/>
            <a:cxnLst/>
            <a:rect l="l" t="t" r="r" b="b"/>
            <a:pathLst>
              <a:path w="13857" h="1036" extrusionOk="0">
                <a:moveTo>
                  <a:pt x="534" y="1"/>
                </a:moveTo>
                <a:cubicBezTo>
                  <a:pt x="204" y="1"/>
                  <a:pt x="1" y="251"/>
                  <a:pt x="1" y="518"/>
                </a:cubicBezTo>
                <a:cubicBezTo>
                  <a:pt x="1" y="847"/>
                  <a:pt x="204" y="1035"/>
                  <a:pt x="534" y="1035"/>
                </a:cubicBezTo>
                <a:lnTo>
                  <a:pt x="13324" y="1035"/>
                </a:lnTo>
                <a:cubicBezTo>
                  <a:pt x="13653" y="1035"/>
                  <a:pt x="13857" y="847"/>
                  <a:pt x="13857" y="518"/>
                </a:cubicBezTo>
                <a:cubicBezTo>
                  <a:pt x="13857" y="251"/>
                  <a:pt x="13653" y="1"/>
                  <a:pt x="13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511"/>
        <p:cNvGrpSpPr/>
        <p:nvPr/>
      </p:nvGrpSpPr>
      <p:grpSpPr>
        <a:xfrm>
          <a:off x="0" y="0"/>
          <a:ext cx="0" cy="0"/>
          <a:chOff x="0" y="0"/>
          <a:chExt cx="0" cy="0"/>
        </a:xfrm>
      </p:grpSpPr>
      <p:grpSp>
        <p:nvGrpSpPr>
          <p:cNvPr id="512" name="Google Shape;512;p24"/>
          <p:cNvGrpSpPr/>
          <p:nvPr/>
        </p:nvGrpSpPr>
        <p:grpSpPr>
          <a:xfrm>
            <a:off x="-525700" y="2237425"/>
            <a:ext cx="1847225" cy="2666775"/>
            <a:chOff x="-525700" y="2237425"/>
            <a:chExt cx="1847225" cy="2666775"/>
          </a:xfrm>
        </p:grpSpPr>
        <p:sp>
          <p:nvSpPr>
            <p:cNvPr id="513" name="Google Shape;513;p24"/>
            <p:cNvSpPr/>
            <p:nvPr/>
          </p:nvSpPr>
          <p:spPr>
            <a:xfrm>
              <a:off x="6866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4"/>
            <p:cNvSpPr/>
            <p:nvPr/>
          </p:nvSpPr>
          <p:spPr>
            <a:xfrm flipH="1">
              <a:off x="77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4"/>
            <p:cNvSpPr/>
            <p:nvPr/>
          </p:nvSpPr>
          <p:spPr>
            <a:xfrm flipH="1">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4"/>
            <p:cNvSpPr/>
            <p:nvPr/>
          </p:nvSpPr>
          <p:spPr>
            <a:xfrm flipH="1">
              <a:off x="464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4"/>
            <p:cNvSpPr/>
            <p:nvPr/>
          </p:nvSpPr>
          <p:spPr>
            <a:xfrm flipH="1">
              <a:off x="769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4"/>
            <p:cNvSpPr/>
            <p:nvPr/>
          </p:nvSpPr>
          <p:spPr>
            <a:xfrm rot="10800000">
              <a:off x="5411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4"/>
            <p:cNvSpPr/>
            <p:nvPr/>
          </p:nvSpPr>
          <p:spPr>
            <a:xfrm rot="10800000">
              <a:off x="693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4"/>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4"/>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4"/>
            <p:cNvSpPr/>
            <p:nvPr/>
          </p:nvSpPr>
          <p:spPr>
            <a:xfrm flipH="1">
              <a:off x="160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 name="Google Shape;523;p24"/>
          <p:cNvGrpSpPr/>
          <p:nvPr/>
        </p:nvGrpSpPr>
        <p:grpSpPr>
          <a:xfrm flipH="1">
            <a:off x="7818200" y="2237425"/>
            <a:ext cx="1847225" cy="2666775"/>
            <a:chOff x="-525700" y="2237425"/>
            <a:chExt cx="1847225" cy="2666775"/>
          </a:xfrm>
        </p:grpSpPr>
        <p:sp>
          <p:nvSpPr>
            <p:cNvPr id="524" name="Google Shape;524;p24"/>
            <p:cNvSpPr/>
            <p:nvPr/>
          </p:nvSpPr>
          <p:spPr>
            <a:xfrm>
              <a:off x="6866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4"/>
            <p:cNvSpPr/>
            <p:nvPr/>
          </p:nvSpPr>
          <p:spPr>
            <a:xfrm flipH="1">
              <a:off x="77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4"/>
            <p:cNvSpPr/>
            <p:nvPr/>
          </p:nvSpPr>
          <p:spPr>
            <a:xfrm flipH="1">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4"/>
            <p:cNvSpPr/>
            <p:nvPr/>
          </p:nvSpPr>
          <p:spPr>
            <a:xfrm flipH="1">
              <a:off x="464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4"/>
            <p:cNvSpPr/>
            <p:nvPr/>
          </p:nvSpPr>
          <p:spPr>
            <a:xfrm flipH="1">
              <a:off x="769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4"/>
            <p:cNvSpPr/>
            <p:nvPr/>
          </p:nvSpPr>
          <p:spPr>
            <a:xfrm rot="10800000">
              <a:off x="5411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4"/>
            <p:cNvSpPr/>
            <p:nvPr/>
          </p:nvSpPr>
          <p:spPr>
            <a:xfrm rot="10800000">
              <a:off x="693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4"/>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4"/>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4"/>
            <p:cNvSpPr/>
            <p:nvPr/>
          </p:nvSpPr>
          <p:spPr>
            <a:xfrm flipH="1">
              <a:off x="160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534"/>
        <p:cNvGrpSpPr/>
        <p:nvPr/>
      </p:nvGrpSpPr>
      <p:grpSpPr>
        <a:xfrm>
          <a:off x="0" y="0"/>
          <a:ext cx="0" cy="0"/>
          <a:chOff x="0" y="0"/>
          <a:chExt cx="0" cy="0"/>
        </a:xfrm>
      </p:grpSpPr>
      <p:grpSp>
        <p:nvGrpSpPr>
          <p:cNvPr id="535" name="Google Shape;535;p25"/>
          <p:cNvGrpSpPr/>
          <p:nvPr/>
        </p:nvGrpSpPr>
        <p:grpSpPr>
          <a:xfrm rot="10800000" flipH="1">
            <a:off x="-525700" y="103825"/>
            <a:ext cx="1847225" cy="2666775"/>
            <a:chOff x="-525700" y="2237425"/>
            <a:chExt cx="1847225" cy="2666775"/>
          </a:xfrm>
        </p:grpSpPr>
        <p:sp>
          <p:nvSpPr>
            <p:cNvPr id="536" name="Google Shape;536;p25"/>
            <p:cNvSpPr/>
            <p:nvPr/>
          </p:nvSpPr>
          <p:spPr>
            <a:xfrm>
              <a:off x="6866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5"/>
            <p:cNvSpPr/>
            <p:nvPr/>
          </p:nvSpPr>
          <p:spPr>
            <a:xfrm flipH="1">
              <a:off x="77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5"/>
            <p:cNvSpPr/>
            <p:nvPr/>
          </p:nvSpPr>
          <p:spPr>
            <a:xfrm flipH="1">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5"/>
            <p:cNvSpPr/>
            <p:nvPr/>
          </p:nvSpPr>
          <p:spPr>
            <a:xfrm flipH="1">
              <a:off x="464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5"/>
            <p:cNvSpPr/>
            <p:nvPr/>
          </p:nvSpPr>
          <p:spPr>
            <a:xfrm flipH="1">
              <a:off x="769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5"/>
            <p:cNvSpPr/>
            <p:nvPr/>
          </p:nvSpPr>
          <p:spPr>
            <a:xfrm rot="10800000">
              <a:off x="5411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5"/>
            <p:cNvSpPr/>
            <p:nvPr/>
          </p:nvSpPr>
          <p:spPr>
            <a:xfrm rot="10800000">
              <a:off x="693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5"/>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5"/>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5"/>
            <p:cNvSpPr/>
            <p:nvPr/>
          </p:nvSpPr>
          <p:spPr>
            <a:xfrm flipH="1">
              <a:off x="160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25"/>
          <p:cNvGrpSpPr/>
          <p:nvPr/>
        </p:nvGrpSpPr>
        <p:grpSpPr>
          <a:xfrm rot="10800000">
            <a:off x="7818200" y="103825"/>
            <a:ext cx="1847225" cy="2666775"/>
            <a:chOff x="-525700" y="2237425"/>
            <a:chExt cx="1847225" cy="2666775"/>
          </a:xfrm>
        </p:grpSpPr>
        <p:sp>
          <p:nvSpPr>
            <p:cNvPr id="547" name="Google Shape;547;p25"/>
            <p:cNvSpPr/>
            <p:nvPr/>
          </p:nvSpPr>
          <p:spPr>
            <a:xfrm>
              <a:off x="6866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5"/>
            <p:cNvSpPr/>
            <p:nvPr/>
          </p:nvSpPr>
          <p:spPr>
            <a:xfrm flipH="1">
              <a:off x="77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5"/>
            <p:cNvSpPr/>
            <p:nvPr/>
          </p:nvSpPr>
          <p:spPr>
            <a:xfrm flipH="1">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5"/>
            <p:cNvSpPr/>
            <p:nvPr/>
          </p:nvSpPr>
          <p:spPr>
            <a:xfrm flipH="1">
              <a:off x="4649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5"/>
            <p:cNvSpPr/>
            <p:nvPr/>
          </p:nvSpPr>
          <p:spPr>
            <a:xfrm flipH="1">
              <a:off x="769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5"/>
            <p:cNvSpPr/>
            <p:nvPr/>
          </p:nvSpPr>
          <p:spPr>
            <a:xfrm rot="10800000">
              <a:off x="5411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5"/>
            <p:cNvSpPr/>
            <p:nvPr/>
          </p:nvSpPr>
          <p:spPr>
            <a:xfrm rot="10800000">
              <a:off x="693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5"/>
            <p:cNvSpPr/>
            <p:nvPr/>
          </p:nvSpPr>
          <p:spPr>
            <a:xfrm flipH="1">
              <a:off x="-5257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5"/>
            <p:cNvSpPr/>
            <p:nvPr/>
          </p:nvSpPr>
          <p:spPr>
            <a:xfrm flipH="1">
              <a:off x="-2209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5"/>
            <p:cNvSpPr/>
            <p:nvPr/>
          </p:nvSpPr>
          <p:spPr>
            <a:xfrm flipH="1">
              <a:off x="160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557"/>
        <p:cNvGrpSpPr/>
        <p:nvPr/>
      </p:nvGrpSpPr>
      <p:grpSpPr>
        <a:xfrm>
          <a:off x="0" y="0"/>
          <a:ext cx="0" cy="0"/>
          <a:chOff x="0" y="0"/>
          <a:chExt cx="0" cy="0"/>
        </a:xfrm>
      </p:grpSpPr>
      <p:grpSp>
        <p:nvGrpSpPr>
          <p:cNvPr id="558" name="Google Shape;558;p26"/>
          <p:cNvGrpSpPr/>
          <p:nvPr/>
        </p:nvGrpSpPr>
        <p:grpSpPr>
          <a:xfrm>
            <a:off x="7932500" y="332425"/>
            <a:ext cx="1847225" cy="4571775"/>
            <a:chOff x="7932500" y="332425"/>
            <a:chExt cx="1847225" cy="4571775"/>
          </a:xfrm>
        </p:grpSpPr>
        <p:sp>
          <p:nvSpPr>
            <p:cNvPr id="559" name="Google Shape;559;p26"/>
            <p:cNvSpPr/>
            <p:nvPr/>
          </p:nvSpPr>
          <p:spPr>
            <a:xfrm>
              <a:off x="87638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 name="Google Shape;560;p26"/>
            <p:cNvGrpSpPr/>
            <p:nvPr/>
          </p:nvGrpSpPr>
          <p:grpSpPr>
            <a:xfrm>
              <a:off x="8237288" y="1138400"/>
              <a:ext cx="513300" cy="521400"/>
              <a:chOff x="274975" y="2811550"/>
              <a:chExt cx="513300" cy="521400"/>
            </a:xfrm>
          </p:grpSpPr>
          <p:sp>
            <p:nvSpPr>
              <p:cNvPr id="561" name="Google Shape;561;p26"/>
              <p:cNvSpPr/>
              <p:nvPr/>
            </p:nvSpPr>
            <p:spPr>
              <a:xfrm>
                <a:off x="274975" y="3127350"/>
                <a:ext cx="183300" cy="205600"/>
              </a:xfrm>
              <a:custGeom>
                <a:avLst/>
                <a:gdLst/>
                <a:ahLst/>
                <a:cxnLst/>
                <a:rect l="l" t="t" r="r" b="b"/>
                <a:pathLst>
                  <a:path w="7332" h="8224" extrusionOk="0">
                    <a:moveTo>
                      <a:pt x="4058" y="7763"/>
                    </a:moveTo>
                    <a:cubicBezTo>
                      <a:pt x="4058" y="7763"/>
                      <a:pt x="4058" y="7899"/>
                      <a:pt x="4166" y="7899"/>
                    </a:cubicBezTo>
                    <a:cubicBezTo>
                      <a:pt x="4302" y="7899"/>
                      <a:pt x="4518" y="8007"/>
                      <a:pt x="4734" y="8007"/>
                    </a:cubicBezTo>
                    <a:cubicBezTo>
                      <a:pt x="4518" y="7899"/>
                      <a:pt x="4302" y="7899"/>
                      <a:pt x="4058" y="7763"/>
                    </a:cubicBezTo>
                    <a:close/>
                    <a:moveTo>
                      <a:pt x="5194" y="0"/>
                    </a:moveTo>
                    <a:lnTo>
                      <a:pt x="5086" y="108"/>
                    </a:lnTo>
                    <a:cubicBezTo>
                      <a:pt x="3625" y="1569"/>
                      <a:pt x="2381" y="2813"/>
                      <a:pt x="1461" y="3706"/>
                    </a:cubicBezTo>
                    <a:lnTo>
                      <a:pt x="461" y="4734"/>
                    </a:lnTo>
                    <a:cubicBezTo>
                      <a:pt x="244" y="4842"/>
                      <a:pt x="109" y="4950"/>
                      <a:pt x="1" y="5194"/>
                    </a:cubicBezTo>
                    <a:cubicBezTo>
                      <a:pt x="244" y="5058"/>
                      <a:pt x="352" y="4950"/>
                      <a:pt x="461" y="4842"/>
                    </a:cubicBezTo>
                    <a:lnTo>
                      <a:pt x="1597" y="3841"/>
                    </a:lnTo>
                    <a:cubicBezTo>
                      <a:pt x="2463" y="2949"/>
                      <a:pt x="3659" y="1752"/>
                      <a:pt x="5064" y="446"/>
                    </a:cubicBezTo>
                    <a:lnTo>
                      <a:pt x="5064" y="446"/>
                    </a:lnTo>
                    <a:lnTo>
                      <a:pt x="5654" y="2029"/>
                    </a:lnTo>
                    <a:lnTo>
                      <a:pt x="6871" y="5410"/>
                    </a:lnTo>
                    <a:cubicBezTo>
                      <a:pt x="7007" y="5870"/>
                      <a:pt x="7115" y="6303"/>
                      <a:pt x="7223" y="6763"/>
                    </a:cubicBezTo>
                    <a:cubicBezTo>
                      <a:pt x="7115" y="7222"/>
                      <a:pt x="6871" y="7547"/>
                      <a:pt x="6547" y="7763"/>
                    </a:cubicBezTo>
                    <a:cubicBezTo>
                      <a:pt x="6288" y="7943"/>
                      <a:pt x="6043" y="8049"/>
                      <a:pt x="5792" y="8049"/>
                    </a:cubicBezTo>
                    <a:cubicBezTo>
                      <a:pt x="5702" y="8049"/>
                      <a:pt x="5611" y="8035"/>
                      <a:pt x="5519" y="8007"/>
                    </a:cubicBezTo>
                    <a:lnTo>
                      <a:pt x="4734" y="8007"/>
                    </a:lnTo>
                    <a:cubicBezTo>
                      <a:pt x="4978" y="8115"/>
                      <a:pt x="5194" y="8223"/>
                      <a:pt x="5519" y="8223"/>
                    </a:cubicBezTo>
                    <a:cubicBezTo>
                      <a:pt x="5870" y="8223"/>
                      <a:pt x="6330" y="8115"/>
                      <a:pt x="6655" y="7899"/>
                    </a:cubicBezTo>
                    <a:cubicBezTo>
                      <a:pt x="7007" y="7655"/>
                      <a:pt x="7331" y="7331"/>
                      <a:pt x="7331" y="6763"/>
                    </a:cubicBezTo>
                    <a:cubicBezTo>
                      <a:pt x="7331" y="6303"/>
                      <a:pt x="7223" y="5735"/>
                      <a:pt x="7007" y="5302"/>
                    </a:cubicBezTo>
                    <a:cubicBezTo>
                      <a:pt x="6655" y="4274"/>
                      <a:pt x="6330" y="3165"/>
                      <a:pt x="5870" y="2029"/>
                    </a:cubicBezTo>
                    <a:lnTo>
                      <a:pt x="5194" y="217"/>
                    </a:lnTo>
                    <a:lnTo>
                      <a:pt x="5194"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6"/>
              <p:cNvSpPr/>
              <p:nvPr/>
            </p:nvSpPr>
            <p:spPr>
              <a:xfrm>
                <a:off x="472450" y="3151475"/>
                <a:ext cx="84550" cy="111150"/>
              </a:xfrm>
              <a:custGeom>
                <a:avLst/>
                <a:gdLst/>
                <a:ahLst/>
                <a:cxnLst/>
                <a:rect l="l" t="t" r="r" b="b"/>
                <a:pathLst>
                  <a:path w="3382" h="4446" extrusionOk="0">
                    <a:moveTo>
                      <a:pt x="568" y="279"/>
                    </a:moveTo>
                    <a:cubicBezTo>
                      <a:pt x="460" y="279"/>
                      <a:pt x="460" y="388"/>
                      <a:pt x="325" y="496"/>
                    </a:cubicBezTo>
                    <a:lnTo>
                      <a:pt x="325" y="604"/>
                    </a:lnTo>
                    <a:cubicBezTo>
                      <a:pt x="460" y="496"/>
                      <a:pt x="460" y="388"/>
                      <a:pt x="568" y="279"/>
                    </a:cubicBezTo>
                    <a:close/>
                    <a:moveTo>
                      <a:pt x="1297" y="0"/>
                    </a:moveTo>
                    <a:cubicBezTo>
                      <a:pt x="1049" y="0"/>
                      <a:pt x="804" y="88"/>
                      <a:pt x="568" y="279"/>
                    </a:cubicBezTo>
                    <a:cubicBezTo>
                      <a:pt x="822" y="216"/>
                      <a:pt x="1049" y="143"/>
                      <a:pt x="1285" y="143"/>
                    </a:cubicBezTo>
                    <a:cubicBezTo>
                      <a:pt x="1451" y="143"/>
                      <a:pt x="1623" y="179"/>
                      <a:pt x="1812" y="279"/>
                    </a:cubicBezTo>
                    <a:cubicBezTo>
                      <a:pt x="2245" y="604"/>
                      <a:pt x="2705" y="1064"/>
                      <a:pt x="2813" y="1632"/>
                    </a:cubicBezTo>
                    <a:cubicBezTo>
                      <a:pt x="2921" y="1957"/>
                      <a:pt x="3030" y="2308"/>
                      <a:pt x="3030" y="2741"/>
                    </a:cubicBezTo>
                    <a:cubicBezTo>
                      <a:pt x="3165" y="3093"/>
                      <a:pt x="3030" y="3417"/>
                      <a:pt x="2813" y="3769"/>
                    </a:cubicBezTo>
                    <a:cubicBezTo>
                      <a:pt x="2705" y="4093"/>
                      <a:pt x="2245" y="4229"/>
                      <a:pt x="1921" y="4229"/>
                    </a:cubicBezTo>
                    <a:cubicBezTo>
                      <a:pt x="1569" y="4229"/>
                      <a:pt x="1244" y="4093"/>
                      <a:pt x="1001" y="3877"/>
                    </a:cubicBezTo>
                    <a:cubicBezTo>
                      <a:pt x="460" y="3552"/>
                      <a:pt x="217" y="2984"/>
                      <a:pt x="108" y="2308"/>
                    </a:cubicBezTo>
                    <a:cubicBezTo>
                      <a:pt x="108" y="1957"/>
                      <a:pt x="0" y="1524"/>
                      <a:pt x="108" y="1064"/>
                    </a:cubicBezTo>
                    <a:lnTo>
                      <a:pt x="108" y="604"/>
                    </a:lnTo>
                    <a:cubicBezTo>
                      <a:pt x="0" y="848"/>
                      <a:pt x="0" y="956"/>
                      <a:pt x="0" y="1064"/>
                    </a:cubicBezTo>
                    <a:lnTo>
                      <a:pt x="0" y="2416"/>
                    </a:lnTo>
                    <a:cubicBezTo>
                      <a:pt x="0" y="2633"/>
                      <a:pt x="108" y="2984"/>
                      <a:pt x="217" y="3201"/>
                    </a:cubicBezTo>
                    <a:cubicBezTo>
                      <a:pt x="325" y="3552"/>
                      <a:pt x="568" y="3877"/>
                      <a:pt x="893" y="4093"/>
                    </a:cubicBezTo>
                    <a:cubicBezTo>
                      <a:pt x="1136" y="4337"/>
                      <a:pt x="1569" y="4445"/>
                      <a:pt x="1921" y="4445"/>
                    </a:cubicBezTo>
                    <a:cubicBezTo>
                      <a:pt x="2353" y="4445"/>
                      <a:pt x="2813" y="4229"/>
                      <a:pt x="3030" y="3877"/>
                    </a:cubicBezTo>
                    <a:cubicBezTo>
                      <a:pt x="3273" y="3552"/>
                      <a:pt x="3381" y="3093"/>
                      <a:pt x="3381" y="2633"/>
                    </a:cubicBezTo>
                    <a:cubicBezTo>
                      <a:pt x="3273" y="2308"/>
                      <a:pt x="3165" y="1957"/>
                      <a:pt x="3030" y="1632"/>
                    </a:cubicBezTo>
                    <a:cubicBezTo>
                      <a:pt x="2921" y="956"/>
                      <a:pt x="2489" y="388"/>
                      <a:pt x="1921" y="171"/>
                    </a:cubicBezTo>
                    <a:cubicBezTo>
                      <a:pt x="1712" y="61"/>
                      <a:pt x="1503" y="0"/>
                      <a:pt x="129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6"/>
              <p:cNvSpPr/>
              <p:nvPr/>
            </p:nvSpPr>
            <p:spPr>
              <a:xfrm>
                <a:off x="540075" y="3054300"/>
                <a:ext cx="163650" cy="216425"/>
              </a:xfrm>
              <a:custGeom>
                <a:avLst/>
                <a:gdLst/>
                <a:ahLst/>
                <a:cxnLst/>
                <a:rect l="l" t="t" r="r" b="b"/>
                <a:pathLst>
                  <a:path w="6546" h="8657" extrusionOk="0">
                    <a:moveTo>
                      <a:pt x="0" y="1"/>
                    </a:moveTo>
                    <a:cubicBezTo>
                      <a:pt x="0" y="217"/>
                      <a:pt x="108" y="434"/>
                      <a:pt x="108" y="542"/>
                    </a:cubicBezTo>
                    <a:cubicBezTo>
                      <a:pt x="216" y="1002"/>
                      <a:pt x="460" y="1570"/>
                      <a:pt x="676" y="2246"/>
                    </a:cubicBezTo>
                    <a:cubicBezTo>
                      <a:pt x="1244" y="3707"/>
                      <a:pt x="1921" y="5627"/>
                      <a:pt x="2921" y="7872"/>
                    </a:cubicBezTo>
                    <a:lnTo>
                      <a:pt x="3273" y="8657"/>
                    </a:lnTo>
                    <a:lnTo>
                      <a:pt x="3165" y="7764"/>
                    </a:lnTo>
                    <a:cubicBezTo>
                      <a:pt x="3141" y="7714"/>
                      <a:pt x="3116" y="7663"/>
                      <a:pt x="3092" y="7613"/>
                    </a:cubicBezTo>
                    <a:lnTo>
                      <a:pt x="3092" y="7613"/>
                    </a:lnTo>
                    <a:cubicBezTo>
                      <a:pt x="3030" y="7434"/>
                      <a:pt x="3030" y="7231"/>
                      <a:pt x="3030" y="6980"/>
                    </a:cubicBezTo>
                    <a:cubicBezTo>
                      <a:pt x="2927" y="5696"/>
                      <a:pt x="3141" y="4412"/>
                      <a:pt x="3626" y="3221"/>
                    </a:cubicBezTo>
                    <a:lnTo>
                      <a:pt x="3626" y="3221"/>
                    </a:lnTo>
                    <a:cubicBezTo>
                      <a:pt x="4451" y="4377"/>
                      <a:pt x="5088" y="5317"/>
                      <a:pt x="5626" y="6087"/>
                    </a:cubicBezTo>
                    <a:lnTo>
                      <a:pt x="6194" y="6871"/>
                    </a:lnTo>
                    <a:cubicBezTo>
                      <a:pt x="6303" y="6980"/>
                      <a:pt x="6411" y="7088"/>
                      <a:pt x="6546" y="7196"/>
                    </a:cubicBezTo>
                    <a:cubicBezTo>
                      <a:pt x="6411" y="7088"/>
                      <a:pt x="6411" y="6980"/>
                      <a:pt x="6303" y="6871"/>
                    </a:cubicBezTo>
                    <a:lnTo>
                      <a:pt x="5734" y="5952"/>
                    </a:lnTo>
                    <a:lnTo>
                      <a:pt x="3706" y="3030"/>
                    </a:lnTo>
                    <a:lnTo>
                      <a:pt x="3598" y="2814"/>
                    </a:lnTo>
                    <a:lnTo>
                      <a:pt x="3489" y="3030"/>
                    </a:lnTo>
                    <a:cubicBezTo>
                      <a:pt x="2921" y="4275"/>
                      <a:pt x="2705" y="5627"/>
                      <a:pt x="2813" y="6980"/>
                    </a:cubicBezTo>
                    <a:cubicBezTo>
                      <a:pt x="2813" y="6992"/>
                      <a:pt x="2813" y="7005"/>
                      <a:pt x="2813" y="7017"/>
                    </a:cubicBezTo>
                    <a:lnTo>
                      <a:pt x="2813" y="7017"/>
                    </a:lnTo>
                    <a:cubicBezTo>
                      <a:pt x="1957" y="5160"/>
                      <a:pt x="1299" y="3440"/>
                      <a:pt x="893" y="2246"/>
                    </a:cubicBezTo>
                    <a:lnTo>
                      <a:pt x="216" y="542"/>
                    </a:lnTo>
                    <a:cubicBezTo>
                      <a:pt x="108" y="326"/>
                      <a:pt x="108" y="217"/>
                      <a:pt x="0"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6"/>
              <p:cNvSpPr/>
              <p:nvPr/>
            </p:nvSpPr>
            <p:spPr>
              <a:xfrm>
                <a:off x="692225" y="3084750"/>
                <a:ext cx="96050" cy="124450"/>
              </a:xfrm>
              <a:custGeom>
                <a:avLst/>
                <a:gdLst/>
                <a:ahLst/>
                <a:cxnLst/>
                <a:rect l="l" t="t" r="r" b="b"/>
                <a:pathLst>
                  <a:path w="3842" h="4978" extrusionOk="0">
                    <a:moveTo>
                      <a:pt x="1677" y="0"/>
                    </a:moveTo>
                    <a:lnTo>
                      <a:pt x="1569" y="244"/>
                    </a:lnTo>
                    <a:cubicBezTo>
                      <a:pt x="1353" y="676"/>
                      <a:pt x="1136" y="1028"/>
                      <a:pt x="1001" y="1488"/>
                    </a:cubicBezTo>
                    <a:cubicBezTo>
                      <a:pt x="794" y="2058"/>
                      <a:pt x="675" y="2673"/>
                      <a:pt x="644" y="3338"/>
                    </a:cubicBezTo>
                    <a:lnTo>
                      <a:pt x="644" y="3338"/>
                    </a:lnTo>
                    <a:cubicBezTo>
                      <a:pt x="507" y="2815"/>
                      <a:pt x="367" y="2380"/>
                      <a:pt x="217" y="2029"/>
                    </a:cubicBezTo>
                    <a:cubicBezTo>
                      <a:pt x="217" y="1704"/>
                      <a:pt x="108" y="1488"/>
                      <a:pt x="0" y="1136"/>
                    </a:cubicBezTo>
                    <a:lnTo>
                      <a:pt x="0" y="1136"/>
                    </a:lnTo>
                    <a:cubicBezTo>
                      <a:pt x="0" y="1488"/>
                      <a:pt x="108" y="1812"/>
                      <a:pt x="108" y="2029"/>
                    </a:cubicBezTo>
                    <a:cubicBezTo>
                      <a:pt x="217" y="2705"/>
                      <a:pt x="460" y="3517"/>
                      <a:pt x="676" y="4517"/>
                    </a:cubicBezTo>
                    <a:lnTo>
                      <a:pt x="893" y="4409"/>
                    </a:lnTo>
                    <a:cubicBezTo>
                      <a:pt x="785" y="3517"/>
                      <a:pt x="893" y="2489"/>
                      <a:pt x="1244" y="1596"/>
                    </a:cubicBezTo>
                    <a:cubicBezTo>
                      <a:pt x="1330" y="1233"/>
                      <a:pt x="1483" y="870"/>
                      <a:pt x="1663" y="574"/>
                    </a:cubicBezTo>
                    <a:lnTo>
                      <a:pt x="1663" y="574"/>
                    </a:lnTo>
                    <a:cubicBezTo>
                      <a:pt x="2199" y="1829"/>
                      <a:pt x="2730" y="2884"/>
                      <a:pt x="3165" y="3625"/>
                    </a:cubicBezTo>
                    <a:lnTo>
                      <a:pt x="3598" y="4626"/>
                    </a:lnTo>
                    <a:lnTo>
                      <a:pt x="3273" y="3625"/>
                    </a:lnTo>
                    <a:cubicBezTo>
                      <a:pt x="2921" y="2705"/>
                      <a:pt x="2353" y="1596"/>
                      <a:pt x="1812" y="244"/>
                    </a:cubicBezTo>
                    <a:lnTo>
                      <a:pt x="1677" y="0"/>
                    </a:lnTo>
                    <a:close/>
                    <a:moveTo>
                      <a:pt x="3598" y="4626"/>
                    </a:moveTo>
                    <a:cubicBezTo>
                      <a:pt x="3598" y="4734"/>
                      <a:pt x="3706" y="4869"/>
                      <a:pt x="3841" y="4977"/>
                    </a:cubicBezTo>
                    <a:cubicBezTo>
                      <a:pt x="3706" y="4869"/>
                      <a:pt x="3706" y="4734"/>
                      <a:pt x="3598" y="4626"/>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6"/>
              <p:cNvSpPr/>
              <p:nvPr/>
            </p:nvSpPr>
            <p:spPr>
              <a:xfrm>
                <a:off x="571175" y="2842650"/>
                <a:ext cx="169075" cy="116250"/>
              </a:xfrm>
              <a:custGeom>
                <a:avLst/>
                <a:gdLst/>
                <a:ahLst/>
                <a:cxnLst/>
                <a:rect l="l" t="t" r="r" b="b"/>
                <a:pathLst>
                  <a:path w="6763" h="4650" extrusionOk="0">
                    <a:moveTo>
                      <a:pt x="6519" y="1"/>
                    </a:moveTo>
                    <a:lnTo>
                      <a:pt x="6519" y="1"/>
                    </a:lnTo>
                    <a:cubicBezTo>
                      <a:pt x="6654" y="460"/>
                      <a:pt x="6654" y="1028"/>
                      <a:pt x="6519" y="1461"/>
                    </a:cubicBezTo>
                    <a:cubicBezTo>
                      <a:pt x="6411" y="2029"/>
                      <a:pt x="6195" y="2597"/>
                      <a:pt x="5978" y="3057"/>
                    </a:cubicBezTo>
                    <a:cubicBezTo>
                      <a:pt x="5297" y="3988"/>
                      <a:pt x="4235" y="4462"/>
                      <a:pt x="3111" y="4462"/>
                    </a:cubicBezTo>
                    <a:cubicBezTo>
                      <a:pt x="2896" y="4462"/>
                      <a:pt x="2679" y="4444"/>
                      <a:pt x="2462" y="4410"/>
                    </a:cubicBezTo>
                    <a:cubicBezTo>
                      <a:pt x="1921" y="4274"/>
                      <a:pt x="1461" y="4058"/>
                      <a:pt x="1001" y="3733"/>
                    </a:cubicBezTo>
                    <a:cubicBezTo>
                      <a:pt x="568" y="3382"/>
                      <a:pt x="217" y="3057"/>
                      <a:pt x="0" y="2597"/>
                    </a:cubicBezTo>
                    <a:lnTo>
                      <a:pt x="0" y="2597"/>
                    </a:lnTo>
                    <a:cubicBezTo>
                      <a:pt x="0" y="2705"/>
                      <a:pt x="109" y="2814"/>
                      <a:pt x="109" y="2922"/>
                    </a:cubicBezTo>
                    <a:cubicBezTo>
                      <a:pt x="325" y="3273"/>
                      <a:pt x="568" y="3598"/>
                      <a:pt x="893" y="3842"/>
                    </a:cubicBezTo>
                    <a:cubicBezTo>
                      <a:pt x="1353" y="4166"/>
                      <a:pt x="1921" y="4410"/>
                      <a:pt x="2462" y="4518"/>
                    </a:cubicBezTo>
                    <a:cubicBezTo>
                      <a:pt x="2744" y="4608"/>
                      <a:pt x="3031" y="4650"/>
                      <a:pt x="3317" y="4650"/>
                    </a:cubicBezTo>
                    <a:cubicBezTo>
                      <a:pt x="4404" y="4650"/>
                      <a:pt x="5465" y="4043"/>
                      <a:pt x="6086" y="3165"/>
                    </a:cubicBezTo>
                    <a:cubicBezTo>
                      <a:pt x="6411" y="2597"/>
                      <a:pt x="6654" y="2137"/>
                      <a:pt x="6763" y="1569"/>
                    </a:cubicBezTo>
                    <a:lnTo>
                      <a:pt x="6763" y="352"/>
                    </a:lnTo>
                    <a:cubicBezTo>
                      <a:pt x="6654" y="217"/>
                      <a:pt x="6654" y="109"/>
                      <a:pt x="6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6"/>
              <p:cNvSpPr/>
              <p:nvPr/>
            </p:nvSpPr>
            <p:spPr>
              <a:xfrm>
                <a:off x="568475" y="2823050"/>
                <a:ext cx="25025" cy="58850"/>
              </a:xfrm>
              <a:custGeom>
                <a:avLst/>
                <a:gdLst/>
                <a:ahLst/>
                <a:cxnLst/>
                <a:rect l="l" t="t" r="r" b="b"/>
                <a:pathLst>
                  <a:path w="1001" h="2354" extrusionOk="0">
                    <a:moveTo>
                      <a:pt x="217" y="0"/>
                    </a:moveTo>
                    <a:cubicBezTo>
                      <a:pt x="0" y="893"/>
                      <a:pt x="325" y="1812"/>
                      <a:pt x="893" y="2353"/>
                    </a:cubicBezTo>
                    <a:cubicBezTo>
                      <a:pt x="1001" y="2245"/>
                      <a:pt x="676" y="1812"/>
                      <a:pt x="433" y="1244"/>
                    </a:cubicBezTo>
                    <a:cubicBezTo>
                      <a:pt x="325" y="568"/>
                      <a:pt x="325" y="0"/>
                      <a:pt x="21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6"/>
              <p:cNvSpPr/>
              <p:nvPr/>
            </p:nvSpPr>
            <p:spPr>
              <a:xfrm>
                <a:off x="644200" y="2811550"/>
                <a:ext cx="19650" cy="42625"/>
              </a:xfrm>
              <a:custGeom>
                <a:avLst/>
                <a:gdLst/>
                <a:ahLst/>
                <a:cxnLst/>
                <a:rect l="l" t="t" r="r" b="b"/>
                <a:pathLst>
                  <a:path w="786" h="1705" extrusionOk="0">
                    <a:moveTo>
                      <a:pt x="1" y="0"/>
                    </a:moveTo>
                    <a:cubicBezTo>
                      <a:pt x="1" y="352"/>
                      <a:pt x="109" y="568"/>
                      <a:pt x="217" y="920"/>
                    </a:cubicBezTo>
                    <a:cubicBezTo>
                      <a:pt x="460" y="1353"/>
                      <a:pt x="677" y="1704"/>
                      <a:pt x="677" y="1704"/>
                    </a:cubicBezTo>
                    <a:cubicBezTo>
                      <a:pt x="785" y="1704"/>
                      <a:pt x="677" y="1353"/>
                      <a:pt x="460" y="785"/>
                    </a:cubicBezTo>
                    <a:cubicBezTo>
                      <a:pt x="217" y="352"/>
                      <a:pt x="109"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8" name="Google Shape;568;p26"/>
            <p:cNvSpPr/>
            <p:nvPr/>
          </p:nvSpPr>
          <p:spPr>
            <a:xfrm flipH="1">
              <a:off x="80849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6"/>
            <p:cNvSpPr/>
            <p:nvPr/>
          </p:nvSpPr>
          <p:spPr>
            <a:xfrm flipH="1">
              <a:off x="85421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6"/>
            <p:cNvSpPr/>
            <p:nvPr/>
          </p:nvSpPr>
          <p:spPr>
            <a:xfrm flipH="1">
              <a:off x="88469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6"/>
            <p:cNvSpPr/>
            <p:nvPr/>
          </p:nvSpPr>
          <p:spPr>
            <a:xfrm rot="10800000">
              <a:off x="86183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6"/>
            <p:cNvSpPr/>
            <p:nvPr/>
          </p:nvSpPr>
          <p:spPr>
            <a:xfrm rot="10800000">
              <a:off x="87707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6"/>
            <p:cNvSpPr/>
            <p:nvPr/>
          </p:nvSpPr>
          <p:spPr>
            <a:xfrm flipH="1">
              <a:off x="82373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6"/>
            <p:cNvSpPr/>
            <p:nvPr/>
          </p:nvSpPr>
          <p:spPr>
            <a:xfrm flipH="1">
              <a:off x="85421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6"/>
            <p:cNvSpPr/>
            <p:nvPr/>
          </p:nvSpPr>
          <p:spPr>
            <a:xfrm flipH="1">
              <a:off x="8694500" y="2694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6"/>
            <p:cNvSpPr/>
            <p:nvPr/>
          </p:nvSpPr>
          <p:spPr>
            <a:xfrm rot="10800000">
              <a:off x="87707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6"/>
            <p:cNvSpPr/>
            <p:nvPr/>
          </p:nvSpPr>
          <p:spPr>
            <a:xfrm rot="10800000">
              <a:off x="89231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6"/>
            <p:cNvSpPr/>
            <p:nvPr/>
          </p:nvSpPr>
          <p:spPr>
            <a:xfrm rot="10800000">
              <a:off x="92279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6"/>
            <p:cNvSpPr/>
            <p:nvPr/>
          </p:nvSpPr>
          <p:spPr>
            <a:xfrm flipH="1">
              <a:off x="7932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6"/>
            <p:cNvSpPr/>
            <p:nvPr/>
          </p:nvSpPr>
          <p:spPr>
            <a:xfrm flipH="1">
              <a:off x="83897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6"/>
            <p:cNvSpPr/>
            <p:nvPr/>
          </p:nvSpPr>
          <p:spPr>
            <a:xfrm flipH="1">
              <a:off x="8694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26"/>
          <p:cNvGrpSpPr/>
          <p:nvPr/>
        </p:nvGrpSpPr>
        <p:grpSpPr>
          <a:xfrm>
            <a:off x="-601900" y="160050"/>
            <a:ext cx="1856601" cy="2381950"/>
            <a:chOff x="-601900" y="160050"/>
            <a:chExt cx="1856601" cy="2381950"/>
          </a:xfrm>
        </p:grpSpPr>
        <p:sp>
          <p:nvSpPr>
            <p:cNvPr id="583" name="Google Shape;583;p26"/>
            <p:cNvSpPr/>
            <p:nvPr/>
          </p:nvSpPr>
          <p:spPr>
            <a:xfrm>
              <a:off x="268600" y="3067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6"/>
            <p:cNvSpPr/>
            <p:nvPr/>
          </p:nvSpPr>
          <p:spPr>
            <a:xfrm>
              <a:off x="429550" y="1600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 name="Google Shape;585;p26"/>
            <p:cNvGrpSpPr/>
            <p:nvPr/>
          </p:nvGrpSpPr>
          <p:grpSpPr>
            <a:xfrm>
              <a:off x="769783" y="1986057"/>
              <a:ext cx="484918" cy="453079"/>
              <a:chOff x="1211325" y="1407638"/>
              <a:chExt cx="797300" cy="744950"/>
            </a:xfrm>
          </p:grpSpPr>
          <p:sp>
            <p:nvSpPr>
              <p:cNvPr id="586" name="Google Shape;586;p26"/>
              <p:cNvSpPr/>
              <p:nvPr/>
            </p:nvSpPr>
            <p:spPr>
              <a:xfrm>
                <a:off x="1211325" y="1407638"/>
                <a:ext cx="797300" cy="744950"/>
              </a:xfrm>
              <a:custGeom>
                <a:avLst/>
                <a:gdLst/>
                <a:ahLst/>
                <a:cxnLst/>
                <a:rect l="l" t="t" r="r" b="b"/>
                <a:pathLst>
                  <a:path w="31892" h="29798" extrusionOk="0">
                    <a:moveTo>
                      <a:pt x="8081" y="1"/>
                    </a:moveTo>
                    <a:cubicBezTo>
                      <a:pt x="7861" y="1"/>
                      <a:pt x="7645" y="14"/>
                      <a:pt x="7439" y="43"/>
                    </a:cubicBezTo>
                    <a:cubicBezTo>
                      <a:pt x="5870" y="151"/>
                      <a:pt x="4301" y="827"/>
                      <a:pt x="3057" y="1855"/>
                    </a:cubicBezTo>
                    <a:cubicBezTo>
                      <a:pt x="1921" y="2856"/>
                      <a:pt x="1028" y="4208"/>
                      <a:pt x="568" y="5696"/>
                    </a:cubicBezTo>
                    <a:cubicBezTo>
                      <a:pt x="109" y="7049"/>
                      <a:pt x="0" y="8509"/>
                      <a:pt x="109" y="9970"/>
                    </a:cubicBezTo>
                    <a:cubicBezTo>
                      <a:pt x="352" y="12567"/>
                      <a:pt x="1136" y="15028"/>
                      <a:pt x="2381" y="17300"/>
                    </a:cubicBezTo>
                    <a:cubicBezTo>
                      <a:pt x="2949" y="18301"/>
                      <a:pt x="3490" y="19221"/>
                      <a:pt x="4166" y="20113"/>
                    </a:cubicBezTo>
                    <a:lnTo>
                      <a:pt x="5762" y="22602"/>
                    </a:lnTo>
                    <a:cubicBezTo>
                      <a:pt x="6763" y="24171"/>
                      <a:pt x="7682" y="25523"/>
                      <a:pt x="8467" y="26524"/>
                    </a:cubicBezTo>
                    <a:cubicBezTo>
                      <a:pt x="9251" y="27660"/>
                      <a:pt x="9927" y="28445"/>
                      <a:pt x="10387" y="29013"/>
                    </a:cubicBezTo>
                    <a:cubicBezTo>
                      <a:pt x="10820" y="29472"/>
                      <a:pt x="11064" y="29797"/>
                      <a:pt x="11064" y="29797"/>
                    </a:cubicBezTo>
                    <a:cubicBezTo>
                      <a:pt x="11064" y="29797"/>
                      <a:pt x="11064" y="29689"/>
                      <a:pt x="10928" y="29581"/>
                    </a:cubicBezTo>
                    <a:cubicBezTo>
                      <a:pt x="10820" y="29364"/>
                      <a:pt x="10604" y="29229"/>
                      <a:pt x="10387" y="28904"/>
                    </a:cubicBezTo>
                    <a:cubicBezTo>
                      <a:pt x="9927" y="28445"/>
                      <a:pt x="9359" y="27552"/>
                      <a:pt x="8575" y="26524"/>
                    </a:cubicBezTo>
                    <a:cubicBezTo>
                      <a:pt x="7791" y="25523"/>
                      <a:pt x="6871" y="24171"/>
                      <a:pt x="5870" y="22602"/>
                    </a:cubicBezTo>
                    <a:cubicBezTo>
                      <a:pt x="5410" y="21790"/>
                      <a:pt x="4842" y="20898"/>
                      <a:pt x="4301" y="20005"/>
                    </a:cubicBezTo>
                    <a:cubicBezTo>
                      <a:pt x="3625" y="19221"/>
                      <a:pt x="3057" y="18193"/>
                      <a:pt x="2489" y="17192"/>
                    </a:cubicBezTo>
                    <a:cubicBezTo>
                      <a:pt x="1245" y="14920"/>
                      <a:pt x="460" y="12458"/>
                      <a:pt x="244" y="9970"/>
                    </a:cubicBezTo>
                    <a:cubicBezTo>
                      <a:pt x="244" y="8509"/>
                      <a:pt x="352" y="7049"/>
                      <a:pt x="785" y="5696"/>
                    </a:cubicBezTo>
                    <a:cubicBezTo>
                      <a:pt x="1245" y="4344"/>
                      <a:pt x="2029" y="2991"/>
                      <a:pt x="3165" y="1963"/>
                    </a:cubicBezTo>
                    <a:cubicBezTo>
                      <a:pt x="4409" y="963"/>
                      <a:pt x="5870" y="395"/>
                      <a:pt x="7439" y="151"/>
                    </a:cubicBezTo>
                    <a:cubicBezTo>
                      <a:pt x="8223" y="151"/>
                      <a:pt x="9035" y="286"/>
                      <a:pt x="9819" y="503"/>
                    </a:cubicBezTo>
                    <a:cubicBezTo>
                      <a:pt x="10604" y="827"/>
                      <a:pt x="11388" y="1179"/>
                      <a:pt x="11956" y="1747"/>
                    </a:cubicBezTo>
                    <a:cubicBezTo>
                      <a:pt x="13200" y="2991"/>
                      <a:pt x="14093" y="4452"/>
                      <a:pt x="14553" y="6021"/>
                    </a:cubicBezTo>
                    <a:cubicBezTo>
                      <a:pt x="14986" y="7833"/>
                      <a:pt x="15337" y="9510"/>
                      <a:pt x="15337" y="11322"/>
                    </a:cubicBezTo>
                    <a:cubicBezTo>
                      <a:pt x="15337" y="11647"/>
                      <a:pt x="15445" y="12107"/>
                      <a:pt x="15445" y="12567"/>
                    </a:cubicBezTo>
                    <a:lnTo>
                      <a:pt x="15445" y="13135"/>
                    </a:lnTo>
                    <a:lnTo>
                      <a:pt x="15662" y="12567"/>
                    </a:lnTo>
                    <a:cubicBezTo>
                      <a:pt x="16122" y="10863"/>
                      <a:pt x="17150" y="9402"/>
                      <a:pt x="18367" y="8266"/>
                    </a:cubicBezTo>
                    <a:cubicBezTo>
                      <a:pt x="19503" y="7049"/>
                      <a:pt x="21072" y="6237"/>
                      <a:pt x="22776" y="6021"/>
                    </a:cubicBezTo>
                    <a:cubicBezTo>
                      <a:pt x="23333" y="5905"/>
                      <a:pt x="23894" y="5845"/>
                      <a:pt x="24451" y="5845"/>
                    </a:cubicBezTo>
                    <a:cubicBezTo>
                      <a:pt x="25462" y="5845"/>
                      <a:pt x="26459" y="6045"/>
                      <a:pt x="27401" y="6481"/>
                    </a:cubicBezTo>
                    <a:cubicBezTo>
                      <a:pt x="28862" y="7157"/>
                      <a:pt x="29998" y="8158"/>
                      <a:pt x="30782" y="9510"/>
                    </a:cubicBezTo>
                    <a:cubicBezTo>
                      <a:pt x="31459" y="10863"/>
                      <a:pt x="31675" y="12323"/>
                      <a:pt x="31459" y="13811"/>
                    </a:cubicBezTo>
                    <a:cubicBezTo>
                      <a:pt x="31215" y="15163"/>
                      <a:pt x="30539" y="16381"/>
                      <a:pt x="29538" y="17408"/>
                    </a:cubicBezTo>
                    <a:cubicBezTo>
                      <a:pt x="28645" y="18301"/>
                      <a:pt x="27618" y="19221"/>
                      <a:pt x="26617" y="19897"/>
                    </a:cubicBezTo>
                    <a:cubicBezTo>
                      <a:pt x="25589" y="20681"/>
                      <a:pt x="24588" y="21358"/>
                      <a:pt x="23668" y="22034"/>
                    </a:cubicBezTo>
                    <a:cubicBezTo>
                      <a:pt x="19854" y="24631"/>
                      <a:pt x="16690" y="26524"/>
                      <a:pt x="14553" y="27768"/>
                    </a:cubicBezTo>
                    <a:cubicBezTo>
                      <a:pt x="13417" y="28445"/>
                      <a:pt x="12524" y="28904"/>
                      <a:pt x="11956" y="29229"/>
                    </a:cubicBezTo>
                    <a:cubicBezTo>
                      <a:pt x="12524" y="29013"/>
                      <a:pt x="13417" y="28445"/>
                      <a:pt x="14553" y="27877"/>
                    </a:cubicBezTo>
                    <a:cubicBezTo>
                      <a:pt x="16798" y="26524"/>
                      <a:pt x="19963" y="24631"/>
                      <a:pt x="23777" y="22142"/>
                    </a:cubicBezTo>
                    <a:cubicBezTo>
                      <a:pt x="24696" y="21466"/>
                      <a:pt x="25697" y="20790"/>
                      <a:pt x="26725" y="20005"/>
                    </a:cubicBezTo>
                    <a:cubicBezTo>
                      <a:pt x="27726" y="19329"/>
                      <a:pt x="28754" y="18409"/>
                      <a:pt x="29646" y="17517"/>
                    </a:cubicBezTo>
                    <a:cubicBezTo>
                      <a:pt x="30674" y="16516"/>
                      <a:pt x="31350" y="15163"/>
                      <a:pt x="31675" y="13811"/>
                    </a:cubicBezTo>
                    <a:cubicBezTo>
                      <a:pt x="31891" y="12323"/>
                      <a:pt x="31675" y="10754"/>
                      <a:pt x="30890" y="9402"/>
                    </a:cubicBezTo>
                    <a:cubicBezTo>
                      <a:pt x="30214" y="8049"/>
                      <a:pt x="28970" y="6913"/>
                      <a:pt x="27509" y="6237"/>
                    </a:cubicBezTo>
                    <a:cubicBezTo>
                      <a:pt x="26510" y="5774"/>
                      <a:pt x="25396" y="5578"/>
                      <a:pt x="24255" y="5578"/>
                    </a:cubicBezTo>
                    <a:cubicBezTo>
                      <a:pt x="23729" y="5578"/>
                      <a:pt x="23197" y="5619"/>
                      <a:pt x="22668" y="5696"/>
                    </a:cubicBezTo>
                    <a:cubicBezTo>
                      <a:pt x="21883" y="5913"/>
                      <a:pt x="21072" y="6129"/>
                      <a:pt x="20287" y="6589"/>
                    </a:cubicBezTo>
                    <a:cubicBezTo>
                      <a:pt x="19503" y="6913"/>
                      <a:pt x="18827" y="7481"/>
                      <a:pt x="18150" y="8049"/>
                    </a:cubicBezTo>
                    <a:cubicBezTo>
                      <a:pt x="17045" y="9154"/>
                      <a:pt x="16218" y="10430"/>
                      <a:pt x="15648" y="11895"/>
                    </a:cubicBezTo>
                    <a:lnTo>
                      <a:pt x="15648" y="11895"/>
                    </a:lnTo>
                    <a:cubicBezTo>
                      <a:pt x="15635" y="11682"/>
                      <a:pt x="15608" y="11485"/>
                      <a:pt x="15554" y="11322"/>
                    </a:cubicBezTo>
                    <a:cubicBezTo>
                      <a:pt x="15554" y="9510"/>
                      <a:pt x="15337" y="7725"/>
                      <a:pt x="14769" y="6021"/>
                    </a:cubicBezTo>
                    <a:cubicBezTo>
                      <a:pt x="14309" y="4344"/>
                      <a:pt x="13417" y="2748"/>
                      <a:pt x="12064" y="1639"/>
                    </a:cubicBezTo>
                    <a:cubicBezTo>
                      <a:pt x="11496" y="1071"/>
                      <a:pt x="10712" y="611"/>
                      <a:pt x="9927" y="286"/>
                    </a:cubicBezTo>
                    <a:cubicBezTo>
                      <a:pt x="9349" y="107"/>
                      <a:pt x="8698" y="1"/>
                      <a:pt x="808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6"/>
              <p:cNvSpPr/>
              <p:nvPr/>
            </p:nvSpPr>
            <p:spPr>
              <a:xfrm>
                <a:off x="1290450" y="1597363"/>
                <a:ext cx="109575" cy="197475"/>
              </a:xfrm>
              <a:custGeom>
                <a:avLst/>
                <a:gdLst/>
                <a:ahLst/>
                <a:cxnLst/>
                <a:rect l="l" t="t" r="r" b="b"/>
                <a:pathLst>
                  <a:path w="4383" h="7899" extrusionOk="0">
                    <a:moveTo>
                      <a:pt x="3598" y="1"/>
                    </a:moveTo>
                    <a:lnTo>
                      <a:pt x="3381" y="352"/>
                    </a:lnTo>
                    <a:cubicBezTo>
                      <a:pt x="2353" y="2273"/>
                      <a:pt x="1569" y="3950"/>
                      <a:pt x="893" y="5194"/>
                    </a:cubicBezTo>
                    <a:lnTo>
                      <a:pt x="217" y="6655"/>
                    </a:lnTo>
                    <a:cubicBezTo>
                      <a:pt x="108" y="6898"/>
                      <a:pt x="108" y="7115"/>
                      <a:pt x="0" y="7223"/>
                    </a:cubicBezTo>
                    <a:cubicBezTo>
                      <a:pt x="108" y="7115"/>
                      <a:pt x="217" y="6898"/>
                      <a:pt x="325" y="6763"/>
                    </a:cubicBezTo>
                    <a:lnTo>
                      <a:pt x="1136" y="5302"/>
                    </a:lnTo>
                    <a:cubicBezTo>
                      <a:pt x="1773" y="4130"/>
                      <a:pt x="2507" y="2573"/>
                      <a:pt x="3427" y="791"/>
                    </a:cubicBezTo>
                    <a:lnTo>
                      <a:pt x="3427" y="791"/>
                    </a:lnTo>
                    <a:cubicBezTo>
                      <a:pt x="3631" y="2737"/>
                      <a:pt x="3856" y="4395"/>
                      <a:pt x="4058" y="5654"/>
                    </a:cubicBezTo>
                    <a:cubicBezTo>
                      <a:pt x="4166" y="6330"/>
                      <a:pt x="4274" y="6898"/>
                      <a:pt x="4274" y="7223"/>
                    </a:cubicBezTo>
                    <a:cubicBezTo>
                      <a:pt x="4274" y="7439"/>
                      <a:pt x="4382" y="7683"/>
                      <a:pt x="4382" y="7899"/>
                    </a:cubicBezTo>
                    <a:lnTo>
                      <a:pt x="4382" y="7223"/>
                    </a:lnTo>
                    <a:cubicBezTo>
                      <a:pt x="4382" y="6898"/>
                      <a:pt x="4274" y="6330"/>
                      <a:pt x="4166" y="5654"/>
                    </a:cubicBezTo>
                    <a:cubicBezTo>
                      <a:pt x="4058" y="4301"/>
                      <a:pt x="3841" y="2381"/>
                      <a:pt x="3598" y="352"/>
                    </a:cubicBezTo>
                    <a:lnTo>
                      <a:pt x="359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6"/>
              <p:cNvSpPr/>
              <p:nvPr/>
            </p:nvSpPr>
            <p:spPr>
              <a:xfrm>
                <a:off x="1315450" y="1715713"/>
                <a:ext cx="96050" cy="20300"/>
              </a:xfrm>
              <a:custGeom>
                <a:avLst/>
                <a:gdLst/>
                <a:ahLst/>
                <a:cxnLst/>
                <a:rect l="l" t="t" r="r" b="b"/>
                <a:pathLst>
                  <a:path w="3842" h="812" extrusionOk="0">
                    <a:moveTo>
                      <a:pt x="1" y="0"/>
                    </a:moveTo>
                    <a:cubicBezTo>
                      <a:pt x="569" y="244"/>
                      <a:pt x="1245" y="352"/>
                      <a:pt x="1921" y="460"/>
                    </a:cubicBezTo>
                    <a:cubicBezTo>
                      <a:pt x="2490" y="676"/>
                      <a:pt x="3166" y="676"/>
                      <a:pt x="3842" y="812"/>
                    </a:cubicBezTo>
                    <a:cubicBezTo>
                      <a:pt x="3166" y="460"/>
                      <a:pt x="2598" y="352"/>
                      <a:pt x="1921" y="244"/>
                    </a:cubicBezTo>
                    <a:cubicBezTo>
                      <a:pt x="1353" y="135"/>
                      <a:pt x="677"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6"/>
              <p:cNvSpPr/>
              <p:nvPr/>
            </p:nvSpPr>
            <p:spPr>
              <a:xfrm>
                <a:off x="1464900" y="1789413"/>
                <a:ext cx="137975" cy="104175"/>
              </a:xfrm>
              <a:custGeom>
                <a:avLst/>
                <a:gdLst/>
                <a:ahLst/>
                <a:cxnLst/>
                <a:rect l="l" t="t" r="r" b="b"/>
                <a:pathLst>
                  <a:path w="5519" h="4167" extrusionOk="0">
                    <a:moveTo>
                      <a:pt x="5519" y="1"/>
                    </a:moveTo>
                    <a:cubicBezTo>
                      <a:pt x="4626" y="677"/>
                      <a:pt x="3625" y="1353"/>
                      <a:pt x="2706" y="2029"/>
                    </a:cubicBezTo>
                    <a:cubicBezTo>
                      <a:pt x="1813" y="2706"/>
                      <a:pt x="921" y="3382"/>
                      <a:pt x="1" y="4166"/>
                    </a:cubicBezTo>
                    <a:cubicBezTo>
                      <a:pt x="1029" y="3598"/>
                      <a:pt x="1921" y="2922"/>
                      <a:pt x="2814" y="2246"/>
                    </a:cubicBezTo>
                    <a:cubicBezTo>
                      <a:pt x="3842" y="1569"/>
                      <a:pt x="4734" y="785"/>
                      <a:pt x="5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6"/>
              <p:cNvSpPr/>
              <p:nvPr/>
            </p:nvSpPr>
            <p:spPr>
              <a:xfrm>
                <a:off x="1493300" y="1794838"/>
                <a:ext cx="62250" cy="132550"/>
              </a:xfrm>
              <a:custGeom>
                <a:avLst/>
                <a:gdLst/>
                <a:ahLst/>
                <a:cxnLst/>
                <a:rect l="l" t="t" r="r" b="b"/>
                <a:pathLst>
                  <a:path w="2490" h="5302" extrusionOk="0">
                    <a:moveTo>
                      <a:pt x="1" y="0"/>
                    </a:moveTo>
                    <a:cubicBezTo>
                      <a:pt x="1" y="216"/>
                      <a:pt x="109" y="568"/>
                      <a:pt x="109" y="784"/>
                    </a:cubicBezTo>
                    <a:cubicBezTo>
                      <a:pt x="325" y="1461"/>
                      <a:pt x="569" y="2137"/>
                      <a:pt x="894" y="2813"/>
                    </a:cubicBezTo>
                    <a:cubicBezTo>
                      <a:pt x="1245" y="3381"/>
                      <a:pt x="1570" y="4057"/>
                      <a:pt x="1921" y="4625"/>
                    </a:cubicBezTo>
                    <a:cubicBezTo>
                      <a:pt x="2030" y="4842"/>
                      <a:pt x="2246" y="5085"/>
                      <a:pt x="2489" y="5302"/>
                    </a:cubicBezTo>
                    <a:cubicBezTo>
                      <a:pt x="2489" y="5302"/>
                      <a:pt x="1813" y="4166"/>
                      <a:pt x="1137" y="2705"/>
                    </a:cubicBezTo>
                    <a:cubicBezTo>
                      <a:pt x="461" y="1244"/>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6"/>
              <p:cNvSpPr/>
              <p:nvPr/>
            </p:nvSpPr>
            <p:spPr>
              <a:xfrm>
                <a:off x="1707675" y="1686963"/>
                <a:ext cx="89950" cy="195125"/>
              </a:xfrm>
              <a:custGeom>
                <a:avLst/>
                <a:gdLst/>
                <a:ahLst/>
                <a:cxnLst/>
                <a:rect l="l" t="t" r="r" b="b"/>
                <a:pathLst>
                  <a:path w="3598" h="7805" extrusionOk="0">
                    <a:moveTo>
                      <a:pt x="1139" y="1"/>
                    </a:moveTo>
                    <a:cubicBezTo>
                      <a:pt x="837" y="1"/>
                      <a:pt x="589" y="122"/>
                      <a:pt x="325" y="366"/>
                    </a:cubicBezTo>
                    <a:cubicBezTo>
                      <a:pt x="109" y="609"/>
                      <a:pt x="0" y="934"/>
                      <a:pt x="109" y="1285"/>
                    </a:cubicBezTo>
                    <a:cubicBezTo>
                      <a:pt x="109" y="1962"/>
                      <a:pt x="109" y="2503"/>
                      <a:pt x="325" y="3071"/>
                    </a:cubicBezTo>
                    <a:cubicBezTo>
                      <a:pt x="325" y="3639"/>
                      <a:pt x="433" y="4207"/>
                      <a:pt x="541" y="4667"/>
                    </a:cubicBezTo>
                    <a:cubicBezTo>
                      <a:pt x="677" y="5559"/>
                      <a:pt x="893" y="6235"/>
                      <a:pt x="1001" y="6804"/>
                    </a:cubicBezTo>
                    <a:cubicBezTo>
                      <a:pt x="1001" y="6235"/>
                      <a:pt x="893" y="5559"/>
                      <a:pt x="785" y="4667"/>
                    </a:cubicBezTo>
                    <a:cubicBezTo>
                      <a:pt x="677" y="4099"/>
                      <a:pt x="541" y="3639"/>
                      <a:pt x="433" y="3071"/>
                    </a:cubicBezTo>
                    <a:cubicBezTo>
                      <a:pt x="325" y="2503"/>
                      <a:pt x="325" y="1962"/>
                      <a:pt x="325" y="1285"/>
                    </a:cubicBezTo>
                    <a:cubicBezTo>
                      <a:pt x="325" y="1042"/>
                      <a:pt x="325" y="717"/>
                      <a:pt x="541" y="474"/>
                    </a:cubicBezTo>
                    <a:cubicBezTo>
                      <a:pt x="720" y="316"/>
                      <a:pt x="883" y="215"/>
                      <a:pt x="1096" y="215"/>
                    </a:cubicBezTo>
                    <a:cubicBezTo>
                      <a:pt x="1174" y="215"/>
                      <a:pt x="1259" y="229"/>
                      <a:pt x="1353" y="258"/>
                    </a:cubicBezTo>
                    <a:cubicBezTo>
                      <a:pt x="1894" y="609"/>
                      <a:pt x="2246" y="1285"/>
                      <a:pt x="2029" y="1962"/>
                    </a:cubicBezTo>
                    <a:cubicBezTo>
                      <a:pt x="1846" y="2368"/>
                      <a:pt x="1480" y="2790"/>
                      <a:pt x="1080" y="3169"/>
                    </a:cubicBezTo>
                    <a:lnTo>
                      <a:pt x="1080" y="3169"/>
                    </a:lnTo>
                    <a:cubicBezTo>
                      <a:pt x="918" y="3263"/>
                      <a:pt x="780" y="3385"/>
                      <a:pt x="677" y="3531"/>
                    </a:cubicBezTo>
                    <a:lnTo>
                      <a:pt x="785" y="3639"/>
                    </a:lnTo>
                    <a:cubicBezTo>
                      <a:pt x="803" y="3630"/>
                      <a:pt x="821" y="3621"/>
                      <a:pt x="839" y="3612"/>
                    </a:cubicBezTo>
                    <a:lnTo>
                      <a:pt x="839" y="3612"/>
                    </a:lnTo>
                    <a:lnTo>
                      <a:pt x="893" y="3639"/>
                    </a:lnTo>
                    <a:cubicBezTo>
                      <a:pt x="1164" y="3367"/>
                      <a:pt x="1606" y="3153"/>
                      <a:pt x="2012" y="3153"/>
                    </a:cubicBezTo>
                    <a:cubicBezTo>
                      <a:pt x="2092" y="3153"/>
                      <a:pt x="2170" y="3161"/>
                      <a:pt x="2246" y="3179"/>
                    </a:cubicBezTo>
                    <a:cubicBezTo>
                      <a:pt x="2814" y="3314"/>
                      <a:pt x="3138" y="3639"/>
                      <a:pt x="3246" y="4207"/>
                    </a:cubicBezTo>
                    <a:cubicBezTo>
                      <a:pt x="3490" y="4531"/>
                      <a:pt x="3382" y="4991"/>
                      <a:pt x="3138" y="5451"/>
                    </a:cubicBezTo>
                    <a:cubicBezTo>
                      <a:pt x="2922" y="5776"/>
                      <a:pt x="2705" y="6019"/>
                      <a:pt x="2354" y="6235"/>
                    </a:cubicBezTo>
                    <a:cubicBezTo>
                      <a:pt x="1827" y="6662"/>
                      <a:pt x="1417" y="6972"/>
                      <a:pt x="1080" y="7295"/>
                    </a:cubicBezTo>
                    <a:lnTo>
                      <a:pt x="1080" y="7295"/>
                    </a:lnTo>
                    <a:lnTo>
                      <a:pt x="1001" y="6804"/>
                    </a:lnTo>
                    <a:lnTo>
                      <a:pt x="1001" y="6804"/>
                    </a:lnTo>
                    <a:cubicBezTo>
                      <a:pt x="1001" y="7051"/>
                      <a:pt x="1001" y="7173"/>
                      <a:pt x="1049" y="7324"/>
                    </a:cubicBezTo>
                    <a:lnTo>
                      <a:pt x="1049" y="7324"/>
                    </a:lnTo>
                    <a:cubicBezTo>
                      <a:pt x="1033" y="7340"/>
                      <a:pt x="1017" y="7356"/>
                      <a:pt x="1001" y="7372"/>
                    </a:cubicBezTo>
                    <a:cubicBezTo>
                      <a:pt x="1018" y="7360"/>
                      <a:pt x="1035" y="7348"/>
                      <a:pt x="1053" y="7336"/>
                    </a:cubicBezTo>
                    <a:lnTo>
                      <a:pt x="1053" y="7336"/>
                    </a:lnTo>
                    <a:cubicBezTo>
                      <a:pt x="1067" y="7380"/>
                      <a:pt x="1086" y="7426"/>
                      <a:pt x="1109" y="7480"/>
                    </a:cubicBezTo>
                    <a:lnTo>
                      <a:pt x="1083" y="7315"/>
                    </a:lnTo>
                    <a:lnTo>
                      <a:pt x="1083" y="7315"/>
                    </a:lnTo>
                    <a:cubicBezTo>
                      <a:pt x="1420" y="7078"/>
                      <a:pt x="1837" y="6769"/>
                      <a:pt x="2462" y="6344"/>
                    </a:cubicBezTo>
                    <a:cubicBezTo>
                      <a:pt x="2814" y="6127"/>
                      <a:pt x="3030" y="5884"/>
                      <a:pt x="3246" y="5559"/>
                    </a:cubicBezTo>
                    <a:cubicBezTo>
                      <a:pt x="3598" y="5099"/>
                      <a:pt x="3598" y="4531"/>
                      <a:pt x="3490" y="4099"/>
                    </a:cubicBezTo>
                    <a:cubicBezTo>
                      <a:pt x="3246" y="3531"/>
                      <a:pt x="2814" y="3071"/>
                      <a:pt x="2354" y="2963"/>
                    </a:cubicBezTo>
                    <a:cubicBezTo>
                      <a:pt x="2239" y="2944"/>
                      <a:pt x="2123" y="2935"/>
                      <a:pt x="2010" y="2935"/>
                    </a:cubicBezTo>
                    <a:cubicBezTo>
                      <a:pt x="1870" y="2935"/>
                      <a:pt x="1733" y="2949"/>
                      <a:pt x="1601" y="2975"/>
                    </a:cubicBezTo>
                    <a:lnTo>
                      <a:pt x="1601" y="2975"/>
                    </a:lnTo>
                    <a:cubicBezTo>
                      <a:pt x="1854" y="2671"/>
                      <a:pt x="2061" y="2317"/>
                      <a:pt x="2246" y="1962"/>
                    </a:cubicBezTo>
                    <a:cubicBezTo>
                      <a:pt x="2354" y="1610"/>
                      <a:pt x="2354" y="1150"/>
                      <a:pt x="2246" y="826"/>
                    </a:cubicBezTo>
                    <a:cubicBezTo>
                      <a:pt x="2029" y="474"/>
                      <a:pt x="1786" y="258"/>
                      <a:pt x="1461" y="41"/>
                    </a:cubicBezTo>
                    <a:cubicBezTo>
                      <a:pt x="1346" y="14"/>
                      <a:pt x="1240" y="1"/>
                      <a:pt x="1139" y="1"/>
                    </a:cubicBezTo>
                    <a:close/>
                    <a:moveTo>
                      <a:pt x="1001" y="7372"/>
                    </a:moveTo>
                    <a:lnTo>
                      <a:pt x="541" y="7804"/>
                    </a:lnTo>
                    <a:cubicBezTo>
                      <a:pt x="677" y="7804"/>
                      <a:pt x="677" y="7696"/>
                      <a:pt x="677" y="7696"/>
                    </a:cubicBezTo>
                    <a:lnTo>
                      <a:pt x="1001" y="7372"/>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 name="Google Shape;592;p26"/>
            <p:cNvSpPr/>
            <p:nvPr/>
          </p:nvSpPr>
          <p:spPr>
            <a:xfrm flipH="1">
              <a:off x="-2971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6"/>
            <p:cNvSpPr/>
            <p:nvPr/>
          </p:nvSpPr>
          <p:spPr>
            <a:xfrm flipH="1">
              <a:off x="77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6"/>
            <p:cNvSpPr/>
            <p:nvPr/>
          </p:nvSpPr>
          <p:spPr>
            <a:xfrm rot="10800000">
              <a:off x="-68500" y="1856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6"/>
            <p:cNvSpPr/>
            <p:nvPr/>
          </p:nvSpPr>
          <p:spPr>
            <a:xfrm rot="10800000">
              <a:off x="2363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6"/>
            <p:cNvSpPr/>
            <p:nvPr/>
          </p:nvSpPr>
          <p:spPr>
            <a:xfrm rot="10800000">
              <a:off x="6935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6"/>
            <p:cNvSpPr/>
            <p:nvPr/>
          </p:nvSpPr>
          <p:spPr>
            <a:xfrm flipH="1">
              <a:off x="-6019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6"/>
            <p:cNvSpPr/>
            <p:nvPr/>
          </p:nvSpPr>
          <p:spPr>
            <a:xfrm flipH="1">
              <a:off x="-2971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6"/>
            <p:cNvSpPr/>
            <p:nvPr/>
          </p:nvSpPr>
          <p:spPr>
            <a:xfrm flipH="1">
              <a:off x="1601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4">
  <p:cSld name="CUSTOM_15">
    <p:spTree>
      <p:nvGrpSpPr>
        <p:cNvPr id="1" name="Shape 600"/>
        <p:cNvGrpSpPr/>
        <p:nvPr/>
      </p:nvGrpSpPr>
      <p:grpSpPr>
        <a:xfrm>
          <a:off x="0" y="0"/>
          <a:ext cx="0" cy="0"/>
          <a:chOff x="0" y="0"/>
          <a:chExt cx="0" cy="0"/>
        </a:xfrm>
      </p:grpSpPr>
      <p:grpSp>
        <p:nvGrpSpPr>
          <p:cNvPr id="601" name="Google Shape;601;p27"/>
          <p:cNvGrpSpPr/>
          <p:nvPr/>
        </p:nvGrpSpPr>
        <p:grpSpPr>
          <a:xfrm>
            <a:off x="-449500" y="285863"/>
            <a:ext cx="1847225" cy="4571775"/>
            <a:chOff x="7932500" y="332425"/>
            <a:chExt cx="1847225" cy="4571775"/>
          </a:xfrm>
        </p:grpSpPr>
        <p:sp>
          <p:nvSpPr>
            <p:cNvPr id="602" name="Google Shape;602;p27"/>
            <p:cNvSpPr/>
            <p:nvPr/>
          </p:nvSpPr>
          <p:spPr>
            <a:xfrm>
              <a:off x="8763888"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 name="Google Shape;603;p27"/>
            <p:cNvGrpSpPr/>
            <p:nvPr/>
          </p:nvGrpSpPr>
          <p:grpSpPr>
            <a:xfrm>
              <a:off x="8237288" y="1138400"/>
              <a:ext cx="513300" cy="521400"/>
              <a:chOff x="274975" y="2811550"/>
              <a:chExt cx="513300" cy="521400"/>
            </a:xfrm>
          </p:grpSpPr>
          <p:sp>
            <p:nvSpPr>
              <p:cNvPr id="604" name="Google Shape;604;p27"/>
              <p:cNvSpPr/>
              <p:nvPr/>
            </p:nvSpPr>
            <p:spPr>
              <a:xfrm>
                <a:off x="274975" y="3127350"/>
                <a:ext cx="183300" cy="205600"/>
              </a:xfrm>
              <a:custGeom>
                <a:avLst/>
                <a:gdLst/>
                <a:ahLst/>
                <a:cxnLst/>
                <a:rect l="l" t="t" r="r" b="b"/>
                <a:pathLst>
                  <a:path w="7332" h="8224" extrusionOk="0">
                    <a:moveTo>
                      <a:pt x="4058" y="7763"/>
                    </a:moveTo>
                    <a:cubicBezTo>
                      <a:pt x="4058" y="7763"/>
                      <a:pt x="4058" y="7899"/>
                      <a:pt x="4166" y="7899"/>
                    </a:cubicBezTo>
                    <a:cubicBezTo>
                      <a:pt x="4302" y="7899"/>
                      <a:pt x="4518" y="8007"/>
                      <a:pt x="4734" y="8007"/>
                    </a:cubicBezTo>
                    <a:cubicBezTo>
                      <a:pt x="4518" y="7899"/>
                      <a:pt x="4302" y="7899"/>
                      <a:pt x="4058" y="7763"/>
                    </a:cubicBezTo>
                    <a:close/>
                    <a:moveTo>
                      <a:pt x="5194" y="0"/>
                    </a:moveTo>
                    <a:lnTo>
                      <a:pt x="5086" y="108"/>
                    </a:lnTo>
                    <a:cubicBezTo>
                      <a:pt x="3625" y="1569"/>
                      <a:pt x="2381" y="2813"/>
                      <a:pt x="1461" y="3706"/>
                    </a:cubicBezTo>
                    <a:lnTo>
                      <a:pt x="461" y="4734"/>
                    </a:lnTo>
                    <a:cubicBezTo>
                      <a:pt x="244" y="4842"/>
                      <a:pt x="109" y="4950"/>
                      <a:pt x="1" y="5194"/>
                    </a:cubicBezTo>
                    <a:cubicBezTo>
                      <a:pt x="244" y="5058"/>
                      <a:pt x="352" y="4950"/>
                      <a:pt x="461" y="4842"/>
                    </a:cubicBezTo>
                    <a:lnTo>
                      <a:pt x="1597" y="3841"/>
                    </a:lnTo>
                    <a:cubicBezTo>
                      <a:pt x="2463" y="2949"/>
                      <a:pt x="3659" y="1752"/>
                      <a:pt x="5064" y="446"/>
                    </a:cubicBezTo>
                    <a:lnTo>
                      <a:pt x="5064" y="446"/>
                    </a:lnTo>
                    <a:lnTo>
                      <a:pt x="5654" y="2029"/>
                    </a:lnTo>
                    <a:lnTo>
                      <a:pt x="6871" y="5410"/>
                    </a:lnTo>
                    <a:cubicBezTo>
                      <a:pt x="7007" y="5870"/>
                      <a:pt x="7115" y="6303"/>
                      <a:pt x="7223" y="6763"/>
                    </a:cubicBezTo>
                    <a:cubicBezTo>
                      <a:pt x="7115" y="7222"/>
                      <a:pt x="6871" y="7547"/>
                      <a:pt x="6547" y="7763"/>
                    </a:cubicBezTo>
                    <a:cubicBezTo>
                      <a:pt x="6288" y="7943"/>
                      <a:pt x="6043" y="8049"/>
                      <a:pt x="5792" y="8049"/>
                    </a:cubicBezTo>
                    <a:cubicBezTo>
                      <a:pt x="5702" y="8049"/>
                      <a:pt x="5611" y="8035"/>
                      <a:pt x="5519" y="8007"/>
                    </a:cubicBezTo>
                    <a:lnTo>
                      <a:pt x="4734" y="8007"/>
                    </a:lnTo>
                    <a:cubicBezTo>
                      <a:pt x="4978" y="8115"/>
                      <a:pt x="5194" y="8223"/>
                      <a:pt x="5519" y="8223"/>
                    </a:cubicBezTo>
                    <a:cubicBezTo>
                      <a:pt x="5870" y="8223"/>
                      <a:pt x="6330" y="8115"/>
                      <a:pt x="6655" y="7899"/>
                    </a:cubicBezTo>
                    <a:cubicBezTo>
                      <a:pt x="7007" y="7655"/>
                      <a:pt x="7331" y="7331"/>
                      <a:pt x="7331" y="6763"/>
                    </a:cubicBezTo>
                    <a:cubicBezTo>
                      <a:pt x="7331" y="6303"/>
                      <a:pt x="7223" y="5735"/>
                      <a:pt x="7007" y="5302"/>
                    </a:cubicBezTo>
                    <a:cubicBezTo>
                      <a:pt x="6655" y="4274"/>
                      <a:pt x="6330" y="3165"/>
                      <a:pt x="5870" y="2029"/>
                    </a:cubicBezTo>
                    <a:lnTo>
                      <a:pt x="5194" y="217"/>
                    </a:lnTo>
                    <a:lnTo>
                      <a:pt x="5194"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7"/>
              <p:cNvSpPr/>
              <p:nvPr/>
            </p:nvSpPr>
            <p:spPr>
              <a:xfrm>
                <a:off x="472450" y="3151475"/>
                <a:ext cx="84550" cy="111150"/>
              </a:xfrm>
              <a:custGeom>
                <a:avLst/>
                <a:gdLst/>
                <a:ahLst/>
                <a:cxnLst/>
                <a:rect l="l" t="t" r="r" b="b"/>
                <a:pathLst>
                  <a:path w="3382" h="4446" extrusionOk="0">
                    <a:moveTo>
                      <a:pt x="568" y="279"/>
                    </a:moveTo>
                    <a:cubicBezTo>
                      <a:pt x="460" y="279"/>
                      <a:pt x="460" y="388"/>
                      <a:pt x="325" y="496"/>
                    </a:cubicBezTo>
                    <a:lnTo>
                      <a:pt x="325" y="604"/>
                    </a:lnTo>
                    <a:cubicBezTo>
                      <a:pt x="460" y="496"/>
                      <a:pt x="460" y="388"/>
                      <a:pt x="568" y="279"/>
                    </a:cubicBezTo>
                    <a:close/>
                    <a:moveTo>
                      <a:pt x="1297" y="0"/>
                    </a:moveTo>
                    <a:cubicBezTo>
                      <a:pt x="1049" y="0"/>
                      <a:pt x="804" y="88"/>
                      <a:pt x="568" y="279"/>
                    </a:cubicBezTo>
                    <a:cubicBezTo>
                      <a:pt x="822" y="216"/>
                      <a:pt x="1049" y="143"/>
                      <a:pt x="1285" y="143"/>
                    </a:cubicBezTo>
                    <a:cubicBezTo>
                      <a:pt x="1451" y="143"/>
                      <a:pt x="1623" y="179"/>
                      <a:pt x="1812" y="279"/>
                    </a:cubicBezTo>
                    <a:cubicBezTo>
                      <a:pt x="2245" y="604"/>
                      <a:pt x="2705" y="1064"/>
                      <a:pt x="2813" y="1632"/>
                    </a:cubicBezTo>
                    <a:cubicBezTo>
                      <a:pt x="2921" y="1957"/>
                      <a:pt x="3030" y="2308"/>
                      <a:pt x="3030" y="2741"/>
                    </a:cubicBezTo>
                    <a:cubicBezTo>
                      <a:pt x="3165" y="3093"/>
                      <a:pt x="3030" y="3417"/>
                      <a:pt x="2813" y="3769"/>
                    </a:cubicBezTo>
                    <a:cubicBezTo>
                      <a:pt x="2705" y="4093"/>
                      <a:pt x="2245" y="4229"/>
                      <a:pt x="1921" y="4229"/>
                    </a:cubicBezTo>
                    <a:cubicBezTo>
                      <a:pt x="1569" y="4229"/>
                      <a:pt x="1244" y="4093"/>
                      <a:pt x="1001" y="3877"/>
                    </a:cubicBezTo>
                    <a:cubicBezTo>
                      <a:pt x="460" y="3552"/>
                      <a:pt x="217" y="2984"/>
                      <a:pt x="108" y="2308"/>
                    </a:cubicBezTo>
                    <a:cubicBezTo>
                      <a:pt x="108" y="1957"/>
                      <a:pt x="0" y="1524"/>
                      <a:pt x="108" y="1064"/>
                    </a:cubicBezTo>
                    <a:lnTo>
                      <a:pt x="108" y="604"/>
                    </a:lnTo>
                    <a:cubicBezTo>
                      <a:pt x="0" y="848"/>
                      <a:pt x="0" y="956"/>
                      <a:pt x="0" y="1064"/>
                    </a:cubicBezTo>
                    <a:lnTo>
                      <a:pt x="0" y="2416"/>
                    </a:lnTo>
                    <a:cubicBezTo>
                      <a:pt x="0" y="2633"/>
                      <a:pt x="108" y="2984"/>
                      <a:pt x="217" y="3201"/>
                    </a:cubicBezTo>
                    <a:cubicBezTo>
                      <a:pt x="325" y="3552"/>
                      <a:pt x="568" y="3877"/>
                      <a:pt x="893" y="4093"/>
                    </a:cubicBezTo>
                    <a:cubicBezTo>
                      <a:pt x="1136" y="4337"/>
                      <a:pt x="1569" y="4445"/>
                      <a:pt x="1921" y="4445"/>
                    </a:cubicBezTo>
                    <a:cubicBezTo>
                      <a:pt x="2353" y="4445"/>
                      <a:pt x="2813" y="4229"/>
                      <a:pt x="3030" y="3877"/>
                    </a:cubicBezTo>
                    <a:cubicBezTo>
                      <a:pt x="3273" y="3552"/>
                      <a:pt x="3381" y="3093"/>
                      <a:pt x="3381" y="2633"/>
                    </a:cubicBezTo>
                    <a:cubicBezTo>
                      <a:pt x="3273" y="2308"/>
                      <a:pt x="3165" y="1957"/>
                      <a:pt x="3030" y="1632"/>
                    </a:cubicBezTo>
                    <a:cubicBezTo>
                      <a:pt x="2921" y="956"/>
                      <a:pt x="2489" y="388"/>
                      <a:pt x="1921" y="171"/>
                    </a:cubicBezTo>
                    <a:cubicBezTo>
                      <a:pt x="1712" y="61"/>
                      <a:pt x="1503" y="0"/>
                      <a:pt x="129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7"/>
              <p:cNvSpPr/>
              <p:nvPr/>
            </p:nvSpPr>
            <p:spPr>
              <a:xfrm>
                <a:off x="540075" y="3054300"/>
                <a:ext cx="163650" cy="216425"/>
              </a:xfrm>
              <a:custGeom>
                <a:avLst/>
                <a:gdLst/>
                <a:ahLst/>
                <a:cxnLst/>
                <a:rect l="l" t="t" r="r" b="b"/>
                <a:pathLst>
                  <a:path w="6546" h="8657" extrusionOk="0">
                    <a:moveTo>
                      <a:pt x="0" y="1"/>
                    </a:moveTo>
                    <a:cubicBezTo>
                      <a:pt x="0" y="217"/>
                      <a:pt x="108" y="434"/>
                      <a:pt x="108" y="542"/>
                    </a:cubicBezTo>
                    <a:cubicBezTo>
                      <a:pt x="216" y="1002"/>
                      <a:pt x="460" y="1570"/>
                      <a:pt x="676" y="2246"/>
                    </a:cubicBezTo>
                    <a:cubicBezTo>
                      <a:pt x="1244" y="3707"/>
                      <a:pt x="1921" y="5627"/>
                      <a:pt x="2921" y="7872"/>
                    </a:cubicBezTo>
                    <a:lnTo>
                      <a:pt x="3273" y="8657"/>
                    </a:lnTo>
                    <a:lnTo>
                      <a:pt x="3165" y="7764"/>
                    </a:lnTo>
                    <a:cubicBezTo>
                      <a:pt x="3141" y="7714"/>
                      <a:pt x="3116" y="7663"/>
                      <a:pt x="3092" y="7613"/>
                    </a:cubicBezTo>
                    <a:lnTo>
                      <a:pt x="3092" y="7613"/>
                    </a:lnTo>
                    <a:cubicBezTo>
                      <a:pt x="3030" y="7434"/>
                      <a:pt x="3030" y="7231"/>
                      <a:pt x="3030" y="6980"/>
                    </a:cubicBezTo>
                    <a:cubicBezTo>
                      <a:pt x="2927" y="5696"/>
                      <a:pt x="3141" y="4412"/>
                      <a:pt x="3626" y="3221"/>
                    </a:cubicBezTo>
                    <a:lnTo>
                      <a:pt x="3626" y="3221"/>
                    </a:lnTo>
                    <a:cubicBezTo>
                      <a:pt x="4451" y="4377"/>
                      <a:pt x="5088" y="5317"/>
                      <a:pt x="5626" y="6087"/>
                    </a:cubicBezTo>
                    <a:lnTo>
                      <a:pt x="6194" y="6871"/>
                    </a:lnTo>
                    <a:cubicBezTo>
                      <a:pt x="6303" y="6980"/>
                      <a:pt x="6411" y="7088"/>
                      <a:pt x="6546" y="7196"/>
                    </a:cubicBezTo>
                    <a:cubicBezTo>
                      <a:pt x="6411" y="7088"/>
                      <a:pt x="6411" y="6980"/>
                      <a:pt x="6303" y="6871"/>
                    </a:cubicBezTo>
                    <a:lnTo>
                      <a:pt x="5734" y="5952"/>
                    </a:lnTo>
                    <a:lnTo>
                      <a:pt x="3706" y="3030"/>
                    </a:lnTo>
                    <a:lnTo>
                      <a:pt x="3598" y="2814"/>
                    </a:lnTo>
                    <a:lnTo>
                      <a:pt x="3489" y="3030"/>
                    </a:lnTo>
                    <a:cubicBezTo>
                      <a:pt x="2921" y="4275"/>
                      <a:pt x="2705" y="5627"/>
                      <a:pt x="2813" y="6980"/>
                    </a:cubicBezTo>
                    <a:cubicBezTo>
                      <a:pt x="2813" y="6992"/>
                      <a:pt x="2813" y="7005"/>
                      <a:pt x="2813" y="7017"/>
                    </a:cubicBezTo>
                    <a:lnTo>
                      <a:pt x="2813" y="7017"/>
                    </a:lnTo>
                    <a:cubicBezTo>
                      <a:pt x="1957" y="5160"/>
                      <a:pt x="1299" y="3440"/>
                      <a:pt x="893" y="2246"/>
                    </a:cubicBezTo>
                    <a:lnTo>
                      <a:pt x="216" y="542"/>
                    </a:lnTo>
                    <a:cubicBezTo>
                      <a:pt x="108" y="326"/>
                      <a:pt x="108" y="217"/>
                      <a:pt x="0"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7"/>
              <p:cNvSpPr/>
              <p:nvPr/>
            </p:nvSpPr>
            <p:spPr>
              <a:xfrm>
                <a:off x="692225" y="3084750"/>
                <a:ext cx="96050" cy="124450"/>
              </a:xfrm>
              <a:custGeom>
                <a:avLst/>
                <a:gdLst/>
                <a:ahLst/>
                <a:cxnLst/>
                <a:rect l="l" t="t" r="r" b="b"/>
                <a:pathLst>
                  <a:path w="3842" h="4978" extrusionOk="0">
                    <a:moveTo>
                      <a:pt x="1677" y="0"/>
                    </a:moveTo>
                    <a:lnTo>
                      <a:pt x="1569" y="244"/>
                    </a:lnTo>
                    <a:cubicBezTo>
                      <a:pt x="1353" y="676"/>
                      <a:pt x="1136" y="1028"/>
                      <a:pt x="1001" y="1488"/>
                    </a:cubicBezTo>
                    <a:cubicBezTo>
                      <a:pt x="794" y="2058"/>
                      <a:pt x="675" y="2673"/>
                      <a:pt x="644" y="3338"/>
                    </a:cubicBezTo>
                    <a:lnTo>
                      <a:pt x="644" y="3338"/>
                    </a:lnTo>
                    <a:cubicBezTo>
                      <a:pt x="507" y="2815"/>
                      <a:pt x="367" y="2380"/>
                      <a:pt x="217" y="2029"/>
                    </a:cubicBezTo>
                    <a:cubicBezTo>
                      <a:pt x="217" y="1704"/>
                      <a:pt x="108" y="1488"/>
                      <a:pt x="0" y="1136"/>
                    </a:cubicBezTo>
                    <a:lnTo>
                      <a:pt x="0" y="1136"/>
                    </a:lnTo>
                    <a:cubicBezTo>
                      <a:pt x="0" y="1488"/>
                      <a:pt x="108" y="1812"/>
                      <a:pt x="108" y="2029"/>
                    </a:cubicBezTo>
                    <a:cubicBezTo>
                      <a:pt x="217" y="2705"/>
                      <a:pt x="460" y="3517"/>
                      <a:pt x="676" y="4517"/>
                    </a:cubicBezTo>
                    <a:lnTo>
                      <a:pt x="893" y="4409"/>
                    </a:lnTo>
                    <a:cubicBezTo>
                      <a:pt x="785" y="3517"/>
                      <a:pt x="893" y="2489"/>
                      <a:pt x="1244" y="1596"/>
                    </a:cubicBezTo>
                    <a:cubicBezTo>
                      <a:pt x="1330" y="1233"/>
                      <a:pt x="1483" y="870"/>
                      <a:pt x="1663" y="574"/>
                    </a:cubicBezTo>
                    <a:lnTo>
                      <a:pt x="1663" y="574"/>
                    </a:lnTo>
                    <a:cubicBezTo>
                      <a:pt x="2199" y="1829"/>
                      <a:pt x="2730" y="2884"/>
                      <a:pt x="3165" y="3625"/>
                    </a:cubicBezTo>
                    <a:lnTo>
                      <a:pt x="3598" y="4626"/>
                    </a:lnTo>
                    <a:lnTo>
                      <a:pt x="3273" y="3625"/>
                    </a:lnTo>
                    <a:cubicBezTo>
                      <a:pt x="2921" y="2705"/>
                      <a:pt x="2353" y="1596"/>
                      <a:pt x="1812" y="244"/>
                    </a:cubicBezTo>
                    <a:lnTo>
                      <a:pt x="1677" y="0"/>
                    </a:lnTo>
                    <a:close/>
                    <a:moveTo>
                      <a:pt x="3598" y="4626"/>
                    </a:moveTo>
                    <a:cubicBezTo>
                      <a:pt x="3598" y="4734"/>
                      <a:pt x="3706" y="4869"/>
                      <a:pt x="3841" y="4977"/>
                    </a:cubicBezTo>
                    <a:cubicBezTo>
                      <a:pt x="3706" y="4869"/>
                      <a:pt x="3706" y="4734"/>
                      <a:pt x="3598" y="4626"/>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7"/>
              <p:cNvSpPr/>
              <p:nvPr/>
            </p:nvSpPr>
            <p:spPr>
              <a:xfrm>
                <a:off x="571175" y="2842650"/>
                <a:ext cx="169075" cy="116250"/>
              </a:xfrm>
              <a:custGeom>
                <a:avLst/>
                <a:gdLst/>
                <a:ahLst/>
                <a:cxnLst/>
                <a:rect l="l" t="t" r="r" b="b"/>
                <a:pathLst>
                  <a:path w="6763" h="4650" extrusionOk="0">
                    <a:moveTo>
                      <a:pt x="6519" y="1"/>
                    </a:moveTo>
                    <a:lnTo>
                      <a:pt x="6519" y="1"/>
                    </a:lnTo>
                    <a:cubicBezTo>
                      <a:pt x="6654" y="460"/>
                      <a:pt x="6654" y="1028"/>
                      <a:pt x="6519" y="1461"/>
                    </a:cubicBezTo>
                    <a:cubicBezTo>
                      <a:pt x="6411" y="2029"/>
                      <a:pt x="6195" y="2597"/>
                      <a:pt x="5978" y="3057"/>
                    </a:cubicBezTo>
                    <a:cubicBezTo>
                      <a:pt x="5297" y="3988"/>
                      <a:pt x="4235" y="4462"/>
                      <a:pt x="3111" y="4462"/>
                    </a:cubicBezTo>
                    <a:cubicBezTo>
                      <a:pt x="2896" y="4462"/>
                      <a:pt x="2679" y="4444"/>
                      <a:pt x="2462" y="4410"/>
                    </a:cubicBezTo>
                    <a:cubicBezTo>
                      <a:pt x="1921" y="4274"/>
                      <a:pt x="1461" y="4058"/>
                      <a:pt x="1001" y="3733"/>
                    </a:cubicBezTo>
                    <a:cubicBezTo>
                      <a:pt x="568" y="3382"/>
                      <a:pt x="217" y="3057"/>
                      <a:pt x="0" y="2597"/>
                    </a:cubicBezTo>
                    <a:lnTo>
                      <a:pt x="0" y="2597"/>
                    </a:lnTo>
                    <a:cubicBezTo>
                      <a:pt x="0" y="2705"/>
                      <a:pt x="109" y="2814"/>
                      <a:pt x="109" y="2922"/>
                    </a:cubicBezTo>
                    <a:cubicBezTo>
                      <a:pt x="325" y="3273"/>
                      <a:pt x="568" y="3598"/>
                      <a:pt x="893" y="3842"/>
                    </a:cubicBezTo>
                    <a:cubicBezTo>
                      <a:pt x="1353" y="4166"/>
                      <a:pt x="1921" y="4410"/>
                      <a:pt x="2462" y="4518"/>
                    </a:cubicBezTo>
                    <a:cubicBezTo>
                      <a:pt x="2744" y="4608"/>
                      <a:pt x="3031" y="4650"/>
                      <a:pt x="3317" y="4650"/>
                    </a:cubicBezTo>
                    <a:cubicBezTo>
                      <a:pt x="4404" y="4650"/>
                      <a:pt x="5465" y="4043"/>
                      <a:pt x="6086" y="3165"/>
                    </a:cubicBezTo>
                    <a:cubicBezTo>
                      <a:pt x="6411" y="2597"/>
                      <a:pt x="6654" y="2137"/>
                      <a:pt x="6763" y="1569"/>
                    </a:cubicBezTo>
                    <a:lnTo>
                      <a:pt x="6763" y="352"/>
                    </a:lnTo>
                    <a:cubicBezTo>
                      <a:pt x="6654" y="217"/>
                      <a:pt x="6654" y="109"/>
                      <a:pt x="6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7"/>
              <p:cNvSpPr/>
              <p:nvPr/>
            </p:nvSpPr>
            <p:spPr>
              <a:xfrm>
                <a:off x="568475" y="2823050"/>
                <a:ext cx="25025" cy="58850"/>
              </a:xfrm>
              <a:custGeom>
                <a:avLst/>
                <a:gdLst/>
                <a:ahLst/>
                <a:cxnLst/>
                <a:rect l="l" t="t" r="r" b="b"/>
                <a:pathLst>
                  <a:path w="1001" h="2354" extrusionOk="0">
                    <a:moveTo>
                      <a:pt x="217" y="0"/>
                    </a:moveTo>
                    <a:cubicBezTo>
                      <a:pt x="0" y="893"/>
                      <a:pt x="325" y="1812"/>
                      <a:pt x="893" y="2353"/>
                    </a:cubicBezTo>
                    <a:cubicBezTo>
                      <a:pt x="1001" y="2245"/>
                      <a:pt x="676" y="1812"/>
                      <a:pt x="433" y="1244"/>
                    </a:cubicBezTo>
                    <a:cubicBezTo>
                      <a:pt x="325" y="568"/>
                      <a:pt x="325" y="0"/>
                      <a:pt x="21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7"/>
              <p:cNvSpPr/>
              <p:nvPr/>
            </p:nvSpPr>
            <p:spPr>
              <a:xfrm>
                <a:off x="644200" y="2811550"/>
                <a:ext cx="19650" cy="42625"/>
              </a:xfrm>
              <a:custGeom>
                <a:avLst/>
                <a:gdLst/>
                <a:ahLst/>
                <a:cxnLst/>
                <a:rect l="l" t="t" r="r" b="b"/>
                <a:pathLst>
                  <a:path w="786" h="1705" extrusionOk="0">
                    <a:moveTo>
                      <a:pt x="1" y="0"/>
                    </a:moveTo>
                    <a:cubicBezTo>
                      <a:pt x="1" y="352"/>
                      <a:pt x="109" y="568"/>
                      <a:pt x="217" y="920"/>
                    </a:cubicBezTo>
                    <a:cubicBezTo>
                      <a:pt x="460" y="1353"/>
                      <a:pt x="677" y="1704"/>
                      <a:pt x="677" y="1704"/>
                    </a:cubicBezTo>
                    <a:cubicBezTo>
                      <a:pt x="785" y="1704"/>
                      <a:pt x="677" y="1353"/>
                      <a:pt x="460" y="785"/>
                    </a:cubicBezTo>
                    <a:cubicBezTo>
                      <a:pt x="217" y="352"/>
                      <a:pt x="109"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 name="Google Shape;611;p27"/>
            <p:cNvSpPr/>
            <p:nvPr/>
          </p:nvSpPr>
          <p:spPr>
            <a:xfrm flipH="1">
              <a:off x="80849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7"/>
            <p:cNvSpPr/>
            <p:nvPr/>
          </p:nvSpPr>
          <p:spPr>
            <a:xfrm flipH="1">
              <a:off x="85421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7"/>
            <p:cNvSpPr/>
            <p:nvPr/>
          </p:nvSpPr>
          <p:spPr>
            <a:xfrm flipH="1">
              <a:off x="88469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7"/>
            <p:cNvSpPr/>
            <p:nvPr/>
          </p:nvSpPr>
          <p:spPr>
            <a:xfrm rot="10800000">
              <a:off x="86183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7"/>
            <p:cNvSpPr/>
            <p:nvPr/>
          </p:nvSpPr>
          <p:spPr>
            <a:xfrm rot="10800000">
              <a:off x="87707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7"/>
            <p:cNvSpPr/>
            <p:nvPr/>
          </p:nvSpPr>
          <p:spPr>
            <a:xfrm flipH="1">
              <a:off x="82373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7"/>
            <p:cNvSpPr/>
            <p:nvPr/>
          </p:nvSpPr>
          <p:spPr>
            <a:xfrm flipH="1">
              <a:off x="85421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7"/>
            <p:cNvSpPr/>
            <p:nvPr/>
          </p:nvSpPr>
          <p:spPr>
            <a:xfrm flipH="1">
              <a:off x="8694500" y="2694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7"/>
            <p:cNvSpPr/>
            <p:nvPr/>
          </p:nvSpPr>
          <p:spPr>
            <a:xfrm rot="10800000">
              <a:off x="87707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7"/>
            <p:cNvSpPr/>
            <p:nvPr/>
          </p:nvSpPr>
          <p:spPr>
            <a:xfrm rot="10800000">
              <a:off x="8923100" y="1399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7"/>
            <p:cNvSpPr/>
            <p:nvPr/>
          </p:nvSpPr>
          <p:spPr>
            <a:xfrm rot="10800000">
              <a:off x="92279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7"/>
            <p:cNvSpPr/>
            <p:nvPr/>
          </p:nvSpPr>
          <p:spPr>
            <a:xfrm flipH="1">
              <a:off x="79325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7"/>
            <p:cNvSpPr/>
            <p:nvPr/>
          </p:nvSpPr>
          <p:spPr>
            <a:xfrm flipH="1">
              <a:off x="8389700" y="78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7"/>
            <p:cNvSpPr/>
            <p:nvPr/>
          </p:nvSpPr>
          <p:spPr>
            <a:xfrm flipH="1">
              <a:off x="86945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 name="Google Shape;625;p27"/>
          <p:cNvGrpSpPr/>
          <p:nvPr/>
        </p:nvGrpSpPr>
        <p:grpSpPr>
          <a:xfrm>
            <a:off x="7884875" y="2532950"/>
            <a:ext cx="1856601" cy="2381950"/>
            <a:chOff x="-601900" y="160050"/>
            <a:chExt cx="1856601" cy="2381950"/>
          </a:xfrm>
        </p:grpSpPr>
        <p:sp>
          <p:nvSpPr>
            <p:cNvPr id="626" name="Google Shape;626;p27"/>
            <p:cNvSpPr/>
            <p:nvPr/>
          </p:nvSpPr>
          <p:spPr>
            <a:xfrm>
              <a:off x="268600" y="306775"/>
              <a:ext cx="549800" cy="146775"/>
            </a:xfrm>
            <a:custGeom>
              <a:avLst/>
              <a:gdLst/>
              <a:ahLst/>
              <a:cxnLst/>
              <a:rect l="l" t="t" r="r" b="b"/>
              <a:pathLst>
                <a:path w="21992" h="5871" extrusionOk="0">
                  <a:moveTo>
                    <a:pt x="0" y="1"/>
                  </a:moveTo>
                  <a:lnTo>
                    <a:pt x="0" y="5871"/>
                  </a:lnTo>
                  <a:lnTo>
                    <a:pt x="21991" y="5871"/>
                  </a:lnTo>
                  <a:lnTo>
                    <a:pt x="2199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7"/>
            <p:cNvSpPr/>
            <p:nvPr/>
          </p:nvSpPr>
          <p:spPr>
            <a:xfrm>
              <a:off x="429550" y="160050"/>
              <a:ext cx="551825" cy="149475"/>
            </a:xfrm>
            <a:custGeom>
              <a:avLst/>
              <a:gdLst/>
              <a:ahLst/>
              <a:cxnLst/>
              <a:rect l="l" t="t" r="r" b="b"/>
              <a:pathLst>
                <a:path w="22073" h="5979" extrusionOk="0">
                  <a:moveTo>
                    <a:pt x="108" y="0"/>
                  </a:moveTo>
                  <a:lnTo>
                    <a:pt x="108" y="0"/>
                  </a:lnTo>
                  <a:cubicBezTo>
                    <a:pt x="88" y="21"/>
                    <a:pt x="54" y="54"/>
                    <a:pt x="0" y="108"/>
                  </a:cubicBezTo>
                  <a:lnTo>
                    <a:pt x="0" y="1596"/>
                  </a:lnTo>
                  <a:lnTo>
                    <a:pt x="0" y="3057"/>
                  </a:lnTo>
                  <a:lnTo>
                    <a:pt x="0" y="5978"/>
                  </a:lnTo>
                  <a:lnTo>
                    <a:pt x="108" y="5978"/>
                  </a:lnTo>
                  <a:lnTo>
                    <a:pt x="15770" y="5870"/>
                  </a:lnTo>
                  <a:lnTo>
                    <a:pt x="216" y="5762"/>
                  </a:lnTo>
                  <a:lnTo>
                    <a:pt x="216" y="5762"/>
                  </a:lnTo>
                  <a:lnTo>
                    <a:pt x="216" y="3057"/>
                  </a:lnTo>
                  <a:lnTo>
                    <a:pt x="216" y="243"/>
                  </a:lnTo>
                  <a:lnTo>
                    <a:pt x="216" y="243"/>
                  </a:lnTo>
                  <a:lnTo>
                    <a:pt x="21964" y="109"/>
                  </a:lnTo>
                  <a:lnTo>
                    <a:pt x="21964" y="109"/>
                  </a:lnTo>
                  <a:cubicBezTo>
                    <a:pt x="21964" y="1921"/>
                    <a:pt x="22072" y="3382"/>
                    <a:pt x="22072" y="4301"/>
                  </a:cubicBezTo>
                  <a:lnTo>
                    <a:pt x="22072" y="108"/>
                  </a:lnTo>
                  <a:lnTo>
                    <a:pt x="22072"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 name="Google Shape;628;p27"/>
            <p:cNvGrpSpPr/>
            <p:nvPr/>
          </p:nvGrpSpPr>
          <p:grpSpPr>
            <a:xfrm>
              <a:off x="769783" y="1986057"/>
              <a:ext cx="484918" cy="453079"/>
              <a:chOff x="1211325" y="1407638"/>
              <a:chExt cx="797300" cy="744950"/>
            </a:xfrm>
          </p:grpSpPr>
          <p:sp>
            <p:nvSpPr>
              <p:cNvPr id="629" name="Google Shape;629;p27"/>
              <p:cNvSpPr/>
              <p:nvPr/>
            </p:nvSpPr>
            <p:spPr>
              <a:xfrm>
                <a:off x="1211325" y="1407638"/>
                <a:ext cx="797300" cy="744950"/>
              </a:xfrm>
              <a:custGeom>
                <a:avLst/>
                <a:gdLst/>
                <a:ahLst/>
                <a:cxnLst/>
                <a:rect l="l" t="t" r="r" b="b"/>
                <a:pathLst>
                  <a:path w="31892" h="29798" extrusionOk="0">
                    <a:moveTo>
                      <a:pt x="8081" y="1"/>
                    </a:moveTo>
                    <a:cubicBezTo>
                      <a:pt x="7861" y="1"/>
                      <a:pt x="7645" y="14"/>
                      <a:pt x="7439" y="43"/>
                    </a:cubicBezTo>
                    <a:cubicBezTo>
                      <a:pt x="5870" y="151"/>
                      <a:pt x="4301" y="827"/>
                      <a:pt x="3057" y="1855"/>
                    </a:cubicBezTo>
                    <a:cubicBezTo>
                      <a:pt x="1921" y="2856"/>
                      <a:pt x="1028" y="4208"/>
                      <a:pt x="568" y="5696"/>
                    </a:cubicBezTo>
                    <a:cubicBezTo>
                      <a:pt x="109" y="7049"/>
                      <a:pt x="0" y="8509"/>
                      <a:pt x="109" y="9970"/>
                    </a:cubicBezTo>
                    <a:cubicBezTo>
                      <a:pt x="352" y="12567"/>
                      <a:pt x="1136" y="15028"/>
                      <a:pt x="2381" y="17300"/>
                    </a:cubicBezTo>
                    <a:cubicBezTo>
                      <a:pt x="2949" y="18301"/>
                      <a:pt x="3490" y="19221"/>
                      <a:pt x="4166" y="20113"/>
                    </a:cubicBezTo>
                    <a:lnTo>
                      <a:pt x="5762" y="22602"/>
                    </a:lnTo>
                    <a:cubicBezTo>
                      <a:pt x="6763" y="24171"/>
                      <a:pt x="7682" y="25523"/>
                      <a:pt x="8467" y="26524"/>
                    </a:cubicBezTo>
                    <a:cubicBezTo>
                      <a:pt x="9251" y="27660"/>
                      <a:pt x="9927" y="28445"/>
                      <a:pt x="10387" y="29013"/>
                    </a:cubicBezTo>
                    <a:cubicBezTo>
                      <a:pt x="10820" y="29472"/>
                      <a:pt x="11064" y="29797"/>
                      <a:pt x="11064" y="29797"/>
                    </a:cubicBezTo>
                    <a:cubicBezTo>
                      <a:pt x="11064" y="29797"/>
                      <a:pt x="11064" y="29689"/>
                      <a:pt x="10928" y="29581"/>
                    </a:cubicBezTo>
                    <a:cubicBezTo>
                      <a:pt x="10820" y="29364"/>
                      <a:pt x="10604" y="29229"/>
                      <a:pt x="10387" y="28904"/>
                    </a:cubicBezTo>
                    <a:cubicBezTo>
                      <a:pt x="9927" y="28445"/>
                      <a:pt x="9359" y="27552"/>
                      <a:pt x="8575" y="26524"/>
                    </a:cubicBezTo>
                    <a:cubicBezTo>
                      <a:pt x="7791" y="25523"/>
                      <a:pt x="6871" y="24171"/>
                      <a:pt x="5870" y="22602"/>
                    </a:cubicBezTo>
                    <a:cubicBezTo>
                      <a:pt x="5410" y="21790"/>
                      <a:pt x="4842" y="20898"/>
                      <a:pt x="4301" y="20005"/>
                    </a:cubicBezTo>
                    <a:cubicBezTo>
                      <a:pt x="3625" y="19221"/>
                      <a:pt x="3057" y="18193"/>
                      <a:pt x="2489" y="17192"/>
                    </a:cubicBezTo>
                    <a:cubicBezTo>
                      <a:pt x="1245" y="14920"/>
                      <a:pt x="460" y="12458"/>
                      <a:pt x="244" y="9970"/>
                    </a:cubicBezTo>
                    <a:cubicBezTo>
                      <a:pt x="244" y="8509"/>
                      <a:pt x="352" y="7049"/>
                      <a:pt x="785" y="5696"/>
                    </a:cubicBezTo>
                    <a:cubicBezTo>
                      <a:pt x="1245" y="4344"/>
                      <a:pt x="2029" y="2991"/>
                      <a:pt x="3165" y="1963"/>
                    </a:cubicBezTo>
                    <a:cubicBezTo>
                      <a:pt x="4409" y="963"/>
                      <a:pt x="5870" y="395"/>
                      <a:pt x="7439" y="151"/>
                    </a:cubicBezTo>
                    <a:cubicBezTo>
                      <a:pt x="8223" y="151"/>
                      <a:pt x="9035" y="286"/>
                      <a:pt x="9819" y="503"/>
                    </a:cubicBezTo>
                    <a:cubicBezTo>
                      <a:pt x="10604" y="827"/>
                      <a:pt x="11388" y="1179"/>
                      <a:pt x="11956" y="1747"/>
                    </a:cubicBezTo>
                    <a:cubicBezTo>
                      <a:pt x="13200" y="2991"/>
                      <a:pt x="14093" y="4452"/>
                      <a:pt x="14553" y="6021"/>
                    </a:cubicBezTo>
                    <a:cubicBezTo>
                      <a:pt x="14986" y="7833"/>
                      <a:pt x="15337" y="9510"/>
                      <a:pt x="15337" y="11322"/>
                    </a:cubicBezTo>
                    <a:cubicBezTo>
                      <a:pt x="15337" y="11647"/>
                      <a:pt x="15445" y="12107"/>
                      <a:pt x="15445" y="12567"/>
                    </a:cubicBezTo>
                    <a:lnTo>
                      <a:pt x="15445" y="13135"/>
                    </a:lnTo>
                    <a:lnTo>
                      <a:pt x="15662" y="12567"/>
                    </a:lnTo>
                    <a:cubicBezTo>
                      <a:pt x="16122" y="10863"/>
                      <a:pt x="17150" y="9402"/>
                      <a:pt x="18367" y="8266"/>
                    </a:cubicBezTo>
                    <a:cubicBezTo>
                      <a:pt x="19503" y="7049"/>
                      <a:pt x="21072" y="6237"/>
                      <a:pt x="22776" y="6021"/>
                    </a:cubicBezTo>
                    <a:cubicBezTo>
                      <a:pt x="23333" y="5905"/>
                      <a:pt x="23894" y="5845"/>
                      <a:pt x="24451" y="5845"/>
                    </a:cubicBezTo>
                    <a:cubicBezTo>
                      <a:pt x="25462" y="5845"/>
                      <a:pt x="26459" y="6045"/>
                      <a:pt x="27401" y="6481"/>
                    </a:cubicBezTo>
                    <a:cubicBezTo>
                      <a:pt x="28862" y="7157"/>
                      <a:pt x="29998" y="8158"/>
                      <a:pt x="30782" y="9510"/>
                    </a:cubicBezTo>
                    <a:cubicBezTo>
                      <a:pt x="31459" y="10863"/>
                      <a:pt x="31675" y="12323"/>
                      <a:pt x="31459" y="13811"/>
                    </a:cubicBezTo>
                    <a:cubicBezTo>
                      <a:pt x="31215" y="15163"/>
                      <a:pt x="30539" y="16381"/>
                      <a:pt x="29538" y="17408"/>
                    </a:cubicBezTo>
                    <a:cubicBezTo>
                      <a:pt x="28645" y="18301"/>
                      <a:pt x="27618" y="19221"/>
                      <a:pt x="26617" y="19897"/>
                    </a:cubicBezTo>
                    <a:cubicBezTo>
                      <a:pt x="25589" y="20681"/>
                      <a:pt x="24588" y="21358"/>
                      <a:pt x="23668" y="22034"/>
                    </a:cubicBezTo>
                    <a:cubicBezTo>
                      <a:pt x="19854" y="24631"/>
                      <a:pt x="16690" y="26524"/>
                      <a:pt x="14553" y="27768"/>
                    </a:cubicBezTo>
                    <a:cubicBezTo>
                      <a:pt x="13417" y="28445"/>
                      <a:pt x="12524" y="28904"/>
                      <a:pt x="11956" y="29229"/>
                    </a:cubicBezTo>
                    <a:cubicBezTo>
                      <a:pt x="12524" y="29013"/>
                      <a:pt x="13417" y="28445"/>
                      <a:pt x="14553" y="27877"/>
                    </a:cubicBezTo>
                    <a:cubicBezTo>
                      <a:pt x="16798" y="26524"/>
                      <a:pt x="19963" y="24631"/>
                      <a:pt x="23777" y="22142"/>
                    </a:cubicBezTo>
                    <a:cubicBezTo>
                      <a:pt x="24696" y="21466"/>
                      <a:pt x="25697" y="20790"/>
                      <a:pt x="26725" y="20005"/>
                    </a:cubicBezTo>
                    <a:cubicBezTo>
                      <a:pt x="27726" y="19329"/>
                      <a:pt x="28754" y="18409"/>
                      <a:pt x="29646" y="17517"/>
                    </a:cubicBezTo>
                    <a:cubicBezTo>
                      <a:pt x="30674" y="16516"/>
                      <a:pt x="31350" y="15163"/>
                      <a:pt x="31675" y="13811"/>
                    </a:cubicBezTo>
                    <a:cubicBezTo>
                      <a:pt x="31891" y="12323"/>
                      <a:pt x="31675" y="10754"/>
                      <a:pt x="30890" y="9402"/>
                    </a:cubicBezTo>
                    <a:cubicBezTo>
                      <a:pt x="30214" y="8049"/>
                      <a:pt x="28970" y="6913"/>
                      <a:pt x="27509" y="6237"/>
                    </a:cubicBezTo>
                    <a:cubicBezTo>
                      <a:pt x="26510" y="5774"/>
                      <a:pt x="25396" y="5578"/>
                      <a:pt x="24255" y="5578"/>
                    </a:cubicBezTo>
                    <a:cubicBezTo>
                      <a:pt x="23729" y="5578"/>
                      <a:pt x="23197" y="5619"/>
                      <a:pt x="22668" y="5696"/>
                    </a:cubicBezTo>
                    <a:cubicBezTo>
                      <a:pt x="21883" y="5913"/>
                      <a:pt x="21072" y="6129"/>
                      <a:pt x="20287" y="6589"/>
                    </a:cubicBezTo>
                    <a:cubicBezTo>
                      <a:pt x="19503" y="6913"/>
                      <a:pt x="18827" y="7481"/>
                      <a:pt x="18150" y="8049"/>
                    </a:cubicBezTo>
                    <a:cubicBezTo>
                      <a:pt x="17045" y="9154"/>
                      <a:pt x="16218" y="10430"/>
                      <a:pt x="15648" y="11895"/>
                    </a:cubicBezTo>
                    <a:lnTo>
                      <a:pt x="15648" y="11895"/>
                    </a:lnTo>
                    <a:cubicBezTo>
                      <a:pt x="15635" y="11682"/>
                      <a:pt x="15608" y="11485"/>
                      <a:pt x="15554" y="11322"/>
                    </a:cubicBezTo>
                    <a:cubicBezTo>
                      <a:pt x="15554" y="9510"/>
                      <a:pt x="15337" y="7725"/>
                      <a:pt x="14769" y="6021"/>
                    </a:cubicBezTo>
                    <a:cubicBezTo>
                      <a:pt x="14309" y="4344"/>
                      <a:pt x="13417" y="2748"/>
                      <a:pt x="12064" y="1639"/>
                    </a:cubicBezTo>
                    <a:cubicBezTo>
                      <a:pt x="11496" y="1071"/>
                      <a:pt x="10712" y="611"/>
                      <a:pt x="9927" y="286"/>
                    </a:cubicBezTo>
                    <a:cubicBezTo>
                      <a:pt x="9349" y="107"/>
                      <a:pt x="8698" y="1"/>
                      <a:pt x="808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7"/>
              <p:cNvSpPr/>
              <p:nvPr/>
            </p:nvSpPr>
            <p:spPr>
              <a:xfrm>
                <a:off x="1290450" y="1597363"/>
                <a:ext cx="109575" cy="197475"/>
              </a:xfrm>
              <a:custGeom>
                <a:avLst/>
                <a:gdLst/>
                <a:ahLst/>
                <a:cxnLst/>
                <a:rect l="l" t="t" r="r" b="b"/>
                <a:pathLst>
                  <a:path w="4383" h="7899" extrusionOk="0">
                    <a:moveTo>
                      <a:pt x="3598" y="1"/>
                    </a:moveTo>
                    <a:lnTo>
                      <a:pt x="3381" y="352"/>
                    </a:lnTo>
                    <a:cubicBezTo>
                      <a:pt x="2353" y="2273"/>
                      <a:pt x="1569" y="3950"/>
                      <a:pt x="893" y="5194"/>
                    </a:cubicBezTo>
                    <a:lnTo>
                      <a:pt x="217" y="6655"/>
                    </a:lnTo>
                    <a:cubicBezTo>
                      <a:pt x="108" y="6898"/>
                      <a:pt x="108" y="7115"/>
                      <a:pt x="0" y="7223"/>
                    </a:cubicBezTo>
                    <a:cubicBezTo>
                      <a:pt x="108" y="7115"/>
                      <a:pt x="217" y="6898"/>
                      <a:pt x="325" y="6763"/>
                    </a:cubicBezTo>
                    <a:lnTo>
                      <a:pt x="1136" y="5302"/>
                    </a:lnTo>
                    <a:cubicBezTo>
                      <a:pt x="1773" y="4130"/>
                      <a:pt x="2507" y="2573"/>
                      <a:pt x="3427" y="791"/>
                    </a:cubicBezTo>
                    <a:lnTo>
                      <a:pt x="3427" y="791"/>
                    </a:lnTo>
                    <a:cubicBezTo>
                      <a:pt x="3631" y="2737"/>
                      <a:pt x="3856" y="4395"/>
                      <a:pt x="4058" y="5654"/>
                    </a:cubicBezTo>
                    <a:cubicBezTo>
                      <a:pt x="4166" y="6330"/>
                      <a:pt x="4274" y="6898"/>
                      <a:pt x="4274" y="7223"/>
                    </a:cubicBezTo>
                    <a:cubicBezTo>
                      <a:pt x="4274" y="7439"/>
                      <a:pt x="4382" y="7683"/>
                      <a:pt x="4382" y="7899"/>
                    </a:cubicBezTo>
                    <a:lnTo>
                      <a:pt x="4382" y="7223"/>
                    </a:lnTo>
                    <a:cubicBezTo>
                      <a:pt x="4382" y="6898"/>
                      <a:pt x="4274" y="6330"/>
                      <a:pt x="4166" y="5654"/>
                    </a:cubicBezTo>
                    <a:cubicBezTo>
                      <a:pt x="4058" y="4301"/>
                      <a:pt x="3841" y="2381"/>
                      <a:pt x="3598" y="352"/>
                    </a:cubicBezTo>
                    <a:lnTo>
                      <a:pt x="359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7"/>
              <p:cNvSpPr/>
              <p:nvPr/>
            </p:nvSpPr>
            <p:spPr>
              <a:xfrm>
                <a:off x="1315450" y="1715713"/>
                <a:ext cx="96050" cy="20300"/>
              </a:xfrm>
              <a:custGeom>
                <a:avLst/>
                <a:gdLst/>
                <a:ahLst/>
                <a:cxnLst/>
                <a:rect l="l" t="t" r="r" b="b"/>
                <a:pathLst>
                  <a:path w="3842" h="812" extrusionOk="0">
                    <a:moveTo>
                      <a:pt x="1" y="0"/>
                    </a:moveTo>
                    <a:cubicBezTo>
                      <a:pt x="569" y="244"/>
                      <a:pt x="1245" y="352"/>
                      <a:pt x="1921" y="460"/>
                    </a:cubicBezTo>
                    <a:cubicBezTo>
                      <a:pt x="2490" y="676"/>
                      <a:pt x="3166" y="676"/>
                      <a:pt x="3842" y="812"/>
                    </a:cubicBezTo>
                    <a:cubicBezTo>
                      <a:pt x="3166" y="460"/>
                      <a:pt x="2598" y="352"/>
                      <a:pt x="1921" y="244"/>
                    </a:cubicBezTo>
                    <a:cubicBezTo>
                      <a:pt x="1353" y="135"/>
                      <a:pt x="677"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7"/>
              <p:cNvSpPr/>
              <p:nvPr/>
            </p:nvSpPr>
            <p:spPr>
              <a:xfrm>
                <a:off x="1464900" y="1789413"/>
                <a:ext cx="137975" cy="104175"/>
              </a:xfrm>
              <a:custGeom>
                <a:avLst/>
                <a:gdLst/>
                <a:ahLst/>
                <a:cxnLst/>
                <a:rect l="l" t="t" r="r" b="b"/>
                <a:pathLst>
                  <a:path w="5519" h="4167" extrusionOk="0">
                    <a:moveTo>
                      <a:pt x="5519" y="1"/>
                    </a:moveTo>
                    <a:cubicBezTo>
                      <a:pt x="4626" y="677"/>
                      <a:pt x="3625" y="1353"/>
                      <a:pt x="2706" y="2029"/>
                    </a:cubicBezTo>
                    <a:cubicBezTo>
                      <a:pt x="1813" y="2706"/>
                      <a:pt x="921" y="3382"/>
                      <a:pt x="1" y="4166"/>
                    </a:cubicBezTo>
                    <a:cubicBezTo>
                      <a:pt x="1029" y="3598"/>
                      <a:pt x="1921" y="2922"/>
                      <a:pt x="2814" y="2246"/>
                    </a:cubicBezTo>
                    <a:cubicBezTo>
                      <a:pt x="3842" y="1569"/>
                      <a:pt x="4734" y="785"/>
                      <a:pt x="55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7"/>
              <p:cNvSpPr/>
              <p:nvPr/>
            </p:nvSpPr>
            <p:spPr>
              <a:xfrm>
                <a:off x="1493300" y="1794838"/>
                <a:ext cx="62250" cy="132550"/>
              </a:xfrm>
              <a:custGeom>
                <a:avLst/>
                <a:gdLst/>
                <a:ahLst/>
                <a:cxnLst/>
                <a:rect l="l" t="t" r="r" b="b"/>
                <a:pathLst>
                  <a:path w="2490" h="5302" extrusionOk="0">
                    <a:moveTo>
                      <a:pt x="1" y="0"/>
                    </a:moveTo>
                    <a:cubicBezTo>
                      <a:pt x="1" y="216"/>
                      <a:pt x="109" y="568"/>
                      <a:pt x="109" y="784"/>
                    </a:cubicBezTo>
                    <a:cubicBezTo>
                      <a:pt x="325" y="1461"/>
                      <a:pt x="569" y="2137"/>
                      <a:pt x="894" y="2813"/>
                    </a:cubicBezTo>
                    <a:cubicBezTo>
                      <a:pt x="1245" y="3381"/>
                      <a:pt x="1570" y="4057"/>
                      <a:pt x="1921" y="4625"/>
                    </a:cubicBezTo>
                    <a:cubicBezTo>
                      <a:pt x="2030" y="4842"/>
                      <a:pt x="2246" y="5085"/>
                      <a:pt x="2489" y="5302"/>
                    </a:cubicBezTo>
                    <a:cubicBezTo>
                      <a:pt x="2489" y="5302"/>
                      <a:pt x="1813" y="4166"/>
                      <a:pt x="1137" y="2705"/>
                    </a:cubicBezTo>
                    <a:cubicBezTo>
                      <a:pt x="461" y="1244"/>
                      <a:pt x="1"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7"/>
              <p:cNvSpPr/>
              <p:nvPr/>
            </p:nvSpPr>
            <p:spPr>
              <a:xfrm>
                <a:off x="1707675" y="1686963"/>
                <a:ext cx="89950" cy="195125"/>
              </a:xfrm>
              <a:custGeom>
                <a:avLst/>
                <a:gdLst/>
                <a:ahLst/>
                <a:cxnLst/>
                <a:rect l="l" t="t" r="r" b="b"/>
                <a:pathLst>
                  <a:path w="3598" h="7805" extrusionOk="0">
                    <a:moveTo>
                      <a:pt x="1139" y="1"/>
                    </a:moveTo>
                    <a:cubicBezTo>
                      <a:pt x="837" y="1"/>
                      <a:pt x="589" y="122"/>
                      <a:pt x="325" y="366"/>
                    </a:cubicBezTo>
                    <a:cubicBezTo>
                      <a:pt x="109" y="609"/>
                      <a:pt x="0" y="934"/>
                      <a:pt x="109" y="1285"/>
                    </a:cubicBezTo>
                    <a:cubicBezTo>
                      <a:pt x="109" y="1962"/>
                      <a:pt x="109" y="2503"/>
                      <a:pt x="325" y="3071"/>
                    </a:cubicBezTo>
                    <a:cubicBezTo>
                      <a:pt x="325" y="3639"/>
                      <a:pt x="433" y="4207"/>
                      <a:pt x="541" y="4667"/>
                    </a:cubicBezTo>
                    <a:cubicBezTo>
                      <a:pt x="677" y="5559"/>
                      <a:pt x="893" y="6235"/>
                      <a:pt x="1001" y="6804"/>
                    </a:cubicBezTo>
                    <a:cubicBezTo>
                      <a:pt x="1001" y="6235"/>
                      <a:pt x="893" y="5559"/>
                      <a:pt x="785" y="4667"/>
                    </a:cubicBezTo>
                    <a:cubicBezTo>
                      <a:pt x="677" y="4099"/>
                      <a:pt x="541" y="3639"/>
                      <a:pt x="433" y="3071"/>
                    </a:cubicBezTo>
                    <a:cubicBezTo>
                      <a:pt x="325" y="2503"/>
                      <a:pt x="325" y="1962"/>
                      <a:pt x="325" y="1285"/>
                    </a:cubicBezTo>
                    <a:cubicBezTo>
                      <a:pt x="325" y="1042"/>
                      <a:pt x="325" y="717"/>
                      <a:pt x="541" y="474"/>
                    </a:cubicBezTo>
                    <a:cubicBezTo>
                      <a:pt x="720" y="316"/>
                      <a:pt x="883" y="215"/>
                      <a:pt x="1096" y="215"/>
                    </a:cubicBezTo>
                    <a:cubicBezTo>
                      <a:pt x="1174" y="215"/>
                      <a:pt x="1259" y="229"/>
                      <a:pt x="1353" y="258"/>
                    </a:cubicBezTo>
                    <a:cubicBezTo>
                      <a:pt x="1894" y="609"/>
                      <a:pt x="2246" y="1285"/>
                      <a:pt x="2029" y="1962"/>
                    </a:cubicBezTo>
                    <a:cubicBezTo>
                      <a:pt x="1846" y="2368"/>
                      <a:pt x="1480" y="2790"/>
                      <a:pt x="1080" y="3169"/>
                    </a:cubicBezTo>
                    <a:lnTo>
                      <a:pt x="1080" y="3169"/>
                    </a:lnTo>
                    <a:cubicBezTo>
                      <a:pt x="918" y="3263"/>
                      <a:pt x="780" y="3385"/>
                      <a:pt x="677" y="3531"/>
                    </a:cubicBezTo>
                    <a:lnTo>
                      <a:pt x="785" y="3639"/>
                    </a:lnTo>
                    <a:cubicBezTo>
                      <a:pt x="803" y="3630"/>
                      <a:pt x="821" y="3621"/>
                      <a:pt x="839" y="3612"/>
                    </a:cubicBezTo>
                    <a:lnTo>
                      <a:pt x="839" y="3612"/>
                    </a:lnTo>
                    <a:lnTo>
                      <a:pt x="893" y="3639"/>
                    </a:lnTo>
                    <a:cubicBezTo>
                      <a:pt x="1164" y="3367"/>
                      <a:pt x="1606" y="3153"/>
                      <a:pt x="2012" y="3153"/>
                    </a:cubicBezTo>
                    <a:cubicBezTo>
                      <a:pt x="2092" y="3153"/>
                      <a:pt x="2170" y="3161"/>
                      <a:pt x="2246" y="3179"/>
                    </a:cubicBezTo>
                    <a:cubicBezTo>
                      <a:pt x="2814" y="3314"/>
                      <a:pt x="3138" y="3639"/>
                      <a:pt x="3246" y="4207"/>
                    </a:cubicBezTo>
                    <a:cubicBezTo>
                      <a:pt x="3490" y="4531"/>
                      <a:pt x="3382" y="4991"/>
                      <a:pt x="3138" y="5451"/>
                    </a:cubicBezTo>
                    <a:cubicBezTo>
                      <a:pt x="2922" y="5776"/>
                      <a:pt x="2705" y="6019"/>
                      <a:pt x="2354" y="6235"/>
                    </a:cubicBezTo>
                    <a:cubicBezTo>
                      <a:pt x="1827" y="6662"/>
                      <a:pt x="1417" y="6972"/>
                      <a:pt x="1080" y="7295"/>
                    </a:cubicBezTo>
                    <a:lnTo>
                      <a:pt x="1080" y="7295"/>
                    </a:lnTo>
                    <a:lnTo>
                      <a:pt x="1001" y="6804"/>
                    </a:lnTo>
                    <a:lnTo>
                      <a:pt x="1001" y="6804"/>
                    </a:lnTo>
                    <a:cubicBezTo>
                      <a:pt x="1001" y="7051"/>
                      <a:pt x="1001" y="7173"/>
                      <a:pt x="1049" y="7324"/>
                    </a:cubicBezTo>
                    <a:lnTo>
                      <a:pt x="1049" y="7324"/>
                    </a:lnTo>
                    <a:cubicBezTo>
                      <a:pt x="1033" y="7340"/>
                      <a:pt x="1017" y="7356"/>
                      <a:pt x="1001" y="7372"/>
                    </a:cubicBezTo>
                    <a:cubicBezTo>
                      <a:pt x="1018" y="7360"/>
                      <a:pt x="1035" y="7348"/>
                      <a:pt x="1053" y="7336"/>
                    </a:cubicBezTo>
                    <a:lnTo>
                      <a:pt x="1053" y="7336"/>
                    </a:lnTo>
                    <a:cubicBezTo>
                      <a:pt x="1067" y="7380"/>
                      <a:pt x="1086" y="7426"/>
                      <a:pt x="1109" y="7480"/>
                    </a:cubicBezTo>
                    <a:lnTo>
                      <a:pt x="1083" y="7315"/>
                    </a:lnTo>
                    <a:lnTo>
                      <a:pt x="1083" y="7315"/>
                    </a:lnTo>
                    <a:cubicBezTo>
                      <a:pt x="1420" y="7078"/>
                      <a:pt x="1837" y="6769"/>
                      <a:pt x="2462" y="6344"/>
                    </a:cubicBezTo>
                    <a:cubicBezTo>
                      <a:pt x="2814" y="6127"/>
                      <a:pt x="3030" y="5884"/>
                      <a:pt x="3246" y="5559"/>
                    </a:cubicBezTo>
                    <a:cubicBezTo>
                      <a:pt x="3598" y="5099"/>
                      <a:pt x="3598" y="4531"/>
                      <a:pt x="3490" y="4099"/>
                    </a:cubicBezTo>
                    <a:cubicBezTo>
                      <a:pt x="3246" y="3531"/>
                      <a:pt x="2814" y="3071"/>
                      <a:pt x="2354" y="2963"/>
                    </a:cubicBezTo>
                    <a:cubicBezTo>
                      <a:pt x="2239" y="2944"/>
                      <a:pt x="2123" y="2935"/>
                      <a:pt x="2010" y="2935"/>
                    </a:cubicBezTo>
                    <a:cubicBezTo>
                      <a:pt x="1870" y="2935"/>
                      <a:pt x="1733" y="2949"/>
                      <a:pt x="1601" y="2975"/>
                    </a:cubicBezTo>
                    <a:lnTo>
                      <a:pt x="1601" y="2975"/>
                    </a:lnTo>
                    <a:cubicBezTo>
                      <a:pt x="1854" y="2671"/>
                      <a:pt x="2061" y="2317"/>
                      <a:pt x="2246" y="1962"/>
                    </a:cubicBezTo>
                    <a:cubicBezTo>
                      <a:pt x="2354" y="1610"/>
                      <a:pt x="2354" y="1150"/>
                      <a:pt x="2246" y="826"/>
                    </a:cubicBezTo>
                    <a:cubicBezTo>
                      <a:pt x="2029" y="474"/>
                      <a:pt x="1786" y="258"/>
                      <a:pt x="1461" y="41"/>
                    </a:cubicBezTo>
                    <a:cubicBezTo>
                      <a:pt x="1346" y="14"/>
                      <a:pt x="1240" y="1"/>
                      <a:pt x="1139" y="1"/>
                    </a:cubicBezTo>
                    <a:close/>
                    <a:moveTo>
                      <a:pt x="1001" y="7372"/>
                    </a:moveTo>
                    <a:lnTo>
                      <a:pt x="541" y="7804"/>
                    </a:lnTo>
                    <a:cubicBezTo>
                      <a:pt x="677" y="7804"/>
                      <a:pt x="677" y="7696"/>
                      <a:pt x="677" y="7696"/>
                    </a:cubicBezTo>
                    <a:lnTo>
                      <a:pt x="1001" y="7372"/>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 name="Google Shape;635;p27"/>
            <p:cNvSpPr/>
            <p:nvPr/>
          </p:nvSpPr>
          <p:spPr>
            <a:xfrm flipH="1">
              <a:off x="-297100" y="2237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7"/>
            <p:cNvSpPr/>
            <p:nvPr/>
          </p:nvSpPr>
          <p:spPr>
            <a:xfrm flipH="1">
              <a:off x="7700" y="2389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7"/>
            <p:cNvSpPr/>
            <p:nvPr/>
          </p:nvSpPr>
          <p:spPr>
            <a:xfrm rot="10800000">
              <a:off x="-68500" y="1856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7"/>
            <p:cNvSpPr/>
            <p:nvPr/>
          </p:nvSpPr>
          <p:spPr>
            <a:xfrm rot="10800000">
              <a:off x="236300" y="1704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7"/>
            <p:cNvSpPr/>
            <p:nvPr/>
          </p:nvSpPr>
          <p:spPr>
            <a:xfrm rot="10800000">
              <a:off x="693500" y="1246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7"/>
            <p:cNvSpPr/>
            <p:nvPr/>
          </p:nvSpPr>
          <p:spPr>
            <a:xfrm flipH="1">
              <a:off x="-601900" y="33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7"/>
            <p:cNvSpPr/>
            <p:nvPr/>
          </p:nvSpPr>
          <p:spPr>
            <a:xfrm flipH="1">
              <a:off x="-297100" y="48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7"/>
            <p:cNvSpPr/>
            <p:nvPr/>
          </p:nvSpPr>
          <p:spPr>
            <a:xfrm flipH="1">
              <a:off x="160100" y="94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4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rgbClr val="1C222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FF00A3"/>
              </a:buClr>
              <a:buSzPts val="2800"/>
              <a:buFont typeface="Gugi"/>
              <a:buNone/>
              <a:defRPr sz="2800">
                <a:solidFill>
                  <a:srgbClr val="FF00A3"/>
                </a:solidFill>
                <a:latin typeface="Gugi"/>
                <a:ea typeface="Gugi"/>
                <a:cs typeface="Gugi"/>
                <a:sym typeface="Gugi"/>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rgbClr val="EEEEEE"/>
              </a:buClr>
              <a:buSzPts val="1800"/>
              <a:buFont typeface="Spartan"/>
              <a:buChar char="●"/>
              <a:defRPr sz="1800">
                <a:solidFill>
                  <a:srgbClr val="EEEEEE"/>
                </a:solidFill>
                <a:latin typeface="Spartan"/>
                <a:ea typeface="Spartan"/>
                <a:cs typeface="Spartan"/>
                <a:sym typeface="Spartan"/>
              </a:defRPr>
            </a:lvl1pPr>
            <a:lvl2pPr marL="914400" lvl="1"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2pPr>
            <a:lvl3pPr marL="1371600" lvl="2"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3pPr>
            <a:lvl4pPr marL="1828800" lvl="3"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4pPr>
            <a:lvl5pPr marL="2286000" lvl="4"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5pPr>
            <a:lvl6pPr marL="2743200" lvl="5"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6pPr>
            <a:lvl7pPr marL="3200400" lvl="6"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7pPr>
            <a:lvl8pPr marL="3657600" lvl="7" indent="-317500">
              <a:lnSpc>
                <a:spcPct val="115000"/>
              </a:lnSpc>
              <a:spcBef>
                <a:spcPts val="1600"/>
              </a:spcBef>
              <a:spcAft>
                <a:spcPts val="0"/>
              </a:spcAft>
              <a:buClr>
                <a:schemeClr val="lt2"/>
              </a:buClr>
              <a:buSzPts val="1400"/>
              <a:buFont typeface="Spartan"/>
              <a:buChar char="○"/>
              <a:defRPr>
                <a:solidFill>
                  <a:schemeClr val="lt2"/>
                </a:solidFill>
                <a:latin typeface="Spartan"/>
                <a:ea typeface="Spartan"/>
                <a:cs typeface="Spartan"/>
                <a:sym typeface="Spartan"/>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2" r:id="rId4"/>
    <p:sldLayoutId id="2147483653" r:id="rId5"/>
    <p:sldLayoutId id="2147483655" r:id="rId6"/>
    <p:sldLayoutId id="2147483656" r:id="rId7"/>
    <p:sldLayoutId id="2147483657" r:id="rId8"/>
    <p:sldLayoutId id="2147483658" r:id="rId9"/>
    <p:sldLayoutId id="2147483659" r:id="rId10"/>
    <p:sldLayoutId id="2147483660" r:id="rId11"/>
    <p:sldLayoutId id="2147483661" r:id="rId12"/>
    <p:sldLayoutId id="2147483662" r:id="rId13"/>
    <p:sldLayoutId id="2147483663" r:id="rId14"/>
    <p:sldLayoutId id="2147483664" r:id="rId15"/>
    <p:sldLayoutId id="2147483666" r:id="rId16"/>
    <p:sldLayoutId id="2147483667" r:id="rId17"/>
    <p:sldLayoutId id="2147483668" r:id="rId18"/>
    <p:sldLayoutId id="2147483669" r:id="rId19"/>
    <p:sldLayoutId id="2147483670" r:id="rId20"/>
    <p:sldLayoutId id="2147483671" r:id="rId21"/>
    <p:sldLayoutId id="2147483672" r:id="rId22"/>
    <p:sldLayoutId id="2147483673"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43"/>
        <p:cNvGrpSpPr/>
        <p:nvPr/>
      </p:nvGrpSpPr>
      <p:grpSpPr>
        <a:xfrm>
          <a:off x="0" y="0"/>
          <a:ext cx="0" cy="0"/>
          <a:chOff x="0" y="0"/>
          <a:chExt cx="0" cy="0"/>
        </a:xfrm>
      </p:grpSpPr>
      <p:sp>
        <p:nvSpPr>
          <p:cNvPr id="644" name="Google Shape;644;p2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645" name="Google Shape;645;p2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4"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8.xml"/><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19.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3" Type="http://schemas.openxmlformats.org/officeDocument/2006/relationships/hyperlink" Target="https://stories.freepik.com/pana/?utm_source=slidesgo_template&amp;utm_medium=referral-link&amp;utm_campaign=sg_resources&amp;utm_content=stories#e5ff00" TargetMode="External"/><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28.xml.rels><?xml version="1.0" encoding="UTF-8" standalone="yes"?>
<Relationships xmlns="http://schemas.openxmlformats.org/package/2006/relationships"><Relationship Id="rId8" Type="http://schemas.openxmlformats.org/officeDocument/2006/relationships/hyperlink" Target="https://stories.freepik.com/illustration/videographer/pana/?utm_source=slidesgo_template&amp;utm_medium=referral-link&amp;utm_campaign=sg_resources&amp;utm_content=stories#e5ff00" TargetMode="External"/><Relationship Id="rId13" Type="http://schemas.openxmlformats.org/officeDocument/2006/relationships/hyperlink" Target="https://stories.freepik.com/illustration/notebook/pana/?utm_source=slidesgo_template&amp;utm_medium=referral-link&amp;utm_campaign=sg_resources&amp;utm_content=stories#e5ff00" TargetMode="External"/><Relationship Id="rId18" Type="http://schemas.openxmlformats.org/officeDocument/2006/relationships/hyperlink" Target="https://stories.freepik.com/illustration/social-dashboard/pana/?utm_source=slidesgo_template&amp;utm_medium=referral-link&amp;utm_campaign=sg_resources&amp;utm_content=stories#e5ff00" TargetMode="External"/><Relationship Id="rId3" Type="http://schemas.openxmlformats.org/officeDocument/2006/relationships/hyperlink" Target="https://stories.freepik.com/illustration/podcast/pana/?utm_source=slidesgo_template&amp;utm_medium=referral-link&amp;utm_campaign=sg_resources&amp;utm_content=stories#e5ff00" TargetMode="External"/><Relationship Id="rId21" Type="http://schemas.openxmlformats.org/officeDocument/2006/relationships/hyperlink" Target="https://www.freepik.com/free-photo/young-woman-recording-video-home_8362135.htm/?utm_source=slidesgo_template&amp;utm_medium=referral-link&amp;utm_campaign=sg_resources&amp;utm_content=freepik" TargetMode="External"/><Relationship Id="rId7" Type="http://schemas.openxmlformats.org/officeDocument/2006/relationships/hyperlink" Target="https://stories.freepik.com/illustration/friendship/pana/?utm_source=slidesgo_template&amp;utm_medium=referral-link&amp;utm_campaign=sg_resources&amp;utm_content=stories#e5ff00" TargetMode="External"/><Relationship Id="rId12" Type="http://schemas.openxmlformats.org/officeDocument/2006/relationships/hyperlink" Target="https://stories.freepik.com/illustration/ethnic-friendship/pana/?utm_source=slidesgo_template&amp;utm_medium=referral-link&amp;utm_campaign=sg_resources&amp;utm_content=stories#e5ff00" TargetMode="External"/><Relationship Id="rId17" Type="http://schemas.openxmlformats.org/officeDocument/2006/relationships/hyperlink" Target="https://stories.freepik.com/illustration/data-points/pana/?utm_source=slidesgo_template&amp;utm_medium=referral-link&amp;utm_campaign=sg_resources&amp;utm_content=stories#e5ff00" TargetMode="External"/><Relationship Id="rId2" Type="http://schemas.openxmlformats.org/officeDocument/2006/relationships/notesSlide" Target="../notesSlides/notesSlide28.xml"/><Relationship Id="rId16" Type="http://schemas.openxmlformats.org/officeDocument/2006/relationships/hyperlink" Target="https://stories.freepik.com/illustration/hang-out/pana/?utm_source=slidesgo_template&amp;utm_medium=referral-link&amp;utm_campaign=sg_resources&amp;utm_content=stories#e5ff00" TargetMode="External"/><Relationship Id="rId20" Type="http://schemas.openxmlformats.org/officeDocument/2006/relationships/hyperlink" Target="https://www.freepik.com/free-photo/blonde-influencer-recording-make-up-video_4301357.htm/?utm_source=slidesgo_template&amp;utm_medium=referral-link&amp;utm_campaign=sg_resources&amp;utm_content=freepik" TargetMode="External"/><Relationship Id="rId1" Type="http://schemas.openxmlformats.org/officeDocument/2006/relationships/slideLayout" Target="../slideLayouts/slideLayout16.xml"/><Relationship Id="rId6" Type="http://schemas.openxmlformats.org/officeDocument/2006/relationships/hyperlink" Target="https://stories.freepik.com/illustration/broadcast/pana/?utm_source=slidesgo_template&amp;utm_medium=referral-link&amp;utm_campaign=sg_resources&amp;utm_content=stories#e5ff00" TargetMode="External"/><Relationship Id="rId11" Type="http://schemas.openxmlformats.org/officeDocument/2006/relationships/hyperlink" Target="https://stories.freepik.com/illustration/teenager/pana/?utm_source=slidesgo_template&amp;utm_medium=referral-link&amp;utm_campaign=sg_resources&amp;utm_content=stories#e5ff00" TargetMode="External"/><Relationship Id="rId5" Type="http://schemas.openxmlformats.org/officeDocument/2006/relationships/hyperlink" Target="https://stories.freepik.com/illustration/together/pana/?utm_source=slidesgo_template&amp;utm_medium=referral-link&amp;utm_campaign=sg_resources&amp;utm_content=stories#e5ff00" TargetMode="External"/><Relationship Id="rId15" Type="http://schemas.openxmlformats.org/officeDocument/2006/relationships/hyperlink" Target="https://stories.freepik.com/illustration/floating/pana/?utm_source=slidesgo_template&amp;utm_medium=referral-link&amp;utm_campaign=sg_resources&amp;utm_content=stories#e5ff00" TargetMode="External"/><Relationship Id="rId10" Type="http://schemas.openxmlformats.org/officeDocument/2006/relationships/hyperlink" Target="https://stories.freepik.com/illustration/people-watching-the-news/pana/?utm_source=slidesgo_template&amp;utm_medium=referral-link&amp;utm_campaign=sg_resources&amp;utm_content=stories#e5ff00" TargetMode="External"/><Relationship Id="rId19" Type="http://schemas.openxmlformats.org/officeDocument/2006/relationships/hyperlink" Target="https://www.freepik.com/free-vector/retro-tv-sets-pack_760166.htm/?utm_source=slidesgo_template&amp;utm_medium=referral-link&amp;utm_campaign=sg_resources&amp;utm_content=freepik" TargetMode="External"/><Relationship Id="rId4" Type="http://schemas.openxmlformats.org/officeDocument/2006/relationships/hyperlink" Target="https://stories.freepik.com/illustration/news/pana/?utm_source=slidesgo_template&amp;utm_medium=referral-link&amp;utm_campaign=sg_resources&amp;utm_content=stories#e5ff00" TargetMode="External"/><Relationship Id="rId9" Type="http://schemas.openxmlformats.org/officeDocument/2006/relationships/hyperlink" Target="https://stories.freepik.com/illustration/data-trends/pana/?utm_source=slidesgo_template&amp;utm_medium=referral-link&amp;utm_campaign=sg_resources&amp;utm_content=stories#e5ff00" TargetMode="External"/><Relationship Id="rId14" Type="http://schemas.openxmlformats.org/officeDocument/2006/relationships/hyperlink" Target="https://stories.freepik.com/illustration/animation/pana/?utm_source=slidesgo_template&amp;utm_medium=referral-link&amp;utm_campaign=sg_resources&amp;utm_content=stories#e5ff00" TargetMode="External"/><Relationship Id="rId22" Type="http://schemas.openxmlformats.org/officeDocument/2006/relationships/hyperlink" Target="https://stories.freepik.com/pana/?utm_source=slidesgo_template&amp;utm_medium=referral-link&amp;utm_campaign=sg_resources&amp;utm_content=stories#e5ff00"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9.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6.xml"/></Relationships>
</file>

<file path=ppt/slides/_rels/slide30.xml.rels><?xml version="1.0" encoding="UTF-8" standalone="yes"?>
<Relationships xmlns="http://schemas.openxmlformats.org/package/2006/relationships"><Relationship Id="rId3" Type="http://schemas.openxmlformats.org/officeDocument/2006/relationships/hyperlink" Target="https://fonts.google.com/specimen/Gugi" TargetMode="External"/><Relationship Id="rId2" Type="http://schemas.openxmlformats.org/officeDocument/2006/relationships/notesSlide" Target="../notesSlides/notesSlide30.xml"/><Relationship Id="rId1" Type="http://schemas.openxmlformats.org/officeDocument/2006/relationships/slideLayout" Target="../slideLayouts/slideLayout24.xml"/><Relationship Id="rId4" Type="http://schemas.openxmlformats.org/officeDocument/2006/relationships/hyperlink" Target="https://fonts.google.com/specimen/Spartan" TargetMode="External"/></Relationships>
</file>

<file path=ppt/slides/_rels/slide31.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10.gif"/><Relationship Id="rId2" Type="http://schemas.openxmlformats.org/officeDocument/2006/relationships/notesSlide" Target="../notesSlides/notesSlide31.xml"/><Relationship Id="rId1" Type="http://schemas.openxmlformats.org/officeDocument/2006/relationships/slideLayout" Target="../slideLayouts/slideLayout24.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8.gif"/><Relationship Id="rId4" Type="http://schemas.openxmlformats.org/officeDocument/2006/relationships/image" Target="../media/image6.gif"/><Relationship Id="rId9" Type="http://schemas.openxmlformats.org/officeDocument/2006/relationships/image" Target="../media/image7.gif"/></Relationships>
</file>

<file path=ppt/slides/_rels/slide3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5.xml"/><Relationship Id="rId1" Type="http://schemas.openxmlformats.org/officeDocument/2006/relationships/slideLayout" Target="../slideLayouts/slideLayout24.xm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1C2022"/>
        </a:solidFill>
        <a:effectLst/>
      </p:bgPr>
    </p:bg>
    <p:spTree>
      <p:nvGrpSpPr>
        <p:cNvPr id="1" name="Shape 650"/>
        <p:cNvGrpSpPr/>
        <p:nvPr/>
      </p:nvGrpSpPr>
      <p:grpSpPr>
        <a:xfrm>
          <a:off x="0" y="0"/>
          <a:ext cx="0" cy="0"/>
          <a:chOff x="0" y="0"/>
          <a:chExt cx="0" cy="0"/>
        </a:xfrm>
      </p:grpSpPr>
      <p:sp>
        <p:nvSpPr>
          <p:cNvPr id="651" name="Google Shape;651;p30"/>
          <p:cNvSpPr txBox="1">
            <a:spLocks noGrp="1"/>
          </p:cNvSpPr>
          <p:nvPr>
            <p:ph type="ctrTitle"/>
          </p:nvPr>
        </p:nvSpPr>
        <p:spPr>
          <a:xfrm>
            <a:off x="3059811" y="707194"/>
            <a:ext cx="4766100" cy="205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sz="5500" dirty="0">
                <a:solidFill>
                  <a:srgbClr val="FF00A3"/>
                </a:solidFill>
              </a:rPr>
              <a:t>Retro Tv </a:t>
            </a:r>
            <a:br>
              <a:rPr lang="en" sz="5500" dirty="0">
                <a:solidFill>
                  <a:srgbClr val="FF00A3"/>
                </a:solidFill>
              </a:rPr>
            </a:br>
            <a:r>
              <a:rPr lang="en" sz="2800" dirty="0">
                <a:solidFill>
                  <a:srgbClr val="FF00A3"/>
                </a:solidFill>
              </a:rPr>
              <a:t>Project</a:t>
            </a:r>
            <a:endParaRPr sz="5500" dirty="0">
              <a:solidFill>
                <a:srgbClr val="FF00A3"/>
              </a:solidFill>
            </a:endParaRPr>
          </a:p>
        </p:txBody>
      </p:sp>
      <p:sp>
        <p:nvSpPr>
          <p:cNvPr id="652" name="Google Shape;652;p30"/>
          <p:cNvSpPr txBox="1">
            <a:spLocks noGrp="1"/>
          </p:cNvSpPr>
          <p:nvPr>
            <p:ph type="subTitle" idx="1"/>
          </p:nvPr>
        </p:nvSpPr>
        <p:spPr>
          <a:xfrm>
            <a:off x="3944061" y="2879234"/>
            <a:ext cx="2997600" cy="7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By: Haidar Ali Alshowaikh</a:t>
            </a:r>
          </a:p>
          <a:p>
            <a:pPr marL="0" lvl="0" indent="0" algn="ctr" rtl="0">
              <a:spcBef>
                <a:spcPts val="0"/>
              </a:spcBef>
              <a:spcAft>
                <a:spcPts val="0"/>
              </a:spcAft>
              <a:buNone/>
            </a:pPr>
            <a:r>
              <a:rPr lang="en" dirty="0"/>
              <a:t>Class: 8E</a:t>
            </a:r>
            <a:endParaRPr dirty="0"/>
          </a:p>
        </p:txBody>
      </p:sp>
      <p:pic>
        <p:nvPicPr>
          <p:cNvPr id="2" name="Picture 1" descr="Setting up your Raspberry Pi">
            <a:extLst>
              <a:ext uri="{FF2B5EF4-FFF2-40B4-BE49-F238E27FC236}">
                <a16:creationId xmlns:a16="http://schemas.microsoft.com/office/drawing/2014/main" id="{1E2B391E-BE4E-ED84-673B-305902489D2C}"/>
              </a:ext>
            </a:extLst>
          </p:cNvPr>
          <p:cNvPicPr>
            <a:picLocks noChangeAspect="1"/>
          </p:cNvPicPr>
          <p:nvPr/>
        </p:nvPicPr>
        <p:blipFill>
          <a:blip r:embed="rId3"/>
          <a:srcRect/>
          <a:stretch>
            <a:fillRect/>
          </a:stretch>
        </p:blipFill>
        <p:spPr>
          <a:xfrm>
            <a:off x="212271" y="1658043"/>
            <a:ext cx="4359729" cy="290809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88"/>
        <p:cNvGrpSpPr/>
        <p:nvPr/>
      </p:nvGrpSpPr>
      <p:grpSpPr>
        <a:xfrm>
          <a:off x="0" y="0"/>
          <a:ext cx="0" cy="0"/>
          <a:chOff x="0" y="0"/>
          <a:chExt cx="0" cy="0"/>
        </a:xfrm>
      </p:grpSpPr>
      <p:sp>
        <p:nvSpPr>
          <p:cNvPr id="889" name="Google Shape;889;p31"/>
          <p:cNvSpPr txBox="1">
            <a:spLocks noGrp="1"/>
          </p:cNvSpPr>
          <p:nvPr>
            <p:ph type="body" idx="1"/>
          </p:nvPr>
        </p:nvSpPr>
        <p:spPr>
          <a:xfrm>
            <a:off x="713225" y="1047700"/>
            <a:ext cx="7713600" cy="375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sz="1800" dirty="0">
                <a:solidFill>
                  <a:schemeClr val="lt2"/>
                </a:solidFill>
              </a:rPr>
              <a:t>1- </a:t>
            </a:r>
            <a:r>
              <a:rPr lang="en-US" sz="1800" dirty="0" err="1">
                <a:solidFill>
                  <a:schemeClr val="lt2"/>
                </a:solidFill>
              </a:rPr>
              <a:t>Rassperi</a:t>
            </a:r>
            <a:r>
              <a:rPr lang="en-US" sz="1800" dirty="0">
                <a:solidFill>
                  <a:schemeClr val="lt2"/>
                </a:solidFill>
              </a:rPr>
              <a:t> Pi</a:t>
            </a:r>
          </a:p>
          <a:p>
            <a:pPr marL="0" lvl="0" indent="0" algn="l" rtl="0">
              <a:spcBef>
                <a:spcPts val="0"/>
              </a:spcBef>
              <a:spcAft>
                <a:spcPts val="0"/>
              </a:spcAft>
              <a:buClr>
                <a:schemeClr val="dk1"/>
              </a:buClr>
              <a:buSzPts val="1100"/>
              <a:buFont typeface="Arial"/>
              <a:buNone/>
            </a:pPr>
            <a:r>
              <a:rPr lang="en-US" sz="1800" dirty="0">
                <a:solidFill>
                  <a:schemeClr val="lt2"/>
                </a:solidFill>
              </a:rPr>
              <a:t>2-Arduino Uno</a:t>
            </a:r>
          </a:p>
          <a:p>
            <a:pPr marL="0" lvl="0" indent="0" algn="l" rtl="0">
              <a:spcBef>
                <a:spcPts val="0"/>
              </a:spcBef>
              <a:spcAft>
                <a:spcPts val="0"/>
              </a:spcAft>
              <a:buClr>
                <a:schemeClr val="dk1"/>
              </a:buClr>
              <a:buSzPts val="1100"/>
              <a:buFont typeface="Arial"/>
              <a:buNone/>
            </a:pPr>
            <a:r>
              <a:rPr lang="en-US" sz="1800" dirty="0">
                <a:solidFill>
                  <a:schemeClr val="lt2"/>
                </a:solidFill>
              </a:rPr>
              <a:t>3-Potentiometer 10K (A Knob)</a:t>
            </a:r>
          </a:p>
          <a:p>
            <a:pPr marL="0" lvl="0" indent="0" algn="l" rtl="0">
              <a:spcBef>
                <a:spcPts val="0"/>
              </a:spcBef>
              <a:spcAft>
                <a:spcPts val="0"/>
              </a:spcAft>
              <a:buClr>
                <a:schemeClr val="dk1"/>
              </a:buClr>
              <a:buSzPts val="1100"/>
              <a:buFont typeface="Arial"/>
              <a:buNone/>
            </a:pPr>
            <a:r>
              <a:rPr lang="en-US" sz="1800" dirty="0">
                <a:solidFill>
                  <a:schemeClr val="lt2"/>
                </a:solidFill>
              </a:rPr>
              <a:t>4-Jumper Wires (Male to Female, and Female to Female)</a:t>
            </a:r>
          </a:p>
          <a:p>
            <a:pPr marL="0" lvl="0" indent="0" algn="l" rtl="0">
              <a:spcBef>
                <a:spcPts val="0"/>
              </a:spcBef>
              <a:spcAft>
                <a:spcPts val="0"/>
              </a:spcAft>
              <a:buClr>
                <a:schemeClr val="dk1"/>
              </a:buClr>
              <a:buSzPts val="1100"/>
              <a:buFont typeface="Arial"/>
              <a:buNone/>
            </a:pPr>
            <a:r>
              <a:rPr lang="en-US" sz="1800" dirty="0">
                <a:solidFill>
                  <a:schemeClr val="lt2"/>
                </a:solidFill>
              </a:rPr>
              <a:t>5-Button</a:t>
            </a:r>
          </a:p>
          <a:p>
            <a:pPr marL="0" lvl="0" indent="0" algn="l" rtl="0">
              <a:spcBef>
                <a:spcPts val="0"/>
              </a:spcBef>
              <a:spcAft>
                <a:spcPts val="0"/>
              </a:spcAft>
              <a:buClr>
                <a:schemeClr val="dk1"/>
              </a:buClr>
              <a:buSzPts val="1100"/>
              <a:buFont typeface="Arial"/>
              <a:buNone/>
            </a:pPr>
            <a:r>
              <a:rPr lang="en-US" sz="1800" dirty="0">
                <a:solidFill>
                  <a:schemeClr val="lt2"/>
                </a:solidFill>
              </a:rPr>
              <a:t>6-Joystick Module</a:t>
            </a:r>
          </a:p>
          <a:p>
            <a:pPr marL="0" lvl="0" indent="0" algn="l" rtl="0">
              <a:spcBef>
                <a:spcPts val="0"/>
              </a:spcBef>
              <a:spcAft>
                <a:spcPts val="0"/>
              </a:spcAft>
              <a:buClr>
                <a:schemeClr val="dk1"/>
              </a:buClr>
              <a:buSzPts val="1100"/>
              <a:buFont typeface="Arial"/>
              <a:buNone/>
            </a:pPr>
            <a:r>
              <a:rPr lang="en-US" sz="1800" dirty="0">
                <a:solidFill>
                  <a:schemeClr val="lt2"/>
                </a:solidFill>
              </a:rPr>
              <a:t>7-A old Laptop screen </a:t>
            </a:r>
          </a:p>
          <a:p>
            <a:pPr marL="0" lvl="0" indent="0" algn="l" rtl="0">
              <a:spcBef>
                <a:spcPts val="0"/>
              </a:spcBef>
              <a:spcAft>
                <a:spcPts val="0"/>
              </a:spcAft>
              <a:buClr>
                <a:schemeClr val="dk1"/>
              </a:buClr>
              <a:buSzPts val="1100"/>
              <a:buFont typeface="Arial"/>
              <a:buNone/>
            </a:pPr>
            <a:r>
              <a:rPr lang="en-US" sz="1800" dirty="0">
                <a:solidFill>
                  <a:schemeClr val="lt2"/>
                </a:solidFill>
              </a:rPr>
              <a:t>8- </a:t>
            </a:r>
            <a:r>
              <a:rPr lang="en-US" sz="1800" dirty="0" err="1">
                <a:solidFill>
                  <a:schemeClr val="lt2"/>
                </a:solidFill>
              </a:rPr>
              <a:t>hdmi</a:t>
            </a:r>
            <a:r>
              <a:rPr lang="en-US" sz="1800" dirty="0">
                <a:solidFill>
                  <a:schemeClr val="lt2"/>
                </a:solidFill>
              </a:rPr>
              <a:t> module</a:t>
            </a:r>
          </a:p>
          <a:p>
            <a:pPr marL="0" lvl="0" indent="0" algn="l" rtl="0">
              <a:spcBef>
                <a:spcPts val="0"/>
              </a:spcBef>
              <a:spcAft>
                <a:spcPts val="0"/>
              </a:spcAft>
              <a:buClr>
                <a:schemeClr val="dk1"/>
              </a:buClr>
              <a:buSzPts val="1100"/>
              <a:buFont typeface="Arial"/>
              <a:buNone/>
            </a:pPr>
            <a:endParaRPr lang="en-US" sz="1800" dirty="0">
              <a:solidFill>
                <a:schemeClr val="lt2"/>
              </a:solidFill>
            </a:endParaRPr>
          </a:p>
        </p:txBody>
      </p:sp>
      <p:sp>
        <p:nvSpPr>
          <p:cNvPr id="890" name="Google Shape;890;p31"/>
          <p:cNvSpPr txBox="1">
            <a:spLocks noGrp="1"/>
          </p:cNvSpPr>
          <p:nvPr>
            <p:ph type="title"/>
          </p:nvPr>
        </p:nvSpPr>
        <p:spPr>
          <a:xfrm flipH="1">
            <a:off x="969253" y="488975"/>
            <a:ext cx="7411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Matirials Used:</a:t>
            </a:r>
            <a:endParaRPr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32"/>
          <p:cNvSpPr txBox="1">
            <a:spLocks noGrp="1"/>
          </p:cNvSpPr>
          <p:nvPr>
            <p:ph type="title"/>
          </p:nvPr>
        </p:nvSpPr>
        <p:spPr>
          <a:xfrm>
            <a:off x="978725" y="1256600"/>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The Idea</a:t>
            </a:r>
            <a:endParaRPr dirty="0"/>
          </a:p>
        </p:txBody>
      </p:sp>
      <p:sp>
        <p:nvSpPr>
          <p:cNvPr id="896" name="Google Shape;896;p32"/>
          <p:cNvSpPr txBox="1">
            <a:spLocks noGrp="1"/>
          </p:cNvSpPr>
          <p:nvPr>
            <p:ph type="subTitle" idx="1"/>
          </p:nvPr>
        </p:nvSpPr>
        <p:spPr>
          <a:xfrm>
            <a:off x="978725" y="1635300"/>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How I got the idea</a:t>
            </a:r>
            <a:endParaRPr dirty="0"/>
          </a:p>
          <a:p>
            <a:pPr marL="0" lvl="0" indent="0" algn="ctr" rtl="0">
              <a:spcBef>
                <a:spcPts val="0"/>
              </a:spcBef>
              <a:spcAft>
                <a:spcPts val="0"/>
              </a:spcAft>
              <a:buNone/>
            </a:pPr>
            <a:endParaRPr dirty="0"/>
          </a:p>
        </p:txBody>
      </p:sp>
      <p:sp>
        <p:nvSpPr>
          <p:cNvPr id="897" name="Google Shape;897;p32"/>
          <p:cNvSpPr txBox="1">
            <a:spLocks noGrp="1"/>
          </p:cNvSpPr>
          <p:nvPr>
            <p:ph type="title" idx="2"/>
          </p:nvPr>
        </p:nvSpPr>
        <p:spPr>
          <a:xfrm>
            <a:off x="1486175" y="899550"/>
            <a:ext cx="1242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898" name="Google Shape;898;p32"/>
          <p:cNvSpPr txBox="1">
            <a:spLocks noGrp="1"/>
          </p:cNvSpPr>
          <p:nvPr>
            <p:ph type="title" idx="3"/>
          </p:nvPr>
        </p:nvSpPr>
        <p:spPr>
          <a:xfrm>
            <a:off x="3443100" y="1256600"/>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The Problems</a:t>
            </a:r>
            <a:endParaRPr dirty="0"/>
          </a:p>
        </p:txBody>
      </p:sp>
      <p:sp>
        <p:nvSpPr>
          <p:cNvPr id="899" name="Google Shape;899;p32"/>
          <p:cNvSpPr txBox="1">
            <a:spLocks noGrp="1"/>
          </p:cNvSpPr>
          <p:nvPr>
            <p:ph type="subTitle" idx="4"/>
          </p:nvPr>
        </p:nvSpPr>
        <p:spPr>
          <a:xfrm>
            <a:off x="3443100" y="1773150"/>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The problems I faced during this project</a:t>
            </a:r>
            <a:endParaRPr dirty="0"/>
          </a:p>
          <a:p>
            <a:pPr marL="0" lvl="0" indent="0" algn="ctr" rtl="0">
              <a:spcBef>
                <a:spcPts val="0"/>
              </a:spcBef>
              <a:spcAft>
                <a:spcPts val="0"/>
              </a:spcAft>
              <a:buNone/>
            </a:pPr>
            <a:endParaRPr dirty="0"/>
          </a:p>
        </p:txBody>
      </p:sp>
      <p:sp>
        <p:nvSpPr>
          <p:cNvPr id="900" name="Google Shape;900;p32"/>
          <p:cNvSpPr txBox="1">
            <a:spLocks noGrp="1"/>
          </p:cNvSpPr>
          <p:nvPr>
            <p:ph type="title" idx="5"/>
          </p:nvPr>
        </p:nvSpPr>
        <p:spPr>
          <a:xfrm>
            <a:off x="3950550" y="899550"/>
            <a:ext cx="1242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sp>
        <p:nvSpPr>
          <p:cNvPr id="901" name="Google Shape;901;p32"/>
          <p:cNvSpPr txBox="1">
            <a:spLocks noGrp="1"/>
          </p:cNvSpPr>
          <p:nvPr>
            <p:ph type="title" idx="6"/>
          </p:nvPr>
        </p:nvSpPr>
        <p:spPr>
          <a:xfrm>
            <a:off x="5907475" y="1256600"/>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Solution of Problems</a:t>
            </a:r>
            <a:endParaRPr dirty="0"/>
          </a:p>
        </p:txBody>
      </p:sp>
      <p:sp>
        <p:nvSpPr>
          <p:cNvPr id="902" name="Google Shape;902;p32"/>
          <p:cNvSpPr txBox="1">
            <a:spLocks noGrp="1"/>
          </p:cNvSpPr>
          <p:nvPr>
            <p:ph type="subTitle" idx="7"/>
          </p:nvPr>
        </p:nvSpPr>
        <p:spPr>
          <a:xfrm>
            <a:off x="5907475" y="1635300"/>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H</a:t>
            </a:r>
            <a:r>
              <a:rPr lang="en" dirty="0"/>
              <a:t>ow </a:t>
            </a:r>
            <a:r>
              <a:rPr lang="en-US" dirty="0"/>
              <a:t>I</a:t>
            </a:r>
            <a:r>
              <a:rPr lang="en" dirty="0"/>
              <a:t> solved these problems</a:t>
            </a:r>
            <a:endParaRPr dirty="0"/>
          </a:p>
        </p:txBody>
      </p:sp>
      <p:sp>
        <p:nvSpPr>
          <p:cNvPr id="903" name="Google Shape;903;p32"/>
          <p:cNvSpPr txBox="1">
            <a:spLocks noGrp="1"/>
          </p:cNvSpPr>
          <p:nvPr>
            <p:ph type="title" idx="8"/>
          </p:nvPr>
        </p:nvSpPr>
        <p:spPr>
          <a:xfrm>
            <a:off x="6414925" y="899550"/>
            <a:ext cx="1242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03</a:t>
            </a:r>
            <a:endParaRPr/>
          </a:p>
        </p:txBody>
      </p:sp>
      <p:sp>
        <p:nvSpPr>
          <p:cNvPr id="904" name="Google Shape;904;p32"/>
          <p:cNvSpPr txBox="1">
            <a:spLocks noGrp="1"/>
          </p:cNvSpPr>
          <p:nvPr>
            <p:ph type="title" idx="9"/>
          </p:nvPr>
        </p:nvSpPr>
        <p:spPr>
          <a:xfrm>
            <a:off x="1916380" y="3239300"/>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The Wirring</a:t>
            </a:r>
            <a:endParaRPr dirty="0"/>
          </a:p>
        </p:txBody>
      </p:sp>
      <p:sp>
        <p:nvSpPr>
          <p:cNvPr id="905" name="Google Shape;905;p32"/>
          <p:cNvSpPr txBox="1">
            <a:spLocks noGrp="1"/>
          </p:cNvSpPr>
          <p:nvPr>
            <p:ph type="subTitle" idx="13"/>
          </p:nvPr>
        </p:nvSpPr>
        <p:spPr>
          <a:xfrm>
            <a:off x="1916380" y="3618000"/>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How I wired the parts to the board</a:t>
            </a:r>
            <a:endParaRPr dirty="0"/>
          </a:p>
        </p:txBody>
      </p:sp>
      <p:sp>
        <p:nvSpPr>
          <p:cNvPr id="906" name="Google Shape;906;p32"/>
          <p:cNvSpPr txBox="1">
            <a:spLocks noGrp="1"/>
          </p:cNvSpPr>
          <p:nvPr>
            <p:ph type="title" idx="14"/>
          </p:nvPr>
        </p:nvSpPr>
        <p:spPr>
          <a:xfrm>
            <a:off x="2423830" y="2882250"/>
            <a:ext cx="1242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907" name="Google Shape;907;p32"/>
          <p:cNvSpPr txBox="1">
            <a:spLocks noGrp="1"/>
          </p:cNvSpPr>
          <p:nvPr>
            <p:ph type="title" idx="15"/>
          </p:nvPr>
        </p:nvSpPr>
        <p:spPr>
          <a:xfrm>
            <a:off x="4969821" y="3239300"/>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Goals</a:t>
            </a:r>
            <a:endParaRPr dirty="0"/>
          </a:p>
        </p:txBody>
      </p:sp>
      <p:sp>
        <p:nvSpPr>
          <p:cNvPr id="908" name="Google Shape;908;p32"/>
          <p:cNvSpPr txBox="1">
            <a:spLocks noGrp="1"/>
          </p:cNvSpPr>
          <p:nvPr>
            <p:ph type="subTitle" idx="16"/>
          </p:nvPr>
        </p:nvSpPr>
        <p:spPr>
          <a:xfrm>
            <a:off x="4969821" y="3618000"/>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What are my project’s goals.</a:t>
            </a:r>
            <a:endParaRPr dirty="0"/>
          </a:p>
        </p:txBody>
      </p:sp>
      <p:sp>
        <p:nvSpPr>
          <p:cNvPr id="909" name="Google Shape;909;p32"/>
          <p:cNvSpPr txBox="1">
            <a:spLocks noGrp="1"/>
          </p:cNvSpPr>
          <p:nvPr>
            <p:ph type="title" idx="17"/>
          </p:nvPr>
        </p:nvSpPr>
        <p:spPr>
          <a:xfrm>
            <a:off x="5477271" y="2882250"/>
            <a:ext cx="1242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16"/>
        <p:cNvGrpSpPr/>
        <p:nvPr/>
      </p:nvGrpSpPr>
      <p:grpSpPr>
        <a:xfrm>
          <a:off x="0" y="0"/>
          <a:ext cx="0" cy="0"/>
          <a:chOff x="0" y="0"/>
          <a:chExt cx="0" cy="0"/>
        </a:xfrm>
      </p:grpSpPr>
      <p:sp>
        <p:nvSpPr>
          <p:cNvPr id="917" name="Google Shape;917;p33"/>
          <p:cNvSpPr txBox="1">
            <a:spLocks noGrp="1"/>
          </p:cNvSpPr>
          <p:nvPr>
            <p:ph type="title" idx="2"/>
          </p:nvPr>
        </p:nvSpPr>
        <p:spPr>
          <a:xfrm>
            <a:off x="1457725" y="2812000"/>
            <a:ext cx="36003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The Idea</a:t>
            </a:r>
            <a:endParaRPr dirty="0"/>
          </a:p>
        </p:txBody>
      </p:sp>
      <p:sp>
        <p:nvSpPr>
          <p:cNvPr id="918" name="Google Shape;918;p33"/>
          <p:cNvSpPr txBox="1">
            <a:spLocks noGrp="1"/>
          </p:cNvSpPr>
          <p:nvPr>
            <p:ph type="title"/>
          </p:nvPr>
        </p:nvSpPr>
        <p:spPr>
          <a:xfrm>
            <a:off x="1457725" y="1259507"/>
            <a:ext cx="3738900" cy="10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
        <p:nvSpPr>
          <p:cNvPr id="919" name="Google Shape;919;p33"/>
          <p:cNvSpPr txBox="1">
            <a:spLocks noGrp="1"/>
          </p:cNvSpPr>
          <p:nvPr>
            <p:ph type="subTitle" idx="1"/>
          </p:nvPr>
        </p:nvSpPr>
        <p:spPr>
          <a:xfrm>
            <a:off x="1457725" y="3401725"/>
            <a:ext cx="2628600" cy="792600"/>
          </a:xfrm>
          <a:prstGeom prst="rect">
            <a:avLst/>
          </a:prstGeom>
        </p:spPr>
        <p:txBody>
          <a:bodyPr spcFirstLastPara="1" wrap="square" lIns="91425" tIns="91425" rIns="91425" bIns="91425" anchor="b" anchorCtr="0">
            <a:noAutofit/>
          </a:bodyPr>
          <a:lstStyle/>
          <a:p>
            <a:pPr marL="0" lvl="0" indent="0" algn="ctr">
              <a:lnSpc>
                <a:spcPct val="300000"/>
              </a:lnSpc>
            </a:pPr>
            <a:r>
              <a:rPr lang="en-US" dirty="0"/>
              <a:t>How I got the idea</a:t>
            </a:r>
          </a:p>
        </p:txBody>
      </p:sp>
      <p:sp>
        <p:nvSpPr>
          <p:cNvPr id="920" name="Google Shape;920;p33"/>
          <p:cNvSpPr/>
          <p:nvPr/>
        </p:nvSpPr>
        <p:spPr>
          <a:xfrm>
            <a:off x="3604700" y="4544078"/>
            <a:ext cx="46674" cy="3206"/>
          </a:xfrm>
          <a:custGeom>
            <a:avLst/>
            <a:gdLst/>
            <a:ahLst/>
            <a:cxnLst/>
            <a:rect l="l" t="t" r="r" b="b"/>
            <a:pathLst>
              <a:path w="2824" h="194" extrusionOk="0">
                <a:moveTo>
                  <a:pt x="2634" y="0"/>
                </a:moveTo>
                <a:cubicBezTo>
                  <a:pt x="2393" y="0"/>
                  <a:pt x="1944" y="69"/>
                  <a:pt x="1427" y="69"/>
                </a:cubicBezTo>
                <a:lnTo>
                  <a:pt x="0" y="69"/>
                </a:lnTo>
                <a:cubicBezTo>
                  <a:pt x="497" y="193"/>
                  <a:pt x="900" y="193"/>
                  <a:pt x="1427" y="193"/>
                </a:cubicBezTo>
                <a:cubicBezTo>
                  <a:pt x="1924" y="193"/>
                  <a:pt x="2327" y="193"/>
                  <a:pt x="2823" y="69"/>
                </a:cubicBezTo>
                <a:cubicBezTo>
                  <a:pt x="2823" y="17"/>
                  <a:pt x="2754" y="0"/>
                  <a:pt x="26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3"/>
          <p:cNvSpPr/>
          <p:nvPr/>
        </p:nvSpPr>
        <p:spPr>
          <a:xfrm>
            <a:off x="3572406" y="4545219"/>
            <a:ext cx="6677" cy="8214"/>
          </a:xfrm>
          <a:custGeom>
            <a:avLst/>
            <a:gdLst/>
            <a:ahLst/>
            <a:cxnLst/>
            <a:rect l="l" t="t" r="r" b="b"/>
            <a:pathLst>
              <a:path w="404" h="497" extrusionOk="0">
                <a:moveTo>
                  <a:pt x="0" y="0"/>
                </a:moveTo>
                <a:cubicBezTo>
                  <a:pt x="0" y="124"/>
                  <a:pt x="124" y="124"/>
                  <a:pt x="124" y="248"/>
                </a:cubicBezTo>
                <a:cubicBezTo>
                  <a:pt x="279" y="372"/>
                  <a:pt x="279" y="496"/>
                  <a:pt x="279" y="496"/>
                </a:cubicBezTo>
                <a:cubicBezTo>
                  <a:pt x="403" y="496"/>
                  <a:pt x="403" y="372"/>
                  <a:pt x="279" y="248"/>
                </a:cubicBezTo>
                <a:cubicBezTo>
                  <a:pt x="124" y="124"/>
                  <a:pt x="0"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 name="Google Shape;922;p33"/>
          <p:cNvGrpSpPr/>
          <p:nvPr/>
        </p:nvGrpSpPr>
        <p:grpSpPr>
          <a:xfrm>
            <a:off x="4850795" y="1234584"/>
            <a:ext cx="2514826" cy="2996366"/>
            <a:chOff x="4850795" y="1234584"/>
            <a:chExt cx="2514826" cy="2996366"/>
          </a:xfrm>
        </p:grpSpPr>
        <p:sp>
          <p:nvSpPr>
            <p:cNvPr id="923" name="Google Shape;923;p33"/>
            <p:cNvSpPr/>
            <p:nvPr/>
          </p:nvSpPr>
          <p:spPr>
            <a:xfrm>
              <a:off x="4850800" y="4208175"/>
              <a:ext cx="2514821" cy="22775"/>
            </a:xfrm>
            <a:custGeom>
              <a:avLst/>
              <a:gdLst/>
              <a:ahLst/>
              <a:cxnLst/>
              <a:rect l="l" t="t" r="r" b="b"/>
              <a:pathLst>
                <a:path w="204790" h="217" extrusionOk="0">
                  <a:moveTo>
                    <a:pt x="102436" y="0"/>
                  </a:moveTo>
                  <a:cubicBezTo>
                    <a:pt x="45876" y="0"/>
                    <a:pt x="1" y="0"/>
                    <a:pt x="1" y="108"/>
                  </a:cubicBezTo>
                  <a:cubicBezTo>
                    <a:pt x="1" y="108"/>
                    <a:pt x="45876" y="217"/>
                    <a:pt x="102436" y="217"/>
                  </a:cubicBezTo>
                  <a:cubicBezTo>
                    <a:pt x="159023" y="217"/>
                    <a:pt x="204790" y="108"/>
                    <a:pt x="204790" y="108"/>
                  </a:cubicBezTo>
                  <a:cubicBezTo>
                    <a:pt x="204790" y="0"/>
                    <a:pt x="159023" y="0"/>
                    <a:pt x="102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3"/>
            <p:cNvSpPr/>
            <p:nvPr/>
          </p:nvSpPr>
          <p:spPr>
            <a:xfrm>
              <a:off x="4855851" y="1234584"/>
              <a:ext cx="147424" cy="157964"/>
            </a:xfrm>
            <a:custGeom>
              <a:avLst/>
              <a:gdLst/>
              <a:ahLst/>
              <a:cxnLst/>
              <a:rect l="l" t="t" r="r" b="b"/>
              <a:pathLst>
                <a:path w="10351" h="11091" extrusionOk="0">
                  <a:moveTo>
                    <a:pt x="1" y="1"/>
                  </a:moveTo>
                  <a:lnTo>
                    <a:pt x="1" y="622"/>
                  </a:lnTo>
                  <a:lnTo>
                    <a:pt x="1" y="8015"/>
                  </a:lnTo>
                  <a:cubicBezTo>
                    <a:pt x="1" y="8991"/>
                    <a:pt x="119" y="9730"/>
                    <a:pt x="119" y="10351"/>
                  </a:cubicBezTo>
                  <a:lnTo>
                    <a:pt x="119" y="11090"/>
                  </a:lnTo>
                  <a:cubicBezTo>
                    <a:pt x="237" y="10854"/>
                    <a:pt x="237" y="10588"/>
                    <a:pt x="237" y="10351"/>
                  </a:cubicBezTo>
                  <a:lnTo>
                    <a:pt x="237" y="8015"/>
                  </a:lnTo>
                  <a:lnTo>
                    <a:pt x="237" y="622"/>
                  </a:lnTo>
                  <a:lnTo>
                    <a:pt x="237" y="356"/>
                  </a:lnTo>
                  <a:lnTo>
                    <a:pt x="237" y="356"/>
                  </a:lnTo>
                  <a:cubicBezTo>
                    <a:pt x="3030" y="356"/>
                    <a:pt x="5586" y="354"/>
                    <a:pt x="7394" y="237"/>
                  </a:cubicBezTo>
                  <a:lnTo>
                    <a:pt x="9493" y="237"/>
                  </a:lnTo>
                  <a:cubicBezTo>
                    <a:pt x="9848" y="237"/>
                    <a:pt x="10114" y="237"/>
                    <a:pt x="10351" y="119"/>
                  </a:cubicBezTo>
                  <a:lnTo>
                    <a:pt x="7394" y="119"/>
                  </a:lnTo>
                  <a:cubicBezTo>
                    <a:pt x="5560" y="1"/>
                    <a:pt x="2958" y="1"/>
                    <a:pt x="1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3"/>
            <p:cNvSpPr/>
            <p:nvPr/>
          </p:nvSpPr>
          <p:spPr>
            <a:xfrm>
              <a:off x="5149005" y="1496148"/>
              <a:ext cx="68236" cy="72039"/>
            </a:xfrm>
            <a:custGeom>
              <a:avLst/>
              <a:gdLst/>
              <a:ahLst/>
              <a:cxnLst/>
              <a:rect l="l" t="t" r="r" b="b"/>
              <a:pathLst>
                <a:path w="4791" h="5058" extrusionOk="0">
                  <a:moveTo>
                    <a:pt x="0" y="0"/>
                  </a:moveTo>
                  <a:lnTo>
                    <a:pt x="0" y="355"/>
                  </a:lnTo>
                  <a:cubicBezTo>
                    <a:pt x="0" y="1597"/>
                    <a:pt x="118" y="2839"/>
                    <a:pt x="118" y="3697"/>
                  </a:cubicBezTo>
                  <a:cubicBezTo>
                    <a:pt x="118" y="4170"/>
                    <a:pt x="118" y="4673"/>
                    <a:pt x="237" y="5057"/>
                  </a:cubicBezTo>
                  <a:cubicBezTo>
                    <a:pt x="237" y="4673"/>
                    <a:pt x="355" y="4170"/>
                    <a:pt x="237" y="3697"/>
                  </a:cubicBezTo>
                  <a:cubicBezTo>
                    <a:pt x="355" y="2839"/>
                    <a:pt x="355" y="1597"/>
                    <a:pt x="355" y="355"/>
                  </a:cubicBezTo>
                  <a:lnTo>
                    <a:pt x="355" y="237"/>
                  </a:lnTo>
                  <a:lnTo>
                    <a:pt x="3460" y="237"/>
                  </a:lnTo>
                  <a:cubicBezTo>
                    <a:pt x="3933" y="237"/>
                    <a:pt x="4318" y="237"/>
                    <a:pt x="4791" y="118"/>
                  </a:cubicBezTo>
                  <a:cubicBezTo>
                    <a:pt x="4318" y="118"/>
                    <a:pt x="3933" y="0"/>
                    <a:pt x="3460"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3"/>
            <p:cNvSpPr/>
            <p:nvPr/>
          </p:nvSpPr>
          <p:spPr>
            <a:xfrm>
              <a:off x="5147310" y="1633032"/>
              <a:ext cx="72039" cy="68236"/>
            </a:xfrm>
            <a:custGeom>
              <a:avLst/>
              <a:gdLst/>
              <a:ahLst/>
              <a:cxnLst/>
              <a:rect l="l" t="t" r="r" b="b"/>
              <a:pathLst>
                <a:path w="5058" h="4791" extrusionOk="0">
                  <a:moveTo>
                    <a:pt x="119" y="0"/>
                  </a:moveTo>
                  <a:cubicBezTo>
                    <a:pt x="119" y="355"/>
                    <a:pt x="1" y="858"/>
                    <a:pt x="1" y="1361"/>
                  </a:cubicBezTo>
                  <a:lnTo>
                    <a:pt x="1" y="4554"/>
                  </a:lnTo>
                  <a:lnTo>
                    <a:pt x="1" y="4791"/>
                  </a:lnTo>
                  <a:lnTo>
                    <a:pt x="356" y="4791"/>
                  </a:lnTo>
                  <a:cubicBezTo>
                    <a:pt x="1598" y="4791"/>
                    <a:pt x="2840" y="4673"/>
                    <a:pt x="3697" y="4673"/>
                  </a:cubicBezTo>
                  <a:cubicBezTo>
                    <a:pt x="4170" y="4673"/>
                    <a:pt x="4673" y="4673"/>
                    <a:pt x="5058" y="4554"/>
                  </a:cubicBezTo>
                  <a:cubicBezTo>
                    <a:pt x="4673" y="4554"/>
                    <a:pt x="4170" y="4436"/>
                    <a:pt x="3697" y="4436"/>
                  </a:cubicBezTo>
                  <a:lnTo>
                    <a:pt x="237" y="4436"/>
                  </a:lnTo>
                  <a:lnTo>
                    <a:pt x="237" y="1361"/>
                  </a:lnTo>
                  <a:cubicBezTo>
                    <a:pt x="237" y="858"/>
                    <a:pt x="237" y="355"/>
                    <a:pt x="119"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3"/>
            <p:cNvSpPr/>
            <p:nvPr/>
          </p:nvSpPr>
          <p:spPr>
            <a:xfrm>
              <a:off x="5352430" y="1629244"/>
              <a:ext cx="68663" cy="73719"/>
            </a:xfrm>
            <a:custGeom>
              <a:avLst/>
              <a:gdLst/>
              <a:ahLst/>
              <a:cxnLst/>
              <a:rect l="l" t="t" r="r" b="b"/>
              <a:pathLst>
                <a:path w="4821" h="5176" extrusionOk="0">
                  <a:moveTo>
                    <a:pt x="4703" y="0"/>
                  </a:moveTo>
                  <a:cubicBezTo>
                    <a:pt x="4555" y="503"/>
                    <a:pt x="4555" y="1006"/>
                    <a:pt x="4555" y="1479"/>
                  </a:cubicBezTo>
                  <a:cubicBezTo>
                    <a:pt x="4436" y="2366"/>
                    <a:pt x="4436" y="3578"/>
                    <a:pt x="4436" y="4820"/>
                  </a:cubicBezTo>
                  <a:lnTo>
                    <a:pt x="4436" y="4939"/>
                  </a:lnTo>
                  <a:lnTo>
                    <a:pt x="1361" y="4939"/>
                  </a:lnTo>
                  <a:cubicBezTo>
                    <a:pt x="1006" y="4939"/>
                    <a:pt x="503" y="4939"/>
                    <a:pt x="0" y="5057"/>
                  </a:cubicBezTo>
                  <a:cubicBezTo>
                    <a:pt x="503" y="5057"/>
                    <a:pt x="1006" y="5175"/>
                    <a:pt x="1361" y="5175"/>
                  </a:cubicBezTo>
                  <a:lnTo>
                    <a:pt x="4821" y="5175"/>
                  </a:lnTo>
                  <a:lnTo>
                    <a:pt x="4821" y="4820"/>
                  </a:lnTo>
                  <a:lnTo>
                    <a:pt x="4821" y="1479"/>
                  </a:lnTo>
                  <a:cubicBezTo>
                    <a:pt x="4821" y="1006"/>
                    <a:pt x="4703" y="503"/>
                    <a:pt x="4703"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3"/>
            <p:cNvSpPr/>
            <p:nvPr/>
          </p:nvSpPr>
          <p:spPr>
            <a:xfrm>
              <a:off x="5350750" y="1496148"/>
              <a:ext cx="72039" cy="68236"/>
            </a:xfrm>
            <a:custGeom>
              <a:avLst/>
              <a:gdLst/>
              <a:ahLst/>
              <a:cxnLst/>
              <a:rect l="l" t="t" r="r" b="b"/>
              <a:pathLst>
                <a:path w="5058" h="4791" extrusionOk="0">
                  <a:moveTo>
                    <a:pt x="1361" y="0"/>
                  </a:moveTo>
                  <a:cubicBezTo>
                    <a:pt x="976" y="0"/>
                    <a:pt x="503" y="0"/>
                    <a:pt x="0" y="118"/>
                  </a:cubicBezTo>
                  <a:cubicBezTo>
                    <a:pt x="503" y="237"/>
                    <a:pt x="976" y="237"/>
                    <a:pt x="1361" y="237"/>
                  </a:cubicBezTo>
                  <a:lnTo>
                    <a:pt x="4821" y="237"/>
                  </a:lnTo>
                  <a:lnTo>
                    <a:pt x="4821" y="3431"/>
                  </a:lnTo>
                  <a:cubicBezTo>
                    <a:pt x="4821" y="3815"/>
                    <a:pt x="4939" y="4318"/>
                    <a:pt x="4939" y="4791"/>
                  </a:cubicBezTo>
                  <a:cubicBezTo>
                    <a:pt x="5057" y="4318"/>
                    <a:pt x="5057" y="3815"/>
                    <a:pt x="5057" y="3431"/>
                  </a:cubicBezTo>
                  <a:lnTo>
                    <a:pt x="5057" y="118"/>
                  </a:lnTo>
                  <a:lnTo>
                    <a:pt x="5057"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3"/>
            <p:cNvSpPr/>
            <p:nvPr/>
          </p:nvSpPr>
          <p:spPr>
            <a:xfrm>
              <a:off x="4850795" y="1813713"/>
              <a:ext cx="157964" cy="145744"/>
            </a:xfrm>
            <a:custGeom>
              <a:avLst/>
              <a:gdLst/>
              <a:ahLst/>
              <a:cxnLst/>
              <a:rect l="l" t="t" r="r" b="b"/>
              <a:pathLst>
                <a:path w="11091" h="10233" extrusionOk="0">
                  <a:moveTo>
                    <a:pt x="119" y="1"/>
                  </a:moveTo>
                  <a:lnTo>
                    <a:pt x="119" y="740"/>
                  </a:lnTo>
                  <a:cubicBezTo>
                    <a:pt x="119" y="1361"/>
                    <a:pt x="1" y="1982"/>
                    <a:pt x="1" y="2958"/>
                  </a:cubicBezTo>
                  <a:lnTo>
                    <a:pt x="1" y="10115"/>
                  </a:lnTo>
                  <a:lnTo>
                    <a:pt x="1" y="10233"/>
                  </a:lnTo>
                  <a:lnTo>
                    <a:pt x="10203" y="10233"/>
                  </a:lnTo>
                  <a:cubicBezTo>
                    <a:pt x="10469" y="10233"/>
                    <a:pt x="10824" y="10233"/>
                    <a:pt x="11090" y="10115"/>
                  </a:cubicBezTo>
                  <a:lnTo>
                    <a:pt x="10203" y="10115"/>
                  </a:lnTo>
                  <a:lnTo>
                    <a:pt x="7985" y="9967"/>
                  </a:lnTo>
                  <a:lnTo>
                    <a:pt x="237" y="9967"/>
                  </a:lnTo>
                  <a:lnTo>
                    <a:pt x="237" y="2958"/>
                  </a:lnTo>
                  <a:lnTo>
                    <a:pt x="237" y="740"/>
                  </a:lnTo>
                  <a:cubicBezTo>
                    <a:pt x="237" y="503"/>
                    <a:pt x="119" y="237"/>
                    <a:pt x="11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3"/>
            <p:cNvSpPr/>
            <p:nvPr/>
          </p:nvSpPr>
          <p:spPr>
            <a:xfrm>
              <a:off x="5559659" y="1801507"/>
              <a:ext cx="147424" cy="157949"/>
            </a:xfrm>
            <a:custGeom>
              <a:avLst/>
              <a:gdLst/>
              <a:ahLst/>
              <a:cxnLst/>
              <a:rect l="l" t="t" r="r" b="b"/>
              <a:pathLst>
                <a:path w="10351" h="11090" extrusionOk="0">
                  <a:moveTo>
                    <a:pt x="10232" y="0"/>
                  </a:moveTo>
                  <a:cubicBezTo>
                    <a:pt x="10232" y="355"/>
                    <a:pt x="10114" y="621"/>
                    <a:pt x="10232" y="858"/>
                  </a:cubicBezTo>
                  <a:cubicBezTo>
                    <a:pt x="10350" y="621"/>
                    <a:pt x="10232" y="355"/>
                    <a:pt x="10232" y="0"/>
                  </a:cubicBezTo>
                  <a:close/>
                  <a:moveTo>
                    <a:pt x="10232" y="858"/>
                  </a:moveTo>
                  <a:cubicBezTo>
                    <a:pt x="10114" y="1479"/>
                    <a:pt x="10114" y="2218"/>
                    <a:pt x="10114" y="3076"/>
                  </a:cubicBezTo>
                  <a:lnTo>
                    <a:pt x="10114" y="10587"/>
                  </a:lnTo>
                  <a:lnTo>
                    <a:pt x="10114" y="10824"/>
                  </a:lnTo>
                  <a:lnTo>
                    <a:pt x="2957" y="10824"/>
                  </a:lnTo>
                  <a:lnTo>
                    <a:pt x="858" y="10972"/>
                  </a:lnTo>
                  <a:lnTo>
                    <a:pt x="0" y="10972"/>
                  </a:lnTo>
                  <a:cubicBezTo>
                    <a:pt x="237" y="11090"/>
                    <a:pt x="621" y="11090"/>
                    <a:pt x="858" y="11090"/>
                  </a:cubicBezTo>
                  <a:lnTo>
                    <a:pt x="10350" y="11090"/>
                  </a:lnTo>
                  <a:lnTo>
                    <a:pt x="10350" y="10587"/>
                  </a:lnTo>
                  <a:lnTo>
                    <a:pt x="10350" y="3076"/>
                  </a:lnTo>
                  <a:cubicBezTo>
                    <a:pt x="10350" y="2218"/>
                    <a:pt x="10232" y="1479"/>
                    <a:pt x="10232" y="858"/>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3"/>
            <p:cNvSpPr/>
            <p:nvPr/>
          </p:nvSpPr>
          <p:spPr>
            <a:xfrm>
              <a:off x="5554175" y="1234584"/>
              <a:ext cx="157964" cy="147438"/>
            </a:xfrm>
            <a:custGeom>
              <a:avLst/>
              <a:gdLst/>
              <a:ahLst/>
              <a:cxnLst/>
              <a:rect l="l" t="t" r="r" b="b"/>
              <a:pathLst>
                <a:path w="11091" h="10352" extrusionOk="0">
                  <a:moveTo>
                    <a:pt x="10617" y="1"/>
                  </a:moveTo>
                  <a:cubicBezTo>
                    <a:pt x="7660" y="1"/>
                    <a:pt x="5058" y="119"/>
                    <a:pt x="3106" y="119"/>
                  </a:cubicBezTo>
                  <a:lnTo>
                    <a:pt x="1" y="119"/>
                  </a:lnTo>
                  <a:cubicBezTo>
                    <a:pt x="385" y="237"/>
                    <a:pt x="622" y="237"/>
                    <a:pt x="888" y="237"/>
                  </a:cubicBezTo>
                  <a:lnTo>
                    <a:pt x="3106" y="237"/>
                  </a:lnTo>
                  <a:cubicBezTo>
                    <a:pt x="5058" y="356"/>
                    <a:pt x="7660" y="356"/>
                    <a:pt x="10617" y="356"/>
                  </a:cubicBezTo>
                  <a:lnTo>
                    <a:pt x="10854" y="356"/>
                  </a:lnTo>
                  <a:lnTo>
                    <a:pt x="10854" y="7394"/>
                  </a:lnTo>
                  <a:cubicBezTo>
                    <a:pt x="10854" y="8251"/>
                    <a:pt x="10972" y="8991"/>
                    <a:pt x="10972" y="9612"/>
                  </a:cubicBezTo>
                  <a:lnTo>
                    <a:pt x="10972" y="10351"/>
                  </a:lnTo>
                  <a:cubicBezTo>
                    <a:pt x="10972" y="10114"/>
                    <a:pt x="11090" y="9848"/>
                    <a:pt x="11090" y="9612"/>
                  </a:cubicBezTo>
                  <a:lnTo>
                    <a:pt x="11090" y="7394"/>
                  </a:lnTo>
                  <a:lnTo>
                    <a:pt x="11090" y="119"/>
                  </a:lnTo>
                  <a:lnTo>
                    <a:pt x="11090"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3"/>
            <p:cNvSpPr/>
            <p:nvPr/>
          </p:nvSpPr>
          <p:spPr>
            <a:xfrm>
              <a:off x="5626200" y="1280075"/>
              <a:ext cx="28229" cy="29923"/>
            </a:xfrm>
            <a:custGeom>
              <a:avLst/>
              <a:gdLst/>
              <a:ahLst/>
              <a:cxnLst/>
              <a:rect l="l" t="t" r="r" b="b"/>
              <a:pathLst>
                <a:path w="1982" h="2101" extrusionOk="0">
                  <a:moveTo>
                    <a:pt x="1006" y="1"/>
                  </a:moveTo>
                  <a:cubicBezTo>
                    <a:pt x="503" y="1"/>
                    <a:pt x="1" y="503"/>
                    <a:pt x="1" y="1124"/>
                  </a:cubicBezTo>
                  <a:cubicBezTo>
                    <a:pt x="1" y="1597"/>
                    <a:pt x="503" y="2100"/>
                    <a:pt x="1006" y="2100"/>
                  </a:cubicBezTo>
                  <a:cubicBezTo>
                    <a:pt x="1597" y="2100"/>
                    <a:pt x="1982" y="1597"/>
                    <a:pt x="1982" y="1124"/>
                  </a:cubicBezTo>
                  <a:cubicBezTo>
                    <a:pt x="1982" y="503"/>
                    <a:pt x="1597" y="1"/>
                    <a:pt x="1006"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3"/>
            <p:cNvSpPr/>
            <p:nvPr/>
          </p:nvSpPr>
          <p:spPr>
            <a:xfrm>
              <a:off x="4892924" y="1280075"/>
              <a:ext cx="66555" cy="29923"/>
            </a:xfrm>
            <a:custGeom>
              <a:avLst/>
              <a:gdLst/>
              <a:ahLst/>
              <a:cxnLst/>
              <a:rect l="l" t="t" r="r" b="b"/>
              <a:pathLst>
                <a:path w="4673" h="2101" extrusionOk="0">
                  <a:moveTo>
                    <a:pt x="237" y="1"/>
                  </a:moveTo>
                  <a:cubicBezTo>
                    <a:pt x="118" y="1"/>
                    <a:pt x="0" y="119"/>
                    <a:pt x="0" y="267"/>
                  </a:cubicBezTo>
                  <a:lnTo>
                    <a:pt x="0" y="1864"/>
                  </a:lnTo>
                  <a:cubicBezTo>
                    <a:pt x="0" y="1982"/>
                    <a:pt x="118" y="2100"/>
                    <a:pt x="237" y="2100"/>
                  </a:cubicBezTo>
                  <a:lnTo>
                    <a:pt x="4436" y="2100"/>
                  </a:lnTo>
                  <a:cubicBezTo>
                    <a:pt x="4672" y="2100"/>
                    <a:pt x="4672" y="1982"/>
                    <a:pt x="4672" y="1864"/>
                  </a:cubicBezTo>
                  <a:lnTo>
                    <a:pt x="4672" y="267"/>
                  </a:lnTo>
                  <a:cubicBezTo>
                    <a:pt x="4672" y="119"/>
                    <a:pt x="4672" y="1"/>
                    <a:pt x="4436"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3"/>
            <p:cNvSpPr/>
            <p:nvPr/>
          </p:nvSpPr>
          <p:spPr>
            <a:xfrm>
              <a:off x="4964521" y="1288919"/>
              <a:ext cx="12647" cy="12234"/>
            </a:xfrm>
            <a:custGeom>
              <a:avLst/>
              <a:gdLst/>
              <a:ahLst/>
              <a:cxnLst/>
              <a:rect l="l" t="t" r="r" b="b"/>
              <a:pathLst>
                <a:path w="888" h="859" extrusionOk="0">
                  <a:moveTo>
                    <a:pt x="0" y="1"/>
                  </a:moveTo>
                  <a:lnTo>
                    <a:pt x="0" y="858"/>
                  </a:lnTo>
                  <a:lnTo>
                    <a:pt x="888" y="858"/>
                  </a:lnTo>
                  <a:lnTo>
                    <a:pt x="888"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3"/>
            <p:cNvSpPr/>
            <p:nvPr/>
          </p:nvSpPr>
          <p:spPr>
            <a:xfrm>
              <a:off x="7026636" y="2875519"/>
              <a:ext cx="165128" cy="398462"/>
            </a:xfrm>
            <a:custGeom>
              <a:avLst/>
              <a:gdLst/>
              <a:ahLst/>
              <a:cxnLst/>
              <a:rect l="l" t="t" r="r" b="b"/>
              <a:pathLst>
                <a:path w="11594" h="27977" extrusionOk="0">
                  <a:moveTo>
                    <a:pt x="1" y="1"/>
                  </a:moveTo>
                  <a:cubicBezTo>
                    <a:pt x="1" y="356"/>
                    <a:pt x="267" y="740"/>
                    <a:pt x="385" y="1095"/>
                  </a:cubicBezTo>
                  <a:cubicBezTo>
                    <a:pt x="740" y="1834"/>
                    <a:pt x="1243" y="2840"/>
                    <a:pt x="1745" y="4052"/>
                  </a:cubicBezTo>
                  <a:cubicBezTo>
                    <a:pt x="2840" y="6536"/>
                    <a:pt x="4318" y="10085"/>
                    <a:pt x="5797" y="14048"/>
                  </a:cubicBezTo>
                  <a:cubicBezTo>
                    <a:pt x="7275" y="17863"/>
                    <a:pt x="8636" y="21441"/>
                    <a:pt x="9730" y="24014"/>
                  </a:cubicBezTo>
                  <a:cubicBezTo>
                    <a:pt x="10233" y="25256"/>
                    <a:pt x="10735" y="26231"/>
                    <a:pt x="11090" y="26971"/>
                  </a:cubicBezTo>
                  <a:cubicBezTo>
                    <a:pt x="11209" y="27355"/>
                    <a:pt x="11356" y="27592"/>
                    <a:pt x="11593" y="27976"/>
                  </a:cubicBezTo>
                  <a:cubicBezTo>
                    <a:pt x="11475" y="27592"/>
                    <a:pt x="11356" y="27237"/>
                    <a:pt x="11209" y="26853"/>
                  </a:cubicBezTo>
                  <a:cubicBezTo>
                    <a:pt x="10854" y="25995"/>
                    <a:pt x="10469" y="25019"/>
                    <a:pt x="9996" y="23777"/>
                  </a:cubicBezTo>
                  <a:cubicBezTo>
                    <a:pt x="8991" y="21175"/>
                    <a:pt x="7778" y="17744"/>
                    <a:pt x="6300" y="13782"/>
                  </a:cubicBezTo>
                  <a:cubicBezTo>
                    <a:pt x="4703" y="9848"/>
                    <a:pt x="3224" y="6388"/>
                    <a:pt x="2100" y="3934"/>
                  </a:cubicBezTo>
                  <a:cubicBezTo>
                    <a:pt x="1479" y="2692"/>
                    <a:pt x="1006" y="1716"/>
                    <a:pt x="622" y="977"/>
                  </a:cubicBezTo>
                  <a:cubicBezTo>
                    <a:pt x="385" y="622"/>
                    <a:pt x="267" y="356"/>
                    <a:pt x="1"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3"/>
            <p:cNvSpPr/>
            <p:nvPr/>
          </p:nvSpPr>
          <p:spPr>
            <a:xfrm>
              <a:off x="5394545" y="2852774"/>
              <a:ext cx="559773" cy="849821"/>
            </a:xfrm>
            <a:custGeom>
              <a:avLst/>
              <a:gdLst/>
              <a:ahLst/>
              <a:cxnLst/>
              <a:rect l="l" t="t" r="r" b="b"/>
              <a:pathLst>
                <a:path w="39303" h="59668" extrusionOk="0">
                  <a:moveTo>
                    <a:pt x="17271" y="1"/>
                  </a:moveTo>
                  <a:lnTo>
                    <a:pt x="1479" y="356"/>
                  </a:lnTo>
                  <a:lnTo>
                    <a:pt x="1" y="45099"/>
                  </a:lnTo>
                  <a:cubicBezTo>
                    <a:pt x="1" y="50008"/>
                    <a:pt x="2485" y="54562"/>
                    <a:pt x="6536" y="57283"/>
                  </a:cubicBezTo>
                  <a:cubicBezTo>
                    <a:pt x="9036" y="58877"/>
                    <a:pt x="11855" y="59668"/>
                    <a:pt x="14648" y="59668"/>
                  </a:cubicBezTo>
                  <a:cubicBezTo>
                    <a:pt x="18333" y="59668"/>
                    <a:pt x="21974" y="58292"/>
                    <a:pt x="24782" y="55567"/>
                  </a:cubicBezTo>
                  <a:lnTo>
                    <a:pt x="39302" y="41521"/>
                  </a:lnTo>
                  <a:lnTo>
                    <a:pt x="37706" y="8488"/>
                  </a:lnTo>
                  <a:lnTo>
                    <a:pt x="18247" y="28568"/>
                  </a:lnTo>
                  <a:lnTo>
                    <a:pt x="17271"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3"/>
            <p:cNvSpPr/>
            <p:nvPr/>
          </p:nvSpPr>
          <p:spPr>
            <a:xfrm>
              <a:off x="5677159" y="2615651"/>
              <a:ext cx="570298" cy="879446"/>
            </a:xfrm>
            <a:custGeom>
              <a:avLst/>
              <a:gdLst/>
              <a:ahLst/>
              <a:cxnLst/>
              <a:rect l="l" t="t" r="r" b="b"/>
              <a:pathLst>
                <a:path w="40042" h="61748" extrusionOk="0">
                  <a:moveTo>
                    <a:pt x="40042" y="1"/>
                  </a:moveTo>
                  <a:lnTo>
                    <a:pt x="20583" y="8872"/>
                  </a:lnTo>
                  <a:lnTo>
                    <a:pt x="1" y="39184"/>
                  </a:lnTo>
                  <a:lnTo>
                    <a:pt x="17123" y="61748"/>
                  </a:lnTo>
                  <a:lnTo>
                    <a:pt x="30312" y="55952"/>
                  </a:lnTo>
                  <a:lnTo>
                    <a:pt x="40042"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3"/>
            <p:cNvSpPr/>
            <p:nvPr/>
          </p:nvSpPr>
          <p:spPr>
            <a:xfrm>
              <a:off x="5648945" y="3256278"/>
              <a:ext cx="3803" cy="212284"/>
            </a:xfrm>
            <a:custGeom>
              <a:avLst/>
              <a:gdLst/>
              <a:ahLst/>
              <a:cxnLst/>
              <a:rect l="l" t="t" r="r" b="b"/>
              <a:pathLst>
                <a:path w="267" h="14905" extrusionOk="0">
                  <a:moveTo>
                    <a:pt x="148" y="0"/>
                  </a:moveTo>
                  <a:cubicBezTo>
                    <a:pt x="0" y="0"/>
                    <a:pt x="0" y="3312"/>
                    <a:pt x="0" y="7512"/>
                  </a:cubicBezTo>
                  <a:cubicBezTo>
                    <a:pt x="0" y="11593"/>
                    <a:pt x="0" y="14905"/>
                    <a:pt x="148" y="14905"/>
                  </a:cubicBezTo>
                  <a:cubicBezTo>
                    <a:pt x="267" y="14905"/>
                    <a:pt x="267" y="11593"/>
                    <a:pt x="267" y="7512"/>
                  </a:cubicBezTo>
                  <a:cubicBezTo>
                    <a:pt x="267" y="3312"/>
                    <a:pt x="267" y="0"/>
                    <a:pt x="148"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3"/>
            <p:cNvSpPr/>
            <p:nvPr/>
          </p:nvSpPr>
          <p:spPr>
            <a:xfrm>
              <a:off x="5970313" y="2512037"/>
              <a:ext cx="1082872" cy="1690229"/>
            </a:xfrm>
            <a:custGeom>
              <a:avLst/>
              <a:gdLst/>
              <a:ahLst/>
              <a:cxnLst/>
              <a:rect l="l" t="t" r="r" b="b"/>
              <a:pathLst>
                <a:path w="76031" h="118675" extrusionOk="0">
                  <a:moveTo>
                    <a:pt x="50155" y="1"/>
                  </a:moveTo>
                  <a:lnTo>
                    <a:pt x="23037" y="1864"/>
                  </a:lnTo>
                  <a:lnTo>
                    <a:pt x="17241" y="8399"/>
                  </a:lnTo>
                  <a:lnTo>
                    <a:pt x="7157" y="13693"/>
                  </a:lnTo>
                  <a:lnTo>
                    <a:pt x="0" y="63345"/>
                  </a:lnTo>
                  <a:lnTo>
                    <a:pt x="0" y="118675"/>
                  </a:lnTo>
                  <a:lnTo>
                    <a:pt x="76031" y="118675"/>
                  </a:lnTo>
                  <a:lnTo>
                    <a:pt x="72216" y="61985"/>
                  </a:lnTo>
                  <a:lnTo>
                    <a:pt x="76031" y="11357"/>
                  </a:lnTo>
                  <a:lnTo>
                    <a:pt x="57548" y="5797"/>
                  </a:lnTo>
                  <a:lnTo>
                    <a:pt x="501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3"/>
            <p:cNvSpPr/>
            <p:nvPr/>
          </p:nvSpPr>
          <p:spPr>
            <a:xfrm>
              <a:off x="5966937" y="3152664"/>
              <a:ext cx="5070" cy="929993"/>
            </a:xfrm>
            <a:custGeom>
              <a:avLst/>
              <a:gdLst/>
              <a:ahLst/>
              <a:cxnLst/>
              <a:rect l="l" t="t" r="r" b="b"/>
              <a:pathLst>
                <a:path w="356" h="65297" extrusionOk="0">
                  <a:moveTo>
                    <a:pt x="119" y="0"/>
                  </a:moveTo>
                  <a:cubicBezTo>
                    <a:pt x="1" y="0"/>
                    <a:pt x="1" y="14668"/>
                    <a:pt x="1" y="32648"/>
                  </a:cubicBezTo>
                  <a:cubicBezTo>
                    <a:pt x="119" y="50776"/>
                    <a:pt x="119" y="65296"/>
                    <a:pt x="237" y="65296"/>
                  </a:cubicBezTo>
                  <a:cubicBezTo>
                    <a:pt x="237" y="65296"/>
                    <a:pt x="355" y="50776"/>
                    <a:pt x="237" y="32648"/>
                  </a:cubicBezTo>
                  <a:cubicBezTo>
                    <a:pt x="237" y="14668"/>
                    <a:pt x="237" y="0"/>
                    <a:pt x="11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3"/>
            <p:cNvSpPr/>
            <p:nvPr/>
          </p:nvSpPr>
          <p:spPr>
            <a:xfrm>
              <a:off x="6440771" y="2843930"/>
              <a:ext cx="73719" cy="412363"/>
            </a:xfrm>
            <a:custGeom>
              <a:avLst/>
              <a:gdLst/>
              <a:ahLst/>
              <a:cxnLst/>
              <a:rect l="l" t="t" r="r" b="b"/>
              <a:pathLst>
                <a:path w="5176" h="28953" extrusionOk="0">
                  <a:moveTo>
                    <a:pt x="740" y="1"/>
                  </a:moveTo>
                  <a:cubicBezTo>
                    <a:pt x="592" y="977"/>
                    <a:pt x="592" y="2219"/>
                    <a:pt x="474" y="3816"/>
                  </a:cubicBezTo>
                  <a:cubicBezTo>
                    <a:pt x="474" y="7009"/>
                    <a:pt x="355" y="11445"/>
                    <a:pt x="237" y="16384"/>
                  </a:cubicBezTo>
                  <a:cubicBezTo>
                    <a:pt x="119" y="21175"/>
                    <a:pt x="1" y="25492"/>
                    <a:pt x="1" y="28568"/>
                  </a:cubicBezTo>
                  <a:lnTo>
                    <a:pt x="119" y="28568"/>
                  </a:lnTo>
                  <a:cubicBezTo>
                    <a:pt x="237" y="25492"/>
                    <a:pt x="355" y="21175"/>
                    <a:pt x="474" y="16384"/>
                  </a:cubicBezTo>
                  <a:cubicBezTo>
                    <a:pt x="592" y="11445"/>
                    <a:pt x="592" y="7009"/>
                    <a:pt x="740" y="3816"/>
                  </a:cubicBezTo>
                  <a:lnTo>
                    <a:pt x="740" y="1"/>
                  </a:lnTo>
                  <a:close/>
                  <a:moveTo>
                    <a:pt x="1" y="28568"/>
                  </a:moveTo>
                  <a:lnTo>
                    <a:pt x="1" y="28716"/>
                  </a:lnTo>
                  <a:lnTo>
                    <a:pt x="4052" y="28952"/>
                  </a:lnTo>
                  <a:lnTo>
                    <a:pt x="5176" y="28952"/>
                  </a:lnTo>
                  <a:lnTo>
                    <a:pt x="4052" y="28834"/>
                  </a:lnTo>
                  <a:lnTo>
                    <a:pt x="1" y="28568"/>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3"/>
            <p:cNvSpPr/>
            <p:nvPr/>
          </p:nvSpPr>
          <p:spPr>
            <a:xfrm>
              <a:off x="6470253" y="2922691"/>
              <a:ext cx="50974" cy="47613"/>
            </a:xfrm>
            <a:custGeom>
              <a:avLst/>
              <a:gdLst/>
              <a:ahLst/>
              <a:cxnLst/>
              <a:rect l="l" t="t" r="r" b="b"/>
              <a:pathLst>
                <a:path w="3579" h="3343" extrusionOk="0">
                  <a:moveTo>
                    <a:pt x="1361" y="1"/>
                  </a:moveTo>
                  <a:cubicBezTo>
                    <a:pt x="1006" y="119"/>
                    <a:pt x="740" y="385"/>
                    <a:pt x="503" y="622"/>
                  </a:cubicBezTo>
                  <a:cubicBezTo>
                    <a:pt x="148" y="1006"/>
                    <a:pt x="1" y="1598"/>
                    <a:pt x="148" y="2219"/>
                  </a:cubicBezTo>
                  <a:cubicBezTo>
                    <a:pt x="148" y="2485"/>
                    <a:pt x="385" y="2840"/>
                    <a:pt x="622" y="2958"/>
                  </a:cubicBezTo>
                  <a:cubicBezTo>
                    <a:pt x="1006" y="3224"/>
                    <a:pt x="1243" y="3343"/>
                    <a:pt x="1627" y="3343"/>
                  </a:cubicBezTo>
                  <a:cubicBezTo>
                    <a:pt x="1982" y="3343"/>
                    <a:pt x="2366" y="3343"/>
                    <a:pt x="2721" y="3224"/>
                  </a:cubicBezTo>
                  <a:cubicBezTo>
                    <a:pt x="2958" y="2958"/>
                    <a:pt x="3224" y="2722"/>
                    <a:pt x="3342" y="2485"/>
                  </a:cubicBezTo>
                  <a:cubicBezTo>
                    <a:pt x="3579" y="1864"/>
                    <a:pt x="3461" y="1361"/>
                    <a:pt x="3224" y="858"/>
                  </a:cubicBezTo>
                  <a:cubicBezTo>
                    <a:pt x="2958" y="504"/>
                    <a:pt x="2721" y="267"/>
                    <a:pt x="2366" y="119"/>
                  </a:cubicBezTo>
                  <a:cubicBezTo>
                    <a:pt x="2219" y="1"/>
                    <a:pt x="2100" y="1"/>
                    <a:pt x="1982" y="1"/>
                  </a:cubicBezTo>
                  <a:cubicBezTo>
                    <a:pt x="1982" y="119"/>
                    <a:pt x="2100" y="119"/>
                    <a:pt x="2366" y="267"/>
                  </a:cubicBezTo>
                  <a:cubicBezTo>
                    <a:pt x="2603" y="385"/>
                    <a:pt x="2840" y="622"/>
                    <a:pt x="3106" y="858"/>
                  </a:cubicBezTo>
                  <a:cubicBezTo>
                    <a:pt x="3342" y="1361"/>
                    <a:pt x="3342" y="1864"/>
                    <a:pt x="3106" y="2337"/>
                  </a:cubicBezTo>
                  <a:cubicBezTo>
                    <a:pt x="2958" y="2603"/>
                    <a:pt x="2721" y="2840"/>
                    <a:pt x="2366" y="2958"/>
                  </a:cubicBezTo>
                  <a:cubicBezTo>
                    <a:pt x="2133" y="3059"/>
                    <a:pt x="1901" y="3107"/>
                    <a:pt x="1682" y="3107"/>
                  </a:cubicBezTo>
                  <a:cubicBezTo>
                    <a:pt x="1071" y="3107"/>
                    <a:pt x="559" y="2732"/>
                    <a:pt x="385" y="2101"/>
                  </a:cubicBezTo>
                  <a:cubicBezTo>
                    <a:pt x="267" y="1598"/>
                    <a:pt x="385" y="1125"/>
                    <a:pt x="622" y="740"/>
                  </a:cubicBezTo>
                  <a:cubicBezTo>
                    <a:pt x="888" y="504"/>
                    <a:pt x="1124" y="267"/>
                    <a:pt x="1479" y="119"/>
                  </a:cubicBezTo>
                  <a:cubicBezTo>
                    <a:pt x="1627" y="1"/>
                    <a:pt x="1864" y="1"/>
                    <a:pt x="18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3"/>
            <p:cNvSpPr/>
            <p:nvPr/>
          </p:nvSpPr>
          <p:spPr>
            <a:xfrm>
              <a:off x="6468572" y="3061797"/>
              <a:ext cx="50974" cy="48766"/>
            </a:xfrm>
            <a:custGeom>
              <a:avLst/>
              <a:gdLst/>
              <a:ahLst/>
              <a:cxnLst/>
              <a:rect l="l" t="t" r="r" b="b"/>
              <a:pathLst>
                <a:path w="3579" h="3424" extrusionOk="0">
                  <a:moveTo>
                    <a:pt x="1671" y="0"/>
                  </a:moveTo>
                  <a:cubicBezTo>
                    <a:pt x="1605" y="0"/>
                    <a:pt x="1538" y="37"/>
                    <a:pt x="1479" y="111"/>
                  </a:cubicBezTo>
                  <a:lnTo>
                    <a:pt x="1863" y="111"/>
                  </a:lnTo>
                  <a:cubicBezTo>
                    <a:pt x="1804" y="37"/>
                    <a:pt x="1738" y="0"/>
                    <a:pt x="1671" y="0"/>
                  </a:cubicBezTo>
                  <a:close/>
                  <a:moveTo>
                    <a:pt x="1479" y="111"/>
                  </a:moveTo>
                  <a:cubicBezTo>
                    <a:pt x="1124" y="111"/>
                    <a:pt x="740" y="348"/>
                    <a:pt x="503" y="584"/>
                  </a:cubicBezTo>
                  <a:cubicBezTo>
                    <a:pt x="119" y="1087"/>
                    <a:pt x="0" y="1590"/>
                    <a:pt x="119" y="2181"/>
                  </a:cubicBezTo>
                  <a:cubicBezTo>
                    <a:pt x="266" y="2566"/>
                    <a:pt x="385" y="2802"/>
                    <a:pt x="740" y="3068"/>
                  </a:cubicBezTo>
                  <a:cubicBezTo>
                    <a:pt x="1006" y="3187"/>
                    <a:pt x="1361" y="3305"/>
                    <a:pt x="1745" y="3423"/>
                  </a:cubicBezTo>
                  <a:cubicBezTo>
                    <a:pt x="2100" y="3423"/>
                    <a:pt x="2337" y="3305"/>
                    <a:pt x="2721" y="3187"/>
                  </a:cubicBezTo>
                  <a:cubicBezTo>
                    <a:pt x="3076" y="3068"/>
                    <a:pt x="3224" y="2802"/>
                    <a:pt x="3460" y="2447"/>
                  </a:cubicBezTo>
                  <a:cubicBezTo>
                    <a:pt x="3579" y="1945"/>
                    <a:pt x="3579" y="1324"/>
                    <a:pt x="3224" y="850"/>
                  </a:cubicBezTo>
                  <a:cubicBezTo>
                    <a:pt x="3076" y="466"/>
                    <a:pt x="2839" y="229"/>
                    <a:pt x="2484" y="111"/>
                  </a:cubicBezTo>
                  <a:lnTo>
                    <a:pt x="2100" y="111"/>
                  </a:lnTo>
                  <a:cubicBezTo>
                    <a:pt x="2100" y="111"/>
                    <a:pt x="2218" y="111"/>
                    <a:pt x="2337" y="229"/>
                  </a:cubicBezTo>
                  <a:cubicBezTo>
                    <a:pt x="2721" y="348"/>
                    <a:pt x="2958" y="584"/>
                    <a:pt x="3076" y="969"/>
                  </a:cubicBezTo>
                  <a:cubicBezTo>
                    <a:pt x="3342" y="1324"/>
                    <a:pt x="3342" y="1945"/>
                    <a:pt x="3224" y="2329"/>
                  </a:cubicBezTo>
                  <a:cubicBezTo>
                    <a:pt x="2958" y="2684"/>
                    <a:pt x="2721" y="2920"/>
                    <a:pt x="2337" y="3068"/>
                  </a:cubicBezTo>
                  <a:cubicBezTo>
                    <a:pt x="2192" y="3114"/>
                    <a:pt x="2044" y="3137"/>
                    <a:pt x="1895" y="3137"/>
                  </a:cubicBezTo>
                  <a:cubicBezTo>
                    <a:pt x="1282" y="3137"/>
                    <a:pt x="670" y="2753"/>
                    <a:pt x="385" y="2063"/>
                  </a:cubicBezTo>
                  <a:cubicBezTo>
                    <a:pt x="266" y="1708"/>
                    <a:pt x="385" y="1087"/>
                    <a:pt x="740" y="703"/>
                  </a:cubicBezTo>
                  <a:cubicBezTo>
                    <a:pt x="858" y="466"/>
                    <a:pt x="1242" y="229"/>
                    <a:pt x="1479" y="11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3"/>
            <p:cNvSpPr/>
            <p:nvPr/>
          </p:nvSpPr>
          <p:spPr>
            <a:xfrm>
              <a:off x="6137092" y="3286173"/>
              <a:ext cx="893347" cy="628009"/>
            </a:xfrm>
            <a:custGeom>
              <a:avLst/>
              <a:gdLst/>
              <a:ahLst/>
              <a:cxnLst/>
              <a:rect l="l" t="t" r="r" b="b"/>
              <a:pathLst>
                <a:path w="62724" h="44094" extrusionOk="0">
                  <a:moveTo>
                    <a:pt x="237" y="1"/>
                  </a:moveTo>
                  <a:lnTo>
                    <a:pt x="1" y="356"/>
                  </a:lnTo>
                  <a:cubicBezTo>
                    <a:pt x="6891" y="9730"/>
                    <a:pt x="12185" y="20081"/>
                    <a:pt x="19844" y="28834"/>
                  </a:cubicBezTo>
                  <a:cubicBezTo>
                    <a:pt x="27237" y="37203"/>
                    <a:pt x="37439" y="44093"/>
                    <a:pt x="48529" y="44093"/>
                  </a:cubicBezTo>
                  <a:cubicBezTo>
                    <a:pt x="49032" y="44093"/>
                    <a:pt x="49416" y="44093"/>
                    <a:pt x="49889" y="43975"/>
                  </a:cubicBezTo>
                  <a:cubicBezTo>
                    <a:pt x="53586" y="43857"/>
                    <a:pt x="60003" y="42615"/>
                    <a:pt x="62724" y="40042"/>
                  </a:cubicBezTo>
                  <a:lnTo>
                    <a:pt x="61985" y="32767"/>
                  </a:lnTo>
                  <a:cubicBezTo>
                    <a:pt x="59146" y="35222"/>
                    <a:pt x="55686" y="36966"/>
                    <a:pt x="51752" y="37706"/>
                  </a:cubicBezTo>
                  <a:cubicBezTo>
                    <a:pt x="50274" y="37942"/>
                    <a:pt x="48677" y="38179"/>
                    <a:pt x="47050" y="38179"/>
                  </a:cubicBezTo>
                  <a:cubicBezTo>
                    <a:pt x="40397" y="38179"/>
                    <a:pt x="33891" y="35488"/>
                    <a:pt x="29070" y="30549"/>
                  </a:cubicBezTo>
                  <a:lnTo>
                    <a:pt x="237" y="1"/>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3"/>
            <p:cNvSpPr/>
            <p:nvPr/>
          </p:nvSpPr>
          <p:spPr>
            <a:xfrm>
              <a:off x="6080663" y="1911858"/>
              <a:ext cx="217768" cy="233349"/>
            </a:xfrm>
            <a:custGeom>
              <a:avLst/>
              <a:gdLst/>
              <a:ahLst/>
              <a:cxnLst/>
              <a:rect l="l" t="t" r="r" b="b"/>
              <a:pathLst>
                <a:path w="15290" h="16384" extrusionOk="0">
                  <a:moveTo>
                    <a:pt x="7659" y="0"/>
                  </a:moveTo>
                  <a:cubicBezTo>
                    <a:pt x="3460" y="0"/>
                    <a:pt x="0" y="3697"/>
                    <a:pt x="0" y="8251"/>
                  </a:cubicBezTo>
                  <a:cubicBezTo>
                    <a:pt x="0" y="12687"/>
                    <a:pt x="3460" y="16383"/>
                    <a:pt x="7659" y="16383"/>
                  </a:cubicBezTo>
                  <a:cubicBezTo>
                    <a:pt x="11829" y="16383"/>
                    <a:pt x="15289" y="12687"/>
                    <a:pt x="15289" y="8251"/>
                  </a:cubicBezTo>
                  <a:cubicBezTo>
                    <a:pt x="15289" y="3697"/>
                    <a:pt x="11829" y="0"/>
                    <a:pt x="7659"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3"/>
            <p:cNvSpPr/>
            <p:nvPr/>
          </p:nvSpPr>
          <p:spPr>
            <a:xfrm>
              <a:off x="6135412" y="1911858"/>
              <a:ext cx="138580" cy="229133"/>
            </a:xfrm>
            <a:custGeom>
              <a:avLst/>
              <a:gdLst/>
              <a:ahLst/>
              <a:cxnLst/>
              <a:rect l="l" t="t" r="r" b="b"/>
              <a:pathLst>
                <a:path w="9730" h="16088" extrusionOk="0">
                  <a:moveTo>
                    <a:pt x="4436" y="0"/>
                  </a:moveTo>
                  <a:cubicBezTo>
                    <a:pt x="4673" y="266"/>
                    <a:pt x="4910" y="385"/>
                    <a:pt x="5294" y="503"/>
                  </a:cubicBezTo>
                  <a:cubicBezTo>
                    <a:pt x="6033" y="858"/>
                    <a:pt x="6654" y="1360"/>
                    <a:pt x="7246" y="1981"/>
                  </a:cubicBezTo>
                  <a:cubicBezTo>
                    <a:pt x="8133" y="2957"/>
                    <a:pt x="8606" y="4081"/>
                    <a:pt x="8872" y="5294"/>
                  </a:cubicBezTo>
                  <a:cubicBezTo>
                    <a:pt x="9345" y="6772"/>
                    <a:pt x="9345" y="8399"/>
                    <a:pt x="8872" y="9877"/>
                  </a:cubicBezTo>
                  <a:cubicBezTo>
                    <a:pt x="8488" y="11356"/>
                    <a:pt x="7749" y="12687"/>
                    <a:pt x="6654" y="13810"/>
                  </a:cubicBezTo>
                  <a:cubicBezTo>
                    <a:pt x="5767" y="14668"/>
                    <a:pt x="4673" y="15407"/>
                    <a:pt x="3431" y="15644"/>
                  </a:cubicBezTo>
                  <a:cubicBezTo>
                    <a:pt x="2916" y="15804"/>
                    <a:pt x="2402" y="15867"/>
                    <a:pt x="1913" y="15867"/>
                  </a:cubicBezTo>
                  <a:cubicBezTo>
                    <a:pt x="1587" y="15867"/>
                    <a:pt x="1272" y="15839"/>
                    <a:pt x="976" y="15792"/>
                  </a:cubicBezTo>
                  <a:cubicBezTo>
                    <a:pt x="355" y="15526"/>
                    <a:pt x="119" y="15407"/>
                    <a:pt x="1" y="15407"/>
                  </a:cubicBezTo>
                  <a:cubicBezTo>
                    <a:pt x="1" y="15407"/>
                    <a:pt x="119" y="15526"/>
                    <a:pt x="237" y="15526"/>
                  </a:cubicBezTo>
                  <a:cubicBezTo>
                    <a:pt x="474" y="15644"/>
                    <a:pt x="740" y="15792"/>
                    <a:pt x="858" y="15910"/>
                  </a:cubicBezTo>
                  <a:cubicBezTo>
                    <a:pt x="1287" y="16028"/>
                    <a:pt x="1716" y="16088"/>
                    <a:pt x="2145" y="16088"/>
                  </a:cubicBezTo>
                  <a:cubicBezTo>
                    <a:pt x="2573" y="16088"/>
                    <a:pt x="3002" y="16028"/>
                    <a:pt x="3431" y="15910"/>
                  </a:cubicBezTo>
                  <a:cubicBezTo>
                    <a:pt x="4791" y="15644"/>
                    <a:pt x="5915" y="15052"/>
                    <a:pt x="6891" y="14047"/>
                  </a:cubicBezTo>
                  <a:cubicBezTo>
                    <a:pt x="7985" y="12953"/>
                    <a:pt x="8872" y="11593"/>
                    <a:pt x="9227" y="9996"/>
                  </a:cubicBezTo>
                  <a:cubicBezTo>
                    <a:pt x="9730" y="8399"/>
                    <a:pt x="9730" y="6772"/>
                    <a:pt x="9227" y="5294"/>
                  </a:cubicBezTo>
                  <a:cubicBezTo>
                    <a:pt x="8991" y="3963"/>
                    <a:pt x="8370" y="2839"/>
                    <a:pt x="7512" y="1863"/>
                  </a:cubicBezTo>
                  <a:cubicBezTo>
                    <a:pt x="6891" y="1242"/>
                    <a:pt x="6152" y="739"/>
                    <a:pt x="5294" y="385"/>
                  </a:cubicBezTo>
                  <a:cubicBezTo>
                    <a:pt x="5176" y="266"/>
                    <a:pt x="4910" y="266"/>
                    <a:pt x="4673" y="118"/>
                  </a:cubicBezTo>
                  <a:cubicBezTo>
                    <a:pt x="4555" y="0"/>
                    <a:pt x="4436" y="0"/>
                    <a:pt x="443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3"/>
            <p:cNvSpPr/>
            <p:nvPr/>
          </p:nvSpPr>
          <p:spPr>
            <a:xfrm>
              <a:off x="6257983" y="2066218"/>
              <a:ext cx="28229" cy="22973"/>
            </a:xfrm>
            <a:custGeom>
              <a:avLst/>
              <a:gdLst/>
              <a:ahLst/>
              <a:cxnLst/>
              <a:rect l="l" t="t" r="r" b="b"/>
              <a:pathLst>
                <a:path w="1982" h="1613" extrusionOk="0">
                  <a:moveTo>
                    <a:pt x="684" y="1"/>
                  </a:moveTo>
                  <a:cubicBezTo>
                    <a:pt x="625" y="1"/>
                    <a:pt x="564" y="5"/>
                    <a:pt x="503" y="15"/>
                  </a:cubicBezTo>
                  <a:cubicBezTo>
                    <a:pt x="266" y="15"/>
                    <a:pt x="0" y="133"/>
                    <a:pt x="118" y="133"/>
                  </a:cubicBezTo>
                  <a:cubicBezTo>
                    <a:pt x="118" y="133"/>
                    <a:pt x="739" y="133"/>
                    <a:pt x="1242" y="636"/>
                  </a:cubicBezTo>
                  <a:cubicBezTo>
                    <a:pt x="1745" y="991"/>
                    <a:pt x="1745" y="1612"/>
                    <a:pt x="1863" y="1612"/>
                  </a:cubicBezTo>
                  <a:cubicBezTo>
                    <a:pt x="1863" y="1612"/>
                    <a:pt x="1981" y="1494"/>
                    <a:pt x="1863" y="1257"/>
                  </a:cubicBezTo>
                  <a:cubicBezTo>
                    <a:pt x="1863" y="579"/>
                    <a:pt x="1341" y="1"/>
                    <a:pt x="6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3"/>
            <p:cNvSpPr/>
            <p:nvPr/>
          </p:nvSpPr>
          <p:spPr>
            <a:xfrm>
              <a:off x="6263452" y="2048742"/>
              <a:ext cx="15596" cy="5483"/>
            </a:xfrm>
            <a:custGeom>
              <a:avLst/>
              <a:gdLst/>
              <a:ahLst/>
              <a:cxnLst/>
              <a:rect l="l" t="t" r="r" b="b"/>
              <a:pathLst>
                <a:path w="1095" h="385" extrusionOk="0">
                  <a:moveTo>
                    <a:pt x="622" y="0"/>
                  </a:moveTo>
                  <a:cubicBezTo>
                    <a:pt x="237" y="0"/>
                    <a:pt x="1" y="266"/>
                    <a:pt x="1" y="266"/>
                  </a:cubicBezTo>
                  <a:cubicBezTo>
                    <a:pt x="119" y="385"/>
                    <a:pt x="355" y="385"/>
                    <a:pt x="622" y="385"/>
                  </a:cubicBezTo>
                  <a:lnTo>
                    <a:pt x="1095" y="385"/>
                  </a:lnTo>
                  <a:cubicBezTo>
                    <a:pt x="1095" y="266"/>
                    <a:pt x="976" y="0"/>
                    <a:pt x="62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3"/>
            <p:cNvSpPr/>
            <p:nvPr/>
          </p:nvSpPr>
          <p:spPr>
            <a:xfrm>
              <a:off x="6256288" y="1954229"/>
              <a:ext cx="23927" cy="11964"/>
            </a:xfrm>
            <a:custGeom>
              <a:avLst/>
              <a:gdLst/>
              <a:ahLst/>
              <a:cxnLst/>
              <a:rect l="l" t="t" r="r" b="b"/>
              <a:pathLst>
                <a:path w="1680" h="840" extrusionOk="0">
                  <a:moveTo>
                    <a:pt x="1137" y="0"/>
                  </a:moveTo>
                  <a:cubicBezTo>
                    <a:pt x="987" y="0"/>
                    <a:pt x="811" y="28"/>
                    <a:pt x="622" y="101"/>
                  </a:cubicBezTo>
                  <a:cubicBezTo>
                    <a:pt x="119" y="367"/>
                    <a:pt x="1" y="722"/>
                    <a:pt x="1" y="840"/>
                  </a:cubicBezTo>
                  <a:cubicBezTo>
                    <a:pt x="119" y="840"/>
                    <a:pt x="385" y="603"/>
                    <a:pt x="858" y="485"/>
                  </a:cubicBezTo>
                  <a:cubicBezTo>
                    <a:pt x="1243" y="249"/>
                    <a:pt x="1598" y="367"/>
                    <a:pt x="1598" y="249"/>
                  </a:cubicBezTo>
                  <a:cubicBezTo>
                    <a:pt x="1680" y="146"/>
                    <a:pt x="1477" y="0"/>
                    <a:pt x="113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3"/>
            <p:cNvSpPr/>
            <p:nvPr/>
          </p:nvSpPr>
          <p:spPr>
            <a:xfrm>
              <a:off x="6133304" y="1695514"/>
              <a:ext cx="616216" cy="1117239"/>
            </a:xfrm>
            <a:custGeom>
              <a:avLst/>
              <a:gdLst/>
              <a:ahLst/>
              <a:cxnLst/>
              <a:rect l="l" t="t" r="r" b="b"/>
              <a:pathLst>
                <a:path w="43266" h="78444" extrusionOk="0">
                  <a:moveTo>
                    <a:pt x="17626" y="1"/>
                  </a:moveTo>
                  <a:cubicBezTo>
                    <a:pt x="12348" y="1"/>
                    <a:pt x="7031" y="1069"/>
                    <a:pt x="1982" y="3243"/>
                  </a:cubicBezTo>
                  <a:cubicBezTo>
                    <a:pt x="1982" y="3243"/>
                    <a:pt x="1" y="29237"/>
                    <a:pt x="149" y="40593"/>
                  </a:cubicBezTo>
                  <a:cubicBezTo>
                    <a:pt x="267" y="51919"/>
                    <a:pt x="11593" y="53634"/>
                    <a:pt x="11593" y="53634"/>
                  </a:cubicBezTo>
                  <a:cubicBezTo>
                    <a:pt x="11593" y="53634"/>
                    <a:pt x="11356" y="58455"/>
                    <a:pt x="11090" y="63748"/>
                  </a:cubicBezTo>
                  <a:cubicBezTo>
                    <a:pt x="10735" y="71259"/>
                    <a:pt x="16413" y="77795"/>
                    <a:pt x="23925" y="78416"/>
                  </a:cubicBezTo>
                  <a:lnTo>
                    <a:pt x="24043" y="78416"/>
                  </a:lnTo>
                  <a:cubicBezTo>
                    <a:pt x="24342" y="78434"/>
                    <a:pt x="24639" y="78444"/>
                    <a:pt x="24934" y="78444"/>
                  </a:cubicBezTo>
                  <a:cubicBezTo>
                    <a:pt x="32184" y="78444"/>
                    <a:pt x="38351" y="72936"/>
                    <a:pt x="38947" y="65463"/>
                  </a:cubicBezTo>
                  <a:lnTo>
                    <a:pt x="43265" y="9542"/>
                  </a:lnTo>
                  <a:lnTo>
                    <a:pt x="41550" y="8181"/>
                  </a:lnTo>
                  <a:cubicBezTo>
                    <a:pt x="34541" y="2779"/>
                    <a:pt x="26135" y="1"/>
                    <a:pt x="17626"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3"/>
            <p:cNvSpPr/>
            <p:nvPr/>
          </p:nvSpPr>
          <p:spPr>
            <a:xfrm>
              <a:off x="6298417" y="2397897"/>
              <a:ext cx="210604" cy="103101"/>
            </a:xfrm>
            <a:custGeom>
              <a:avLst/>
              <a:gdLst/>
              <a:ahLst/>
              <a:cxnLst/>
              <a:rect l="l" t="t" r="r" b="b"/>
              <a:pathLst>
                <a:path w="14787" h="7239" extrusionOk="0">
                  <a:moveTo>
                    <a:pt x="14786" y="1"/>
                  </a:moveTo>
                  <a:lnTo>
                    <a:pt x="14786" y="1"/>
                  </a:lnTo>
                  <a:cubicBezTo>
                    <a:pt x="8720" y="3833"/>
                    <a:pt x="2952" y="4226"/>
                    <a:pt x="844" y="4226"/>
                  </a:cubicBezTo>
                  <a:cubicBezTo>
                    <a:pt x="300" y="4226"/>
                    <a:pt x="0" y="4200"/>
                    <a:pt x="0" y="4200"/>
                  </a:cubicBezTo>
                  <a:lnTo>
                    <a:pt x="0" y="7157"/>
                  </a:lnTo>
                  <a:cubicBezTo>
                    <a:pt x="641" y="7212"/>
                    <a:pt x="1257" y="7238"/>
                    <a:pt x="1849" y="7238"/>
                  </a:cubicBezTo>
                  <a:cubicBezTo>
                    <a:pt x="11707" y="7238"/>
                    <a:pt x="14786" y="1"/>
                    <a:pt x="1478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3"/>
            <p:cNvSpPr/>
            <p:nvPr/>
          </p:nvSpPr>
          <p:spPr>
            <a:xfrm>
              <a:off x="6338837" y="2173407"/>
              <a:ext cx="84259" cy="72039"/>
            </a:xfrm>
            <a:custGeom>
              <a:avLst/>
              <a:gdLst/>
              <a:ahLst/>
              <a:cxnLst/>
              <a:rect l="l" t="t" r="r" b="b"/>
              <a:pathLst>
                <a:path w="5916" h="5058" extrusionOk="0">
                  <a:moveTo>
                    <a:pt x="5679" y="1"/>
                  </a:moveTo>
                  <a:cubicBezTo>
                    <a:pt x="5294" y="1"/>
                    <a:pt x="5294" y="1982"/>
                    <a:pt x="3698" y="3342"/>
                  </a:cubicBezTo>
                  <a:cubicBezTo>
                    <a:pt x="2101" y="4555"/>
                    <a:pt x="119" y="4436"/>
                    <a:pt x="119" y="4673"/>
                  </a:cubicBezTo>
                  <a:cubicBezTo>
                    <a:pt x="1" y="4821"/>
                    <a:pt x="504" y="5057"/>
                    <a:pt x="1361" y="5057"/>
                  </a:cubicBezTo>
                  <a:cubicBezTo>
                    <a:pt x="2456" y="5057"/>
                    <a:pt x="3579" y="4673"/>
                    <a:pt x="4437" y="3934"/>
                  </a:cubicBezTo>
                  <a:cubicBezTo>
                    <a:pt x="5294" y="3342"/>
                    <a:pt x="5797" y="2337"/>
                    <a:pt x="5915" y="1361"/>
                  </a:cubicBezTo>
                  <a:cubicBezTo>
                    <a:pt x="5915" y="503"/>
                    <a:pt x="5797" y="1"/>
                    <a:pt x="56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3"/>
            <p:cNvSpPr/>
            <p:nvPr/>
          </p:nvSpPr>
          <p:spPr>
            <a:xfrm>
              <a:off x="6428138" y="1856924"/>
              <a:ext cx="115834" cy="33228"/>
            </a:xfrm>
            <a:custGeom>
              <a:avLst/>
              <a:gdLst/>
              <a:ahLst/>
              <a:cxnLst/>
              <a:rect l="l" t="t" r="r" b="b"/>
              <a:pathLst>
                <a:path w="8133" h="2333" extrusionOk="0">
                  <a:moveTo>
                    <a:pt x="3533" y="0"/>
                  </a:moveTo>
                  <a:cubicBezTo>
                    <a:pt x="2715" y="0"/>
                    <a:pt x="1893" y="140"/>
                    <a:pt x="1124" y="427"/>
                  </a:cubicBezTo>
                  <a:cubicBezTo>
                    <a:pt x="385" y="663"/>
                    <a:pt x="0" y="1166"/>
                    <a:pt x="148" y="1284"/>
                  </a:cubicBezTo>
                  <a:cubicBezTo>
                    <a:pt x="266" y="1757"/>
                    <a:pt x="1982" y="1521"/>
                    <a:pt x="4081" y="1757"/>
                  </a:cubicBezTo>
                  <a:cubicBezTo>
                    <a:pt x="5523" y="1951"/>
                    <a:pt x="6823" y="2332"/>
                    <a:pt x="7516" y="2332"/>
                  </a:cubicBezTo>
                  <a:cubicBezTo>
                    <a:pt x="7776" y="2332"/>
                    <a:pt x="7950" y="2279"/>
                    <a:pt x="8014" y="2142"/>
                  </a:cubicBezTo>
                  <a:cubicBezTo>
                    <a:pt x="8133" y="2024"/>
                    <a:pt x="7896" y="1521"/>
                    <a:pt x="7157" y="1018"/>
                  </a:cubicBezTo>
                  <a:cubicBezTo>
                    <a:pt x="6107" y="348"/>
                    <a:pt x="4824" y="0"/>
                    <a:pt x="35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3"/>
            <p:cNvSpPr/>
            <p:nvPr/>
          </p:nvSpPr>
          <p:spPr>
            <a:xfrm>
              <a:off x="6185958" y="1910647"/>
              <a:ext cx="100253" cy="29881"/>
            </a:xfrm>
            <a:custGeom>
              <a:avLst/>
              <a:gdLst/>
              <a:ahLst/>
              <a:cxnLst/>
              <a:rect l="l" t="t" r="r" b="b"/>
              <a:pathLst>
                <a:path w="7039" h="2098" extrusionOk="0">
                  <a:moveTo>
                    <a:pt x="3180" y="1"/>
                  </a:moveTo>
                  <a:cubicBezTo>
                    <a:pt x="2392" y="1"/>
                    <a:pt x="1606" y="160"/>
                    <a:pt x="887" y="470"/>
                  </a:cubicBezTo>
                  <a:cubicBezTo>
                    <a:pt x="266" y="824"/>
                    <a:pt x="0" y="1209"/>
                    <a:pt x="148" y="1445"/>
                  </a:cubicBezTo>
                  <a:cubicBezTo>
                    <a:pt x="299" y="1659"/>
                    <a:pt x="631" y="1712"/>
                    <a:pt x="1085" y="1712"/>
                  </a:cubicBezTo>
                  <a:cubicBezTo>
                    <a:pt x="1542" y="1712"/>
                    <a:pt x="2124" y="1658"/>
                    <a:pt x="2770" y="1658"/>
                  </a:cubicBezTo>
                  <a:cubicBezTo>
                    <a:pt x="2993" y="1658"/>
                    <a:pt x="3224" y="1665"/>
                    <a:pt x="3460" y="1682"/>
                  </a:cubicBezTo>
                  <a:cubicBezTo>
                    <a:pt x="4659" y="1868"/>
                    <a:pt x="5685" y="2097"/>
                    <a:pt x="6325" y="2097"/>
                  </a:cubicBezTo>
                  <a:cubicBezTo>
                    <a:pt x="6600" y="2097"/>
                    <a:pt x="6804" y="2055"/>
                    <a:pt x="6920" y="1948"/>
                  </a:cubicBezTo>
                  <a:cubicBezTo>
                    <a:pt x="7038" y="1682"/>
                    <a:pt x="6920" y="1327"/>
                    <a:pt x="6299" y="943"/>
                  </a:cubicBezTo>
                  <a:cubicBezTo>
                    <a:pt x="5371" y="307"/>
                    <a:pt x="4274" y="1"/>
                    <a:pt x="318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3"/>
            <p:cNvSpPr/>
            <p:nvPr/>
          </p:nvSpPr>
          <p:spPr>
            <a:xfrm>
              <a:off x="6722972" y="1992342"/>
              <a:ext cx="116518" cy="168759"/>
            </a:xfrm>
            <a:custGeom>
              <a:avLst/>
              <a:gdLst/>
              <a:ahLst/>
              <a:cxnLst/>
              <a:rect l="l" t="t" r="r" b="b"/>
              <a:pathLst>
                <a:path w="8181" h="11849" extrusionOk="0">
                  <a:moveTo>
                    <a:pt x="2984" y="1"/>
                  </a:moveTo>
                  <a:cubicBezTo>
                    <a:pt x="1642" y="1"/>
                    <a:pt x="547" y="338"/>
                    <a:pt x="503" y="382"/>
                  </a:cubicBezTo>
                  <a:cubicBezTo>
                    <a:pt x="503" y="382"/>
                    <a:pt x="0" y="11235"/>
                    <a:pt x="0" y="11472"/>
                  </a:cubicBezTo>
                  <a:cubicBezTo>
                    <a:pt x="0" y="11565"/>
                    <a:pt x="950" y="11849"/>
                    <a:pt x="2196" y="11849"/>
                  </a:cubicBezTo>
                  <a:cubicBezTo>
                    <a:pt x="4515" y="11849"/>
                    <a:pt x="7860" y="10863"/>
                    <a:pt x="8014" y="5823"/>
                  </a:cubicBezTo>
                  <a:cubicBezTo>
                    <a:pt x="8181" y="950"/>
                    <a:pt x="5236" y="1"/>
                    <a:pt x="2984"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3"/>
            <p:cNvSpPr/>
            <p:nvPr/>
          </p:nvSpPr>
          <p:spPr>
            <a:xfrm>
              <a:off x="6758350" y="2027678"/>
              <a:ext cx="50974" cy="97775"/>
            </a:xfrm>
            <a:custGeom>
              <a:avLst/>
              <a:gdLst/>
              <a:ahLst/>
              <a:cxnLst/>
              <a:rect l="l" t="t" r="r" b="b"/>
              <a:pathLst>
                <a:path w="3579" h="6865" extrusionOk="0">
                  <a:moveTo>
                    <a:pt x="1715" y="1"/>
                  </a:moveTo>
                  <a:cubicBezTo>
                    <a:pt x="1479" y="1"/>
                    <a:pt x="1213" y="119"/>
                    <a:pt x="976" y="267"/>
                  </a:cubicBezTo>
                  <a:cubicBezTo>
                    <a:pt x="858" y="385"/>
                    <a:pt x="739" y="503"/>
                    <a:pt x="621" y="740"/>
                  </a:cubicBezTo>
                  <a:cubicBezTo>
                    <a:pt x="621" y="1006"/>
                    <a:pt x="739" y="1243"/>
                    <a:pt x="739" y="1243"/>
                  </a:cubicBezTo>
                  <a:cubicBezTo>
                    <a:pt x="858" y="1124"/>
                    <a:pt x="739" y="1006"/>
                    <a:pt x="858" y="740"/>
                  </a:cubicBezTo>
                  <a:cubicBezTo>
                    <a:pt x="944" y="567"/>
                    <a:pt x="1173" y="457"/>
                    <a:pt x="1429" y="457"/>
                  </a:cubicBezTo>
                  <a:cubicBezTo>
                    <a:pt x="1523" y="457"/>
                    <a:pt x="1620" y="472"/>
                    <a:pt x="1715" y="503"/>
                  </a:cubicBezTo>
                  <a:cubicBezTo>
                    <a:pt x="2218" y="622"/>
                    <a:pt x="2573" y="1006"/>
                    <a:pt x="2691" y="1479"/>
                  </a:cubicBezTo>
                  <a:cubicBezTo>
                    <a:pt x="2957" y="2100"/>
                    <a:pt x="3076" y="2839"/>
                    <a:pt x="2957" y="3461"/>
                  </a:cubicBezTo>
                  <a:cubicBezTo>
                    <a:pt x="2957" y="4939"/>
                    <a:pt x="2218" y="6181"/>
                    <a:pt x="1360" y="6418"/>
                  </a:cubicBezTo>
                  <a:cubicBezTo>
                    <a:pt x="1168" y="6477"/>
                    <a:pt x="983" y="6506"/>
                    <a:pt x="813" y="6506"/>
                  </a:cubicBezTo>
                  <a:cubicBezTo>
                    <a:pt x="643" y="6506"/>
                    <a:pt x="488" y="6477"/>
                    <a:pt x="355" y="6418"/>
                  </a:cubicBezTo>
                  <a:cubicBezTo>
                    <a:pt x="118" y="6299"/>
                    <a:pt x="0" y="6181"/>
                    <a:pt x="0" y="6181"/>
                  </a:cubicBezTo>
                  <a:lnTo>
                    <a:pt x="0" y="6181"/>
                  </a:lnTo>
                  <a:cubicBezTo>
                    <a:pt x="0" y="6181"/>
                    <a:pt x="0" y="6418"/>
                    <a:pt x="237" y="6536"/>
                  </a:cubicBezTo>
                  <a:cubicBezTo>
                    <a:pt x="474" y="6773"/>
                    <a:pt x="745" y="6864"/>
                    <a:pt x="1008" y="6864"/>
                  </a:cubicBezTo>
                  <a:cubicBezTo>
                    <a:pt x="1171" y="6864"/>
                    <a:pt x="1332" y="6829"/>
                    <a:pt x="1479" y="6773"/>
                  </a:cubicBezTo>
                  <a:cubicBezTo>
                    <a:pt x="2573" y="6536"/>
                    <a:pt x="3430" y="5057"/>
                    <a:pt x="3578" y="3579"/>
                  </a:cubicBezTo>
                  <a:cubicBezTo>
                    <a:pt x="3578" y="2839"/>
                    <a:pt x="3430" y="2100"/>
                    <a:pt x="3194" y="1361"/>
                  </a:cubicBezTo>
                  <a:cubicBezTo>
                    <a:pt x="2957" y="740"/>
                    <a:pt x="2455" y="267"/>
                    <a:pt x="1715"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3"/>
            <p:cNvSpPr/>
            <p:nvPr/>
          </p:nvSpPr>
          <p:spPr>
            <a:xfrm>
              <a:off x="6080663" y="1458747"/>
              <a:ext cx="809102" cy="618224"/>
            </a:xfrm>
            <a:custGeom>
              <a:avLst/>
              <a:gdLst/>
              <a:ahLst/>
              <a:cxnLst/>
              <a:rect l="l" t="t" r="r" b="b"/>
              <a:pathLst>
                <a:path w="56809" h="43407" extrusionOk="0">
                  <a:moveTo>
                    <a:pt x="30373" y="0"/>
                  </a:moveTo>
                  <a:cubicBezTo>
                    <a:pt x="30156" y="0"/>
                    <a:pt x="29939" y="8"/>
                    <a:pt x="29720" y="24"/>
                  </a:cubicBezTo>
                  <a:lnTo>
                    <a:pt x="28981" y="24"/>
                  </a:lnTo>
                  <a:cubicBezTo>
                    <a:pt x="25018" y="645"/>
                    <a:pt x="21706" y="2981"/>
                    <a:pt x="19961" y="6441"/>
                  </a:cubicBezTo>
                  <a:cubicBezTo>
                    <a:pt x="19222" y="5820"/>
                    <a:pt x="18365" y="5199"/>
                    <a:pt x="17389" y="4726"/>
                  </a:cubicBezTo>
                  <a:cubicBezTo>
                    <a:pt x="15689" y="3859"/>
                    <a:pt x="13862" y="3447"/>
                    <a:pt x="12054" y="3447"/>
                  </a:cubicBezTo>
                  <a:cubicBezTo>
                    <a:pt x="7697" y="3447"/>
                    <a:pt x="3450" y="5839"/>
                    <a:pt x="1360" y="10019"/>
                  </a:cubicBezTo>
                  <a:cubicBezTo>
                    <a:pt x="266" y="11971"/>
                    <a:pt x="0" y="14337"/>
                    <a:pt x="503" y="16555"/>
                  </a:cubicBezTo>
                  <a:cubicBezTo>
                    <a:pt x="1124" y="18625"/>
                    <a:pt x="2839" y="20488"/>
                    <a:pt x="5057" y="20843"/>
                  </a:cubicBezTo>
                  <a:lnTo>
                    <a:pt x="5175" y="20843"/>
                  </a:lnTo>
                  <a:cubicBezTo>
                    <a:pt x="5915" y="22588"/>
                    <a:pt x="7541" y="23682"/>
                    <a:pt x="9256" y="23800"/>
                  </a:cubicBezTo>
                  <a:cubicBezTo>
                    <a:pt x="9637" y="23880"/>
                    <a:pt x="10024" y="23916"/>
                    <a:pt x="10414" y="23916"/>
                  </a:cubicBezTo>
                  <a:cubicBezTo>
                    <a:pt x="11901" y="23916"/>
                    <a:pt x="13427" y="23385"/>
                    <a:pt x="14786" y="22706"/>
                  </a:cubicBezTo>
                  <a:cubicBezTo>
                    <a:pt x="15407" y="22469"/>
                    <a:pt x="16028" y="22085"/>
                    <a:pt x="16768" y="22085"/>
                  </a:cubicBezTo>
                  <a:cubicBezTo>
                    <a:pt x="17389" y="22321"/>
                    <a:pt x="18010" y="22588"/>
                    <a:pt x="18365" y="22942"/>
                  </a:cubicBezTo>
                  <a:cubicBezTo>
                    <a:pt x="19969" y="23806"/>
                    <a:pt x="21733" y="24244"/>
                    <a:pt x="23481" y="24244"/>
                  </a:cubicBezTo>
                  <a:cubicBezTo>
                    <a:pt x="25503" y="24244"/>
                    <a:pt x="27505" y="23659"/>
                    <a:pt x="29218" y="22469"/>
                  </a:cubicBezTo>
                  <a:cubicBezTo>
                    <a:pt x="31016" y="24912"/>
                    <a:pt x="33821" y="26270"/>
                    <a:pt x="36695" y="26270"/>
                  </a:cubicBezTo>
                  <a:cubicBezTo>
                    <a:pt x="38170" y="26270"/>
                    <a:pt x="39663" y="25913"/>
                    <a:pt x="41047" y="25160"/>
                  </a:cubicBezTo>
                  <a:lnTo>
                    <a:pt x="41401" y="25160"/>
                  </a:lnTo>
                  <a:cubicBezTo>
                    <a:pt x="38592" y="30957"/>
                    <a:pt x="39450" y="37995"/>
                    <a:pt x="43767" y="42904"/>
                  </a:cubicBezTo>
                  <a:lnTo>
                    <a:pt x="44861" y="43407"/>
                  </a:lnTo>
                  <a:cubicBezTo>
                    <a:pt x="49534" y="41543"/>
                    <a:pt x="51900" y="35274"/>
                    <a:pt x="49416" y="30957"/>
                  </a:cubicBezTo>
                  <a:cubicBezTo>
                    <a:pt x="51160" y="30454"/>
                    <a:pt x="52757" y="29478"/>
                    <a:pt x="53851" y="27999"/>
                  </a:cubicBezTo>
                  <a:cubicBezTo>
                    <a:pt x="56809" y="24303"/>
                    <a:pt x="56188" y="19009"/>
                    <a:pt x="52491" y="16052"/>
                  </a:cubicBezTo>
                  <a:cubicBezTo>
                    <a:pt x="50273" y="14189"/>
                    <a:pt x="40662" y="10995"/>
                    <a:pt x="40662" y="10995"/>
                  </a:cubicBezTo>
                  <a:lnTo>
                    <a:pt x="40189" y="8274"/>
                  </a:lnTo>
                  <a:cubicBezTo>
                    <a:pt x="39115" y="3584"/>
                    <a:pt x="35018" y="0"/>
                    <a:pt x="3037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3"/>
            <p:cNvSpPr/>
            <p:nvPr/>
          </p:nvSpPr>
          <p:spPr>
            <a:xfrm>
              <a:off x="6659792" y="1615343"/>
              <a:ext cx="219448" cy="377398"/>
            </a:xfrm>
            <a:custGeom>
              <a:avLst/>
              <a:gdLst/>
              <a:ahLst/>
              <a:cxnLst/>
              <a:rect l="l" t="t" r="r" b="b"/>
              <a:pathLst>
                <a:path w="15408" h="26498" extrusionOk="0">
                  <a:moveTo>
                    <a:pt x="0" y="0"/>
                  </a:moveTo>
                  <a:cubicBezTo>
                    <a:pt x="0" y="0"/>
                    <a:pt x="9493" y="7275"/>
                    <a:pt x="6299" y="25758"/>
                  </a:cubicBezTo>
                  <a:lnTo>
                    <a:pt x="10617" y="26497"/>
                  </a:lnTo>
                  <a:lnTo>
                    <a:pt x="10617" y="26497"/>
                  </a:lnTo>
                  <a:cubicBezTo>
                    <a:pt x="10617" y="26497"/>
                    <a:pt x="15407" y="3578"/>
                    <a:pt x="2100"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3"/>
            <p:cNvSpPr/>
            <p:nvPr/>
          </p:nvSpPr>
          <p:spPr>
            <a:xfrm>
              <a:off x="6649253" y="1973343"/>
              <a:ext cx="217768" cy="231669"/>
            </a:xfrm>
            <a:custGeom>
              <a:avLst/>
              <a:gdLst/>
              <a:ahLst/>
              <a:cxnLst/>
              <a:rect l="l" t="t" r="r" b="b"/>
              <a:pathLst>
                <a:path w="15290" h="16266" extrusionOk="0">
                  <a:moveTo>
                    <a:pt x="7660" y="1"/>
                  </a:moveTo>
                  <a:cubicBezTo>
                    <a:pt x="3461" y="1"/>
                    <a:pt x="1" y="3579"/>
                    <a:pt x="1" y="8133"/>
                  </a:cubicBezTo>
                  <a:cubicBezTo>
                    <a:pt x="1" y="12687"/>
                    <a:pt x="3461" y="16266"/>
                    <a:pt x="7660" y="16266"/>
                  </a:cubicBezTo>
                  <a:cubicBezTo>
                    <a:pt x="11830" y="16266"/>
                    <a:pt x="15290" y="12687"/>
                    <a:pt x="15290" y="8133"/>
                  </a:cubicBezTo>
                  <a:cubicBezTo>
                    <a:pt x="15290" y="3579"/>
                    <a:pt x="11830" y="1"/>
                    <a:pt x="7660"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3"/>
            <p:cNvSpPr/>
            <p:nvPr/>
          </p:nvSpPr>
          <p:spPr>
            <a:xfrm>
              <a:off x="6668637" y="1973343"/>
              <a:ext cx="144049" cy="227353"/>
            </a:xfrm>
            <a:custGeom>
              <a:avLst/>
              <a:gdLst/>
              <a:ahLst/>
              <a:cxnLst/>
              <a:rect l="l" t="t" r="r" b="b"/>
              <a:pathLst>
                <a:path w="10114" h="15963" extrusionOk="0">
                  <a:moveTo>
                    <a:pt x="5441" y="1"/>
                  </a:moveTo>
                  <a:cubicBezTo>
                    <a:pt x="5175" y="119"/>
                    <a:pt x="4939" y="119"/>
                    <a:pt x="4820" y="237"/>
                  </a:cubicBezTo>
                  <a:cubicBezTo>
                    <a:pt x="3963" y="622"/>
                    <a:pt x="3224" y="1124"/>
                    <a:pt x="2603" y="1716"/>
                  </a:cubicBezTo>
                  <a:cubicBezTo>
                    <a:pt x="1745" y="2721"/>
                    <a:pt x="1124" y="3934"/>
                    <a:pt x="858" y="5176"/>
                  </a:cubicBezTo>
                  <a:cubicBezTo>
                    <a:pt x="0" y="8251"/>
                    <a:pt x="858" y="11711"/>
                    <a:pt x="3224" y="13929"/>
                  </a:cubicBezTo>
                  <a:cubicBezTo>
                    <a:pt x="4199" y="14905"/>
                    <a:pt x="5294" y="15526"/>
                    <a:pt x="6654" y="15763"/>
                  </a:cubicBezTo>
                  <a:cubicBezTo>
                    <a:pt x="7083" y="15896"/>
                    <a:pt x="7519" y="15962"/>
                    <a:pt x="7955" y="15962"/>
                  </a:cubicBezTo>
                  <a:cubicBezTo>
                    <a:pt x="8391" y="15962"/>
                    <a:pt x="8828" y="15896"/>
                    <a:pt x="9256" y="15763"/>
                  </a:cubicBezTo>
                  <a:cubicBezTo>
                    <a:pt x="9493" y="15644"/>
                    <a:pt x="9611" y="15526"/>
                    <a:pt x="9877" y="15408"/>
                  </a:cubicBezTo>
                  <a:cubicBezTo>
                    <a:pt x="9996" y="15408"/>
                    <a:pt x="10114" y="15290"/>
                    <a:pt x="10114" y="15290"/>
                  </a:cubicBezTo>
                  <a:lnTo>
                    <a:pt x="10114" y="15290"/>
                  </a:lnTo>
                  <a:cubicBezTo>
                    <a:pt x="10114" y="15290"/>
                    <a:pt x="9729" y="15408"/>
                    <a:pt x="9138" y="15644"/>
                  </a:cubicBezTo>
                  <a:cubicBezTo>
                    <a:pt x="8832" y="15693"/>
                    <a:pt x="8500" y="15722"/>
                    <a:pt x="8156" y="15722"/>
                  </a:cubicBezTo>
                  <a:cubicBezTo>
                    <a:pt x="7669" y="15722"/>
                    <a:pt x="7156" y="15665"/>
                    <a:pt x="6654" y="15526"/>
                  </a:cubicBezTo>
                  <a:cubicBezTo>
                    <a:pt x="5441" y="15290"/>
                    <a:pt x="4318" y="14550"/>
                    <a:pt x="3460" y="13693"/>
                  </a:cubicBezTo>
                  <a:cubicBezTo>
                    <a:pt x="2336" y="12569"/>
                    <a:pt x="1597" y="11209"/>
                    <a:pt x="1242" y="9730"/>
                  </a:cubicBezTo>
                  <a:cubicBezTo>
                    <a:pt x="739" y="8251"/>
                    <a:pt x="739" y="6654"/>
                    <a:pt x="1242" y="5176"/>
                  </a:cubicBezTo>
                  <a:cubicBezTo>
                    <a:pt x="1479" y="3934"/>
                    <a:pt x="1982" y="2840"/>
                    <a:pt x="2839" y="1864"/>
                  </a:cubicBezTo>
                  <a:cubicBezTo>
                    <a:pt x="3460" y="1243"/>
                    <a:pt x="4081" y="740"/>
                    <a:pt x="4820" y="385"/>
                  </a:cubicBezTo>
                  <a:cubicBezTo>
                    <a:pt x="5441" y="119"/>
                    <a:pt x="5678" y="1"/>
                    <a:pt x="567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3"/>
            <p:cNvSpPr/>
            <p:nvPr/>
          </p:nvSpPr>
          <p:spPr>
            <a:xfrm>
              <a:off x="6661900" y="2126236"/>
              <a:ext cx="27801" cy="22760"/>
            </a:xfrm>
            <a:custGeom>
              <a:avLst/>
              <a:gdLst/>
              <a:ahLst/>
              <a:cxnLst/>
              <a:rect l="l" t="t" r="r" b="b"/>
              <a:pathLst>
                <a:path w="1952" h="1598" extrusionOk="0">
                  <a:moveTo>
                    <a:pt x="1479" y="0"/>
                  </a:moveTo>
                  <a:cubicBezTo>
                    <a:pt x="1094" y="0"/>
                    <a:pt x="858" y="119"/>
                    <a:pt x="473" y="355"/>
                  </a:cubicBezTo>
                  <a:cubicBezTo>
                    <a:pt x="237" y="592"/>
                    <a:pt x="118" y="858"/>
                    <a:pt x="0" y="1213"/>
                  </a:cubicBezTo>
                  <a:cubicBezTo>
                    <a:pt x="0" y="1479"/>
                    <a:pt x="118" y="1597"/>
                    <a:pt x="118" y="1597"/>
                  </a:cubicBezTo>
                  <a:cubicBezTo>
                    <a:pt x="237" y="1597"/>
                    <a:pt x="237" y="976"/>
                    <a:pt x="739" y="592"/>
                  </a:cubicBezTo>
                  <a:cubicBezTo>
                    <a:pt x="1212" y="237"/>
                    <a:pt x="1833" y="237"/>
                    <a:pt x="1833" y="119"/>
                  </a:cubicBezTo>
                  <a:cubicBezTo>
                    <a:pt x="1952" y="0"/>
                    <a:pt x="1715" y="0"/>
                    <a:pt x="14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3"/>
            <p:cNvSpPr/>
            <p:nvPr/>
          </p:nvSpPr>
          <p:spPr>
            <a:xfrm>
              <a:off x="6668637" y="2110227"/>
              <a:ext cx="16009" cy="5498"/>
            </a:xfrm>
            <a:custGeom>
              <a:avLst/>
              <a:gdLst/>
              <a:ahLst/>
              <a:cxnLst/>
              <a:rect l="l" t="t" r="r" b="b"/>
              <a:pathLst>
                <a:path w="1124" h="386" extrusionOk="0">
                  <a:moveTo>
                    <a:pt x="503" y="1"/>
                  </a:moveTo>
                  <a:cubicBezTo>
                    <a:pt x="118" y="1"/>
                    <a:pt x="0" y="119"/>
                    <a:pt x="0" y="237"/>
                  </a:cubicBezTo>
                  <a:cubicBezTo>
                    <a:pt x="0" y="385"/>
                    <a:pt x="266" y="385"/>
                    <a:pt x="503" y="385"/>
                  </a:cubicBezTo>
                  <a:cubicBezTo>
                    <a:pt x="739" y="385"/>
                    <a:pt x="1006" y="385"/>
                    <a:pt x="1124" y="237"/>
                  </a:cubicBezTo>
                  <a:cubicBezTo>
                    <a:pt x="1124" y="119"/>
                    <a:pt x="858" y="1"/>
                    <a:pt x="5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3"/>
            <p:cNvSpPr/>
            <p:nvPr/>
          </p:nvSpPr>
          <p:spPr>
            <a:xfrm>
              <a:off x="6667469" y="2014019"/>
              <a:ext cx="23927" cy="12334"/>
            </a:xfrm>
            <a:custGeom>
              <a:avLst/>
              <a:gdLst/>
              <a:ahLst/>
              <a:cxnLst/>
              <a:rect l="l" t="t" r="r" b="b"/>
              <a:pathLst>
                <a:path w="1680" h="866" extrusionOk="0">
                  <a:moveTo>
                    <a:pt x="510" y="1"/>
                  </a:moveTo>
                  <a:cubicBezTo>
                    <a:pt x="215" y="1"/>
                    <a:pt x="1" y="139"/>
                    <a:pt x="82" y="220"/>
                  </a:cubicBezTo>
                  <a:cubicBezTo>
                    <a:pt x="82" y="339"/>
                    <a:pt x="467" y="339"/>
                    <a:pt x="821" y="486"/>
                  </a:cubicBezTo>
                  <a:cubicBezTo>
                    <a:pt x="1254" y="588"/>
                    <a:pt x="1490" y="865"/>
                    <a:pt x="1622" y="865"/>
                  </a:cubicBezTo>
                  <a:cubicBezTo>
                    <a:pt x="1644" y="865"/>
                    <a:pt x="1663" y="858"/>
                    <a:pt x="1679" y="841"/>
                  </a:cubicBezTo>
                  <a:cubicBezTo>
                    <a:pt x="1679" y="841"/>
                    <a:pt x="1561" y="339"/>
                    <a:pt x="940" y="102"/>
                  </a:cubicBezTo>
                  <a:cubicBezTo>
                    <a:pt x="793" y="29"/>
                    <a:pt x="643" y="1"/>
                    <a:pt x="5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3"/>
            <p:cNvSpPr/>
            <p:nvPr/>
          </p:nvSpPr>
          <p:spPr>
            <a:xfrm>
              <a:off x="6542277" y="1490664"/>
              <a:ext cx="135218" cy="135218"/>
            </a:xfrm>
            <a:custGeom>
              <a:avLst/>
              <a:gdLst/>
              <a:ahLst/>
              <a:cxnLst/>
              <a:rect l="l" t="t" r="r" b="b"/>
              <a:pathLst>
                <a:path w="9494" h="9494" extrusionOk="0">
                  <a:moveTo>
                    <a:pt x="2485" y="1"/>
                  </a:moveTo>
                  <a:cubicBezTo>
                    <a:pt x="1745" y="1"/>
                    <a:pt x="1124" y="1"/>
                    <a:pt x="621" y="119"/>
                  </a:cubicBezTo>
                  <a:lnTo>
                    <a:pt x="0" y="119"/>
                  </a:lnTo>
                  <a:cubicBezTo>
                    <a:pt x="0" y="267"/>
                    <a:pt x="1006" y="267"/>
                    <a:pt x="2485" y="267"/>
                  </a:cubicBezTo>
                  <a:cubicBezTo>
                    <a:pt x="3342" y="385"/>
                    <a:pt x="4200" y="503"/>
                    <a:pt x="5057" y="740"/>
                  </a:cubicBezTo>
                  <a:cubicBezTo>
                    <a:pt x="6033" y="1006"/>
                    <a:pt x="6920" y="1479"/>
                    <a:pt x="7778" y="2219"/>
                  </a:cubicBezTo>
                  <a:cubicBezTo>
                    <a:pt x="8517" y="2840"/>
                    <a:pt x="8990" y="3816"/>
                    <a:pt x="9138" y="4821"/>
                  </a:cubicBezTo>
                  <a:cubicBezTo>
                    <a:pt x="9257" y="5679"/>
                    <a:pt x="9138" y="6536"/>
                    <a:pt x="8754" y="7394"/>
                  </a:cubicBezTo>
                  <a:cubicBezTo>
                    <a:pt x="8251" y="8754"/>
                    <a:pt x="7660" y="9493"/>
                    <a:pt x="7660" y="9493"/>
                  </a:cubicBezTo>
                  <a:cubicBezTo>
                    <a:pt x="7778" y="9375"/>
                    <a:pt x="8015" y="9257"/>
                    <a:pt x="8133" y="8991"/>
                  </a:cubicBezTo>
                  <a:cubicBezTo>
                    <a:pt x="8517" y="8518"/>
                    <a:pt x="8754" y="8015"/>
                    <a:pt x="8990" y="7512"/>
                  </a:cubicBezTo>
                  <a:cubicBezTo>
                    <a:pt x="9375" y="6655"/>
                    <a:pt x="9493" y="5797"/>
                    <a:pt x="9493" y="4821"/>
                  </a:cubicBezTo>
                  <a:cubicBezTo>
                    <a:pt x="9375" y="3697"/>
                    <a:pt x="8872" y="2721"/>
                    <a:pt x="8015" y="1982"/>
                  </a:cubicBezTo>
                  <a:cubicBezTo>
                    <a:pt x="7157" y="1124"/>
                    <a:pt x="6181" y="622"/>
                    <a:pt x="5057" y="385"/>
                  </a:cubicBezTo>
                  <a:cubicBezTo>
                    <a:pt x="4200" y="119"/>
                    <a:pt x="3342" y="1"/>
                    <a:pt x="248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3"/>
            <p:cNvSpPr/>
            <p:nvPr/>
          </p:nvSpPr>
          <p:spPr>
            <a:xfrm>
              <a:off x="6653041" y="1487303"/>
              <a:ext cx="52669" cy="131416"/>
            </a:xfrm>
            <a:custGeom>
              <a:avLst/>
              <a:gdLst/>
              <a:ahLst/>
              <a:cxnLst/>
              <a:rect l="l" t="t" r="r" b="b"/>
              <a:pathLst>
                <a:path w="3698" h="9227" extrusionOk="0">
                  <a:moveTo>
                    <a:pt x="1716" y="0"/>
                  </a:moveTo>
                  <a:cubicBezTo>
                    <a:pt x="1716" y="0"/>
                    <a:pt x="1953" y="503"/>
                    <a:pt x="2337" y="1360"/>
                  </a:cubicBezTo>
                  <a:cubicBezTo>
                    <a:pt x="3195" y="3697"/>
                    <a:pt x="2840" y="6269"/>
                    <a:pt x="1095" y="8133"/>
                  </a:cubicBezTo>
                  <a:cubicBezTo>
                    <a:pt x="474" y="8872"/>
                    <a:pt x="1" y="9227"/>
                    <a:pt x="1" y="9227"/>
                  </a:cubicBezTo>
                  <a:cubicBezTo>
                    <a:pt x="474" y="8990"/>
                    <a:pt x="977" y="8754"/>
                    <a:pt x="1361" y="8369"/>
                  </a:cubicBezTo>
                  <a:cubicBezTo>
                    <a:pt x="3195" y="6536"/>
                    <a:pt x="3698" y="3697"/>
                    <a:pt x="2574" y="1360"/>
                  </a:cubicBezTo>
                  <a:cubicBezTo>
                    <a:pt x="2455" y="858"/>
                    <a:pt x="2101" y="355"/>
                    <a:pt x="17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3"/>
            <p:cNvSpPr/>
            <p:nvPr/>
          </p:nvSpPr>
          <p:spPr>
            <a:xfrm>
              <a:off x="6198591" y="1624188"/>
              <a:ext cx="352545" cy="99826"/>
            </a:xfrm>
            <a:custGeom>
              <a:avLst/>
              <a:gdLst/>
              <a:ahLst/>
              <a:cxnLst/>
              <a:rect l="l" t="t" r="r" b="b"/>
              <a:pathLst>
                <a:path w="24753" h="7009" extrusionOk="0">
                  <a:moveTo>
                    <a:pt x="0" y="0"/>
                  </a:moveTo>
                  <a:cubicBezTo>
                    <a:pt x="0" y="118"/>
                    <a:pt x="119" y="118"/>
                    <a:pt x="119" y="237"/>
                  </a:cubicBezTo>
                  <a:cubicBezTo>
                    <a:pt x="119" y="503"/>
                    <a:pt x="237" y="739"/>
                    <a:pt x="355" y="976"/>
                  </a:cubicBezTo>
                  <a:cubicBezTo>
                    <a:pt x="1331" y="3312"/>
                    <a:pt x="3431" y="4939"/>
                    <a:pt x="6033" y="5175"/>
                  </a:cubicBezTo>
                  <a:cubicBezTo>
                    <a:pt x="6172" y="5185"/>
                    <a:pt x="6313" y="5190"/>
                    <a:pt x="6454" y="5190"/>
                  </a:cubicBezTo>
                  <a:cubicBezTo>
                    <a:pt x="8006" y="5190"/>
                    <a:pt x="9643" y="4615"/>
                    <a:pt x="10982" y="3657"/>
                  </a:cubicBezTo>
                  <a:lnTo>
                    <a:pt x="10982" y="3657"/>
                  </a:lnTo>
                  <a:cubicBezTo>
                    <a:pt x="11307" y="4069"/>
                    <a:pt x="11616" y="4485"/>
                    <a:pt x="11948" y="4791"/>
                  </a:cubicBezTo>
                  <a:cubicBezTo>
                    <a:pt x="13426" y="6151"/>
                    <a:pt x="15378" y="7009"/>
                    <a:pt x="17478" y="7009"/>
                  </a:cubicBezTo>
                  <a:cubicBezTo>
                    <a:pt x="20317" y="6891"/>
                    <a:pt x="22919" y="5412"/>
                    <a:pt x="24250" y="2957"/>
                  </a:cubicBezTo>
                  <a:cubicBezTo>
                    <a:pt x="24516" y="2721"/>
                    <a:pt x="24634" y="2455"/>
                    <a:pt x="24752" y="2218"/>
                  </a:cubicBezTo>
                  <a:lnTo>
                    <a:pt x="24752" y="1834"/>
                  </a:lnTo>
                  <a:cubicBezTo>
                    <a:pt x="24752" y="1834"/>
                    <a:pt x="24634" y="2218"/>
                    <a:pt x="24131" y="2957"/>
                  </a:cubicBezTo>
                  <a:cubicBezTo>
                    <a:pt x="23658" y="3815"/>
                    <a:pt x="22919" y="4554"/>
                    <a:pt x="21914" y="5175"/>
                  </a:cubicBezTo>
                  <a:cubicBezTo>
                    <a:pt x="20701" y="6151"/>
                    <a:pt x="19075" y="6654"/>
                    <a:pt x="17478" y="6654"/>
                  </a:cubicBezTo>
                  <a:cubicBezTo>
                    <a:pt x="15526" y="6654"/>
                    <a:pt x="13663" y="5915"/>
                    <a:pt x="12184" y="4554"/>
                  </a:cubicBezTo>
                  <a:cubicBezTo>
                    <a:pt x="11829" y="4199"/>
                    <a:pt x="11445" y="3815"/>
                    <a:pt x="11090" y="3312"/>
                  </a:cubicBezTo>
                  <a:lnTo>
                    <a:pt x="10942" y="3076"/>
                  </a:lnTo>
                  <a:lnTo>
                    <a:pt x="10824" y="3312"/>
                  </a:lnTo>
                  <a:cubicBezTo>
                    <a:pt x="9619" y="4308"/>
                    <a:pt x="8135" y="4816"/>
                    <a:pt x="6619" y="4816"/>
                  </a:cubicBezTo>
                  <a:cubicBezTo>
                    <a:pt x="6424" y="4816"/>
                    <a:pt x="6229" y="4808"/>
                    <a:pt x="6033" y="4791"/>
                  </a:cubicBezTo>
                  <a:cubicBezTo>
                    <a:pt x="4555" y="4673"/>
                    <a:pt x="3194" y="4199"/>
                    <a:pt x="2218" y="3194"/>
                  </a:cubicBezTo>
                  <a:cubicBezTo>
                    <a:pt x="1479" y="2573"/>
                    <a:pt x="858" y="1834"/>
                    <a:pt x="474" y="976"/>
                  </a:cubicBezTo>
                  <a:cubicBezTo>
                    <a:pt x="237" y="355"/>
                    <a:pt x="119" y="0"/>
                    <a:pt x="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3"/>
            <p:cNvSpPr/>
            <p:nvPr/>
          </p:nvSpPr>
          <p:spPr>
            <a:xfrm>
              <a:off x="6188066" y="1737999"/>
              <a:ext cx="115834" cy="26690"/>
            </a:xfrm>
            <a:custGeom>
              <a:avLst/>
              <a:gdLst/>
              <a:ahLst/>
              <a:cxnLst/>
              <a:rect l="l" t="t" r="r" b="b"/>
              <a:pathLst>
                <a:path w="8133" h="1874" extrusionOk="0">
                  <a:moveTo>
                    <a:pt x="60" y="0"/>
                  </a:moveTo>
                  <a:cubicBezTo>
                    <a:pt x="36" y="0"/>
                    <a:pt x="16" y="8"/>
                    <a:pt x="0" y="23"/>
                  </a:cubicBezTo>
                  <a:cubicBezTo>
                    <a:pt x="0" y="23"/>
                    <a:pt x="237" y="378"/>
                    <a:pt x="976" y="881"/>
                  </a:cubicBezTo>
                  <a:cubicBezTo>
                    <a:pt x="1936" y="1531"/>
                    <a:pt x="3043" y="1874"/>
                    <a:pt x="4159" y="1874"/>
                  </a:cubicBezTo>
                  <a:cubicBezTo>
                    <a:pt x="5174" y="1874"/>
                    <a:pt x="6198" y="1591"/>
                    <a:pt x="7127" y="999"/>
                  </a:cubicBezTo>
                  <a:cubicBezTo>
                    <a:pt x="7511" y="881"/>
                    <a:pt x="7866" y="496"/>
                    <a:pt x="8132" y="142"/>
                  </a:cubicBezTo>
                  <a:lnTo>
                    <a:pt x="8132" y="142"/>
                  </a:lnTo>
                  <a:cubicBezTo>
                    <a:pt x="8132" y="142"/>
                    <a:pt x="7630" y="497"/>
                    <a:pt x="7009" y="881"/>
                  </a:cubicBezTo>
                  <a:cubicBezTo>
                    <a:pt x="6148" y="1284"/>
                    <a:pt x="5202" y="1497"/>
                    <a:pt x="4248" y="1497"/>
                  </a:cubicBezTo>
                  <a:cubicBezTo>
                    <a:pt x="3170" y="1497"/>
                    <a:pt x="2082" y="1225"/>
                    <a:pt x="1094" y="644"/>
                  </a:cubicBezTo>
                  <a:cubicBezTo>
                    <a:pt x="556" y="311"/>
                    <a:pt x="218" y="0"/>
                    <a:pt x="6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3"/>
            <p:cNvSpPr/>
            <p:nvPr/>
          </p:nvSpPr>
          <p:spPr>
            <a:xfrm>
              <a:off x="6188066" y="1980507"/>
              <a:ext cx="94770" cy="24967"/>
            </a:xfrm>
            <a:custGeom>
              <a:avLst/>
              <a:gdLst/>
              <a:ahLst/>
              <a:cxnLst/>
              <a:rect l="l" t="t" r="r" b="b"/>
              <a:pathLst>
                <a:path w="6654" h="1753" extrusionOk="0">
                  <a:moveTo>
                    <a:pt x="3312" y="0"/>
                  </a:moveTo>
                  <a:cubicBezTo>
                    <a:pt x="2336" y="0"/>
                    <a:pt x="1479" y="237"/>
                    <a:pt x="739" y="858"/>
                  </a:cubicBezTo>
                  <a:cubicBezTo>
                    <a:pt x="237" y="1213"/>
                    <a:pt x="0" y="1597"/>
                    <a:pt x="118" y="1716"/>
                  </a:cubicBezTo>
                  <a:cubicBezTo>
                    <a:pt x="144" y="1741"/>
                    <a:pt x="181" y="1753"/>
                    <a:pt x="230" y="1753"/>
                  </a:cubicBezTo>
                  <a:cubicBezTo>
                    <a:pt x="629" y="1753"/>
                    <a:pt x="1782" y="976"/>
                    <a:pt x="3312" y="976"/>
                  </a:cubicBezTo>
                  <a:cubicBezTo>
                    <a:pt x="4842" y="976"/>
                    <a:pt x="5995" y="1753"/>
                    <a:pt x="6395" y="1753"/>
                  </a:cubicBezTo>
                  <a:cubicBezTo>
                    <a:pt x="6443" y="1753"/>
                    <a:pt x="6480" y="1741"/>
                    <a:pt x="6506" y="1716"/>
                  </a:cubicBezTo>
                  <a:cubicBezTo>
                    <a:pt x="6654" y="1597"/>
                    <a:pt x="6388" y="1213"/>
                    <a:pt x="5915" y="858"/>
                  </a:cubicBezTo>
                  <a:cubicBezTo>
                    <a:pt x="5027" y="237"/>
                    <a:pt x="4170" y="0"/>
                    <a:pt x="331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3"/>
            <p:cNvSpPr/>
            <p:nvPr/>
          </p:nvSpPr>
          <p:spPr>
            <a:xfrm>
              <a:off x="6456352" y="1982187"/>
              <a:ext cx="47613" cy="45505"/>
            </a:xfrm>
            <a:custGeom>
              <a:avLst/>
              <a:gdLst/>
              <a:ahLst/>
              <a:cxnLst/>
              <a:rect l="l" t="t" r="r" b="b"/>
              <a:pathLst>
                <a:path w="3343" h="3195" extrusionOk="0">
                  <a:moveTo>
                    <a:pt x="1716" y="1"/>
                  </a:moveTo>
                  <a:cubicBezTo>
                    <a:pt x="858" y="1"/>
                    <a:pt x="119" y="622"/>
                    <a:pt x="1" y="1479"/>
                  </a:cubicBezTo>
                  <a:cubicBezTo>
                    <a:pt x="1" y="2337"/>
                    <a:pt x="740" y="3076"/>
                    <a:pt x="1598" y="3195"/>
                  </a:cubicBezTo>
                  <a:cubicBezTo>
                    <a:pt x="2455" y="3195"/>
                    <a:pt x="3195" y="2574"/>
                    <a:pt x="3195" y="1716"/>
                  </a:cubicBezTo>
                  <a:cubicBezTo>
                    <a:pt x="3342" y="740"/>
                    <a:pt x="2603" y="1"/>
                    <a:pt x="171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3"/>
            <p:cNvSpPr/>
            <p:nvPr/>
          </p:nvSpPr>
          <p:spPr>
            <a:xfrm>
              <a:off x="6433607" y="1952292"/>
              <a:ext cx="93103" cy="24668"/>
            </a:xfrm>
            <a:custGeom>
              <a:avLst/>
              <a:gdLst/>
              <a:ahLst/>
              <a:cxnLst/>
              <a:rect l="l" t="t" r="r" b="b"/>
              <a:pathLst>
                <a:path w="6537" h="1732" extrusionOk="0">
                  <a:moveTo>
                    <a:pt x="3195" y="0"/>
                  </a:moveTo>
                  <a:cubicBezTo>
                    <a:pt x="2337" y="0"/>
                    <a:pt x="1361" y="237"/>
                    <a:pt x="622" y="858"/>
                  </a:cubicBezTo>
                  <a:cubicBezTo>
                    <a:pt x="119" y="1242"/>
                    <a:pt x="1" y="1597"/>
                    <a:pt x="1" y="1715"/>
                  </a:cubicBezTo>
                  <a:cubicBezTo>
                    <a:pt x="19" y="1727"/>
                    <a:pt x="43" y="1732"/>
                    <a:pt x="73" y="1732"/>
                  </a:cubicBezTo>
                  <a:cubicBezTo>
                    <a:pt x="431" y="1732"/>
                    <a:pt x="1611" y="976"/>
                    <a:pt x="3195" y="976"/>
                  </a:cubicBezTo>
                  <a:cubicBezTo>
                    <a:pt x="4805" y="976"/>
                    <a:pt x="6063" y="1732"/>
                    <a:pt x="6363" y="1732"/>
                  </a:cubicBezTo>
                  <a:cubicBezTo>
                    <a:pt x="6388" y="1732"/>
                    <a:pt x="6407" y="1727"/>
                    <a:pt x="6418" y="1715"/>
                  </a:cubicBezTo>
                  <a:cubicBezTo>
                    <a:pt x="6536" y="1597"/>
                    <a:pt x="6270" y="1242"/>
                    <a:pt x="5797" y="739"/>
                  </a:cubicBezTo>
                  <a:cubicBezTo>
                    <a:pt x="5058" y="237"/>
                    <a:pt x="4052" y="0"/>
                    <a:pt x="319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3"/>
            <p:cNvSpPr/>
            <p:nvPr/>
          </p:nvSpPr>
          <p:spPr>
            <a:xfrm>
              <a:off x="6279033" y="1953930"/>
              <a:ext cx="79203" cy="208539"/>
            </a:xfrm>
            <a:custGeom>
              <a:avLst/>
              <a:gdLst/>
              <a:ahLst/>
              <a:cxnLst/>
              <a:rect l="l" t="t" r="r" b="b"/>
              <a:pathLst>
                <a:path w="5561" h="14642" extrusionOk="0">
                  <a:moveTo>
                    <a:pt x="5288" y="1"/>
                  </a:moveTo>
                  <a:cubicBezTo>
                    <a:pt x="5126" y="1"/>
                    <a:pt x="3436" y="3889"/>
                    <a:pt x="1745" y="8639"/>
                  </a:cubicBezTo>
                  <a:cubicBezTo>
                    <a:pt x="1243" y="9881"/>
                    <a:pt x="858" y="10975"/>
                    <a:pt x="385" y="12098"/>
                  </a:cubicBezTo>
                  <a:cubicBezTo>
                    <a:pt x="267" y="12572"/>
                    <a:pt x="1" y="13074"/>
                    <a:pt x="119" y="13814"/>
                  </a:cubicBezTo>
                  <a:cubicBezTo>
                    <a:pt x="385" y="14050"/>
                    <a:pt x="622" y="14316"/>
                    <a:pt x="858" y="14435"/>
                  </a:cubicBezTo>
                  <a:cubicBezTo>
                    <a:pt x="1124" y="14553"/>
                    <a:pt x="1361" y="14553"/>
                    <a:pt x="1745" y="14553"/>
                  </a:cubicBezTo>
                  <a:cubicBezTo>
                    <a:pt x="2603" y="14612"/>
                    <a:pt x="3305" y="14642"/>
                    <a:pt x="3793" y="14642"/>
                  </a:cubicBezTo>
                  <a:cubicBezTo>
                    <a:pt x="4281" y="14642"/>
                    <a:pt x="4555" y="14612"/>
                    <a:pt x="4555" y="14553"/>
                  </a:cubicBezTo>
                  <a:cubicBezTo>
                    <a:pt x="4555" y="14435"/>
                    <a:pt x="3461" y="14316"/>
                    <a:pt x="1745" y="14050"/>
                  </a:cubicBezTo>
                  <a:cubicBezTo>
                    <a:pt x="1243" y="13932"/>
                    <a:pt x="858" y="13932"/>
                    <a:pt x="740" y="13577"/>
                  </a:cubicBezTo>
                  <a:cubicBezTo>
                    <a:pt x="740" y="13193"/>
                    <a:pt x="858" y="12690"/>
                    <a:pt x="1124" y="12335"/>
                  </a:cubicBezTo>
                  <a:lnTo>
                    <a:pt x="2337" y="8875"/>
                  </a:lnTo>
                  <a:cubicBezTo>
                    <a:pt x="4200" y="4084"/>
                    <a:pt x="5560" y="122"/>
                    <a:pt x="5294" y="3"/>
                  </a:cubicBezTo>
                  <a:cubicBezTo>
                    <a:pt x="5292" y="2"/>
                    <a:pt x="5290" y="1"/>
                    <a:pt x="528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3"/>
            <p:cNvSpPr/>
            <p:nvPr/>
          </p:nvSpPr>
          <p:spPr>
            <a:xfrm>
              <a:off x="6256288" y="2531421"/>
              <a:ext cx="452798" cy="326424"/>
            </a:xfrm>
            <a:custGeom>
              <a:avLst/>
              <a:gdLst/>
              <a:ahLst/>
              <a:cxnLst/>
              <a:rect l="l" t="t" r="r" b="b"/>
              <a:pathLst>
                <a:path w="31792" h="22919" extrusionOk="0">
                  <a:moveTo>
                    <a:pt x="31791" y="0"/>
                  </a:moveTo>
                  <a:lnTo>
                    <a:pt x="15645" y="15644"/>
                  </a:lnTo>
                  <a:lnTo>
                    <a:pt x="14048" y="19459"/>
                  </a:lnTo>
                  <a:lnTo>
                    <a:pt x="13072" y="15644"/>
                  </a:lnTo>
                  <a:lnTo>
                    <a:pt x="2721" y="739"/>
                  </a:lnTo>
                  <a:lnTo>
                    <a:pt x="1" y="13071"/>
                  </a:lnTo>
                  <a:lnTo>
                    <a:pt x="2958" y="19104"/>
                  </a:lnTo>
                  <a:lnTo>
                    <a:pt x="13072" y="22919"/>
                  </a:lnTo>
                  <a:lnTo>
                    <a:pt x="19726" y="22179"/>
                  </a:lnTo>
                  <a:lnTo>
                    <a:pt x="31791" y="15023"/>
                  </a:lnTo>
                  <a:lnTo>
                    <a:pt x="31791"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3"/>
            <p:cNvSpPr/>
            <p:nvPr/>
          </p:nvSpPr>
          <p:spPr>
            <a:xfrm>
              <a:off x="6215853" y="2631659"/>
              <a:ext cx="221143" cy="226185"/>
            </a:xfrm>
            <a:custGeom>
              <a:avLst/>
              <a:gdLst/>
              <a:ahLst/>
              <a:cxnLst/>
              <a:rect l="l" t="t" r="r" b="b"/>
              <a:pathLst>
                <a:path w="15527" h="15881" extrusionOk="0">
                  <a:moveTo>
                    <a:pt x="1" y="0"/>
                  </a:moveTo>
                  <a:cubicBezTo>
                    <a:pt x="1" y="119"/>
                    <a:pt x="1" y="237"/>
                    <a:pt x="119" y="355"/>
                  </a:cubicBezTo>
                  <a:cubicBezTo>
                    <a:pt x="267" y="474"/>
                    <a:pt x="385" y="740"/>
                    <a:pt x="504" y="976"/>
                  </a:cubicBezTo>
                  <a:cubicBezTo>
                    <a:pt x="858" y="1716"/>
                    <a:pt x="1361" y="2573"/>
                    <a:pt x="1864" y="3697"/>
                  </a:cubicBezTo>
                  <a:cubicBezTo>
                    <a:pt x="3224" y="5915"/>
                    <a:pt x="4821" y="8990"/>
                    <a:pt x="6773" y="12302"/>
                  </a:cubicBezTo>
                  <a:lnTo>
                    <a:pt x="8539" y="15470"/>
                  </a:lnTo>
                  <a:lnTo>
                    <a:pt x="8539" y="15470"/>
                  </a:lnTo>
                  <a:cubicBezTo>
                    <a:pt x="8532" y="15489"/>
                    <a:pt x="8525" y="15507"/>
                    <a:pt x="8518" y="15526"/>
                  </a:cubicBezTo>
                  <a:lnTo>
                    <a:pt x="8570" y="15526"/>
                  </a:lnTo>
                  <a:lnTo>
                    <a:pt x="8636" y="15644"/>
                  </a:lnTo>
                  <a:lnTo>
                    <a:pt x="8754" y="15881"/>
                  </a:lnTo>
                  <a:lnTo>
                    <a:pt x="8754" y="15644"/>
                  </a:lnTo>
                  <a:cubicBezTo>
                    <a:pt x="9878" y="12805"/>
                    <a:pt x="11357" y="10706"/>
                    <a:pt x="12835" y="9611"/>
                  </a:cubicBezTo>
                  <a:cubicBezTo>
                    <a:pt x="13427" y="9109"/>
                    <a:pt x="14048" y="8872"/>
                    <a:pt x="14669" y="8724"/>
                  </a:cubicBezTo>
                  <a:cubicBezTo>
                    <a:pt x="15171" y="8606"/>
                    <a:pt x="15526" y="8606"/>
                    <a:pt x="15526" y="8606"/>
                  </a:cubicBezTo>
                  <a:lnTo>
                    <a:pt x="14669" y="8606"/>
                  </a:lnTo>
                  <a:cubicBezTo>
                    <a:pt x="14048" y="8724"/>
                    <a:pt x="13308" y="8990"/>
                    <a:pt x="12687" y="9464"/>
                  </a:cubicBezTo>
                  <a:cubicBezTo>
                    <a:pt x="11257" y="10550"/>
                    <a:pt x="9717" y="12550"/>
                    <a:pt x="8627" y="15249"/>
                  </a:cubicBezTo>
                  <a:lnTo>
                    <a:pt x="8627" y="15249"/>
                  </a:lnTo>
                  <a:cubicBezTo>
                    <a:pt x="8152" y="14238"/>
                    <a:pt x="7599" y="13323"/>
                    <a:pt x="6921" y="12184"/>
                  </a:cubicBezTo>
                  <a:lnTo>
                    <a:pt x="2101" y="3549"/>
                  </a:lnTo>
                  <a:cubicBezTo>
                    <a:pt x="1479" y="2455"/>
                    <a:pt x="1006" y="1597"/>
                    <a:pt x="622" y="976"/>
                  </a:cubicBezTo>
                  <a:cubicBezTo>
                    <a:pt x="385" y="740"/>
                    <a:pt x="267" y="474"/>
                    <a:pt x="119" y="237"/>
                  </a:cubicBezTo>
                  <a:cubicBezTo>
                    <a:pt x="119" y="237"/>
                    <a:pt x="1" y="119"/>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3"/>
            <p:cNvSpPr/>
            <p:nvPr/>
          </p:nvSpPr>
          <p:spPr>
            <a:xfrm>
              <a:off x="6484581" y="2594600"/>
              <a:ext cx="291045" cy="273784"/>
            </a:xfrm>
            <a:custGeom>
              <a:avLst/>
              <a:gdLst/>
              <a:ahLst/>
              <a:cxnLst/>
              <a:rect l="l" t="t" r="r" b="b"/>
              <a:pathLst>
                <a:path w="20435" h="19223" extrusionOk="0">
                  <a:moveTo>
                    <a:pt x="20434" y="0"/>
                  </a:moveTo>
                  <a:cubicBezTo>
                    <a:pt x="20360" y="74"/>
                    <a:pt x="20286" y="149"/>
                    <a:pt x="20241" y="230"/>
                  </a:cubicBezTo>
                  <a:lnTo>
                    <a:pt x="20241" y="230"/>
                  </a:lnTo>
                  <a:cubicBezTo>
                    <a:pt x="20319" y="204"/>
                    <a:pt x="20333" y="102"/>
                    <a:pt x="20434" y="0"/>
                  </a:cubicBezTo>
                  <a:close/>
                  <a:moveTo>
                    <a:pt x="20241" y="230"/>
                  </a:moveTo>
                  <a:cubicBezTo>
                    <a:pt x="20229" y="234"/>
                    <a:pt x="20214" y="237"/>
                    <a:pt x="20198" y="237"/>
                  </a:cubicBezTo>
                  <a:cubicBezTo>
                    <a:pt x="20146" y="353"/>
                    <a:pt x="20094" y="464"/>
                    <a:pt x="20030" y="584"/>
                  </a:cubicBezTo>
                  <a:lnTo>
                    <a:pt x="20030" y="584"/>
                  </a:lnTo>
                  <a:lnTo>
                    <a:pt x="20198" y="384"/>
                  </a:lnTo>
                  <a:cubicBezTo>
                    <a:pt x="20198" y="329"/>
                    <a:pt x="20214" y="278"/>
                    <a:pt x="20241" y="230"/>
                  </a:cubicBezTo>
                  <a:close/>
                  <a:moveTo>
                    <a:pt x="0" y="11474"/>
                  </a:moveTo>
                  <a:cubicBezTo>
                    <a:pt x="118" y="11711"/>
                    <a:pt x="237" y="11829"/>
                    <a:pt x="355" y="11947"/>
                  </a:cubicBezTo>
                  <a:lnTo>
                    <a:pt x="118" y="11592"/>
                  </a:lnTo>
                  <a:cubicBezTo>
                    <a:pt x="118" y="11592"/>
                    <a:pt x="118" y="11474"/>
                    <a:pt x="0" y="11474"/>
                  </a:cubicBezTo>
                  <a:close/>
                  <a:moveTo>
                    <a:pt x="20030" y="584"/>
                  </a:moveTo>
                  <a:lnTo>
                    <a:pt x="19577" y="1124"/>
                  </a:lnTo>
                  <a:cubicBezTo>
                    <a:pt x="19104" y="1863"/>
                    <a:pt x="18364" y="2839"/>
                    <a:pt x="17477" y="3933"/>
                  </a:cubicBezTo>
                  <a:cubicBezTo>
                    <a:pt x="15526" y="6417"/>
                    <a:pt x="12923" y="9729"/>
                    <a:pt x="9729" y="13071"/>
                  </a:cubicBezTo>
                  <a:cubicBezTo>
                    <a:pt x="7780" y="15253"/>
                    <a:pt x="5717" y="17177"/>
                    <a:pt x="4017" y="18900"/>
                  </a:cubicBezTo>
                  <a:lnTo>
                    <a:pt x="4017" y="18900"/>
                  </a:lnTo>
                  <a:cubicBezTo>
                    <a:pt x="3286" y="17063"/>
                    <a:pt x="2438" y="15144"/>
                    <a:pt x="1360" y="13426"/>
                  </a:cubicBezTo>
                  <a:cubicBezTo>
                    <a:pt x="976" y="12805"/>
                    <a:pt x="621" y="12332"/>
                    <a:pt x="355" y="11947"/>
                  </a:cubicBezTo>
                  <a:lnTo>
                    <a:pt x="355" y="11947"/>
                  </a:lnTo>
                  <a:cubicBezTo>
                    <a:pt x="621" y="12332"/>
                    <a:pt x="858" y="12805"/>
                    <a:pt x="1213" y="13426"/>
                  </a:cubicBezTo>
                  <a:cubicBezTo>
                    <a:pt x="2336" y="15289"/>
                    <a:pt x="3194" y="17122"/>
                    <a:pt x="3933" y="19104"/>
                  </a:cubicBezTo>
                  <a:lnTo>
                    <a:pt x="3933" y="19222"/>
                  </a:lnTo>
                  <a:lnTo>
                    <a:pt x="4051" y="19104"/>
                  </a:lnTo>
                  <a:cubicBezTo>
                    <a:pt x="5915" y="17507"/>
                    <a:pt x="7866" y="15407"/>
                    <a:pt x="9966" y="13189"/>
                  </a:cubicBezTo>
                  <a:cubicBezTo>
                    <a:pt x="12687" y="10350"/>
                    <a:pt x="15141" y="7275"/>
                    <a:pt x="17625" y="4081"/>
                  </a:cubicBezTo>
                  <a:cubicBezTo>
                    <a:pt x="18483" y="2839"/>
                    <a:pt x="19222" y="1863"/>
                    <a:pt x="19695" y="1124"/>
                  </a:cubicBezTo>
                  <a:cubicBezTo>
                    <a:pt x="19845" y="908"/>
                    <a:pt x="19948" y="738"/>
                    <a:pt x="20030" y="58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3"/>
            <p:cNvSpPr/>
            <p:nvPr/>
          </p:nvSpPr>
          <p:spPr>
            <a:xfrm>
              <a:off x="6343893" y="2633340"/>
              <a:ext cx="407307" cy="293168"/>
            </a:xfrm>
            <a:custGeom>
              <a:avLst/>
              <a:gdLst/>
              <a:ahLst/>
              <a:cxnLst/>
              <a:rect l="l" t="t" r="r" b="b"/>
              <a:pathLst>
                <a:path w="28598" h="20584" extrusionOk="0">
                  <a:moveTo>
                    <a:pt x="28597" y="1"/>
                  </a:moveTo>
                  <a:cubicBezTo>
                    <a:pt x="28479" y="119"/>
                    <a:pt x="28361" y="356"/>
                    <a:pt x="28361" y="474"/>
                  </a:cubicBezTo>
                  <a:cubicBezTo>
                    <a:pt x="28361" y="474"/>
                    <a:pt x="28479" y="474"/>
                    <a:pt x="28597" y="356"/>
                  </a:cubicBezTo>
                  <a:lnTo>
                    <a:pt x="28597" y="1"/>
                  </a:lnTo>
                  <a:close/>
                  <a:moveTo>
                    <a:pt x="740" y="13427"/>
                  </a:moveTo>
                  <a:cubicBezTo>
                    <a:pt x="504" y="13929"/>
                    <a:pt x="267" y="14402"/>
                    <a:pt x="1" y="14905"/>
                  </a:cubicBezTo>
                  <a:lnTo>
                    <a:pt x="1" y="15260"/>
                  </a:lnTo>
                  <a:cubicBezTo>
                    <a:pt x="740" y="15023"/>
                    <a:pt x="1361" y="14521"/>
                    <a:pt x="1982" y="13929"/>
                  </a:cubicBezTo>
                  <a:lnTo>
                    <a:pt x="740" y="13427"/>
                  </a:lnTo>
                  <a:close/>
                  <a:moveTo>
                    <a:pt x="7039" y="15763"/>
                  </a:moveTo>
                  <a:cubicBezTo>
                    <a:pt x="7039" y="16620"/>
                    <a:pt x="7039" y="17478"/>
                    <a:pt x="7394" y="18365"/>
                  </a:cubicBezTo>
                  <a:lnTo>
                    <a:pt x="7394" y="15763"/>
                  </a:lnTo>
                  <a:close/>
                  <a:moveTo>
                    <a:pt x="8754" y="15526"/>
                  </a:moveTo>
                  <a:lnTo>
                    <a:pt x="7542" y="15644"/>
                  </a:lnTo>
                  <a:lnTo>
                    <a:pt x="7542" y="18365"/>
                  </a:lnTo>
                  <a:cubicBezTo>
                    <a:pt x="8133" y="17478"/>
                    <a:pt x="8281" y="16265"/>
                    <a:pt x="8754" y="15526"/>
                  </a:cubicBezTo>
                  <a:close/>
                  <a:moveTo>
                    <a:pt x="28095" y="622"/>
                  </a:moveTo>
                  <a:cubicBezTo>
                    <a:pt x="27237" y="1716"/>
                    <a:pt x="26498" y="2692"/>
                    <a:pt x="25640" y="3815"/>
                  </a:cubicBezTo>
                  <a:lnTo>
                    <a:pt x="25640" y="7867"/>
                  </a:lnTo>
                  <a:lnTo>
                    <a:pt x="18129" y="12303"/>
                  </a:lnTo>
                  <a:cubicBezTo>
                    <a:pt x="16650" y="13781"/>
                    <a:pt x="15171" y="15142"/>
                    <a:pt x="13929" y="16384"/>
                  </a:cubicBezTo>
                  <a:lnTo>
                    <a:pt x="13811" y="16502"/>
                  </a:lnTo>
                  <a:lnTo>
                    <a:pt x="13811" y="16384"/>
                  </a:lnTo>
                  <a:cubicBezTo>
                    <a:pt x="13575" y="15881"/>
                    <a:pt x="13456" y="15526"/>
                    <a:pt x="13308" y="15023"/>
                  </a:cubicBezTo>
                  <a:lnTo>
                    <a:pt x="11091" y="15260"/>
                  </a:lnTo>
                  <a:cubicBezTo>
                    <a:pt x="11238" y="15408"/>
                    <a:pt x="11238" y="15408"/>
                    <a:pt x="11238" y="15526"/>
                  </a:cubicBezTo>
                  <a:cubicBezTo>
                    <a:pt x="12451" y="16739"/>
                    <a:pt x="12096" y="18602"/>
                    <a:pt x="13190" y="19844"/>
                  </a:cubicBezTo>
                  <a:cubicBezTo>
                    <a:pt x="13308" y="20080"/>
                    <a:pt x="13575" y="20317"/>
                    <a:pt x="13811" y="20435"/>
                  </a:cubicBezTo>
                  <a:cubicBezTo>
                    <a:pt x="14048" y="20583"/>
                    <a:pt x="14314" y="20583"/>
                    <a:pt x="14550" y="20583"/>
                  </a:cubicBezTo>
                  <a:cubicBezTo>
                    <a:pt x="15408" y="20583"/>
                    <a:pt x="16147" y="19844"/>
                    <a:pt x="16768" y="19223"/>
                  </a:cubicBezTo>
                  <a:cubicBezTo>
                    <a:pt x="18247" y="17626"/>
                    <a:pt x="19726" y="15999"/>
                    <a:pt x="21204" y="14402"/>
                  </a:cubicBezTo>
                  <a:cubicBezTo>
                    <a:pt x="23067" y="12451"/>
                    <a:pt x="24783" y="10233"/>
                    <a:pt x="26261" y="7867"/>
                  </a:cubicBezTo>
                  <a:cubicBezTo>
                    <a:pt x="27621" y="5649"/>
                    <a:pt x="28361" y="3194"/>
                    <a:pt x="28597" y="622"/>
                  </a:cubicBezTo>
                  <a:lnTo>
                    <a:pt x="28597" y="622"/>
                  </a:lnTo>
                  <a:cubicBezTo>
                    <a:pt x="28479" y="740"/>
                    <a:pt x="28479" y="740"/>
                    <a:pt x="28361" y="740"/>
                  </a:cubicBezTo>
                  <a:cubicBezTo>
                    <a:pt x="28242" y="740"/>
                    <a:pt x="28242" y="740"/>
                    <a:pt x="28095" y="622"/>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3"/>
            <p:cNvSpPr/>
            <p:nvPr/>
          </p:nvSpPr>
          <p:spPr>
            <a:xfrm>
              <a:off x="6449188" y="2856150"/>
              <a:ext cx="2122" cy="40449"/>
            </a:xfrm>
            <a:custGeom>
              <a:avLst/>
              <a:gdLst/>
              <a:ahLst/>
              <a:cxnLst/>
              <a:rect l="l" t="t" r="r" b="b"/>
              <a:pathLst>
                <a:path w="149" h="2840" extrusionOk="0">
                  <a:moveTo>
                    <a:pt x="149" y="0"/>
                  </a:moveTo>
                  <a:lnTo>
                    <a:pt x="1" y="119"/>
                  </a:lnTo>
                  <a:lnTo>
                    <a:pt x="1" y="2721"/>
                  </a:lnTo>
                  <a:lnTo>
                    <a:pt x="1" y="2839"/>
                  </a:lnTo>
                  <a:lnTo>
                    <a:pt x="149" y="2721"/>
                  </a:lnTo>
                  <a:lnTo>
                    <a:pt x="149" y="0"/>
                  </a:ln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3"/>
            <p:cNvSpPr/>
            <p:nvPr/>
          </p:nvSpPr>
          <p:spPr>
            <a:xfrm>
              <a:off x="6442451" y="2754216"/>
              <a:ext cx="13915" cy="54349"/>
            </a:xfrm>
            <a:custGeom>
              <a:avLst/>
              <a:gdLst/>
              <a:ahLst/>
              <a:cxnLst/>
              <a:rect l="l" t="t" r="r" b="b"/>
              <a:pathLst>
                <a:path w="977" h="3816" extrusionOk="0">
                  <a:moveTo>
                    <a:pt x="1" y="1"/>
                  </a:moveTo>
                  <a:lnTo>
                    <a:pt x="797" y="3112"/>
                  </a:lnTo>
                  <a:lnTo>
                    <a:pt x="797" y="3112"/>
                  </a:lnTo>
                  <a:cubicBezTo>
                    <a:pt x="560" y="2128"/>
                    <a:pt x="176" y="460"/>
                    <a:pt x="1" y="1"/>
                  </a:cubicBezTo>
                  <a:close/>
                  <a:moveTo>
                    <a:pt x="797" y="3112"/>
                  </a:moveTo>
                  <a:cubicBezTo>
                    <a:pt x="880" y="3460"/>
                    <a:pt x="946" y="3723"/>
                    <a:pt x="977" y="3816"/>
                  </a:cubicBezTo>
                  <a:lnTo>
                    <a:pt x="797" y="3112"/>
                  </a:lnTo>
                  <a:close/>
                </a:path>
              </a:pathLst>
            </a:custGeom>
            <a:solidFill>
              <a:srgbClr val="B28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3"/>
            <p:cNvSpPr/>
            <p:nvPr/>
          </p:nvSpPr>
          <p:spPr>
            <a:xfrm>
              <a:off x="6354433" y="2687675"/>
              <a:ext cx="354652" cy="170169"/>
            </a:xfrm>
            <a:custGeom>
              <a:avLst/>
              <a:gdLst/>
              <a:ahLst/>
              <a:cxnLst/>
              <a:rect l="l" t="t" r="r" b="b"/>
              <a:pathLst>
                <a:path w="24901" h="11948" extrusionOk="0">
                  <a:moveTo>
                    <a:pt x="1124" y="7394"/>
                  </a:moveTo>
                  <a:lnTo>
                    <a:pt x="1124" y="7394"/>
                  </a:lnTo>
                  <a:cubicBezTo>
                    <a:pt x="872" y="7626"/>
                    <a:pt x="684" y="7973"/>
                    <a:pt x="484" y="8326"/>
                  </a:cubicBezTo>
                  <a:lnTo>
                    <a:pt x="484" y="8326"/>
                  </a:lnTo>
                  <a:cubicBezTo>
                    <a:pt x="729" y="7952"/>
                    <a:pt x="961" y="7638"/>
                    <a:pt x="1124" y="7394"/>
                  </a:cubicBezTo>
                  <a:close/>
                  <a:moveTo>
                    <a:pt x="24900" y="0"/>
                  </a:moveTo>
                  <a:cubicBezTo>
                    <a:pt x="24664" y="237"/>
                    <a:pt x="24397" y="622"/>
                    <a:pt x="24161" y="858"/>
                  </a:cubicBezTo>
                  <a:cubicBezTo>
                    <a:pt x="22564" y="2839"/>
                    <a:pt x="20849" y="4791"/>
                    <a:pt x="19104" y="6654"/>
                  </a:cubicBezTo>
                  <a:cubicBezTo>
                    <a:pt x="18483" y="7275"/>
                    <a:pt x="17891" y="7896"/>
                    <a:pt x="17389" y="8488"/>
                  </a:cubicBezTo>
                  <a:lnTo>
                    <a:pt x="24900" y="4052"/>
                  </a:lnTo>
                  <a:lnTo>
                    <a:pt x="24900" y="0"/>
                  </a:lnTo>
                  <a:close/>
                  <a:moveTo>
                    <a:pt x="484" y="8326"/>
                  </a:moveTo>
                  <a:cubicBezTo>
                    <a:pt x="373" y="8496"/>
                    <a:pt x="259" y="8678"/>
                    <a:pt x="148" y="8872"/>
                  </a:cubicBezTo>
                  <a:cubicBezTo>
                    <a:pt x="270" y="8699"/>
                    <a:pt x="379" y="8512"/>
                    <a:pt x="484" y="8326"/>
                  </a:cubicBezTo>
                  <a:close/>
                  <a:moveTo>
                    <a:pt x="10498" y="6773"/>
                  </a:moveTo>
                  <a:lnTo>
                    <a:pt x="10498" y="6891"/>
                  </a:lnTo>
                  <a:cubicBezTo>
                    <a:pt x="11356" y="8251"/>
                    <a:pt x="12095" y="9730"/>
                    <a:pt x="12716" y="11208"/>
                  </a:cubicBezTo>
                  <a:cubicBezTo>
                    <a:pt x="12214" y="9730"/>
                    <a:pt x="11356" y="8133"/>
                    <a:pt x="10498" y="6773"/>
                  </a:cubicBezTo>
                  <a:close/>
                  <a:moveTo>
                    <a:pt x="5796" y="4673"/>
                  </a:moveTo>
                  <a:cubicBezTo>
                    <a:pt x="5796" y="4673"/>
                    <a:pt x="5441" y="4673"/>
                    <a:pt x="4939" y="4791"/>
                  </a:cubicBezTo>
                  <a:cubicBezTo>
                    <a:pt x="4318" y="4939"/>
                    <a:pt x="3697" y="5176"/>
                    <a:pt x="3105" y="5678"/>
                  </a:cubicBezTo>
                  <a:cubicBezTo>
                    <a:pt x="1982" y="6418"/>
                    <a:pt x="887" y="7896"/>
                    <a:pt x="0" y="9612"/>
                  </a:cubicBezTo>
                  <a:lnTo>
                    <a:pt x="1242" y="10114"/>
                  </a:lnTo>
                  <a:cubicBezTo>
                    <a:pt x="1479" y="9966"/>
                    <a:pt x="1627" y="9730"/>
                    <a:pt x="1863" y="9612"/>
                  </a:cubicBezTo>
                  <a:cubicBezTo>
                    <a:pt x="2484" y="9109"/>
                    <a:pt x="3224" y="8636"/>
                    <a:pt x="4081" y="8636"/>
                  </a:cubicBezTo>
                  <a:cubicBezTo>
                    <a:pt x="4318" y="8636"/>
                    <a:pt x="4584" y="8636"/>
                    <a:pt x="4702" y="8754"/>
                  </a:cubicBezTo>
                  <a:cubicBezTo>
                    <a:pt x="5678" y="9109"/>
                    <a:pt x="6181" y="10351"/>
                    <a:pt x="6181" y="11445"/>
                  </a:cubicBezTo>
                  <a:cubicBezTo>
                    <a:pt x="6181" y="11593"/>
                    <a:pt x="6181" y="11829"/>
                    <a:pt x="6299" y="11948"/>
                  </a:cubicBezTo>
                  <a:lnTo>
                    <a:pt x="6654" y="11948"/>
                  </a:lnTo>
                  <a:lnTo>
                    <a:pt x="6802" y="11829"/>
                  </a:lnTo>
                  <a:lnTo>
                    <a:pt x="8014" y="11711"/>
                  </a:lnTo>
                  <a:cubicBezTo>
                    <a:pt x="8280" y="11445"/>
                    <a:pt x="8517" y="11327"/>
                    <a:pt x="8754" y="11208"/>
                  </a:cubicBezTo>
                  <a:cubicBezTo>
                    <a:pt x="9020" y="11090"/>
                    <a:pt x="9138" y="11090"/>
                    <a:pt x="9256" y="11090"/>
                  </a:cubicBezTo>
                  <a:cubicBezTo>
                    <a:pt x="9611" y="11090"/>
                    <a:pt x="10114" y="11208"/>
                    <a:pt x="10351" y="11445"/>
                  </a:cubicBezTo>
                  <a:lnTo>
                    <a:pt x="12568" y="11208"/>
                  </a:lnTo>
                  <a:cubicBezTo>
                    <a:pt x="11977" y="9730"/>
                    <a:pt x="11238" y="8369"/>
                    <a:pt x="10351" y="6891"/>
                  </a:cubicBezTo>
                  <a:cubicBezTo>
                    <a:pt x="9996" y="6270"/>
                    <a:pt x="9759" y="5797"/>
                    <a:pt x="9493" y="5412"/>
                  </a:cubicBezTo>
                  <a:lnTo>
                    <a:pt x="9493" y="5412"/>
                  </a:lnTo>
                  <a:lnTo>
                    <a:pt x="9759" y="5678"/>
                  </a:lnTo>
                  <a:cubicBezTo>
                    <a:pt x="9611" y="5531"/>
                    <a:pt x="9493" y="5294"/>
                    <a:pt x="9375" y="5176"/>
                  </a:cubicBezTo>
                  <a:lnTo>
                    <a:pt x="9375" y="5176"/>
                  </a:lnTo>
                  <a:lnTo>
                    <a:pt x="9493" y="5412"/>
                  </a:lnTo>
                  <a:cubicBezTo>
                    <a:pt x="9375" y="5294"/>
                    <a:pt x="9256" y="5176"/>
                    <a:pt x="9256" y="4939"/>
                  </a:cubicBezTo>
                  <a:cubicBezTo>
                    <a:pt x="9020" y="4791"/>
                    <a:pt x="8872" y="4673"/>
                    <a:pt x="8754" y="4673"/>
                  </a:cubicBezTo>
                  <a:lnTo>
                    <a:pt x="7157" y="8488"/>
                  </a:lnTo>
                  <a:lnTo>
                    <a:pt x="6181" y="4673"/>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3"/>
            <p:cNvSpPr/>
            <p:nvPr/>
          </p:nvSpPr>
          <p:spPr>
            <a:xfrm>
              <a:off x="6343893" y="2754216"/>
              <a:ext cx="93103" cy="91423"/>
            </a:xfrm>
            <a:custGeom>
              <a:avLst/>
              <a:gdLst/>
              <a:ahLst/>
              <a:cxnLst/>
              <a:rect l="l" t="t" r="r" b="b"/>
              <a:pathLst>
                <a:path w="6537" h="6419" extrusionOk="0">
                  <a:moveTo>
                    <a:pt x="6418" y="1"/>
                  </a:moveTo>
                  <a:cubicBezTo>
                    <a:pt x="5915" y="1"/>
                    <a:pt x="5442" y="119"/>
                    <a:pt x="4939" y="267"/>
                  </a:cubicBezTo>
                  <a:cubicBezTo>
                    <a:pt x="4437" y="504"/>
                    <a:pt x="3964" y="740"/>
                    <a:pt x="3579" y="1125"/>
                  </a:cubicBezTo>
                  <a:cubicBezTo>
                    <a:pt x="2958" y="1598"/>
                    <a:pt x="2367" y="2101"/>
                    <a:pt x="1864" y="2722"/>
                  </a:cubicBezTo>
                  <a:cubicBezTo>
                    <a:pt x="1627" y="3076"/>
                    <a:pt x="1243" y="3579"/>
                    <a:pt x="888" y="4200"/>
                  </a:cubicBezTo>
                  <a:cubicBezTo>
                    <a:pt x="504" y="4821"/>
                    <a:pt x="267" y="5561"/>
                    <a:pt x="1" y="6418"/>
                  </a:cubicBezTo>
                  <a:cubicBezTo>
                    <a:pt x="267" y="5915"/>
                    <a:pt x="504" y="5442"/>
                    <a:pt x="740" y="4940"/>
                  </a:cubicBezTo>
                  <a:cubicBezTo>
                    <a:pt x="1627" y="3224"/>
                    <a:pt x="2722" y="1746"/>
                    <a:pt x="3845" y="1006"/>
                  </a:cubicBezTo>
                  <a:cubicBezTo>
                    <a:pt x="4437" y="504"/>
                    <a:pt x="5058" y="267"/>
                    <a:pt x="5679" y="119"/>
                  </a:cubicBezTo>
                  <a:cubicBezTo>
                    <a:pt x="6181" y="1"/>
                    <a:pt x="6536" y="1"/>
                    <a:pt x="6536" y="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3"/>
            <p:cNvSpPr/>
            <p:nvPr/>
          </p:nvSpPr>
          <p:spPr>
            <a:xfrm>
              <a:off x="6486261" y="2699895"/>
              <a:ext cx="212284" cy="168489"/>
            </a:xfrm>
            <a:custGeom>
              <a:avLst/>
              <a:gdLst/>
              <a:ahLst/>
              <a:cxnLst/>
              <a:rect l="l" t="t" r="r" b="b"/>
              <a:pathLst>
                <a:path w="14905" h="11830" extrusionOk="0">
                  <a:moveTo>
                    <a:pt x="0" y="4081"/>
                  </a:moveTo>
                  <a:cubicBezTo>
                    <a:pt x="0" y="4318"/>
                    <a:pt x="119" y="4436"/>
                    <a:pt x="237" y="4554"/>
                  </a:cubicBezTo>
                  <a:lnTo>
                    <a:pt x="119" y="4318"/>
                  </a:lnTo>
                  <a:cubicBezTo>
                    <a:pt x="119" y="4318"/>
                    <a:pt x="0" y="4199"/>
                    <a:pt x="0" y="4081"/>
                  </a:cubicBezTo>
                  <a:close/>
                  <a:moveTo>
                    <a:pt x="14905" y="0"/>
                  </a:moveTo>
                  <a:cubicBezTo>
                    <a:pt x="11445" y="4081"/>
                    <a:pt x="7896" y="8014"/>
                    <a:pt x="3933" y="11592"/>
                  </a:cubicBezTo>
                  <a:cubicBezTo>
                    <a:pt x="3815" y="11326"/>
                    <a:pt x="3697" y="11090"/>
                    <a:pt x="3697" y="10735"/>
                  </a:cubicBezTo>
                  <a:cubicBezTo>
                    <a:pt x="3579" y="10587"/>
                    <a:pt x="3579" y="10469"/>
                    <a:pt x="3460" y="10350"/>
                  </a:cubicBezTo>
                  <a:cubicBezTo>
                    <a:pt x="2839" y="8872"/>
                    <a:pt x="2100" y="7393"/>
                    <a:pt x="1242" y="6033"/>
                  </a:cubicBezTo>
                  <a:lnTo>
                    <a:pt x="1242" y="5915"/>
                  </a:lnTo>
                  <a:cubicBezTo>
                    <a:pt x="976" y="5678"/>
                    <a:pt x="858" y="5412"/>
                    <a:pt x="621" y="5057"/>
                  </a:cubicBezTo>
                  <a:cubicBezTo>
                    <a:pt x="621" y="5057"/>
                    <a:pt x="503" y="4939"/>
                    <a:pt x="503" y="4820"/>
                  </a:cubicBezTo>
                  <a:lnTo>
                    <a:pt x="237" y="4554"/>
                  </a:lnTo>
                  <a:lnTo>
                    <a:pt x="237" y="4554"/>
                  </a:lnTo>
                  <a:cubicBezTo>
                    <a:pt x="503" y="4939"/>
                    <a:pt x="740" y="5412"/>
                    <a:pt x="1095" y="6033"/>
                  </a:cubicBezTo>
                  <a:cubicBezTo>
                    <a:pt x="1982" y="7511"/>
                    <a:pt x="2721" y="8872"/>
                    <a:pt x="3312" y="10350"/>
                  </a:cubicBezTo>
                  <a:cubicBezTo>
                    <a:pt x="3460" y="10853"/>
                    <a:pt x="3579" y="11208"/>
                    <a:pt x="3815" y="11711"/>
                  </a:cubicBezTo>
                  <a:lnTo>
                    <a:pt x="3815" y="11829"/>
                  </a:lnTo>
                  <a:lnTo>
                    <a:pt x="3933" y="11711"/>
                  </a:lnTo>
                  <a:cubicBezTo>
                    <a:pt x="5175" y="10469"/>
                    <a:pt x="6654" y="9108"/>
                    <a:pt x="8133" y="7630"/>
                  </a:cubicBezTo>
                  <a:cubicBezTo>
                    <a:pt x="8635" y="7038"/>
                    <a:pt x="9227" y="6417"/>
                    <a:pt x="9848" y="5796"/>
                  </a:cubicBezTo>
                  <a:cubicBezTo>
                    <a:pt x="11593" y="3933"/>
                    <a:pt x="13308" y="1981"/>
                    <a:pt x="14905" y="0"/>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3"/>
            <p:cNvSpPr/>
            <p:nvPr/>
          </p:nvSpPr>
          <p:spPr>
            <a:xfrm>
              <a:off x="6479097" y="2752535"/>
              <a:ext cx="1695" cy="1695"/>
            </a:xfrm>
            <a:custGeom>
              <a:avLst/>
              <a:gdLst/>
              <a:ahLst/>
              <a:cxnLst/>
              <a:rect l="l" t="t" r="r" b="b"/>
              <a:pathLst>
                <a:path w="119" h="119" extrusionOk="0">
                  <a:moveTo>
                    <a:pt x="1" y="1"/>
                  </a:moveTo>
                  <a:lnTo>
                    <a:pt x="1" y="119"/>
                  </a:lnTo>
                  <a:lnTo>
                    <a:pt x="119" y="1"/>
                  </a:lnTo>
                  <a:close/>
                </a:path>
              </a:pathLst>
            </a:custGeom>
            <a:solidFill>
              <a:srgbClr val="B28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3"/>
            <p:cNvSpPr/>
            <p:nvPr/>
          </p:nvSpPr>
          <p:spPr>
            <a:xfrm>
              <a:off x="6479097" y="2752535"/>
              <a:ext cx="1695" cy="1695"/>
            </a:xfrm>
            <a:custGeom>
              <a:avLst/>
              <a:gdLst/>
              <a:ahLst/>
              <a:cxnLst/>
              <a:rect l="l" t="t" r="r" b="b"/>
              <a:pathLst>
                <a:path w="119" h="119" extrusionOk="0">
                  <a:moveTo>
                    <a:pt x="119" y="1"/>
                  </a:moveTo>
                  <a:lnTo>
                    <a:pt x="1" y="119"/>
                  </a:lnTo>
                  <a:lnTo>
                    <a:pt x="1" y="119"/>
                  </a:lnTo>
                  <a:lnTo>
                    <a:pt x="1" y="119"/>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3"/>
            <p:cNvSpPr/>
            <p:nvPr/>
          </p:nvSpPr>
          <p:spPr>
            <a:xfrm>
              <a:off x="6747811" y="1885737"/>
              <a:ext cx="82564" cy="78775"/>
            </a:xfrm>
            <a:custGeom>
              <a:avLst/>
              <a:gdLst/>
              <a:ahLst/>
              <a:cxnLst/>
              <a:rect l="l" t="t" r="r" b="b"/>
              <a:pathLst>
                <a:path w="5797" h="5531" extrusionOk="0">
                  <a:moveTo>
                    <a:pt x="1" y="1"/>
                  </a:moveTo>
                  <a:lnTo>
                    <a:pt x="119" y="4791"/>
                  </a:lnTo>
                  <a:lnTo>
                    <a:pt x="5531" y="5531"/>
                  </a:lnTo>
                  <a:lnTo>
                    <a:pt x="5797" y="356"/>
                  </a:lnTo>
                  <a:lnTo>
                    <a:pt x="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3"/>
            <p:cNvSpPr/>
            <p:nvPr/>
          </p:nvSpPr>
          <p:spPr>
            <a:xfrm>
              <a:off x="6802146" y="1548788"/>
              <a:ext cx="3390" cy="414044"/>
            </a:xfrm>
            <a:custGeom>
              <a:avLst/>
              <a:gdLst/>
              <a:ahLst/>
              <a:cxnLst/>
              <a:rect l="l" t="t" r="r" b="b"/>
              <a:pathLst>
                <a:path w="238" h="29071" extrusionOk="0">
                  <a:moveTo>
                    <a:pt x="119" y="1"/>
                  </a:moveTo>
                  <a:cubicBezTo>
                    <a:pt x="1" y="1"/>
                    <a:pt x="1" y="6536"/>
                    <a:pt x="1" y="14521"/>
                  </a:cubicBezTo>
                  <a:cubicBezTo>
                    <a:pt x="1" y="22535"/>
                    <a:pt x="1" y="29070"/>
                    <a:pt x="119" y="29070"/>
                  </a:cubicBezTo>
                  <a:cubicBezTo>
                    <a:pt x="119" y="29070"/>
                    <a:pt x="237" y="22535"/>
                    <a:pt x="237" y="14521"/>
                  </a:cubicBezTo>
                  <a:cubicBezTo>
                    <a:pt x="237" y="6536"/>
                    <a:pt x="119" y="1"/>
                    <a:pt x="11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3"/>
            <p:cNvSpPr/>
            <p:nvPr/>
          </p:nvSpPr>
          <p:spPr>
            <a:xfrm>
              <a:off x="6719596" y="2212161"/>
              <a:ext cx="68663" cy="945987"/>
            </a:xfrm>
            <a:custGeom>
              <a:avLst/>
              <a:gdLst/>
              <a:ahLst/>
              <a:cxnLst/>
              <a:rect l="l" t="t" r="r" b="b"/>
              <a:pathLst>
                <a:path w="4821" h="66420" extrusionOk="0">
                  <a:moveTo>
                    <a:pt x="2047" y="14116"/>
                  </a:moveTo>
                  <a:cubicBezTo>
                    <a:pt x="2310" y="14116"/>
                    <a:pt x="2568" y="14200"/>
                    <a:pt x="2839" y="14284"/>
                  </a:cubicBezTo>
                  <a:cubicBezTo>
                    <a:pt x="3338" y="14543"/>
                    <a:pt x="3608" y="15017"/>
                    <a:pt x="3767" y="15525"/>
                  </a:cubicBezTo>
                  <a:lnTo>
                    <a:pt x="3767" y="15525"/>
                  </a:lnTo>
                  <a:cubicBezTo>
                    <a:pt x="3745" y="15565"/>
                    <a:pt x="3721" y="15605"/>
                    <a:pt x="3697" y="15644"/>
                  </a:cubicBezTo>
                  <a:cubicBezTo>
                    <a:pt x="3579" y="15881"/>
                    <a:pt x="3342" y="16147"/>
                    <a:pt x="3076" y="16383"/>
                  </a:cubicBezTo>
                  <a:cubicBezTo>
                    <a:pt x="2721" y="16502"/>
                    <a:pt x="2337" y="16502"/>
                    <a:pt x="2100" y="16502"/>
                  </a:cubicBezTo>
                  <a:cubicBezTo>
                    <a:pt x="1716" y="16383"/>
                    <a:pt x="1361" y="16147"/>
                    <a:pt x="1242" y="15762"/>
                  </a:cubicBezTo>
                  <a:cubicBezTo>
                    <a:pt x="976" y="15526"/>
                    <a:pt x="858" y="15141"/>
                    <a:pt x="976" y="14786"/>
                  </a:cubicBezTo>
                  <a:cubicBezTo>
                    <a:pt x="1124" y="14402"/>
                    <a:pt x="1361" y="14165"/>
                    <a:pt x="1716" y="14165"/>
                  </a:cubicBezTo>
                  <a:cubicBezTo>
                    <a:pt x="1828" y="14131"/>
                    <a:pt x="1938" y="14116"/>
                    <a:pt x="2047" y="14116"/>
                  </a:cubicBezTo>
                  <a:close/>
                  <a:moveTo>
                    <a:pt x="1715" y="18642"/>
                  </a:moveTo>
                  <a:cubicBezTo>
                    <a:pt x="1988" y="18642"/>
                    <a:pt x="2247" y="18699"/>
                    <a:pt x="2455" y="18838"/>
                  </a:cubicBezTo>
                  <a:cubicBezTo>
                    <a:pt x="2839" y="18956"/>
                    <a:pt x="3194" y="19341"/>
                    <a:pt x="3342" y="19843"/>
                  </a:cubicBezTo>
                  <a:cubicBezTo>
                    <a:pt x="3389" y="19913"/>
                    <a:pt x="3430" y="19988"/>
                    <a:pt x="3468" y="20068"/>
                  </a:cubicBezTo>
                  <a:lnTo>
                    <a:pt x="3468" y="20068"/>
                  </a:lnTo>
                  <a:cubicBezTo>
                    <a:pt x="3465" y="20072"/>
                    <a:pt x="3463" y="20076"/>
                    <a:pt x="3460" y="20080"/>
                  </a:cubicBezTo>
                  <a:cubicBezTo>
                    <a:pt x="3194" y="20435"/>
                    <a:pt x="2958" y="20701"/>
                    <a:pt x="2455" y="20819"/>
                  </a:cubicBezTo>
                  <a:cubicBezTo>
                    <a:pt x="2317" y="20847"/>
                    <a:pt x="2178" y="20861"/>
                    <a:pt x="2039" y="20861"/>
                  </a:cubicBezTo>
                  <a:cubicBezTo>
                    <a:pt x="1580" y="20861"/>
                    <a:pt x="1125" y="20702"/>
                    <a:pt x="740" y="20316"/>
                  </a:cubicBezTo>
                  <a:cubicBezTo>
                    <a:pt x="621" y="20198"/>
                    <a:pt x="503" y="19962"/>
                    <a:pt x="503" y="19695"/>
                  </a:cubicBezTo>
                  <a:cubicBezTo>
                    <a:pt x="503" y="19341"/>
                    <a:pt x="740" y="18956"/>
                    <a:pt x="1124" y="18720"/>
                  </a:cubicBezTo>
                  <a:cubicBezTo>
                    <a:pt x="1320" y="18671"/>
                    <a:pt x="1521" y="18642"/>
                    <a:pt x="1715" y="18642"/>
                  </a:cubicBezTo>
                  <a:close/>
                  <a:moveTo>
                    <a:pt x="1889" y="22374"/>
                  </a:moveTo>
                  <a:cubicBezTo>
                    <a:pt x="1992" y="22374"/>
                    <a:pt x="2101" y="22389"/>
                    <a:pt x="2218" y="22416"/>
                  </a:cubicBezTo>
                  <a:cubicBezTo>
                    <a:pt x="2707" y="22416"/>
                    <a:pt x="3167" y="22639"/>
                    <a:pt x="3545" y="23004"/>
                  </a:cubicBezTo>
                  <a:lnTo>
                    <a:pt x="3545" y="23004"/>
                  </a:lnTo>
                  <a:cubicBezTo>
                    <a:pt x="3454" y="23354"/>
                    <a:pt x="3309" y="23692"/>
                    <a:pt x="3076" y="24013"/>
                  </a:cubicBezTo>
                  <a:cubicBezTo>
                    <a:pt x="2839" y="24397"/>
                    <a:pt x="2455" y="24634"/>
                    <a:pt x="1982" y="24752"/>
                  </a:cubicBezTo>
                  <a:cubicBezTo>
                    <a:pt x="1479" y="24752"/>
                    <a:pt x="976" y="24634"/>
                    <a:pt x="740" y="24131"/>
                  </a:cubicBezTo>
                  <a:cubicBezTo>
                    <a:pt x="621" y="23776"/>
                    <a:pt x="740" y="23274"/>
                    <a:pt x="976" y="22919"/>
                  </a:cubicBezTo>
                  <a:cubicBezTo>
                    <a:pt x="1271" y="22533"/>
                    <a:pt x="1549" y="22374"/>
                    <a:pt x="1889" y="22374"/>
                  </a:cubicBezTo>
                  <a:close/>
                  <a:moveTo>
                    <a:pt x="1479" y="27355"/>
                  </a:moveTo>
                  <a:cubicBezTo>
                    <a:pt x="1863" y="27355"/>
                    <a:pt x="2218" y="27473"/>
                    <a:pt x="2455" y="27710"/>
                  </a:cubicBezTo>
                  <a:cubicBezTo>
                    <a:pt x="2976" y="28131"/>
                    <a:pt x="3330" y="28802"/>
                    <a:pt x="3431" y="29444"/>
                  </a:cubicBezTo>
                  <a:lnTo>
                    <a:pt x="3431" y="29444"/>
                  </a:lnTo>
                  <a:cubicBezTo>
                    <a:pt x="2997" y="29818"/>
                    <a:pt x="2467" y="30030"/>
                    <a:pt x="1911" y="30030"/>
                  </a:cubicBezTo>
                  <a:cubicBezTo>
                    <a:pt x="1691" y="30030"/>
                    <a:pt x="1467" y="29997"/>
                    <a:pt x="1242" y="29928"/>
                  </a:cubicBezTo>
                  <a:cubicBezTo>
                    <a:pt x="503" y="29573"/>
                    <a:pt x="237" y="28715"/>
                    <a:pt x="503" y="27976"/>
                  </a:cubicBezTo>
                  <a:cubicBezTo>
                    <a:pt x="740" y="27591"/>
                    <a:pt x="976" y="27355"/>
                    <a:pt x="1479" y="27355"/>
                  </a:cubicBezTo>
                  <a:close/>
                  <a:moveTo>
                    <a:pt x="2455" y="0"/>
                  </a:moveTo>
                  <a:cubicBezTo>
                    <a:pt x="2337" y="119"/>
                    <a:pt x="2337" y="355"/>
                    <a:pt x="2337" y="621"/>
                  </a:cubicBezTo>
                  <a:cubicBezTo>
                    <a:pt x="2337" y="1094"/>
                    <a:pt x="2337" y="1715"/>
                    <a:pt x="2218" y="2691"/>
                  </a:cubicBezTo>
                  <a:cubicBezTo>
                    <a:pt x="2100" y="4554"/>
                    <a:pt x="1982" y="7275"/>
                    <a:pt x="1716" y="10705"/>
                  </a:cubicBezTo>
                  <a:cubicBezTo>
                    <a:pt x="2218" y="11208"/>
                    <a:pt x="2721" y="11563"/>
                    <a:pt x="3076" y="12066"/>
                  </a:cubicBezTo>
                  <a:cubicBezTo>
                    <a:pt x="3460" y="12450"/>
                    <a:pt x="3815" y="13042"/>
                    <a:pt x="3934" y="13663"/>
                  </a:cubicBezTo>
                  <a:cubicBezTo>
                    <a:pt x="4148" y="14162"/>
                    <a:pt x="4113" y="14739"/>
                    <a:pt x="3891" y="15268"/>
                  </a:cubicBezTo>
                  <a:lnTo>
                    <a:pt x="3891" y="15268"/>
                  </a:lnTo>
                  <a:cubicBezTo>
                    <a:pt x="3865" y="15184"/>
                    <a:pt x="3839" y="15102"/>
                    <a:pt x="3815" y="15023"/>
                  </a:cubicBezTo>
                  <a:cubicBezTo>
                    <a:pt x="3579" y="14668"/>
                    <a:pt x="3342" y="14284"/>
                    <a:pt x="2958" y="14165"/>
                  </a:cubicBezTo>
                  <a:cubicBezTo>
                    <a:pt x="2594" y="13994"/>
                    <a:pt x="2308" y="13870"/>
                    <a:pt x="1987" y="13870"/>
                  </a:cubicBezTo>
                  <a:cubicBezTo>
                    <a:pt x="1864" y="13870"/>
                    <a:pt x="1736" y="13888"/>
                    <a:pt x="1597" y="13929"/>
                  </a:cubicBezTo>
                  <a:cubicBezTo>
                    <a:pt x="1242" y="14047"/>
                    <a:pt x="858" y="14284"/>
                    <a:pt x="740" y="14786"/>
                  </a:cubicBezTo>
                  <a:cubicBezTo>
                    <a:pt x="621" y="15141"/>
                    <a:pt x="740" y="15644"/>
                    <a:pt x="976" y="15881"/>
                  </a:cubicBezTo>
                  <a:cubicBezTo>
                    <a:pt x="1242" y="16265"/>
                    <a:pt x="1597" y="16502"/>
                    <a:pt x="1982" y="16620"/>
                  </a:cubicBezTo>
                  <a:cubicBezTo>
                    <a:pt x="2129" y="16669"/>
                    <a:pt x="2281" y="16698"/>
                    <a:pt x="2434" y="16698"/>
                  </a:cubicBezTo>
                  <a:cubicBezTo>
                    <a:pt x="2650" y="16698"/>
                    <a:pt x="2868" y="16640"/>
                    <a:pt x="3076" y="16502"/>
                  </a:cubicBezTo>
                  <a:cubicBezTo>
                    <a:pt x="3409" y="16297"/>
                    <a:pt x="3631" y="16070"/>
                    <a:pt x="3838" y="15782"/>
                  </a:cubicBezTo>
                  <a:lnTo>
                    <a:pt x="3838" y="15782"/>
                  </a:lnTo>
                  <a:cubicBezTo>
                    <a:pt x="3878" y="15945"/>
                    <a:pt x="3908" y="16108"/>
                    <a:pt x="3934" y="16265"/>
                  </a:cubicBezTo>
                  <a:cubicBezTo>
                    <a:pt x="4081" y="17123"/>
                    <a:pt x="4081" y="17980"/>
                    <a:pt x="3934" y="18838"/>
                  </a:cubicBezTo>
                  <a:cubicBezTo>
                    <a:pt x="3843" y="19224"/>
                    <a:pt x="3752" y="19524"/>
                    <a:pt x="3607" y="19816"/>
                  </a:cubicBezTo>
                  <a:lnTo>
                    <a:pt x="3607" y="19816"/>
                  </a:lnTo>
                  <a:cubicBezTo>
                    <a:pt x="3598" y="19776"/>
                    <a:pt x="3588" y="19736"/>
                    <a:pt x="3579" y="19695"/>
                  </a:cubicBezTo>
                  <a:cubicBezTo>
                    <a:pt x="3342" y="19222"/>
                    <a:pt x="2958" y="18838"/>
                    <a:pt x="2455" y="18601"/>
                  </a:cubicBezTo>
                  <a:cubicBezTo>
                    <a:pt x="2250" y="18533"/>
                    <a:pt x="1956" y="18465"/>
                    <a:pt x="1648" y="18465"/>
                  </a:cubicBezTo>
                  <a:cubicBezTo>
                    <a:pt x="1422" y="18465"/>
                    <a:pt x="1189" y="18501"/>
                    <a:pt x="976" y="18601"/>
                  </a:cubicBezTo>
                  <a:cubicBezTo>
                    <a:pt x="503" y="18720"/>
                    <a:pt x="237" y="19222"/>
                    <a:pt x="237" y="19843"/>
                  </a:cubicBezTo>
                  <a:cubicBezTo>
                    <a:pt x="237" y="20080"/>
                    <a:pt x="385" y="20316"/>
                    <a:pt x="503" y="20435"/>
                  </a:cubicBezTo>
                  <a:cubicBezTo>
                    <a:pt x="853" y="20893"/>
                    <a:pt x="1428" y="21159"/>
                    <a:pt x="2003" y="21159"/>
                  </a:cubicBezTo>
                  <a:cubicBezTo>
                    <a:pt x="2206" y="21159"/>
                    <a:pt x="2410" y="21125"/>
                    <a:pt x="2603" y="21056"/>
                  </a:cubicBezTo>
                  <a:cubicBezTo>
                    <a:pt x="2839" y="20938"/>
                    <a:pt x="2958" y="20819"/>
                    <a:pt x="3194" y="20701"/>
                  </a:cubicBezTo>
                  <a:cubicBezTo>
                    <a:pt x="3326" y="20596"/>
                    <a:pt x="3434" y="20373"/>
                    <a:pt x="3540" y="20242"/>
                  </a:cubicBezTo>
                  <a:lnTo>
                    <a:pt x="3540" y="20242"/>
                  </a:lnTo>
                  <a:cubicBezTo>
                    <a:pt x="3645" y="20531"/>
                    <a:pt x="3697" y="20859"/>
                    <a:pt x="3697" y="21174"/>
                  </a:cubicBezTo>
                  <a:cubicBezTo>
                    <a:pt x="3697" y="21725"/>
                    <a:pt x="3697" y="22267"/>
                    <a:pt x="3595" y="22786"/>
                  </a:cubicBezTo>
                  <a:lnTo>
                    <a:pt x="3595" y="22786"/>
                  </a:lnTo>
                  <a:cubicBezTo>
                    <a:pt x="3249" y="22374"/>
                    <a:pt x="2793" y="22180"/>
                    <a:pt x="2337" y="22180"/>
                  </a:cubicBezTo>
                  <a:cubicBezTo>
                    <a:pt x="2218" y="22140"/>
                    <a:pt x="2110" y="22127"/>
                    <a:pt x="2009" y="22127"/>
                  </a:cubicBezTo>
                  <a:cubicBezTo>
                    <a:pt x="1808" y="22127"/>
                    <a:pt x="1637" y="22180"/>
                    <a:pt x="1479" y="22180"/>
                  </a:cubicBezTo>
                  <a:cubicBezTo>
                    <a:pt x="621" y="22534"/>
                    <a:pt x="237" y="23540"/>
                    <a:pt x="503" y="24279"/>
                  </a:cubicBezTo>
                  <a:cubicBezTo>
                    <a:pt x="703" y="24779"/>
                    <a:pt x="1177" y="25046"/>
                    <a:pt x="1693" y="25046"/>
                  </a:cubicBezTo>
                  <a:cubicBezTo>
                    <a:pt x="1788" y="25046"/>
                    <a:pt x="1885" y="25037"/>
                    <a:pt x="1982" y="25018"/>
                  </a:cubicBezTo>
                  <a:cubicBezTo>
                    <a:pt x="2455" y="24871"/>
                    <a:pt x="2958" y="24634"/>
                    <a:pt x="3342" y="24131"/>
                  </a:cubicBezTo>
                  <a:cubicBezTo>
                    <a:pt x="3508" y="23882"/>
                    <a:pt x="3616" y="23560"/>
                    <a:pt x="3706" y="23176"/>
                  </a:cubicBezTo>
                  <a:lnTo>
                    <a:pt x="3706" y="23176"/>
                  </a:lnTo>
                  <a:cubicBezTo>
                    <a:pt x="3997" y="23517"/>
                    <a:pt x="4214" y="23957"/>
                    <a:pt x="4318" y="24397"/>
                  </a:cubicBezTo>
                  <a:cubicBezTo>
                    <a:pt x="4436" y="25255"/>
                    <a:pt x="4555" y="26113"/>
                    <a:pt x="4436" y="26970"/>
                  </a:cubicBezTo>
                  <a:cubicBezTo>
                    <a:pt x="4436" y="27792"/>
                    <a:pt x="4111" y="28641"/>
                    <a:pt x="3641" y="29231"/>
                  </a:cubicBezTo>
                  <a:lnTo>
                    <a:pt x="3641" y="29231"/>
                  </a:lnTo>
                  <a:cubicBezTo>
                    <a:pt x="3596" y="28997"/>
                    <a:pt x="3528" y="28787"/>
                    <a:pt x="3460" y="28567"/>
                  </a:cubicBezTo>
                  <a:cubicBezTo>
                    <a:pt x="3342" y="28094"/>
                    <a:pt x="3076" y="27710"/>
                    <a:pt x="2721" y="27473"/>
                  </a:cubicBezTo>
                  <a:cubicBezTo>
                    <a:pt x="2337" y="27236"/>
                    <a:pt x="1863" y="27089"/>
                    <a:pt x="1479" y="27089"/>
                  </a:cubicBezTo>
                  <a:cubicBezTo>
                    <a:pt x="976" y="27089"/>
                    <a:pt x="503" y="27355"/>
                    <a:pt x="385" y="27828"/>
                  </a:cubicBezTo>
                  <a:cubicBezTo>
                    <a:pt x="0" y="28715"/>
                    <a:pt x="385" y="29691"/>
                    <a:pt x="1242" y="30194"/>
                  </a:cubicBezTo>
                  <a:cubicBezTo>
                    <a:pt x="1455" y="30252"/>
                    <a:pt x="1675" y="30282"/>
                    <a:pt x="1895" y="30282"/>
                  </a:cubicBezTo>
                  <a:cubicBezTo>
                    <a:pt x="2455" y="30282"/>
                    <a:pt x="3016" y="30090"/>
                    <a:pt x="3458" y="29700"/>
                  </a:cubicBezTo>
                  <a:lnTo>
                    <a:pt x="3458" y="29700"/>
                  </a:lnTo>
                  <a:cubicBezTo>
                    <a:pt x="3459" y="29737"/>
                    <a:pt x="3460" y="29773"/>
                    <a:pt x="3460" y="29809"/>
                  </a:cubicBezTo>
                  <a:cubicBezTo>
                    <a:pt x="3579" y="31406"/>
                    <a:pt x="3579" y="33003"/>
                    <a:pt x="3579" y="34630"/>
                  </a:cubicBezTo>
                  <a:cubicBezTo>
                    <a:pt x="3815" y="40781"/>
                    <a:pt x="3934" y="46458"/>
                    <a:pt x="4081" y="51131"/>
                  </a:cubicBezTo>
                  <a:cubicBezTo>
                    <a:pt x="4318" y="55922"/>
                    <a:pt x="4436" y="59766"/>
                    <a:pt x="4436" y="62339"/>
                  </a:cubicBezTo>
                  <a:cubicBezTo>
                    <a:pt x="4555" y="63699"/>
                    <a:pt x="4555" y="64675"/>
                    <a:pt x="4555" y="65414"/>
                  </a:cubicBezTo>
                  <a:lnTo>
                    <a:pt x="4555" y="66154"/>
                  </a:lnTo>
                  <a:lnTo>
                    <a:pt x="4555" y="66420"/>
                  </a:lnTo>
                  <a:cubicBezTo>
                    <a:pt x="4555" y="66420"/>
                    <a:pt x="4673" y="66420"/>
                    <a:pt x="4673" y="66154"/>
                  </a:cubicBezTo>
                  <a:lnTo>
                    <a:pt x="4673" y="65414"/>
                  </a:lnTo>
                  <a:cubicBezTo>
                    <a:pt x="4673" y="64675"/>
                    <a:pt x="4673" y="63699"/>
                    <a:pt x="4555" y="62339"/>
                  </a:cubicBezTo>
                  <a:cubicBezTo>
                    <a:pt x="4555" y="59766"/>
                    <a:pt x="4436" y="55922"/>
                    <a:pt x="4318" y="51131"/>
                  </a:cubicBezTo>
                  <a:cubicBezTo>
                    <a:pt x="4200" y="46458"/>
                    <a:pt x="4081" y="40781"/>
                    <a:pt x="3934" y="34630"/>
                  </a:cubicBezTo>
                  <a:cubicBezTo>
                    <a:pt x="3815" y="33003"/>
                    <a:pt x="3815" y="31406"/>
                    <a:pt x="3697" y="29809"/>
                  </a:cubicBezTo>
                  <a:cubicBezTo>
                    <a:pt x="3697" y="29691"/>
                    <a:pt x="3690" y="29580"/>
                    <a:pt x="3679" y="29476"/>
                  </a:cubicBezTo>
                  <a:lnTo>
                    <a:pt x="3679" y="29476"/>
                  </a:lnTo>
                  <a:cubicBezTo>
                    <a:pt x="3685" y="29469"/>
                    <a:pt x="3691" y="29462"/>
                    <a:pt x="3697" y="29454"/>
                  </a:cubicBezTo>
                  <a:cubicBezTo>
                    <a:pt x="4318" y="28833"/>
                    <a:pt x="4673" y="27976"/>
                    <a:pt x="4673" y="26970"/>
                  </a:cubicBezTo>
                  <a:cubicBezTo>
                    <a:pt x="4821" y="26113"/>
                    <a:pt x="4821" y="25137"/>
                    <a:pt x="4555" y="24279"/>
                  </a:cubicBezTo>
                  <a:cubicBezTo>
                    <a:pt x="4442" y="23800"/>
                    <a:pt x="4115" y="23322"/>
                    <a:pt x="3752" y="22971"/>
                  </a:cubicBezTo>
                  <a:lnTo>
                    <a:pt x="3752" y="22971"/>
                  </a:lnTo>
                  <a:cubicBezTo>
                    <a:pt x="3773" y="22869"/>
                    <a:pt x="3794" y="22762"/>
                    <a:pt x="3815" y="22653"/>
                  </a:cubicBezTo>
                  <a:cubicBezTo>
                    <a:pt x="3815" y="22180"/>
                    <a:pt x="3934" y="21677"/>
                    <a:pt x="3815" y="21174"/>
                  </a:cubicBezTo>
                  <a:cubicBezTo>
                    <a:pt x="3815" y="20817"/>
                    <a:pt x="3748" y="20443"/>
                    <a:pt x="3664" y="20065"/>
                  </a:cubicBezTo>
                  <a:lnTo>
                    <a:pt x="3664" y="20065"/>
                  </a:lnTo>
                  <a:cubicBezTo>
                    <a:pt x="3875" y="19723"/>
                    <a:pt x="4081" y="19281"/>
                    <a:pt x="4081" y="18838"/>
                  </a:cubicBezTo>
                  <a:cubicBezTo>
                    <a:pt x="4318" y="17980"/>
                    <a:pt x="4318" y="17123"/>
                    <a:pt x="4200" y="16265"/>
                  </a:cubicBezTo>
                  <a:cubicBezTo>
                    <a:pt x="4131" y="16042"/>
                    <a:pt x="4053" y="15790"/>
                    <a:pt x="3976" y="15542"/>
                  </a:cubicBezTo>
                  <a:lnTo>
                    <a:pt x="3976" y="15542"/>
                  </a:lnTo>
                  <a:cubicBezTo>
                    <a:pt x="4212" y="14943"/>
                    <a:pt x="4312" y="14250"/>
                    <a:pt x="4200" y="13663"/>
                  </a:cubicBezTo>
                  <a:cubicBezTo>
                    <a:pt x="3934" y="12923"/>
                    <a:pt x="3697" y="12450"/>
                    <a:pt x="3194" y="11947"/>
                  </a:cubicBezTo>
                  <a:lnTo>
                    <a:pt x="1871" y="10595"/>
                  </a:lnTo>
                  <a:lnTo>
                    <a:pt x="1871" y="10595"/>
                  </a:lnTo>
                  <a:cubicBezTo>
                    <a:pt x="2103" y="7217"/>
                    <a:pt x="2220" y="4534"/>
                    <a:pt x="2337" y="2691"/>
                  </a:cubicBezTo>
                  <a:cubicBezTo>
                    <a:pt x="2337" y="1834"/>
                    <a:pt x="2455" y="1094"/>
                    <a:pt x="2455" y="621"/>
                  </a:cubicBezTo>
                  <a:lnTo>
                    <a:pt x="2455"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3"/>
            <p:cNvSpPr/>
            <p:nvPr/>
          </p:nvSpPr>
          <p:spPr>
            <a:xfrm>
              <a:off x="6744022" y="2204997"/>
              <a:ext cx="23187" cy="40449"/>
            </a:xfrm>
            <a:custGeom>
              <a:avLst/>
              <a:gdLst/>
              <a:ahLst/>
              <a:cxnLst/>
              <a:rect l="l" t="t" r="r" b="b"/>
              <a:pathLst>
                <a:path w="1628" h="2840" extrusionOk="0">
                  <a:moveTo>
                    <a:pt x="1" y="1"/>
                  </a:moveTo>
                  <a:lnTo>
                    <a:pt x="1" y="2839"/>
                  </a:lnTo>
                  <a:lnTo>
                    <a:pt x="1479" y="2839"/>
                  </a:lnTo>
                  <a:lnTo>
                    <a:pt x="1627"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3"/>
            <p:cNvSpPr/>
            <p:nvPr/>
          </p:nvSpPr>
          <p:spPr>
            <a:xfrm>
              <a:off x="5603454" y="2068112"/>
              <a:ext cx="128054" cy="98145"/>
            </a:xfrm>
            <a:custGeom>
              <a:avLst/>
              <a:gdLst/>
              <a:ahLst/>
              <a:cxnLst/>
              <a:rect l="l" t="t" r="r" b="b"/>
              <a:pathLst>
                <a:path w="8991" h="6891" extrusionOk="0">
                  <a:moveTo>
                    <a:pt x="4200" y="0"/>
                  </a:moveTo>
                  <a:cubicBezTo>
                    <a:pt x="3461" y="0"/>
                    <a:pt x="2721" y="119"/>
                    <a:pt x="1982" y="237"/>
                  </a:cubicBezTo>
                  <a:cubicBezTo>
                    <a:pt x="1361" y="385"/>
                    <a:pt x="858" y="503"/>
                    <a:pt x="503" y="622"/>
                  </a:cubicBezTo>
                  <a:cubicBezTo>
                    <a:pt x="385" y="622"/>
                    <a:pt x="119" y="740"/>
                    <a:pt x="1" y="740"/>
                  </a:cubicBezTo>
                  <a:cubicBezTo>
                    <a:pt x="1" y="762"/>
                    <a:pt x="26" y="771"/>
                    <a:pt x="74" y="771"/>
                  </a:cubicBezTo>
                  <a:cubicBezTo>
                    <a:pt x="289" y="771"/>
                    <a:pt x="968" y="578"/>
                    <a:pt x="1982" y="385"/>
                  </a:cubicBezTo>
                  <a:cubicBezTo>
                    <a:pt x="2721" y="237"/>
                    <a:pt x="3461" y="237"/>
                    <a:pt x="4200" y="237"/>
                  </a:cubicBezTo>
                  <a:cubicBezTo>
                    <a:pt x="5058" y="237"/>
                    <a:pt x="5915" y="503"/>
                    <a:pt x="6654" y="976"/>
                  </a:cubicBezTo>
                  <a:cubicBezTo>
                    <a:pt x="7394" y="1361"/>
                    <a:pt x="8015" y="1982"/>
                    <a:pt x="8370" y="2839"/>
                  </a:cubicBezTo>
                  <a:cubicBezTo>
                    <a:pt x="8636" y="3460"/>
                    <a:pt x="8754" y="4200"/>
                    <a:pt x="8872" y="4939"/>
                  </a:cubicBezTo>
                  <a:lnTo>
                    <a:pt x="8872" y="6891"/>
                  </a:lnTo>
                  <a:cubicBezTo>
                    <a:pt x="8872" y="6773"/>
                    <a:pt x="8991" y="6536"/>
                    <a:pt x="8991" y="6418"/>
                  </a:cubicBezTo>
                  <a:lnTo>
                    <a:pt x="8991" y="4939"/>
                  </a:lnTo>
                  <a:cubicBezTo>
                    <a:pt x="8991" y="4200"/>
                    <a:pt x="8872" y="3460"/>
                    <a:pt x="8636" y="2721"/>
                  </a:cubicBezTo>
                  <a:cubicBezTo>
                    <a:pt x="8251" y="1864"/>
                    <a:pt x="7630" y="1124"/>
                    <a:pt x="6773" y="740"/>
                  </a:cubicBezTo>
                  <a:cubicBezTo>
                    <a:pt x="5915" y="237"/>
                    <a:pt x="5058" y="0"/>
                    <a:pt x="42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3"/>
            <p:cNvSpPr/>
            <p:nvPr/>
          </p:nvSpPr>
          <p:spPr>
            <a:xfrm>
              <a:off x="5415610" y="2329661"/>
              <a:ext cx="703807" cy="454478"/>
            </a:xfrm>
            <a:custGeom>
              <a:avLst/>
              <a:gdLst/>
              <a:ahLst/>
              <a:cxnLst/>
              <a:rect l="l" t="t" r="r" b="b"/>
              <a:pathLst>
                <a:path w="49416" h="31910" extrusionOk="0">
                  <a:moveTo>
                    <a:pt x="41047" y="1"/>
                  </a:moveTo>
                  <a:lnTo>
                    <a:pt x="30696" y="356"/>
                  </a:lnTo>
                  <a:lnTo>
                    <a:pt x="0" y="9612"/>
                  </a:lnTo>
                  <a:lnTo>
                    <a:pt x="22564" y="19844"/>
                  </a:lnTo>
                  <a:lnTo>
                    <a:pt x="26379" y="31910"/>
                  </a:lnTo>
                  <a:lnTo>
                    <a:pt x="38326" y="27237"/>
                  </a:lnTo>
                  <a:lnTo>
                    <a:pt x="49179" y="22299"/>
                  </a:lnTo>
                  <a:lnTo>
                    <a:pt x="49416" y="10470"/>
                  </a:lnTo>
                  <a:cubicBezTo>
                    <a:pt x="49179" y="7276"/>
                    <a:pt x="47582" y="4437"/>
                    <a:pt x="45098" y="2722"/>
                  </a:cubicBezTo>
                  <a:lnTo>
                    <a:pt x="4104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3"/>
            <p:cNvSpPr/>
            <p:nvPr/>
          </p:nvSpPr>
          <p:spPr>
            <a:xfrm>
              <a:off x="5563020" y="2064480"/>
              <a:ext cx="54349" cy="33555"/>
            </a:xfrm>
            <a:custGeom>
              <a:avLst/>
              <a:gdLst/>
              <a:ahLst/>
              <a:cxnLst/>
              <a:rect l="l" t="t" r="r" b="b"/>
              <a:pathLst>
                <a:path w="3816" h="2356" extrusionOk="0">
                  <a:moveTo>
                    <a:pt x="2792" y="1"/>
                  </a:moveTo>
                  <a:cubicBezTo>
                    <a:pt x="2731" y="1"/>
                    <a:pt x="2668" y="7"/>
                    <a:pt x="2603" y="19"/>
                  </a:cubicBezTo>
                  <a:lnTo>
                    <a:pt x="1" y="255"/>
                  </a:lnTo>
                  <a:lnTo>
                    <a:pt x="503" y="2355"/>
                  </a:lnTo>
                  <a:lnTo>
                    <a:pt x="2840" y="2119"/>
                  </a:lnTo>
                  <a:cubicBezTo>
                    <a:pt x="3342" y="2119"/>
                    <a:pt x="3816" y="1616"/>
                    <a:pt x="3816" y="995"/>
                  </a:cubicBezTo>
                  <a:cubicBezTo>
                    <a:pt x="3710" y="438"/>
                    <a:pt x="3319" y="1"/>
                    <a:pt x="279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3"/>
            <p:cNvSpPr/>
            <p:nvPr/>
          </p:nvSpPr>
          <p:spPr>
            <a:xfrm>
              <a:off x="5290931" y="2134653"/>
              <a:ext cx="124693" cy="75827"/>
            </a:xfrm>
            <a:custGeom>
              <a:avLst/>
              <a:gdLst/>
              <a:ahLst/>
              <a:cxnLst/>
              <a:rect l="l" t="t" r="r" b="b"/>
              <a:pathLst>
                <a:path w="8755" h="5324" extrusionOk="0">
                  <a:moveTo>
                    <a:pt x="3579" y="1"/>
                  </a:moveTo>
                  <a:lnTo>
                    <a:pt x="66" y="262"/>
                  </a:lnTo>
                  <a:lnTo>
                    <a:pt x="66" y="262"/>
                  </a:lnTo>
                  <a:cubicBezTo>
                    <a:pt x="64" y="156"/>
                    <a:pt x="58" y="94"/>
                    <a:pt x="47" y="94"/>
                  </a:cubicBezTo>
                  <a:cubicBezTo>
                    <a:pt x="37" y="94"/>
                    <a:pt x="22" y="147"/>
                    <a:pt x="1" y="267"/>
                  </a:cubicBezTo>
                  <a:lnTo>
                    <a:pt x="66" y="262"/>
                  </a:lnTo>
                  <a:lnTo>
                    <a:pt x="66" y="262"/>
                  </a:lnTo>
                  <a:cubicBezTo>
                    <a:pt x="75" y="756"/>
                    <a:pt x="1" y="2198"/>
                    <a:pt x="1" y="2722"/>
                  </a:cubicBezTo>
                  <a:cubicBezTo>
                    <a:pt x="1" y="4082"/>
                    <a:pt x="1125" y="5324"/>
                    <a:pt x="2603" y="5324"/>
                  </a:cubicBezTo>
                  <a:lnTo>
                    <a:pt x="2722" y="5324"/>
                  </a:lnTo>
                  <a:lnTo>
                    <a:pt x="6063" y="5176"/>
                  </a:lnTo>
                  <a:lnTo>
                    <a:pt x="8754" y="2722"/>
                  </a:lnTo>
                  <a:lnTo>
                    <a:pt x="3579" y="2722"/>
                  </a:lnTo>
                  <a:lnTo>
                    <a:pt x="3579"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3"/>
            <p:cNvSpPr/>
            <p:nvPr/>
          </p:nvSpPr>
          <p:spPr>
            <a:xfrm>
              <a:off x="5608938" y="2412225"/>
              <a:ext cx="438455" cy="596405"/>
            </a:xfrm>
            <a:custGeom>
              <a:avLst/>
              <a:gdLst/>
              <a:ahLst/>
              <a:cxnLst/>
              <a:rect l="l" t="t" r="r" b="b"/>
              <a:pathLst>
                <a:path w="30785" h="41875" extrusionOk="0">
                  <a:moveTo>
                    <a:pt x="11445" y="0"/>
                  </a:moveTo>
                  <a:cubicBezTo>
                    <a:pt x="11445" y="0"/>
                    <a:pt x="4673" y="0"/>
                    <a:pt x="3697" y="118"/>
                  </a:cubicBezTo>
                  <a:cubicBezTo>
                    <a:pt x="2573" y="237"/>
                    <a:pt x="0" y="2455"/>
                    <a:pt x="0" y="2455"/>
                  </a:cubicBezTo>
                  <a:lnTo>
                    <a:pt x="9227" y="3431"/>
                  </a:lnTo>
                  <a:lnTo>
                    <a:pt x="12687" y="7127"/>
                  </a:lnTo>
                  <a:lnTo>
                    <a:pt x="15023" y="13308"/>
                  </a:lnTo>
                  <a:lnTo>
                    <a:pt x="14905" y="17123"/>
                  </a:lnTo>
                  <a:lnTo>
                    <a:pt x="13160" y="26970"/>
                  </a:lnTo>
                  <a:cubicBezTo>
                    <a:pt x="13160" y="26970"/>
                    <a:pt x="10705" y="30430"/>
                    <a:pt x="9345" y="32648"/>
                  </a:cubicBezTo>
                  <a:lnTo>
                    <a:pt x="2455" y="32530"/>
                  </a:lnTo>
                  <a:lnTo>
                    <a:pt x="11445" y="35487"/>
                  </a:lnTo>
                  <a:lnTo>
                    <a:pt x="19222" y="41875"/>
                  </a:lnTo>
                  <a:lnTo>
                    <a:pt x="30785" y="28094"/>
                  </a:lnTo>
                  <a:lnTo>
                    <a:pt x="26615" y="22800"/>
                  </a:lnTo>
                  <a:lnTo>
                    <a:pt x="15880" y="3076"/>
                  </a:lnTo>
                  <a:lnTo>
                    <a:pt x="11445"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3"/>
            <p:cNvSpPr/>
            <p:nvPr/>
          </p:nvSpPr>
          <p:spPr>
            <a:xfrm>
              <a:off x="5434980" y="2329661"/>
              <a:ext cx="251038" cy="126374"/>
            </a:xfrm>
            <a:custGeom>
              <a:avLst/>
              <a:gdLst/>
              <a:ahLst/>
              <a:cxnLst/>
              <a:rect l="l" t="t" r="r" b="b"/>
              <a:pathLst>
                <a:path w="17626" h="8873" extrusionOk="0">
                  <a:moveTo>
                    <a:pt x="15644" y="1"/>
                  </a:moveTo>
                  <a:lnTo>
                    <a:pt x="3342" y="4319"/>
                  </a:lnTo>
                  <a:lnTo>
                    <a:pt x="1" y="8873"/>
                  </a:lnTo>
                  <a:lnTo>
                    <a:pt x="5294" y="8873"/>
                  </a:lnTo>
                  <a:lnTo>
                    <a:pt x="7157" y="7157"/>
                  </a:lnTo>
                  <a:cubicBezTo>
                    <a:pt x="7157" y="7157"/>
                    <a:pt x="10239" y="6640"/>
                    <a:pt x="11045" y="6640"/>
                  </a:cubicBezTo>
                  <a:cubicBezTo>
                    <a:pt x="11122" y="6640"/>
                    <a:pt x="11178" y="6644"/>
                    <a:pt x="11209" y="6655"/>
                  </a:cubicBezTo>
                  <a:cubicBezTo>
                    <a:pt x="11693" y="6760"/>
                    <a:pt x="12097" y="6806"/>
                    <a:pt x="12432" y="6806"/>
                  </a:cubicBezTo>
                  <a:cubicBezTo>
                    <a:pt x="14832" y="6806"/>
                    <a:pt x="13693" y="4437"/>
                    <a:pt x="13693" y="4437"/>
                  </a:cubicBezTo>
                  <a:lnTo>
                    <a:pt x="14669" y="4437"/>
                  </a:lnTo>
                  <a:cubicBezTo>
                    <a:pt x="17626" y="2337"/>
                    <a:pt x="15645" y="1"/>
                    <a:pt x="15644"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3"/>
            <p:cNvSpPr/>
            <p:nvPr/>
          </p:nvSpPr>
          <p:spPr>
            <a:xfrm>
              <a:off x="5205020" y="2456021"/>
              <a:ext cx="598513" cy="424569"/>
            </a:xfrm>
            <a:custGeom>
              <a:avLst/>
              <a:gdLst/>
              <a:ahLst/>
              <a:cxnLst/>
              <a:rect l="l" t="t" r="r" b="b"/>
              <a:pathLst>
                <a:path w="42023" h="29810" extrusionOk="0">
                  <a:moveTo>
                    <a:pt x="3697" y="1"/>
                  </a:moveTo>
                  <a:lnTo>
                    <a:pt x="0" y="3579"/>
                  </a:lnTo>
                  <a:lnTo>
                    <a:pt x="385" y="24013"/>
                  </a:lnTo>
                  <a:lnTo>
                    <a:pt x="3697" y="27858"/>
                  </a:lnTo>
                  <a:lnTo>
                    <a:pt x="37587" y="29810"/>
                  </a:lnTo>
                  <a:lnTo>
                    <a:pt x="42023" y="24161"/>
                  </a:lnTo>
                  <a:lnTo>
                    <a:pt x="41165" y="6033"/>
                  </a:lnTo>
                  <a:lnTo>
                    <a:pt x="40041" y="3076"/>
                  </a:lnTo>
                  <a:lnTo>
                    <a:pt x="36729" y="858"/>
                  </a:lnTo>
                  <a:lnTo>
                    <a:pt x="369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3"/>
            <p:cNvSpPr/>
            <p:nvPr/>
          </p:nvSpPr>
          <p:spPr>
            <a:xfrm>
              <a:off x="5219334" y="2475391"/>
              <a:ext cx="529864" cy="384149"/>
            </a:xfrm>
            <a:custGeom>
              <a:avLst/>
              <a:gdLst/>
              <a:ahLst/>
              <a:cxnLst/>
              <a:rect l="l" t="t" r="r" b="b"/>
              <a:pathLst>
                <a:path w="37203" h="26972" extrusionOk="0">
                  <a:moveTo>
                    <a:pt x="25492" y="740"/>
                  </a:moveTo>
                  <a:lnTo>
                    <a:pt x="31791" y="977"/>
                  </a:lnTo>
                  <a:lnTo>
                    <a:pt x="33388" y="977"/>
                  </a:lnTo>
                  <a:lnTo>
                    <a:pt x="31791" y="859"/>
                  </a:lnTo>
                  <a:lnTo>
                    <a:pt x="25492" y="740"/>
                  </a:lnTo>
                  <a:close/>
                  <a:moveTo>
                    <a:pt x="34009" y="977"/>
                  </a:moveTo>
                  <a:lnTo>
                    <a:pt x="34245" y="1213"/>
                  </a:lnTo>
                  <a:lnTo>
                    <a:pt x="34866" y="1716"/>
                  </a:lnTo>
                  <a:lnTo>
                    <a:pt x="34245" y="1095"/>
                  </a:lnTo>
                  <a:lnTo>
                    <a:pt x="34009" y="977"/>
                  </a:lnTo>
                  <a:close/>
                  <a:moveTo>
                    <a:pt x="3194" y="1"/>
                  </a:moveTo>
                  <a:cubicBezTo>
                    <a:pt x="2219" y="977"/>
                    <a:pt x="1095" y="2101"/>
                    <a:pt x="119" y="3195"/>
                  </a:cubicBezTo>
                  <a:lnTo>
                    <a:pt x="1" y="3195"/>
                  </a:lnTo>
                  <a:cubicBezTo>
                    <a:pt x="119" y="8991"/>
                    <a:pt x="237" y="15408"/>
                    <a:pt x="237" y="22062"/>
                  </a:cubicBezTo>
                  <a:lnTo>
                    <a:pt x="237" y="22180"/>
                  </a:lnTo>
                  <a:lnTo>
                    <a:pt x="3194" y="25492"/>
                  </a:lnTo>
                  <a:lnTo>
                    <a:pt x="3313" y="25492"/>
                  </a:lnTo>
                  <a:lnTo>
                    <a:pt x="4052" y="25611"/>
                  </a:lnTo>
                  <a:lnTo>
                    <a:pt x="35340" y="26971"/>
                  </a:lnTo>
                  <a:lnTo>
                    <a:pt x="35340" y="26853"/>
                  </a:lnTo>
                  <a:lnTo>
                    <a:pt x="37203" y="24753"/>
                  </a:lnTo>
                  <a:lnTo>
                    <a:pt x="37203" y="24635"/>
                  </a:lnTo>
                  <a:lnTo>
                    <a:pt x="37203" y="3934"/>
                  </a:lnTo>
                  <a:lnTo>
                    <a:pt x="34866" y="1716"/>
                  </a:lnTo>
                  <a:lnTo>
                    <a:pt x="37084" y="3934"/>
                  </a:lnTo>
                  <a:lnTo>
                    <a:pt x="37084" y="24635"/>
                  </a:lnTo>
                  <a:lnTo>
                    <a:pt x="35226" y="26729"/>
                  </a:lnTo>
                  <a:lnTo>
                    <a:pt x="35226" y="26729"/>
                  </a:lnTo>
                  <a:lnTo>
                    <a:pt x="4052" y="25256"/>
                  </a:lnTo>
                  <a:lnTo>
                    <a:pt x="3431" y="25256"/>
                  </a:lnTo>
                  <a:lnTo>
                    <a:pt x="474" y="21914"/>
                  </a:lnTo>
                  <a:lnTo>
                    <a:pt x="474" y="22062"/>
                  </a:lnTo>
                  <a:cubicBezTo>
                    <a:pt x="474" y="15453"/>
                    <a:pt x="357" y="9077"/>
                    <a:pt x="240" y="3311"/>
                  </a:cubicBezTo>
                  <a:lnTo>
                    <a:pt x="240" y="3311"/>
                  </a:lnTo>
                  <a:cubicBezTo>
                    <a:pt x="1333" y="2217"/>
                    <a:pt x="2338" y="1094"/>
                    <a:pt x="3313" y="119"/>
                  </a:cubicBezTo>
                  <a:lnTo>
                    <a:pt x="25492" y="740"/>
                  </a:lnTo>
                  <a:lnTo>
                    <a:pt x="25492" y="740"/>
                  </a:lnTo>
                  <a:lnTo>
                    <a:pt x="3313"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3"/>
            <p:cNvSpPr/>
            <p:nvPr/>
          </p:nvSpPr>
          <p:spPr>
            <a:xfrm>
              <a:off x="5243760" y="2508675"/>
              <a:ext cx="493232" cy="323063"/>
            </a:xfrm>
            <a:custGeom>
              <a:avLst/>
              <a:gdLst/>
              <a:ahLst/>
              <a:cxnLst/>
              <a:rect l="l" t="t" r="r" b="b"/>
              <a:pathLst>
                <a:path w="34631" h="22683" extrusionOk="0">
                  <a:moveTo>
                    <a:pt x="1" y="0"/>
                  </a:moveTo>
                  <a:lnTo>
                    <a:pt x="977" y="20701"/>
                  </a:lnTo>
                  <a:lnTo>
                    <a:pt x="34630" y="22682"/>
                  </a:lnTo>
                  <a:lnTo>
                    <a:pt x="34127" y="858"/>
                  </a:lnTo>
                  <a:lnTo>
                    <a:pt x="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3"/>
            <p:cNvSpPr/>
            <p:nvPr/>
          </p:nvSpPr>
          <p:spPr>
            <a:xfrm>
              <a:off x="5392865" y="2538570"/>
              <a:ext cx="323063" cy="206815"/>
            </a:xfrm>
            <a:custGeom>
              <a:avLst/>
              <a:gdLst/>
              <a:ahLst/>
              <a:cxnLst/>
              <a:rect l="l" t="t" r="r" b="b"/>
              <a:pathLst>
                <a:path w="22683" h="14521" extrusionOk="0">
                  <a:moveTo>
                    <a:pt x="0" y="1"/>
                  </a:moveTo>
                  <a:lnTo>
                    <a:pt x="503" y="13545"/>
                  </a:lnTo>
                  <a:lnTo>
                    <a:pt x="22682" y="14521"/>
                  </a:lnTo>
                  <a:lnTo>
                    <a:pt x="22682" y="474"/>
                  </a:lnTo>
                  <a:lnTo>
                    <a:pt x="0"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3"/>
            <p:cNvSpPr/>
            <p:nvPr/>
          </p:nvSpPr>
          <p:spPr>
            <a:xfrm>
              <a:off x="5496479" y="2519671"/>
              <a:ext cx="231669" cy="216458"/>
            </a:xfrm>
            <a:custGeom>
              <a:avLst/>
              <a:gdLst/>
              <a:ahLst/>
              <a:cxnLst/>
              <a:rect l="l" t="t" r="r" b="b"/>
              <a:pathLst>
                <a:path w="16266" h="15198" extrusionOk="0">
                  <a:moveTo>
                    <a:pt x="8222" y="1"/>
                  </a:moveTo>
                  <a:cubicBezTo>
                    <a:pt x="4496" y="1"/>
                    <a:pt x="1292" y="2681"/>
                    <a:pt x="621" y="6385"/>
                  </a:cubicBezTo>
                  <a:cubicBezTo>
                    <a:pt x="0" y="10554"/>
                    <a:pt x="2721" y="14517"/>
                    <a:pt x="6891" y="15109"/>
                  </a:cubicBezTo>
                  <a:cubicBezTo>
                    <a:pt x="7295" y="15168"/>
                    <a:pt x="7696" y="15197"/>
                    <a:pt x="8090" y="15197"/>
                  </a:cubicBezTo>
                  <a:cubicBezTo>
                    <a:pt x="11796" y="15197"/>
                    <a:pt x="14976" y="12634"/>
                    <a:pt x="15644" y="8839"/>
                  </a:cubicBezTo>
                  <a:cubicBezTo>
                    <a:pt x="16265" y="4640"/>
                    <a:pt x="13426" y="825"/>
                    <a:pt x="9375" y="86"/>
                  </a:cubicBezTo>
                  <a:cubicBezTo>
                    <a:pt x="8986" y="28"/>
                    <a:pt x="8601" y="1"/>
                    <a:pt x="82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3"/>
            <p:cNvSpPr/>
            <p:nvPr/>
          </p:nvSpPr>
          <p:spPr>
            <a:xfrm>
              <a:off x="5507004" y="2540265"/>
              <a:ext cx="208923" cy="188585"/>
            </a:xfrm>
            <a:custGeom>
              <a:avLst/>
              <a:gdLst/>
              <a:ahLst/>
              <a:cxnLst/>
              <a:rect l="l" t="t" r="r" b="b"/>
              <a:pathLst>
                <a:path w="14669" h="13241" extrusionOk="0">
                  <a:moveTo>
                    <a:pt x="3461" y="0"/>
                  </a:moveTo>
                  <a:cubicBezTo>
                    <a:pt x="3076" y="355"/>
                    <a:pt x="2721" y="858"/>
                    <a:pt x="2455" y="1242"/>
                  </a:cubicBezTo>
                  <a:cubicBezTo>
                    <a:pt x="1" y="4673"/>
                    <a:pt x="740" y="9375"/>
                    <a:pt x="4200" y="11829"/>
                  </a:cubicBezTo>
                  <a:cubicBezTo>
                    <a:pt x="5492" y="12787"/>
                    <a:pt x="7015" y="13240"/>
                    <a:pt x="8529" y="13240"/>
                  </a:cubicBezTo>
                  <a:cubicBezTo>
                    <a:pt x="10896" y="13240"/>
                    <a:pt x="13244" y="12133"/>
                    <a:pt x="14668" y="10114"/>
                  </a:cubicBezTo>
                  <a:lnTo>
                    <a:pt x="14668" y="1242"/>
                  </a:lnTo>
                  <a:cubicBezTo>
                    <a:pt x="14550" y="976"/>
                    <a:pt x="14284" y="621"/>
                    <a:pt x="13929" y="355"/>
                  </a:cubicBezTo>
                  <a:lnTo>
                    <a:pt x="3461" y="0"/>
                  </a:ln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3"/>
            <p:cNvSpPr/>
            <p:nvPr/>
          </p:nvSpPr>
          <p:spPr>
            <a:xfrm>
              <a:off x="5257661" y="2731485"/>
              <a:ext cx="144063" cy="72153"/>
            </a:xfrm>
            <a:custGeom>
              <a:avLst/>
              <a:gdLst/>
              <a:ahLst/>
              <a:cxnLst/>
              <a:rect l="l" t="t" r="r" b="b"/>
              <a:pathLst>
                <a:path w="10115" h="5066" extrusionOk="0">
                  <a:moveTo>
                    <a:pt x="9996" y="0"/>
                  </a:moveTo>
                  <a:cubicBezTo>
                    <a:pt x="9996" y="0"/>
                    <a:pt x="7778" y="976"/>
                    <a:pt x="4939" y="2455"/>
                  </a:cubicBezTo>
                  <a:cubicBezTo>
                    <a:pt x="2219" y="3815"/>
                    <a:pt x="1" y="5057"/>
                    <a:pt x="1" y="5057"/>
                  </a:cubicBezTo>
                  <a:cubicBezTo>
                    <a:pt x="1" y="5063"/>
                    <a:pt x="6" y="5066"/>
                    <a:pt x="18" y="5066"/>
                  </a:cubicBezTo>
                  <a:cubicBezTo>
                    <a:pt x="234" y="5066"/>
                    <a:pt x="2472" y="4013"/>
                    <a:pt x="5058" y="2721"/>
                  </a:cubicBezTo>
                  <a:cubicBezTo>
                    <a:pt x="7897" y="1242"/>
                    <a:pt x="10114" y="0"/>
                    <a:pt x="999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3"/>
            <p:cNvSpPr/>
            <p:nvPr/>
          </p:nvSpPr>
          <p:spPr>
            <a:xfrm>
              <a:off x="5377283" y="2161187"/>
              <a:ext cx="593043" cy="242208"/>
            </a:xfrm>
            <a:custGeom>
              <a:avLst/>
              <a:gdLst/>
              <a:ahLst/>
              <a:cxnLst/>
              <a:rect l="l" t="t" r="r" b="b"/>
              <a:pathLst>
                <a:path w="41639" h="17006" extrusionOk="0">
                  <a:moveTo>
                    <a:pt x="4052" y="1"/>
                  </a:moveTo>
                  <a:cubicBezTo>
                    <a:pt x="2070" y="1"/>
                    <a:pt x="0" y="1716"/>
                    <a:pt x="0" y="3698"/>
                  </a:cubicBezTo>
                  <a:lnTo>
                    <a:pt x="0" y="6655"/>
                  </a:lnTo>
                  <a:cubicBezTo>
                    <a:pt x="0" y="8873"/>
                    <a:pt x="1834" y="10706"/>
                    <a:pt x="4052" y="10706"/>
                  </a:cubicBezTo>
                  <a:lnTo>
                    <a:pt x="13426" y="10706"/>
                  </a:lnTo>
                  <a:cubicBezTo>
                    <a:pt x="14402" y="10706"/>
                    <a:pt x="15378" y="10588"/>
                    <a:pt x="16383" y="10115"/>
                  </a:cubicBezTo>
                  <a:lnTo>
                    <a:pt x="18217" y="9494"/>
                  </a:lnTo>
                  <a:lnTo>
                    <a:pt x="18217" y="9494"/>
                  </a:lnTo>
                  <a:cubicBezTo>
                    <a:pt x="18099" y="9612"/>
                    <a:pt x="18217" y="11593"/>
                    <a:pt x="18217" y="11593"/>
                  </a:cubicBezTo>
                  <a:lnTo>
                    <a:pt x="21056" y="16621"/>
                  </a:lnTo>
                  <a:lnTo>
                    <a:pt x="28685" y="17005"/>
                  </a:lnTo>
                  <a:lnTo>
                    <a:pt x="28685" y="16384"/>
                  </a:lnTo>
                  <a:lnTo>
                    <a:pt x="25610" y="11593"/>
                  </a:lnTo>
                  <a:lnTo>
                    <a:pt x="25610" y="7276"/>
                  </a:lnTo>
                  <a:lnTo>
                    <a:pt x="33387" y="7010"/>
                  </a:lnTo>
                  <a:lnTo>
                    <a:pt x="33387" y="9228"/>
                  </a:lnTo>
                  <a:lnTo>
                    <a:pt x="33387" y="12569"/>
                  </a:lnTo>
                  <a:lnTo>
                    <a:pt x="38060" y="13190"/>
                  </a:lnTo>
                  <a:lnTo>
                    <a:pt x="41638" y="13811"/>
                  </a:lnTo>
                  <a:lnTo>
                    <a:pt x="41638" y="119"/>
                  </a:lnTo>
                  <a:lnTo>
                    <a:pt x="1650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3"/>
            <p:cNvSpPr/>
            <p:nvPr/>
          </p:nvSpPr>
          <p:spPr>
            <a:xfrm>
              <a:off x="5373495" y="2161187"/>
              <a:ext cx="254400" cy="152494"/>
            </a:xfrm>
            <a:custGeom>
              <a:avLst/>
              <a:gdLst/>
              <a:ahLst/>
              <a:cxnLst/>
              <a:rect l="l" t="t" r="r" b="b"/>
              <a:pathLst>
                <a:path w="17862" h="10707" extrusionOk="0">
                  <a:moveTo>
                    <a:pt x="5057" y="1"/>
                  </a:moveTo>
                  <a:cubicBezTo>
                    <a:pt x="2218" y="1"/>
                    <a:pt x="0" y="2337"/>
                    <a:pt x="0" y="5176"/>
                  </a:cubicBezTo>
                  <a:lnTo>
                    <a:pt x="0" y="5679"/>
                  </a:lnTo>
                  <a:cubicBezTo>
                    <a:pt x="0" y="8488"/>
                    <a:pt x="2218" y="10706"/>
                    <a:pt x="5057" y="10706"/>
                  </a:cubicBezTo>
                  <a:lnTo>
                    <a:pt x="12835" y="10706"/>
                  </a:lnTo>
                  <a:cubicBezTo>
                    <a:pt x="15644" y="10706"/>
                    <a:pt x="17862" y="8488"/>
                    <a:pt x="17862" y="5679"/>
                  </a:cubicBezTo>
                  <a:lnTo>
                    <a:pt x="17862" y="5176"/>
                  </a:lnTo>
                  <a:cubicBezTo>
                    <a:pt x="17862" y="2337"/>
                    <a:pt x="15644" y="1"/>
                    <a:pt x="128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3"/>
            <p:cNvSpPr/>
            <p:nvPr/>
          </p:nvSpPr>
          <p:spPr>
            <a:xfrm>
              <a:off x="5415610" y="2217217"/>
              <a:ext cx="156269" cy="35393"/>
            </a:xfrm>
            <a:custGeom>
              <a:avLst/>
              <a:gdLst/>
              <a:ahLst/>
              <a:cxnLst/>
              <a:rect l="l" t="t" r="r" b="b"/>
              <a:pathLst>
                <a:path w="10972" h="2485" extrusionOk="0">
                  <a:moveTo>
                    <a:pt x="1124" y="0"/>
                  </a:moveTo>
                  <a:cubicBezTo>
                    <a:pt x="503" y="0"/>
                    <a:pt x="0" y="621"/>
                    <a:pt x="0" y="1242"/>
                  </a:cubicBezTo>
                  <a:cubicBezTo>
                    <a:pt x="0" y="1981"/>
                    <a:pt x="503" y="2484"/>
                    <a:pt x="1124" y="2484"/>
                  </a:cubicBezTo>
                  <a:lnTo>
                    <a:pt x="9878" y="2484"/>
                  </a:lnTo>
                  <a:cubicBezTo>
                    <a:pt x="10469" y="2484"/>
                    <a:pt x="10972" y="1981"/>
                    <a:pt x="10972" y="1242"/>
                  </a:cubicBezTo>
                  <a:cubicBezTo>
                    <a:pt x="10972" y="621"/>
                    <a:pt x="10469" y="0"/>
                    <a:pt x="987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3"/>
            <p:cNvSpPr/>
            <p:nvPr/>
          </p:nvSpPr>
          <p:spPr>
            <a:xfrm>
              <a:off x="5636725" y="2161187"/>
              <a:ext cx="59833" cy="135218"/>
            </a:xfrm>
            <a:custGeom>
              <a:avLst/>
              <a:gdLst/>
              <a:ahLst/>
              <a:cxnLst/>
              <a:rect l="l" t="t" r="r" b="b"/>
              <a:pathLst>
                <a:path w="4201" h="9494" extrusionOk="0">
                  <a:moveTo>
                    <a:pt x="1361" y="1"/>
                  </a:moveTo>
                  <a:cubicBezTo>
                    <a:pt x="1864" y="356"/>
                    <a:pt x="2337" y="740"/>
                    <a:pt x="2840" y="1095"/>
                  </a:cubicBezTo>
                  <a:cubicBezTo>
                    <a:pt x="3224" y="1598"/>
                    <a:pt x="3579" y="2101"/>
                    <a:pt x="3697" y="2722"/>
                  </a:cubicBezTo>
                  <a:cubicBezTo>
                    <a:pt x="3816" y="3579"/>
                    <a:pt x="3964" y="4319"/>
                    <a:pt x="3964" y="5058"/>
                  </a:cubicBezTo>
                  <a:cubicBezTo>
                    <a:pt x="3816" y="5915"/>
                    <a:pt x="3461" y="6536"/>
                    <a:pt x="2958" y="7158"/>
                  </a:cubicBezTo>
                  <a:cubicBezTo>
                    <a:pt x="2485" y="7631"/>
                    <a:pt x="1982" y="8133"/>
                    <a:pt x="1479" y="8488"/>
                  </a:cubicBezTo>
                  <a:cubicBezTo>
                    <a:pt x="622" y="9109"/>
                    <a:pt x="1" y="9375"/>
                    <a:pt x="1" y="9494"/>
                  </a:cubicBezTo>
                  <a:cubicBezTo>
                    <a:pt x="119" y="9375"/>
                    <a:pt x="267" y="9375"/>
                    <a:pt x="385" y="9228"/>
                  </a:cubicBezTo>
                  <a:cubicBezTo>
                    <a:pt x="858" y="9109"/>
                    <a:pt x="1243" y="8873"/>
                    <a:pt x="1598" y="8636"/>
                  </a:cubicBezTo>
                  <a:cubicBezTo>
                    <a:pt x="2100" y="8252"/>
                    <a:pt x="2603" y="7749"/>
                    <a:pt x="3076" y="7276"/>
                  </a:cubicBezTo>
                  <a:cubicBezTo>
                    <a:pt x="3697" y="6655"/>
                    <a:pt x="4082" y="5915"/>
                    <a:pt x="4200" y="5176"/>
                  </a:cubicBezTo>
                  <a:cubicBezTo>
                    <a:pt x="4200" y="4319"/>
                    <a:pt x="4200" y="3461"/>
                    <a:pt x="3964" y="2722"/>
                  </a:cubicBezTo>
                  <a:cubicBezTo>
                    <a:pt x="3697" y="2101"/>
                    <a:pt x="3461" y="1480"/>
                    <a:pt x="2958" y="977"/>
                  </a:cubicBezTo>
                  <a:cubicBezTo>
                    <a:pt x="2603" y="622"/>
                    <a:pt x="2219" y="356"/>
                    <a:pt x="1864" y="238"/>
                  </a:cubicBezTo>
                  <a:cubicBezTo>
                    <a:pt x="1746" y="119"/>
                    <a:pt x="1598" y="1"/>
                    <a:pt x="136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3"/>
            <p:cNvSpPr/>
            <p:nvPr/>
          </p:nvSpPr>
          <p:spPr>
            <a:xfrm>
              <a:off x="5247135" y="2050295"/>
              <a:ext cx="331907" cy="105437"/>
            </a:xfrm>
            <a:custGeom>
              <a:avLst/>
              <a:gdLst/>
              <a:ahLst/>
              <a:cxnLst/>
              <a:rect l="l" t="t" r="r" b="b"/>
              <a:pathLst>
                <a:path w="23304" h="7403" extrusionOk="0">
                  <a:moveTo>
                    <a:pt x="20463" y="0"/>
                  </a:moveTo>
                  <a:cubicBezTo>
                    <a:pt x="20385" y="0"/>
                    <a:pt x="20307" y="3"/>
                    <a:pt x="20228" y="9"/>
                  </a:cubicBezTo>
                  <a:lnTo>
                    <a:pt x="0" y="1873"/>
                  </a:lnTo>
                  <a:lnTo>
                    <a:pt x="858" y="7403"/>
                  </a:lnTo>
                  <a:lnTo>
                    <a:pt x="20701" y="5332"/>
                  </a:lnTo>
                  <a:cubicBezTo>
                    <a:pt x="22180" y="5066"/>
                    <a:pt x="23303" y="3854"/>
                    <a:pt x="23037" y="2375"/>
                  </a:cubicBezTo>
                  <a:cubicBezTo>
                    <a:pt x="22925" y="976"/>
                    <a:pt x="21833" y="0"/>
                    <a:pt x="2046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3"/>
            <p:cNvSpPr/>
            <p:nvPr/>
          </p:nvSpPr>
          <p:spPr>
            <a:xfrm>
              <a:off x="5873862" y="1992727"/>
              <a:ext cx="394660" cy="261564"/>
            </a:xfrm>
            <a:custGeom>
              <a:avLst/>
              <a:gdLst/>
              <a:ahLst/>
              <a:cxnLst/>
              <a:rect l="l" t="t" r="r" b="b"/>
              <a:pathLst>
                <a:path w="27710" h="18365" extrusionOk="0">
                  <a:moveTo>
                    <a:pt x="0" y="0"/>
                  </a:moveTo>
                  <a:lnTo>
                    <a:pt x="0" y="18364"/>
                  </a:lnTo>
                  <a:lnTo>
                    <a:pt x="27709" y="18364"/>
                  </a:lnTo>
                  <a:lnTo>
                    <a:pt x="27709"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3"/>
            <p:cNvSpPr/>
            <p:nvPr/>
          </p:nvSpPr>
          <p:spPr>
            <a:xfrm>
              <a:off x="5873862" y="1991032"/>
              <a:ext cx="396340" cy="263258"/>
            </a:xfrm>
            <a:custGeom>
              <a:avLst/>
              <a:gdLst/>
              <a:ahLst/>
              <a:cxnLst/>
              <a:rect l="l" t="t" r="r" b="b"/>
              <a:pathLst>
                <a:path w="27828" h="18484" extrusionOk="0">
                  <a:moveTo>
                    <a:pt x="118" y="1"/>
                  </a:moveTo>
                  <a:lnTo>
                    <a:pt x="0" y="119"/>
                  </a:lnTo>
                  <a:lnTo>
                    <a:pt x="0" y="9612"/>
                  </a:lnTo>
                  <a:lnTo>
                    <a:pt x="0" y="18365"/>
                  </a:lnTo>
                  <a:lnTo>
                    <a:pt x="0" y="18483"/>
                  </a:lnTo>
                  <a:lnTo>
                    <a:pt x="118" y="18483"/>
                  </a:lnTo>
                  <a:lnTo>
                    <a:pt x="20080" y="18365"/>
                  </a:lnTo>
                  <a:lnTo>
                    <a:pt x="19961" y="18365"/>
                  </a:lnTo>
                  <a:lnTo>
                    <a:pt x="237" y="18218"/>
                  </a:lnTo>
                  <a:lnTo>
                    <a:pt x="237" y="18218"/>
                  </a:lnTo>
                  <a:lnTo>
                    <a:pt x="237" y="9612"/>
                  </a:lnTo>
                  <a:lnTo>
                    <a:pt x="237" y="4910"/>
                  </a:lnTo>
                  <a:lnTo>
                    <a:pt x="237" y="2574"/>
                  </a:lnTo>
                  <a:lnTo>
                    <a:pt x="237" y="237"/>
                  </a:lnTo>
                  <a:lnTo>
                    <a:pt x="27591" y="237"/>
                  </a:lnTo>
                  <a:lnTo>
                    <a:pt x="27591" y="13427"/>
                  </a:lnTo>
                  <a:lnTo>
                    <a:pt x="27591" y="17123"/>
                  </a:lnTo>
                  <a:lnTo>
                    <a:pt x="27591" y="18099"/>
                  </a:lnTo>
                  <a:lnTo>
                    <a:pt x="27591" y="18365"/>
                  </a:lnTo>
                  <a:cubicBezTo>
                    <a:pt x="27591" y="18365"/>
                    <a:pt x="27709" y="18365"/>
                    <a:pt x="27709" y="18099"/>
                  </a:cubicBezTo>
                  <a:lnTo>
                    <a:pt x="27709" y="17123"/>
                  </a:lnTo>
                  <a:lnTo>
                    <a:pt x="27709" y="13545"/>
                  </a:lnTo>
                  <a:cubicBezTo>
                    <a:pt x="27828" y="10351"/>
                    <a:pt x="27828" y="5797"/>
                    <a:pt x="27828" y="119"/>
                  </a:cubicBezTo>
                  <a:lnTo>
                    <a:pt x="27709" y="119"/>
                  </a:lnTo>
                  <a:lnTo>
                    <a:pt x="11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3"/>
            <p:cNvSpPr/>
            <p:nvPr/>
          </p:nvSpPr>
          <p:spPr>
            <a:xfrm>
              <a:off x="5287570" y="2138456"/>
              <a:ext cx="133523" cy="15596"/>
            </a:xfrm>
            <a:custGeom>
              <a:avLst/>
              <a:gdLst/>
              <a:ahLst/>
              <a:cxnLst/>
              <a:rect l="l" t="t" r="r" b="b"/>
              <a:pathLst>
                <a:path w="9375" h="1095" extrusionOk="0">
                  <a:moveTo>
                    <a:pt x="9375" y="0"/>
                  </a:moveTo>
                  <a:cubicBezTo>
                    <a:pt x="8872" y="0"/>
                    <a:pt x="8517" y="0"/>
                    <a:pt x="8014" y="118"/>
                  </a:cubicBezTo>
                  <a:lnTo>
                    <a:pt x="4673" y="355"/>
                  </a:lnTo>
                  <a:cubicBezTo>
                    <a:pt x="3342" y="621"/>
                    <a:pt x="2218" y="739"/>
                    <a:pt x="1361" y="858"/>
                  </a:cubicBezTo>
                  <a:cubicBezTo>
                    <a:pt x="858" y="858"/>
                    <a:pt x="503" y="976"/>
                    <a:pt x="0" y="1094"/>
                  </a:cubicBezTo>
                  <a:cubicBezTo>
                    <a:pt x="503" y="1094"/>
                    <a:pt x="976" y="1094"/>
                    <a:pt x="1361" y="976"/>
                  </a:cubicBezTo>
                  <a:lnTo>
                    <a:pt x="4673" y="739"/>
                  </a:lnTo>
                  <a:cubicBezTo>
                    <a:pt x="6033" y="621"/>
                    <a:pt x="7157" y="355"/>
                    <a:pt x="8014" y="237"/>
                  </a:cubicBezTo>
                  <a:cubicBezTo>
                    <a:pt x="8517" y="237"/>
                    <a:pt x="8872" y="118"/>
                    <a:pt x="937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3"/>
            <p:cNvSpPr/>
            <p:nvPr/>
          </p:nvSpPr>
          <p:spPr>
            <a:xfrm>
              <a:off x="5324629" y="2173407"/>
              <a:ext cx="24440" cy="34552"/>
            </a:xfrm>
            <a:custGeom>
              <a:avLst/>
              <a:gdLst/>
              <a:ahLst/>
              <a:cxnLst/>
              <a:rect l="l" t="t" r="r" b="b"/>
              <a:pathLst>
                <a:path w="1716" h="2426" extrusionOk="0">
                  <a:moveTo>
                    <a:pt x="1213" y="1"/>
                  </a:moveTo>
                  <a:lnTo>
                    <a:pt x="1213" y="503"/>
                  </a:lnTo>
                  <a:cubicBezTo>
                    <a:pt x="1331" y="1124"/>
                    <a:pt x="977" y="1864"/>
                    <a:pt x="356" y="2219"/>
                  </a:cubicBezTo>
                  <a:cubicBezTo>
                    <a:pt x="119" y="2337"/>
                    <a:pt x="1" y="2337"/>
                    <a:pt x="1" y="2337"/>
                  </a:cubicBezTo>
                  <a:cubicBezTo>
                    <a:pt x="1" y="2396"/>
                    <a:pt x="60" y="2426"/>
                    <a:pt x="149" y="2426"/>
                  </a:cubicBezTo>
                  <a:cubicBezTo>
                    <a:pt x="237" y="2426"/>
                    <a:pt x="356" y="2396"/>
                    <a:pt x="474" y="2337"/>
                  </a:cubicBezTo>
                  <a:cubicBezTo>
                    <a:pt x="1213" y="2100"/>
                    <a:pt x="1716" y="1243"/>
                    <a:pt x="1479" y="385"/>
                  </a:cubicBezTo>
                  <a:cubicBezTo>
                    <a:pt x="1331" y="119"/>
                    <a:pt x="1213" y="1"/>
                    <a:pt x="12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3"/>
            <p:cNvSpPr/>
            <p:nvPr/>
          </p:nvSpPr>
          <p:spPr>
            <a:xfrm>
              <a:off x="5563020" y="2060948"/>
              <a:ext cx="16023" cy="52669"/>
            </a:xfrm>
            <a:custGeom>
              <a:avLst/>
              <a:gdLst/>
              <a:ahLst/>
              <a:cxnLst/>
              <a:rect l="l" t="t" r="r" b="b"/>
              <a:pathLst>
                <a:path w="1125" h="3698" extrusionOk="0">
                  <a:moveTo>
                    <a:pt x="1" y="1"/>
                  </a:moveTo>
                  <a:cubicBezTo>
                    <a:pt x="1" y="1"/>
                    <a:pt x="119" y="149"/>
                    <a:pt x="385" y="503"/>
                  </a:cubicBezTo>
                  <a:cubicBezTo>
                    <a:pt x="622" y="888"/>
                    <a:pt x="740" y="1243"/>
                    <a:pt x="740" y="1746"/>
                  </a:cubicBezTo>
                  <a:cubicBezTo>
                    <a:pt x="740" y="2219"/>
                    <a:pt x="740" y="2721"/>
                    <a:pt x="503" y="3106"/>
                  </a:cubicBezTo>
                  <a:cubicBezTo>
                    <a:pt x="385" y="3461"/>
                    <a:pt x="267" y="3697"/>
                    <a:pt x="267" y="3697"/>
                  </a:cubicBezTo>
                  <a:cubicBezTo>
                    <a:pt x="267" y="3697"/>
                    <a:pt x="503" y="3579"/>
                    <a:pt x="740" y="3224"/>
                  </a:cubicBezTo>
                  <a:cubicBezTo>
                    <a:pt x="1006" y="2840"/>
                    <a:pt x="1124" y="2219"/>
                    <a:pt x="1124" y="1746"/>
                  </a:cubicBezTo>
                  <a:cubicBezTo>
                    <a:pt x="1124" y="1243"/>
                    <a:pt x="858" y="740"/>
                    <a:pt x="503" y="385"/>
                  </a:cubicBezTo>
                  <a:cubicBezTo>
                    <a:pt x="267" y="1"/>
                    <a:pt x="119"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3"/>
            <p:cNvSpPr/>
            <p:nvPr/>
          </p:nvSpPr>
          <p:spPr>
            <a:xfrm>
              <a:off x="4917350" y="2057274"/>
              <a:ext cx="356333" cy="160627"/>
            </a:xfrm>
            <a:custGeom>
              <a:avLst/>
              <a:gdLst/>
              <a:ahLst/>
              <a:cxnLst/>
              <a:rect l="l" t="t" r="r" b="b"/>
              <a:pathLst>
                <a:path w="25019" h="11278" extrusionOk="0">
                  <a:moveTo>
                    <a:pt x="19916" y="0"/>
                  </a:moveTo>
                  <a:cubicBezTo>
                    <a:pt x="19765" y="0"/>
                    <a:pt x="19612" y="8"/>
                    <a:pt x="19459" y="22"/>
                  </a:cubicBezTo>
                  <a:lnTo>
                    <a:pt x="4791" y="1383"/>
                  </a:lnTo>
                  <a:lnTo>
                    <a:pt x="4673" y="1383"/>
                  </a:lnTo>
                  <a:cubicBezTo>
                    <a:pt x="1982" y="1737"/>
                    <a:pt x="0" y="4221"/>
                    <a:pt x="355" y="6913"/>
                  </a:cubicBezTo>
                  <a:cubicBezTo>
                    <a:pt x="707" y="9406"/>
                    <a:pt x="2798" y="11278"/>
                    <a:pt x="5239" y="11278"/>
                  </a:cubicBezTo>
                  <a:cubicBezTo>
                    <a:pt x="5461" y="11278"/>
                    <a:pt x="5687" y="11262"/>
                    <a:pt x="5915" y="11230"/>
                  </a:cubicBezTo>
                  <a:lnTo>
                    <a:pt x="20464" y="9515"/>
                  </a:lnTo>
                  <a:cubicBezTo>
                    <a:pt x="20464" y="9515"/>
                    <a:pt x="20583" y="9397"/>
                    <a:pt x="20701" y="9397"/>
                  </a:cubicBezTo>
                  <a:cubicBezTo>
                    <a:pt x="23274" y="9012"/>
                    <a:pt x="25018" y="6558"/>
                    <a:pt x="24516" y="3955"/>
                  </a:cubicBezTo>
                  <a:cubicBezTo>
                    <a:pt x="24183" y="1652"/>
                    <a:pt x="22210" y="0"/>
                    <a:pt x="199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3"/>
            <p:cNvSpPr/>
            <p:nvPr/>
          </p:nvSpPr>
          <p:spPr>
            <a:xfrm>
              <a:off x="5003261" y="2089177"/>
              <a:ext cx="45505" cy="115834"/>
            </a:xfrm>
            <a:custGeom>
              <a:avLst/>
              <a:gdLst/>
              <a:ahLst/>
              <a:cxnLst/>
              <a:rect l="l" t="t" r="r" b="b"/>
              <a:pathLst>
                <a:path w="3195" h="8133" extrusionOk="0">
                  <a:moveTo>
                    <a:pt x="1" y="0"/>
                  </a:moveTo>
                  <a:cubicBezTo>
                    <a:pt x="504" y="118"/>
                    <a:pt x="859" y="385"/>
                    <a:pt x="1243" y="739"/>
                  </a:cubicBezTo>
                  <a:cubicBezTo>
                    <a:pt x="2101" y="1479"/>
                    <a:pt x="2722" y="2602"/>
                    <a:pt x="2840" y="3697"/>
                  </a:cubicBezTo>
                  <a:cubicBezTo>
                    <a:pt x="2958" y="4820"/>
                    <a:pt x="2722" y="6033"/>
                    <a:pt x="2219" y="7038"/>
                  </a:cubicBezTo>
                  <a:cubicBezTo>
                    <a:pt x="1982" y="7393"/>
                    <a:pt x="1716" y="7778"/>
                    <a:pt x="1361" y="8133"/>
                  </a:cubicBezTo>
                  <a:cubicBezTo>
                    <a:pt x="1480" y="8133"/>
                    <a:pt x="1598" y="8014"/>
                    <a:pt x="1716" y="7896"/>
                  </a:cubicBezTo>
                  <a:cubicBezTo>
                    <a:pt x="1982" y="7630"/>
                    <a:pt x="2219" y="7393"/>
                    <a:pt x="2337" y="7157"/>
                  </a:cubicBezTo>
                  <a:cubicBezTo>
                    <a:pt x="2958" y="6033"/>
                    <a:pt x="3195" y="4820"/>
                    <a:pt x="3077" y="3697"/>
                  </a:cubicBezTo>
                  <a:cubicBezTo>
                    <a:pt x="2958" y="2957"/>
                    <a:pt x="2840" y="2336"/>
                    <a:pt x="2456" y="1863"/>
                  </a:cubicBezTo>
                  <a:cubicBezTo>
                    <a:pt x="2101" y="1360"/>
                    <a:pt x="1864" y="858"/>
                    <a:pt x="1361" y="621"/>
                  </a:cubicBezTo>
                  <a:cubicBezTo>
                    <a:pt x="1125" y="385"/>
                    <a:pt x="740" y="118"/>
                    <a:pt x="385"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3"/>
            <p:cNvSpPr/>
            <p:nvPr/>
          </p:nvSpPr>
          <p:spPr>
            <a:xfrm>
              <a:off x="5640513" y="2324192"/>
              <a:ext cx="149119" cy="72039"/>
            </a:xfrm>
            <a:custGeom>
              <a:avLst/>
              <a:gdLst/>
              <a:ahLst/>
              <a:cxnLst/>
              <a:rect l="l" t="t" r="r" b="b"/>
              <a:pathLst>
                <a:path w="10470" h="5058" extrusionOk="0">
                  <a:moveTo>
                    <a:pt x="7128" y="1"/>
                  </a:moveTo>
                  <a:lnTo>
                    <a:pt x="1953" y="148"/>
                  </a:lnTo>
                  <a:lnTo>
                    <a:pt x="1" y="148"/>
                  </a:lnTo>
                  <a:cubicBezTo>
                    <a:pt x="119" y="148"/>
                    <a:pt x="356" y="267"/>
                    <a:pt x="474" y="267"/>
                  </a:cubicBezTo>
                  <a:lnTo>
                    <a:pt x="7010" y="267"/>
                  </a:lnTo>
                  <a:cubicBezTo>
                    <a:pt x="7631" y="1006"/>
                    <a:pt x="8133" y="1864"/>
                    <a:pt x="8725" y="2839"/>
                  </a:cubicBezTo>
                  <a:lnTo>
                    <a:pt x="10009" y="4821"/>
                  </a:lnTo>
                  <a:lnTo>
                    <a:pt x="3077" y="4821"/>
                  </a:lnTo>
                  <a:cubicBezTo>
                    <a:pt x="2958" y="4821"/>
                    <a:pt x="2692" y="4821"/>
                    <a:pt x="2456" y="4939"/>
                  </a:cubicBezTo>
                  <a:lnTo>
                    <a:pt x="4673" y="4939"/>
                  </a:lnTo>
                  <a:lnTo>
                    <a:pt x="10203" y="5057"/>
                  </a:lnTo>
                  <a:lnTo>
                    <a:pt x="10470" y="5057"/>
                  </a:lnTo>
                  <a:lnTo>
                    <a:pt x="10351" y="4821"/>
                  </a:lnTo>
                  <a:lnTo>
                    <a:pt x="8991" y="2721"/>
                  </a:lnTo>
                  <a:lnTo>
                    <a:pt x="7246" y="148"/>
                  </a:lnTo>
                  <a:lnTo>
                    <a:pt x="724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3"/>
            <p:cNvSpPr/>
            <p:nvPr/>
          </p:nvSpPr>
          <p:spPr>
            <a:xfrm>
              <a:off x="5856173" y="2334718"/>
              <a:ext cx="114154" cy="4501"/>
            </a:xfrm>
            <a:custGeom>
              <a:avLst/>
              <a:gdLst/>
              <a:ahLst/>
              <a:cxnLst/>
              <a:rect l="l" t="t" r="r" b="b"/>
              <a:pathLst>
                <a:path w="8015" h="316" extrusionOk="0">
                  <a:moveTo>
                    <a:pt x="3933" y="1"/>
                  </a:moveTo>
                  <a:cubicBezTo>
                    <a:pt x="2721" y="1"/>
                    <a:pt x="1360" y="1"/>
                    <a:pt x="0" y="149"/>
                  </a:cubicBezTo>
                  <a:cubicBezTo>
                    <a:pt x="962" y="232"/>
                    <a:pt x="1924" y="316"/>
                    <a:pt x="2833" y="316"/>
                  </a:cubicBezTo>
                  <a:cubicBezTo>
                    <a:pt x="3210" y="316"/>
                    <a:pt x="3578" y="302"/>
                    <a:pt x="3933" y="267"/>
                  </a:cubicBezTo>
                  <a:cubicBezTo>
                    <a:pt x="4332" y="302"/>
                    <a:pt x="4730" y="316"/>
                    <a:pt x="5128" y="316"/>
                  </a:cubicBezTo>
                  <a:cubicBezTo>
                    <a:pt x="6090" y="316"/>
                    <a:pt x="7052" y="232"/>
                    <a:pt x="8014" y="149"/>
                  </a:cubicBezTo>
                  <a:cubicBezTo>
                    <a:pt x="6654" y="1"/>
                    <a:pt x="5294" y="1"/>
                    <a:pt x="39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3"/>
            <p:cNvSpPr/>
            <p:nvPr/>
          </p:nvSpPr>
          <p:spPr>
            <a:xfrm>
              <a:off x="5771929" y="2362946"/>
              <a:ext cx="203454" cy="349169"/>
            </a:xfrm>
            <a:custGeom>
              <a:avLst/>
              <a:gdLst/>
              <a:ahLst/>
              <a:cxnLst/>
              <a:rect l="l" t="t" r="r" b="b"/>
              <a:pathLst>
                <a:path w="14285" h="24516" extrusionOk="0">
                  <a:moveTo>
                    <a:pt x="1" y="0"/>
                  </a:moveTo>
                  <a:lnTo>
                    <a:pt x="976" y="237"/>
                  </a:lnTo>
                  <a:cubicBezTo>
                    <a:pt x="1864" y="385"/>
                    <a:pt x="2958" y="621"/>
                    <a:pt x="4436" y="976"/>
                  </a:cubicBezTo>
                  <a:cubicBezTo>
                    <a:pt x="6152" y="1360"/>
                    <a:pt x="7778" y="2100"/>
                    <a:pt x="9257" y="2957"/>
                  </a:cubicBezTo>
                  <a:cubicBezTo>
                    <a:pt x="10114" y="3460"/>
                    <a:pt x="10854" y="4199"/>
                    <a:pt x="11475" y="5057"/>
                  </a:cubicBezTo>
                  <a:cubicBezTo>
                    <a:pt x="11948" y="5915"/>
                    <a:pt x="12451" y="7038"/>
                    <a:pt x="12687" y="8014"/>
                  </a:cubicBezTo>
                  <a:cubicBezTo>
                    <a:pt x="12953" y="9108"/>
                    <a:pt x="13072" y="10232"/>
                    <a:pt x="13190" y="11326"/>
                  </a:cubicBezTo>
                  <a:cubicBezTo>
                    <a:pt x="13308" y="12450"/>
                    <a:pt x="13426" y="13426"/>
                    <a:pt x="13545" y="14431"/>
                  </a:cubicBezTo>
                  <a:cubicBezTo>
                    <a:pt x="13811" y="16383"/>
                    <a:pt x="13929" y="18128"/>
                    <a:pt x="14047" y="19607"/>
                  </a:cubicBezTo>
                  <a:cubicBezTo>
                    <a:pt x="14047" y="21085"/>
                    <a:pt x="14166" y="22298"/>
                    <a:pt x="14166" y="23155"/>
                  </a:cubicBezTo>
                  <a:lnTo>
                    <a:pt x="14166" y="24161"/>
                  </a:lnTo>
                  <a:cubicBezTo>
                    <a:pt x="14166" y="24279"/>
                    <a:pt x="14166" y="24397"/>
                    <a:pt x="14284" y="24516"/>
                  </a:cubicBezTo>
                  <a:lnTo>
                    <a:pt x="14284" y="24161"/>
                  </a:lnTo>
                  <a:lnTo>
                    <a:pt x="14284" y="23155"/>
                  </a:lnTo>
                  <a:cubicBezTo>
                    <a:pt x="14284" y="22298"/>
                    <a:pt x="14284" y="21085"/>
                    <a:pt x="14166" y="19607"/>
                  </a:cubicBezTo>
                  <a:cubicBezTo>
                    <a:pt x="14047" y="18128"/>
                    <a:pt x="13929" y="16383"/>
                    <a:pt x="13811" y="14431"/>
                  </a:cubicBezTo>
                  <a:cubicBezTo>
                    <a:pt x="13693" y="13426"/>
                    <a:pt x="13545" y="12332"/>
                    <a:pt x="13426" y="11326"/>
                  </a:cubicBezTo>
                  <a:cubicBezTo>
                    <a:pt x="13308" y="10735"/>
                    <a:pt x="13308" y="10232"/>
                    <a:pt x="13190" y="9729"/>
                  </a:cubicBezTo>
                  <a:cubicBezTo>
                    <a:pt x="13190" y="9108"/>
                    <a:pt x="13072" y="8517"/>
                    <a:pt x="12953" y="8014"/>
                  </a:cubicBezTo>
                  <a:cubicBezTo>
                    <a:pt x="12687" y="6891"/>
                    <a:pt x="12214" y="5915"/>
                    <a:pt x="11593" y="4939"/>
                  </a:cubicBezTo>
                  <a:cubicBezTo>
                    <a:pt x="11090" y="4081"/>
                    <a:pt x="10233" y="3342"/>
                    <a:pt x="9375" y="2721"/>
                  </a:cubicBezTo>
                  <a:cubicBezTo>
                    <a:pt x="7896" y="1863"/>
                    <a:pt x="6152" y="1242"/>
                    <a:pt x="4436" y="739"/>
                  </a:cubicBezTo>
                  <a:cubicBezTo>
                    <a:pt x="3342" y="503"/>
                    <a:pt x="2219" y="237"/>
                    <a:pt x="976" y="118"/>
                  </a:cubicBezTo>
                  <a:cubicBezTo>
                    <a:pt x="622" y="0"/>
                    <a:pt x="237"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3"/>
            <p:cNvSpPr/>
            <p:nvPr/>
          </p:nvSpPr>
          <p:spPr>
            <a:xfrm>
              <a:off x="5843953" y="2338933"/>
              <a:ext cx="180695" cy="332748"/>
            </a:xfrm>
            <a:custGeom>
              <a:avLst/>
              <a:gdLst/>
              <a:ahLst/>
              <a:cxnLst/>
              <a:rect l="l" t="t" r="r" b="b"/>
              <a:pathLst>
                <a:path w="12687" h="23363" extrusionOk="0">
                  <a:moveTo>
                    <a:pt x="178" y="1"/>
                  </a:moveTo>
                  <a:cubicBezTo>
                    <a:pt x="119" y="1"/>
                    <a:pt x="60" y="30"/>
                    <a:pt x="0" y="89"/>
                  </a:cubicBezTo>
                  <a:lnTo>
                    <a:pt x="355" y="89"/>
                  </a:lnTo>
                  <a:cubicBezTo>
                    <a:pt x="296" y="30"/>
                    <a:pt x="237" y="1"/>
                    <a:pt x="178" y="1"/>
                  </a:cubicBezTo>
                  <a:close/>
                  <a:moveTo>
                    <a:pt x="355" y="89"/>
                  </a:moveTo>
                  <a:lnTo>
                    <a:pt x="1242" y="208"/>
                  </a:lnTo>
                  <a:cubicBezTo>
                    <a:pt x="2337" y="444"/>
                    <a:pt x="3460" y="710"/>
                    <a:pt x="4555" y="1065"/>
                  </a:cubicBezTo>
                  <a:cubicBezTo>
                    <a:pt x="5294" y="1331"/>
                    <a:pt x="6033" y="1568"/>
                    <a:pt x="6773" y="1923"/>
                  </a:cubicBezTo>
                  <a:cubicBezTo>
                    <a:pt x="7512" y="2307"/>
                    <a:pt x="8251" y="2810"/>
                    <a:pt x="8990" y="3401"/>
                  </a:cubicBezTo>
                  <a:cubicBezTo>
                    <a:pt x="9730" y="4022"/>
                    <a:pt x="10232" y="4880"/>
                    <a:pt x="10706" y="5767"/>
                  </a:cubicBezTo>
                  <a:cubicBezTo>
                    <a:pt x="11208" y="6625"/>
                    <a:pt x="11445" y="7719"/>
                    <a:pt x="11711" y="8724"/>
                  </a:cubicBezTo>
                  <a:cubicBezTo>
                    <a:pt x="12184" y="12421"/>
                    <a:pt x="12450" y="16236"/>
                    <a:pt x="12569" y="19932"/>
                  </a:cubicBezTo>
                  <a:cubicBezTo>
                    <a:pt x="12569" y="21293"/>
                    <a:pt x="12687" y="22505"/>
                    <a:pt x="12687" y="23363"/>
                  </a:cubicBezTo>
                  <a:lnTo>
                    <a:pt x="12687" y="19932"/>
                  </a:lnTo>
                  <a:cubicBezTo>
                    <a:pt x="12687" y="16117"/>
                    <a:pt x="12450" y="12421"/>
                    <a:pt x="11948" y="8724"/>
                  </a:cubicBezTo>
                  <a:cubicBezTo>
                    <a:pt x="11829" y="7601"/>
                    <a:pt x="11445" y="6506"/>
                    <a:pt x="10972" y="5619"/>
                  </a:cubicBezTo>
                  <a:cubicBezTo>
                    <a:pt x="10469" y="4643"/>
                    <a:pt x="9848" y="3904"/>
                    <a:pt x="9109" y="3165"/>
                  </a:cubicBezTo>
                  <a:cubicBezTo>
                    <a:pt x="8369" y="2544"/>
                    <a:pt x="7630" y="2071"/>
                    <a:pt x="6773" y="1686"/>
                  </a:cubicBezTo>
                  <a:cubicBezTo>
                    <a:pt x="6152" y="1331"/>
                    <a:pt x="5412" y="1065"/>
                    <a:pt x="4673" y="829"/>
                  </a:cubicBezTo>
                  <a:cubicBezTo>
                    <a:pt x="3579" y="592"/>
                    <a:pt x="2455" y="326"/>
                    <a:pt x="1242" y="8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3"/>
            <p:cNvSpPr/>
            <p:nvPr/>
          </p:nvSpPr>
          <p:spPr>
            <a:xfrm>
              <a:off x="5738658" y="2453229"/>
              <a:ext cx="138580" cy="143066"/>
            </a:xfrm>
            <a:custGeom>
              <a:avLst/>
              <a:gdLst/>
              <a:ahLst/>
              <a:cxnLst/>
              <a:rect l="l" t="t" r="r" b="b"/>
              <a:pathLst>
                <a:path w="9730" h="10045" extrusionOk="0">
                  <a:moveTo>
                    <a:pt x="0" y="433"/>
                  </a:moveTo>
                  <a:lnTo>
                    <a:pt x="119" y="552"/>
                  </a:lnTo>
                  <a:cubicBezTo>
                    <a:pt x="119" y="492"/>
                    <a:pt x="119" y="492"/>
                    <a:pt x="104" y="492"/>
                  </a:cubicBezTo>
                  <a:cubicBezTo>
                    <a:pt x="89" y="492"/>
                    <a:pt x="60" y="492"/>
                    <a:pt x="0" y="433"/>
                  </a:cubicBezTo>
                  <a:close/>
                  <a:moveTo>
                    <a:pt x="1254" y="1"/>
                  </a:moveTo>
                  <a:cubicBezTo>
                    <a:pt x="924" y="1"/>
                    <a:pt x="601" y="58"/>
                    <a:pt x="237" y="197"/>
                  </a:cubicBezTo>
                  <a:cubicBezTo>
                    <a:pt x="237" y="197"/>
                    <a:pt x="119" y="197"/>
                    <a:pt x="0" y="315"/>
                  </a:cubicBezTo>
                  <a:lnTo>
                    <a:pt x="0" y="433"/>
                  </a:lnTo>
                  <a:cubicBezTo>
                    <a:pt x="0" y="433"/>
                    <a:pt x="119" y="315"/>
                    <a:pt x="237" y="315"/>
                  </a:cubicBezTo>
                  <a:cubicBezTo>
                    <a:pt x="547" y="256"/>
                    <a:pt x="828" y="226"/>
                    <a:pt x="1091" y="226"/>
                  </a:cubicBezTo>
                  <a:cubicBezTo>
                    <a:pt x="1353" y="226"/>
                    <a:pt x="1597" y="256"/>
                    <a:pt x="1834" y="315"/>
                  </a:cubicBezTo>
                  <a:cubicBezTo>
                    <a:pt x="2218" y="315"/>
                    <a:pt x="2573" y="433"/>
                    <a:pt x="2958" y="552"/>
                  </a:cubicBezTo>
                  <a:cubicBezTo>
                    <a:pt x="3194" y="699"/>
                    <a:pt x="3312" y="818"/>
                    <a:pt x="3460" y="818"/>
                  </a:cubicBezTo>
                  <a:cubicBezTo>
                    <a:pt x="3697" y="936"/>
                    <a:pt x="3815" y="1173"/>
                    <a:pt x="3933" y="1291"/>
                  </a:cubicBezTo>
                  <a:cubicBezTo>
                    <a:pt x="4673" y="1912"/>
                    <a:pt x="5294" y="2651"/>
                    <a:pt x="6033" y="3390"/>
                  </a:cubicBezTo>
                  <a:lnTo>
                    <a:pt x="7157" y="4514"/>
                  </a:lnTo>
                  <a:cubicBezTo>
                    <a:pt x="7896" y="6111"/>
                    <a:pt x="8488" y="7471"/>
                    <a:pt x="8990" y="8447"/>
                  </a:cubicBezTo>
                  <a:lnTo>
                    <a:pt x="9493" y="9571"/>
                  </a:lnTo>
                  <a:cubicBezTo>
                    <a:pt x="9611" y="9689"/>
                    <a:pt x="9611" y="9926"/>
                    <a:pt x="9730" y="10044"/>
                  </a:cubicBezTo>
                  <a:cubicBezTo>
                    <a:pt x="9730" y="9808"/>
                    <a:pt x="9730" y="9689"/>
                    <a:pt x="9611" y="9571"/>
                  </a:cubicBezTo>
                  <a:lnTo>
                    <a:pt x="9109" y="8329"/>
                  </a:lnTo>
                  <a:cubicBezTo>
                    <a:pt x="8635" y="7353"/>
                    <a:pt x="8014" y="5993"/>
                    <a:pt x="7275" y="4396"/>
                  </a:cubicBezTo>
                  <a:cubicBezTo>
                    <a:pt x="7009" y="4012"/>
                    <a:pt x="6654" y="3657"/>
                    <a:pt x="6270" y="3272"/>
                  </a:cubicBezTo>
                  <a:cubicBezTo>
                    <a:pt x="5530" y="2415"/>
                    <a:pt x="4791" y="1675"/>
                    <a:pt x="4200" y="1054"/>
                  </a:cubicBezTo>
                  <a:cubicBezTo>
                    <a:pt x="3933" y="936"/>
                    <a:pt x="3815" y="818"/>
                    <a:pt x="3579" y="699"/>
                  </a:cubicBezTo>
                  <a:cubicBezTo>
                    <a:pt x="3460" y="552"/>
                    <a:pt x="3194" y="433"/>
                    <a:pt x="3076" y="433"/>
                  </a:cubicBezTo>
                  <a:cubicBezTo>
                    <a:pt x="2721" y="197"/>
                    <a:pt x="2337" y="197"/>
                    <a:pt x="1982" y="78"/>
                  </a:cubicBezTo>
                  <a:cubicBezTo>
                    <a:pt x="1724" y="29"/>
                    <a:pt x="1488" y="1"/>
                    <a:pt x="1254"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3"/>
            <p:cNvSpPr/>
            <p:nvPr/>
          </p:nvSpPr>
          <p:spPr>
            <a:xfrm>
              <a:off x="5796355" y="2795235"/>
              <a:ext cx="45932" cy="11650"/>
            </a:xfrm>
            <a:custGeom>
              <a:avLst/>
              <a:gdLst/>
              <a:ahLst/>
              <a:cxnLst/>
              <a:rect l="l" t="t" r="r" b="b"/>
              <a:pathLst>
                <a:path w="3225" h="818" extrusionOk="0">
                  <a:moveTo>
                    <a:pt x="2157" y="0"/>
                  </a:moveTo>
                  <a:cubicBezTo>
                    <a:pt x="1916" y="0"/>
                    <a:pt x="1688" y="29"/>
                    <a:pt x="1479" y="78"/>
                  </a:cubicBezTo>
                  <a:cubicBezTo>
                    <a:pt x="888" y="196"/>
                    <a:pt x="385" y="463"/>
                    <a:pt x="1" y="817"/>
                  </a:cubicBezTo>
                  <a:cubicBezTo>
                    <a:pt x="1" y="817"/>
                    <a:pt x="622" y="463"/>
                    <a:pt x="1479" y="344"/>
                  </a:cubicBezTo>
                  <a:cubicBezTo>
                    <a:pt x="1982" y="270"/>
                    <a:pt x="2418" y="270"/>
                    <a:pt x="2729" y="270"/>
                  </a:cubicBezTo>
                  <a:cubicBezTo>
                    <a:pt x="3039" y="270"/>
                    <a:pt x="3224" y="270"/>
                    <a:pt x="3224" y="196"/>
                  </a:cubicBezTo>
                  <a:cubicBezTo>
                    <a:pt x="2860" y="58"/>
                    <a:pt x="2497" y="0"/>
                    <a:pt x="2157"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3"/>
            <p:cNvSpPr/>
            <p:nvPr/>
          </p:nvSpPr>
          <p:spPr>
            <a:xfrm>
              <a:off x="5800143" y="2633340"/>
              <a:ext cx="38355" cy="166808"/>
            </a:xfrm>
            <a:custGeom>
              <a:avLst/>
              <a:gdLst/>
              <a:ahLst/>
              <a:cxnLst/>
              <a:rect l="l" t="t" r="r" b="b"/>
              <a:pathLst>
                <a:path w="2693" h="11712" extrusionOk="0">
                  <a:moveTo>
                    <a:pt x="2692" y="1"/>
                  </a:moveTo>
                  <a:cubicBezTo>
                    <a:pt x="2574" y="119"/>
                    <a:pt x="2574" y="237"/>
                    <a:pt x="2455" y="356"/>
                  </a:cubicBezTo>
                  <a:cubicBezTo>
                    <a:pt x="2337" y="622"/>
                    <a:pt x="2219" y="1095"/>
                    <a:pt x="1953" y="1598"/>
                  </a:cubicBezTo>
                  <a:cubicBezTo>
                    <a:pt x="1598" y="2958"/>
                    <a:pt x="1095" y="4318"/>
                    <a:pt x="859" y="5649"/>
                  </a:cubicBezTo>
                  <a:cubicBezTo>
                    <a:pt x="474" y="7009"/>
                    <a:pt x="238" y="8488"/>
                    <a:pt x="119" y="9848"/>
                  </a:cubicBezTo>
                  <a:lnTo>
                    <a:pt x="119" y="11209"/>
                  </a:lnTo>
                  <a:cubicBezTo>
                    <a:pt x="1" y="11327"/>
                    <a:pt x="1" y="11445"/>
                    <a:pt x="119" y="11711"/>
                  </a:cubicBezTo>
                  <a:cubicBezTo>
                    <a:pt x="119" y="11090"/>
                    <a:pt x="238" y="10469"/>
                    <a:pt x="356" y="9967"/>
                  </a:cubicBezTo>
                  <a:cubicBezTo>
                    <a:pt x="474" y="8872"/>
                    <a:pt x="740" y="7394"/>
                    <a:pt x="1095" y="5797"/>
                  </a:cubicBezTo>
                  <a:cubicBezTo>
                    <a:pt x="1480" y="4170"/>
                    <a:pt x="1834" y="2692"/>
                    <a:pt x="2219" y="1716"/>
                  </a:cubicBezTo>
                  <a:cubicBezTo>
                    <a:pt x="2337" y="1095"/>
                    <a:pt x="2574" y="474"/>
                    <a:pt x="2692"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3"/>
            <p:cNvSpPr/>
            <p:nvPr/>
          </p:nvSpPr>
          <p:spPr>
            <a:xfrm>
              <a:off x="6740661" y="3292098"/>
              <a:ext cx="443939" cy="311669"/>
            </a:xfrm>
            <a:custGeom>
              <a:avLst/>
              <a:gdLst/>
              <a:ahLst/>
              <a:cxnLst/>
              <a:rect l="l" t="t" r="r" b="b"/>
              <a:pathLst>
                <a:path w="31170" h="21883" extrusionOk="0">
                  <a:moveTo>
                    <a:pt x="7769" y="1"/>
                  </a:moveTo>
                  <a:cubicBezTo>
                    <a:pt x="6499" y="1"/>
                    <a:pt x="5243" y="146"/>
                    <a:pt x="4081" y="561"/>
                  </a:cubicBezTo>
                  <a:cubicBezTo>
                    <a:pt x="1863" y="1300"/>
                    <a:pt x="0" y="3163"/>
                    <a:pt x="0" y="5499"/>
                  </a:cubicBezTo>
                  <a:lnTo>
                    <a:pt x="26260" y="21882"/>
                  </a:lnTo>
                  <a:cubicBezTo>
                    <a:pt x="29809" y="20167"/>
                    <a:pt x="31169" y="15968"/>
                    <a:pt x="30696" y="12035"/>
                  </a:cubicBezTo>
                  <a:cubicBezTo>
                    <a:pt x="30193" y="8072"/>
                    <a:pt x="26112" y="4760"/>
                    <a:pt x="22416" y="3015"/>
                  </a:cubicBezTo>
                  <a:cubicBezTo>
                    <a:pt x="18867" y="1300"/>
                    <a:pt x="14786" y="679"/>
                    <a:pt x="10735" y="206"/>
                  </a:cubicBezTo>
                  <a:cubicBezTo>
                    <a:pt x="9762" y="89"/>
                    <a:pt x="8761" y="1"/>
                    <a:pt x="7769"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3"/>
            <p:cNvSpPr/>
            <p:nvPr/>
          </p:nvSpPr>
          <p:spPr>
            <a:xfrm>
              <a:off x="6740661" y="3324500"/>
              <a:ext cx="437202" cy="277586"/>
            </a:xfrm>
            <a:custGeom>
              <a:avLst/>
              <a:gdLst/>
              <a:ahLst/>
              <a:cxnLst/>
              <a:rect l="l" t="t" r="r" b="b"/>
              <a:pathLst>
                <a:path w="30697" h="19490" extrusionOk="0">
                  <a:moveTo>
                    <a:pt x="1360" y="1"/>
                  </a:moveTo>
                  <a:cubicBezTo>
                    <a:pt x="858" y="504"/>
                    <a:pt x="503" y="1125"/>
                    <a:pt x="237" y="1746"/>
                  </a:cubicBezTo>
                  <a:cubicBezTo>
                    <a:pt x="118" y="2101"/>
                    <a:pt x="0" y="2367"/>
                    <a:pt x="0" y="2722"/>
                  </a:cubicBezTo>
                  <a:lnTo>
                    <a:pt x="0" y="2840"/>
                  </a:lnTo>
                  <a:lnTo>
                    <a:pt x="621" y="3461"/>
                  </a:lnTo>
                  <a:lnTo>
                    <a:pt x="739" y="3343"/>
                  </a:lnTo>
                  <a:cubicBezTo>
                    <a:pt x="690" y="3343"/>
                    <a:pt x="661" y="3343"/>
                    <a:pt x="645" y="3351"/>
                  </a:cubicBezTo>
                  <a:lnTo>
                    <a:pt x="645" y="3351"/>
                  </a:lnTo>
                  <a:lnTo>
                    <a:pt x="1360" y="1"/>
                  </a:lnTo>
                  <a:close/>
                  <a:moveTo>
                    <a:pt x="29218" y="6300"/>
                  </a:moveTo>
                  <a:lnTo>
                    <a:pt x="28212" y="13072"/>
                  </a:lnTo>
                  <a:cubicBezTo>
                    <a:pt x="27857" y="15290"/>
                    <a:pt x="27354" y="17390"/>
                    <a:pt x="26615" y="19489"/>
                  </a:cubicBezTo>
                  <a:cubicBezTo>
                    <a:pt x="29454" y="17892"/>
                    <a:pt x="30696" y="14669"/>
                    <a:pt x="30696" y="11357"/>
                  </a:cubicBezTo>
                  <a:lnTo>
                    <a:pt x="30696" y="9760"/>
                  </a:lnTo>
                  <a:lnTo>
                    <a:pt x="30548" y="9760"/>
                  </a:lnTo>
                  <a:cubicBezTo>
                    <a:pt x="30193" y="8518"/>
                    <a:pt x="29691" y="7276"/>
                    <a:pt x="29218" y="6300"/>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3"/>
            <p:cNvSpPr/>
            <p:nvPr/>
          </p:nvSpPr>
          <p:spPr>
            <a:xfrm>
              <a:off x="5870060" y="2745372"/>
              <a:ext cx="1316221" cy="1084239"/>
            </a:xfrm>
            <a:custGeom>
              <a:avLst/>
              <a:gdLst/>
              <a:ahLst/>
              <a:cxnLst/>
              <a:rect l="l" t="t" r="r" b="b"/>
              <a:pathLst>
                <a:path w="92415" h="76127" extrusionOk="0">
                  <a:moveTo>
                    <a:pt x="8754" y="1"/>
                  </a:moveTo>
                  <a:lnTo>
                    <a:pt x="1" y="17744"/>
                  </a:lnTo>
                  <a:lnTo>
                    <a:pt x="47819" y="68520"/>
                  </a:lnTo>
                  <a:cubicBezTo>
                    <a:pt x="52616" y="73412"/>
                    <a:pt x="59123" y="76126"/>
                    <a:pt x="65812" y="76126"/>
                  </a:cubicBezTo>
                  <a:cubicBezTo>
                    <a:pt x="67372" y="76126"/>
                    <a:pt x="68941" y="75979"/>
                    <a:pt x="70501" y="75677"/>
                  </a:cubicBezTo>
                  <a:cubicBezTo>
                    <a:pt x="81207" y="73695"/>
                    <a:pt x="87742" y="64321"/>
                    <a:pt x="89339" y="53734"/>
                  </a:cubicBezTo>
                  <a:lnTo>
                    <a:pt x="92415" y="32057"/>
                  </a:lnTo>
                  <a:lnTo>
                    <a:pt x="68017" y="17626"/>
                  </a:lnTo>
                  <a:lnTo>
                    <a:pt x="61748" y="44123"/>
                  </a:lnTo>
                  <a:lnTo>
                    <a:pt x="8754"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3"/>
            <p:cNvSpPr/>
            <p:nvPr/>
          </p:nvSpPr>
          <p:spPr>
            <a:xfrm>
              <a:off x="6749506" y="2673774"/>
              <a:ext cx="472153" cy="789732"/>
            </a:xfrm>
            <a:custGeom>
              <a:avLst/>
              <a:gdLst/>
              <a:ahLst/>
              <a:cxnLst/>
              <a:rect l="l" t="t" r="r" b="b"/>
              <a:pathLst>
                <a:path w="33151" h="55449" extrusionOk="0">
                  <a:moveTo>
                    <a:pt x="21322" y="1"/>
                  </a:moveTo>
                  <a:cubicBezTo>
                    <a:pt x="21322" y="1"/>
                    <a:pt x="7748" y="976"/>
                    <a:pt x="6269" y="22653"/>
                  </a:cubicBezTo>
                  <a:lnTo>
                    <a:pt x="4199" y="28213"/>
                  </a:lnTo>
                  <a:lnTo>
                    <a:pt x="0" y="49150"/>
                  </a:lnTo>
                  <a:cubicBezTo>
                    <a:pt x="485" y="46860"/>
                    <a:pt x="7112" y="41139"/>
                    <a:pt x="14407" y="41139"/>
                  </a:cubicBezTo>
                  <a:cubicBezTo>
                    <a:pt x="20016" y="41139"/>
                    <a:pt x="26019" y="44522"/>
                    <a:pt x="29927" y="55449"/>
                  </a:cubicBezTo>
                  <a:lnTo>
                    <a:pt x="33151" y="19578"/>
                  </a:lnTo>
                  <a:cubicBezTo>
                    <a:pt x="32411" y="12184"/>
                    <a:pt x="33032" y="7128"/>
                    <a:pt x="27236" y="3194"/>
                  </a:cubicBezTo>
                  <a:lnTo>
                    <a:pt x="21322"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3"/>
            <p:cNvSpPr/>
            <p:nvPr/>
          </p:nvSpPr>
          <p:spPr>
            <a:xfrm>
              <a:off x="6733497" y="2963125"/>
              <a:ext cx="84244" cy="391298"/>
            </a:xfrm>
            <a:custGeom>
              <a:avLst/>
              <a:gdLst/>
              <a:ahLst/>
              <a:cxnLst/>
              <a:rect l="l" t="t" r="r" b="b"/>
              <a:pathLst>
                <a:path w="5915" h="27474" extrusionOk="0">
                  <a:moveTo>
                    <a:pt x="5560" y="1"/>
                  </a:moveTo>
                  <a:lnTo>
                    <a:pt x="5560" y="237"/>
                  </a:lnTo>
                  <a:cubicBezTo>
                    <a:pt x="5564" y="243"/>
                    <a:pt x="5568" y="248"/>
                    <a:pt x="5572" y="254"/>
                  </a:cubicBezTo>
                  <a:lnTo>
                    <a:pt x="5572" y="254"/>
                  </a:lnTo>
                  <a:cubicBezTo>
                    <a:pt x="5560" y="86"/>
                    <a:pt x="5560" y="1"/>
                    <a:pt x="5560" y="1"/>
                  </a:cubicBezTo>
                  <a:close/>
                  <a:moveTo>
                    <a:pt x="5572" y="254"/>
                  </a:moveTo>
                  <a:cubicBezTo>
                    <a:pt x="5586" y="442"/>
                    <a:pt x="5616" y="734"/>
                    <a:pt x="5678" y="1125"/>
                  </a:cubicBezTo>
                  <a:cubicBezTo>
                    <a:pt x="5678" y="754"/>
                    <a:pt x="5678" y="411"/>
                    <a:pt x="5572" y="254"/>
                  </a:cubicBezTo>
                  <a:close/>
                  <a:moveTo>
                    <a:pt x="5678" y="1125"/>
                  </a:moveTo>
                  <a:lnTo>
                    <a:pt x="5678" y="4082"/>
                  </a:lnTo>
                  <a:cubicBezTo>
                    <a:pt x="5442" y="6655"/>
                    <a:pt x="4702" y="10115"/>
                    <a:pt x="3342" y="13811"/>
                  </a:cubicBezTo>
                  <a:cubicBezTo>
                    <a:pt x="2721" y="15645"/>
                    <a:pt x="1982" y="17389"/>
                    <a:pt x="1361" y="18986"/>
                  </a:cubicBezTo>
                  <a:cubicBezTo>
                    <a:pt x="887" y="20465"/>
                    <a:pt x="503" y="21944"/>
                    <a:pt x="266" y="23422"/>
                  </a:cubicBezTo>
                  <a:cubicBezTo>
                    <a:pt x="148" y="24398"/>
                    <a:pt x="0" y="25374"/>
                    <a:pt x="148" y="26379"/>
                  </a:cubicBezTo>
                  <a:cubicBezTo>
                    <a:pt x="266" y="26734"/>
                    <a:pt x="266" y="27000"/>
                    <a:pt x="266" y="27237"/>
                  </a:cubicBezTo>
                  <a:cubicBezTo>
                    <a:pt x="385" y="27355"/>
                    <a:pt x="385" y="27474"/>
                    <a:pt x="385" y="27474"/>
                  </a:cubicBezTo>
                  <a:cubicBezTo>
                    <a:pt x="385" y="27474"/>
                    <a:pt x="385" y="27119"/>
                    <a:pt x="266" y="26379"/>
                  </a:cubicBezTo>
                  <a:cubicBezTo>
                    <a:pt x="148" y="25374"/>
                    <a:pt x="266" y="24398"/>
                    <a:pt x="385" y="23422"/>
                  </a:cubicBezTo>
                  <a:cubicBezTo>
                    <a:pt x="740" y="21944"/>
                    <a:pt x="1124" y="20465"/>
                    <a:pt x="1627" y="19105"/>
                  </a:cubicBezTo>
                  <a:cubicBezTo>
                    <a:pt x="2218" y="17508"/>
                    <a:pt x="2958" y="15763"/>
                    <a:pt x="3579" y="13929"/>
                  </a:cubicBezTo>
                  <a:cubicBezTo>
                    <a:pt x="4939" y="10233"/>
                    <a:pt x="5678" y="6655"/>
                    <a:pt x="5796" y="4082"/>
                  </a:cubicBezTo>
                  <a:cubicBezTo>
                    <a:pt x="5915" y="3076"/>
                    <a:pt x="5796" y="2100"/>
                    <a:pt x="5678" y="112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3"/>
            <p:cNvSpPr/>
            <p:nvPr/>
          </p:nvSpPr>
          <p:spPr>
            <a:xfrm>
              <a:off x="6830360" y="2685995"/>
              <a:ext cx="242208" cy="161325"/>
            </a:xfrm>
            <a:custGeom>
              <a:avLst/>
              <a:gdLst/>
              <a:ahLst/>
              <a:cxnLst/>
              <a:rect l="l" t="t" r="r" b="b"/>
              <a:pathLst>
                <a:path w="17006" h="11327" extrusionOk="0">
                  <a:moveTo>
                    <a:pt x="13782" y="0"/>
                  </a:moveTo>
                  <a:cubicBezTo>
                    <a:pt x="8252" y="0"/>
                    <a:pt x="3313" y="3194"/>
                    <a:pt x="977" y="8251"/>
                  </a:cubicBezTo>
                  <a:cubicBezTo>
                    <a:pt x="740" y="8990"/>
                    <a:pt x="356" y="9730"/>
                    <a:pt x="238" y="10469"/>
                  </a:cubicBezTo>
                  <a:cubicBezTo>
                    <a:pt x="2071" y="4554"/>
                    <a:pt x="7512" y="355"/>
                    <a:pt x="13782" y="237"/>
                  </a:cubicBezTo>
                  <a:cubicBezTo>
                    <a:pt x="14521" y="237"/>
                    <a:pt x="15260" y="237"/>
                    <a:pt x="16118" y="355"/>
                  </a:cubicBezTo>
                  <a:cubicBezTo>
                    <a:pt x="16384" y="355"/>
                    <a:pt x="16739" y="473"/>
                    <a:pt x="17005" y="473"/>
                  </a:cubicBezTo>
                  <a:cubicBezTo>
                    <a:pt x="16857" y="355"/>
                    <a:pt x="16857" y="355"/>
                    <a:pt x="16739" y="355"/>
                  </a:cubicBezTo>
                  <a:cubicBezTo>
                    <a:pt x="16621" y="355"/>
                    <a:pt x="16384" y="237"/>
                    <a:pt x="16118" y="237"/>
                  </a:cubicBezTo>
                  <a:cubicBezTo>
                    <a:pt x="15379" y="118"/>
                    <a:pt x="14521" y="0"/>
                    <a:pt x="13782" y="0"/>
                  </a:cubicBezTo>
                  <a:close/>
                  <a:moveTo>
                    <a:pt x="238" y="10469"/>
                  </a:moveTo>
                  <a:cubicBezTo>
                    <a:pt x="126" y="10691"/>
                    <a:pt x="120" y="10939"/>
                    <a:pt x="119" y="11067"/>
                  </a:cubicBezTo>
                  <a:lnTo>
                    <a:pt x="119" y="11067"/>
                  </a:lnTo>
                  <a:cubicBezTo>
                    <a:pt x="187" y="10894"/>
                    <a:pt x="238" y="10700"/>
                    <a:pt x="238" y="10469"/>
                  </a:cubicBezTo>
                  <a:close/>
                  <a:moveTo>
                    <a:pt x="119" y="11067"/>
                  </a:moveTo>
                  <a:cubicBezTo>
                    <a:pt x="114" y="11080"/>
                    <a:pt x="109" y="11094"/>
                    <a:pt x="103" y="11107"/>
                  </a:cubicBezTo>
                  <a:lnTo>
                    <a:pt x="103" y="11107"/>
                  </a:lnTo>
                  <a:cubicBezTo>
                    <a:pt x="108" y="11101"/>
                    <a:pt x="114" y="11096"/>
                    <a:pt x="119" y="11090"/>
                  </a:cubicBezTo>
                  <a:cubicBezTo>
                    <a:pt x="119" y="11083"/>
                    <a:pt x="119" y="11075"/>
                    <a:pt x="119" y="11067"/>
                  </a:cubicBezTo>
                  <a:close/>
                  <a:moveTo>
                    <a:pt x="103" y="11107"/>
                  </a:moveTo>
                  <a:cubicBezTo>
                    <a:pt x="1" y="11219"/>
                    <a:pt x="1" y="11326"/>
                    <a:pt x="1" y="11326"/>
                  </a:cubicBezTo>
                  <a:cubicBezTo>
                    <a:pt x="36" y="11256"/>
                    <a:pt x="71" y="11184"/>
                    <a:pt x="103" y="11107"/>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3"/>
            <p:cNvSpPr/>
            <p:nvPr/>
          </p:nvSpPr>
          <p:spPr>
            <a:xfrm>
              <a:off x="6749506" y="3259640"/>
              <a:ext cx="426250" cy="224932"/>
            </a:xfrm>
            <a:custGeom>
              <a:avLst/>
              <a:gdLst/>
              <a:ahLst/>
              <a:cxnLst/>
              <a:rect l="l" t="t" r="r" b="b"/>
              <a:pathLst>
                <a:path w="29928" h="15793" extrusionOk="0">
                  <a:moveTo>
                    <a:pt x="237" y="7660"/>
                  </a:moveTo>
                  <a:cubicBezTo>
                    <a:pt x="118" y="7778"/>
                    <a:pt x="118" y="7897"/>
                    <a:pt x="0" y="8015"/>
                  </a:cubicBezTo>
                  <a:cubicBezTo>
                    <a:pt x="118" y="7897"/>
                    <a:pt x="237" y="7778"/>
                    <a:pt x="237" y="7660"/>
                  </a:cubicBezTo>
                  <a:close/>
                  <a:moveTo>
                    <a:pt x="14047" y="1"/>
                  </a:moveTo>
                  <a:cubicBezTo>
                    <a:pt x="12687" y="1"/>
                    <a:pt x="11326" y="119"/>
                    <a:pt x="10114" y="504"/>
                  </a:cubicBezTo>
                  <a:cubicBezTo>
                    <a:pt x="8872" y="740"/>
                    <a:pt x="7748" y="1125"/>
                    <a:pt x="6654" y="1598"/>
                  </a:cubicBezTo>
                  <a:cubicBezTo>
                    <a:pt x="5796" y="2100"/>
                    <a:pt x="4791" y="2603"/>
                    <a:pt x="3933" y="3342"/>
                  </a:cubicBezTo>
                  <a:cubicBezTo>
                    <a:pt x="2721" y="4200"/>
                    <a:pt x="1715" y="5294"/>
                    <a:pt x="858" y="6536"/>
                  </a:cubicBezTo>
                  <a:cubicBezTo>
                    <a:pt x="739" y="6773"/>
                    <a:pt x="621" y="6921"/>
                    <a:pt x="503" y="7157"/>
                  </a:cubicBezTo>
                  <a:cubicBezTo>
                    <a:pt x="355" y="7276"/>
                    <a:pt x="355" y="7512"/>
                    <a:pt x="237" y="7660"/>
                  </a:cubicBezTo>
                  <a:cubicBezTo>
                    <a:pt x="355" y="7512"/>
                    <a:pt x="503" y="7394"/>
                    <a:pt x="621" y="7157"/>
                  </a:cubicBezTo>
                  <a:cubicBezTo>
                    <a:pt x="621" y="7039"/>
                    <a:pt x="858" y="6773"/>
                    <a:pt x="976" y="6655"/>
                  </a:cubicBezTo>
                  <a:cubicBezTo>
                    <a:pt x="1834" y="5442"/>
                    <a:pt x="2839" y="4318"/>
                    <a:pt x="4051" y="3461"/>
                  </a:cubicBezTo>
                  <a:cubicBezTo>
                    <a:pt x="4939" y="2840"/>
                    <a:pt x="5796" y="2337"/>
                    <a:pt x="6772" y="1864"/>
                  </a:cubicBezTo>
                  <a:cubicBezTo>
                    <a:pt x="7896" y="1361"/>
                    <a:pt x="8990" y="1006"/>
                    <a:pt x="10114" y="740"/>
                  </a:cubicBezTo>
                  <a:cubicBezTo>
                    <a:pt x="11200" y="547"/>
                    <a:pt x="12228" y="354"/>
                    <a:pt x="13309" y="354"/>
                  </a:cubicBezTo>
                  <a:cubicBezTo>
                    <a:pt x="13552" y="354"/>
                    <a:pt x="13797" y="364"/>
                    <a:pt x="14047" y="385"/>
                  </a:cubicBezTo>
                  <a:cubicBezTo>
                    <a:pt x="15526" y="385"/>
                    <a:pt x="16886" y="504"/>
                    <a:pt x="18246" y="1006"/>
                  </a:cubicBezTo>
                  <a:cubicBezTo>
                    <a:pt x="19577" y="1361"/>
                    <a:pt x="20819" y="1982"/>
                    <a:pt x="22061" y="2721"/>
                  </a:cubicBezTo>
                  <a:cubicBezTo>
                    <a:pt x="23155" y="3342"/>
                    <a:pt x="24161" y="4200"/>
                    <a:pt x="25137" y="5176"/>
                  </a:cubicBezTo>
                  <a:cubicBezTo>
                    <a:pt x="26615" y="6773"/>
                    <a:pt x="27857" y="8636"/>
                    <a:pt x="28715" y="10736"/>
                  </a:cubicBezTo>
                  <a:cubicBezTo>
                    <a:pt x="29336" y="12096"/>
                    <a:pt x="29691" y="13575"/>
                    <a:pt x="29809" y="15053"/>
                  </a:cubicBezTo>
                  <a:cubicBezTo>
                    <a:pt x="29927" y="15290"/>
                    <a:pt x="29927" y="15526"/>
                    <a:pt x="29927" y="15792"/>
                  </a:cubicBezTo>
                  <a:lnTo>
                    <a:pt x="29927" y="15053"/>
                  </a:lnTo>
                  <a:cubicBezTo>
                    <a:pt x="29809" y="13575"/>
                    <a:pt x="29454" y="12096"/>
                    <a:pt x="28833" y="10617"/>
                  </a:cubicBezTo>
                  <a:cubicBezTo>
                    <a:pt x="28094" y="8518"/>
                    <a:pt x="26852" y="6655"/>
                    <a:pt x="25255" y="4939"/>
                  </a:cubicBezTo>
                  <a:cubicBezTo>
                    <a:pt x="24279" y="4082"/>
                    <a:pt x="23274" y="3224"/>
                    <a:pt x="22179" y="2485"/>
                  </a:cubicBezTo>
                  <a:cubicBezTo>
                    <a:pt x="20937" y="1746"/>
                    <a:pt x="19577" y="1125"/>
                    <a:pt x="18246" y="622"/>
                  </a:cubicBezTo>
                  <a:cubicBezTo>
                    <a:pt x="16886" y="267"/>
                    <a:pt x="15526" y="119"/>
                    <a:pt x="1404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3"/>
            <p:cNvSpPr/>
            <p:nvPr/>
          </p:nvSpPr>
          <p:spPr>
            <a:xfrm>
              <a:off x="6709071" y="3089485"/>
              <a:ext cx="93089" cy="275464"/>
            </a:xfrm>
            <a:custGeom>
              <a:avLst/>
              <a:gdLst/>
              <a:ahLst/>
              <a:cxnLst/>
              <a:rect l="l" t="t" r="r" b="b"/>
              <a:pathLst>
                <a:path w="6536" h="19341" extrusionOk="0">
                  <a:moveTo>
                    <a:pt x="6536" y="1"/>
                  </a:moveTo>
                  <a:cubicBezTo>
                    <a:pt x="6151" y="622"/>
                    <a:pt x="5796" y="1243"/>
                    <a:pt x="5294" y="1864"/>
                  </a:cubicBezTo>
                  <a:cubicBezTo>
                    <a:pt x="5412" y="2603"/>
                    <a:pt x="5412" y="3342"/>
                    <a:pt x="5412" y="3815"/>
                  </a:cubicBezTo>
                  <a:lnTo>
                    <a:pt x="5412" y="4082"/>
                  </a:lnTo>
                  <a:cubicBezTo>
                    <a:pt x="5915" y="2721"/>
                    <a:pt x="6299" y="1361"/>
                    <a:pt x="6536" y="1"/>
                  </a:cubicBezTo>
                  <a:close/>
                  <a:moveTo>
                    <a:pt x="5294" y="1982"/>
                  </a:moveTo>
                  <a:cubicBezTo>
                    <a:pt x="2336" y="6891"/>
                    <a:pt x="739" y="11593"/>
                    <a:pt x="0" y="17507"/>
                  </a:cubicBezTo>
                  <a:lnTo>
                    <a:pt x="2218" y="19341"/>
                  </a:lnTo>
                  <a:lnTo>
                    <a:pt x="2218" y="19223"/>
                  </a:lnTo>
                  <a:cubicBezTo>
                    <a:pt x="2218" y="18868"/>
                    <a:pt x="2336" y="18602"/>
                    <a:pt x="2455" y="18247"/>
                  </a:cubicBezTo>
                  <a:cubicBezTo>
                    <a:pt x="3697" y="12687"/>
                    <a:pt x="5057" y="7778"/>
                    <a:pt x="6151" y="2603"/>
                  </a:cubicBezTo>
                  <a:lnTo>
                    <a:pt x="6151" y="2603"/>
                  </a:lnTo>
                  <a:cubicBezTo>
                    <a:pt x="5915" y="3342"/>
                    <a:pt x="5678" y="4200"/>
                    <a:pt x="5294" y="5057"/>
                  </a:cubicBezTo>
                  <a:cubicBezTo>
                    <a:pt x="4673" y="6891"/>
                    <a:pt x="3933" y="8636"/>
                    <a:pt x="3342" y="10233"/>
                  </a:cubicBezTo>
                  <a:cubicBezTo>
                    <a:pt x="2839" y="11593"/>
                    <a:pt x="2455" y="13072"/>
                    <a:pt x="2100" y="14550"/>
                  </a:cubicBezTo>
                  <a:cubicBezTo>
                    <a:pt x="1981" y="15526"/>
                    <a:pt x="1863" y="16502"/>
                    <a:pt x="1981" y="17507"/>
                  </a:cubicBezTo>
                  <a:cubicBezTo>
                    <a:pt x="2100" y="18247"/>
                    <a:pt x="2100" y="18602"/>
                    <a:pt x="2100" y="18602"/>
                  </a:cubicBezTo>
                  <a:cubicBezTo>
                    <a:pt x="2100" y="18602"/>
                    <a:pt x="2100" y="18483"/>
                    <a:pt x="1981" y="18365"/>
                  </a:cubicBezTo>
                  <a:cubicBezTo>
                    <a:pt x="1981" y="18128"/>
                    <a:pt x="1981" y="17862"/>
                    <a:pt x="1863" y="17507"/>
                  </a:cubicBezTo>
                  <a:cubicBezTo>
                    <a:pt x="1715" y="16502"/>
                    <a:pt x="1863" y="15526"/>
                    <a:pt x="1981" y="14550"/>
                  </a:cubicBezTo>
                  <a:cubicBezTo>
                    <a:pt x="2218" y="13072"/>
                    <a:pt x="2602" y="11593"/>
                    <a:pt x="3076" y="10114"/>
                  </a:cubicBezTo>
                  <a:cubicBezTo>
                    <a:pt x="3697" y="8517"/>
                    <a:pt x="4436" y="6773"/>
                    <a:pt x="5057" y="4939"/>
                  </a:cubicBezTo>
                  <a:cubicBezTo>
                    <a:pt x="5175" y="4673"/>
                    <a:pt x="5294" y="4555"/>
                    <a:pt x="5294" y="4318"/>
                  </a:cubicBezTo>
                  <a:lnTo>
                    <a:pt x="5294" y="3815"/>
                  </a:lnTo>
                  <a:lnTo>
                    <a:pt x="5294" y="1982"/>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3"/>
            <p:cNvSpPr/>
            <p:nvPr/>
          </p:nvSpPr>
          <p:spPr>
            <a:xfrm>
              <a:off x="6784457" y="3116018"/>
              <a:ext cx="1695" cy="34980"/>
            </a:xfrm>
            <a:custGeom>
              <a:avLst/>
              <a:gdLst/>
              <a:ahLst/>
              <a:cxnLst/>
              <a:rect l="l" t="t" r="r" b="b"/>
              <a:pathLst>
                <a:path w="119" h="2456" extrusionOk="0">
                  <a:moveTo>
                    <a:pt x="1" y="1"/>
                  </a:moveTo>
                  <a:lnTo>
                    <a:pt x="1" y="119"/>
                  </a:lnTo>
                  <a:lnTo>
                    <a:pt x="1" y="1952"/>
                  </a:lnTo>
                  <a:lnTo>
                    <a:pt x="1" y="2455"/>
                  </a:lnTo>
                  <a:cubicBezTo>
                    <a:pt x="119" y="2337"/>
                    <a:pt x="119" y="2337"/>
                    <a:pt x="119" y="2219"/>
                  </a:cubicBezTo>
                  <a:lnTo>
                    <a:pt x="119" y="1952"/>
                  </a:lnTo>
                  <a:cubicBezTo>
                    <a:pt x="119" y="1479"/>
                    <a:pt x="119" y="740"/>
                    <a:pt x="1" y="1"/>
                  </a:cubicBezTo>
                  <a:close/>
                </a:path>
              </a:pathLst>
            </a:custGeom>
            <a:solidFill>
              <a:srgbClr val="303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3"/>
            <p:cNvSpPr/>
            <p:nvPr/>
          </p:nvSpPr>
          <p:spPr>
            <a:xfrm>
              <a:off x="6740661" y="3349353"/>
              <a:ext cx="3375" cy="13915"/>
            </a:xfrm>
            <a:custGeom>
              <a:avLst/>
              <a:gdLst/>
              <a:ahLst/>
              <a:cxnLst/>
              <a:rect l="l" t="t" r="r" b="b"/>
              <a:pathLst>
                <a:path w="237" h="977" extrusionOk="0">
                  <a:moveTo>
                    <a:pt x="237" y="1"/>
                  </a:moveTo>
                  <a:cubicBezTo>
                    <a:pt x="118" y="356"/>
                    <a:pt x="0" y="622"/>
                    <a:pt x="0" y="977"/>
                  </a:cubicBezTo>
                  <a:cubicBezTo>
                    <a:pt x="0" y="622"/>
                    <a:pt x="118" y="356"/>
                    <a:pt x="237" y="1"/>
                  </a:cubicBezTo>
                  <a:close/>
                </a:path>
              </a:pathLst>
            </a:custGeom>
            <a:solidFill>
              <a:srgbClr val="707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3"/>
            <p:cNvSpPr/>
            <p:nvPr/>
          </p:nvSpPr>
          <p:spPr>
            <a:xfrm>
              <a:off x="6733497" y="3086109"/>
              <a:ext cx="72039" cy="268314"/>
            </a:xfrm>
            <a:custGeom>
              <a:avLst/>
              <a:gdLst/>
              <a:ahLst/>
              <a:cxnLst/>
              <a:rect l="l" t="t" r="r" b="b"/>
              <a:pathLst>
                <a:path w="5058" h="18839" extrusionOk="0">
                  <a:moveTo>
                    <a:pt x="5057" y="1"/>
                  </a:moveTo>
                  <a:cubicBezTo>
                    <a:pt x="4939" y="1"/>
                    <a:pt x="4939" y="119"/>
                    <a:pt x="4821" y="238"/>
                  </a:cubicBezTo>
                  <a:cubicBezTo>
                    <a:pt x="4584" y="1598"/>
                    <a:pt x="4200" y="2958"/>
                    <a:pt x="3697" y="4319"/>
                  </a:cubicBezTo>
                  <a:cubicBezTo>
                    <a:pt x="3697" y="4437"/>
                    <a:pt x="3697" y="4437"/>
                    <a:pt x="3579" y="4555"/>
                  </a:cubicBezTo>
                  <a:cubicBezTo>
                    <a:pt x="3579" y="4792"/>
                    <a:pt x="3460" y="4910"/>
                    <a:pt x="3342" y="5176"/>
                  </a:cubicBezTo>
                  <a:cubicBezTo>
                    <a:pt x="2721" y="7010"/>
                    <a:pt x="1982" y="8754"/>
                    <a:pt x="1361" y="10351"/>
                  </a:cubicBezTo>
                  <a:cubicBezTo>
                    <a:pt x="887" y="11830"/>
                    <a:pt x="503" y="13309"/>
                    <a:pt x="266" y="14787"/>
                  </a:cubicBezTo>
                  <a:cubicBezTo>
                    <a:pt x="148" y="15763"/>
                    <a:pt x="0" y="16739"/>
                    <a:pt x="148" y="17744"/>
                  </a:cubicBezTo>
                  <a:cubicBezTo>
                    <a:pt x="266" y="18099"/>
                    <a:pt x="266" y="18365"/>
                    <a:pt x="266" y="18602"/>
                  </a:cubicBezTo>
                  <a:cubicBezTo>
                    <a:pt x="385" y="18720"/>
                    <a:pt x="385" y="18839"/>
                    <a:pt x="385" y="18839"/>
                  </a:cubicBezTo>
                  <a:cubicBezTo>
                    <a:pt x="385" y="18839"/>
                    <a:pt x="385" y="18484"/>
                    <a:pt x="266" y="17744"/>
                  </a:cubicBezTo>
                  <a:cubicBezTo>
                    <a:pt x="148" y="16739"/>
                    <a:pt x="266" y="15763"/>
                    <a:pt x="385" y="14787"/>
                  </a:cubicBezTo>
                  <a:cubicBezTo>
                    <a:pt x="740" y="13309"/>
                    <a:pt x="1124" y="11830"/>
                    <a:pt x="1627" y="10470"/>
                  </a:cubicBezTo>
                  <a:cubicBezTo>
                    <a:pt x="2218" y="8873"/>
                    <a:pt x="2958" y="7128"/>
                    <a:pt x="3579" y="5294"/>
                  </a:cubicBezTo>
                  <a:cubicBezTo>
                    <a:pt x="3963" y="4437"/>
                    <a:pt x="4200" y="3579"/>
                    <a:pt x="4436" y="2840"/>
                  </a:cubicBezTo>
                  <a:cubicBezTo>
                    <a:pt x="4702" y="1834"/>
                    <a:pt x="4821" y="859"/>
                    <a:pt x="5057" y="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3"/>
            <p:cNvSpPr/>
            <p:nvPr/>
          </p:nvSpPr>
          <p:spPr>
            <a:xfrm>
              <a:off x="6752867" y="3372098"/>
              <a:ext cx="117529" cy="87620"/>
            </a:xfrm>
            <a:custGeom>
              <a:avLst/>
              <a:gdLst/>
              <a:ahLst/>
              <a:cxnLst/>
              <a:rect l="l" t="t" r="r" b="b"/>
              <a:pathLst>
                <a:path w="8252" h="6152" extrusionOk="0">
                  <a:moveTo>
                    <a:pt x="1" y="1"/>
                  </a:moveTo>
                  <a:cubicBezTo>
                    <a:pt x="1243" y="1095"/>
                    <a:pt x="2603" y="2219"/>
                    <a:pt x="4082" y="3194"/>
                  </a:cubicBezTo>
                  <a:cubicBezTo>
                    <a:pt x="6300" y="4939"/>
                    <a:pt x="8251" y="6152"/>
                    <a:pt x="8251" y="6152"/>
                  </a:cubicBezTo>
                  <a:cubicBezTo>
                    <a:pt x="8251" y="6033"/>
                    <a:pt x="6536" y="4673"/>
                    <a:pt x="4200" y="2958"/>
                  </a:cubicBezTo>
                  <a:cubicBezTo>
                    <a:pt x="1864" y="1243"/>
                    <a:pt x="1" y="1"/>
                    <a:pt x="1"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90"/>
        <p:cNvGrpSpPr/>
        <p:nvPr/>
      </p:nvGrpSpPr>
      <p:grpSpPr>
        <a:xfrm>
          <a:off x="0" y="0"/>
          <a:ext cx="0" cy="0"/>
          <a:chOff x="0" y="0"/>
          <a:chExt cx="0" cy="0"/>
        </a:xfrm>
      </p:grpSpPr>
      <p:sp>
        <p:nvSpPr>
          <p:cNvPr id="1092" name="Google Shape;1092;p35"/>
          <p:cNvSpPr txBox="1">
            <a:spLocks noGrp="1"/>
          </p:cNvSpPr>
          <p:nvPr>
            <p:ph type="title"/>
          </p:nvPr>
        </p:nvSpPr>
        <p:spPr>
          <a:xfrm>
            <a:off x="865625" y="488975"/>
            <a:ext cx="7411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The Laptop…</a:t>
            </a:r>
            <a:endParaRPr dirty="0"/>
          </a:p>
        </p:txBody>
      </p:sp>
      <p:sp>
        <p:nvSpPr>
          <p:cNvPr id="1093" name="Google Shape;1093;p35"/>
          <p:cNvSpPr txBox="1">
            <a:spLocks noGrp="1"/>
          </p:cNvSpPr>
          <p:nvPr>
            <p:ph type="subTitle" idx="2"/>
          </p:nvPr>
        </p:nvSpPr>
        <p:spPr>
          <a:xfrm>
            <a:off x="4343246" y="2280556"/>
            <a:ext cx="3117000" cy="866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I found a laptop that we don’t use any more, So </a:t>
            </a:r>
            <a:r>
              <a:rPr lang="en-US" dirty="0"/>
              <a:t>I</a:t>
            </a:r>
            <a:r>
              <a:rPr lang="en" dirty="0"/>
              <a:t> thought of recycling it and giving it a new prepouse</a:t>
            </a:r>
          </a:p>
        </p:txBody>
      </p:sp>
      <p:grpSp>
        <p:nvGrpSpPr>
          <p:cNvPr id="7" name="Google Shape;1060;p34">
            <a:extLst>
              <a:ext uri="{FF2B5EF4-FFF2-40B4-BE49-F238E27FC236}">
                <a16:creationId xmlns:a16="http://schemas.microsoft.com/office/drawing/2014/main" id="{5DE0CD6F-A60E-5A8C-4A2D-6CBD76BC36AB}"/>
              </a:ext>
            </a:extLst>
          </p:cNvPr>
          <p:cNvGrpSpPr/>
          <p:nvPr/>
        </p:nvGrpSpPr>
        <p:grpSpPr>
          <a:xfrm>
            <a:off x="1040536" y="2441121"/>
            <a:ext cx="2412957" cy="1835053"/>
            <a:chOff x="1996450" y="1888028"/>
            <a:chExt cx="939844" cy="656427"/>
          </a:xfrm>
        </p:grpSpPr>
        <p:sp>
          <p:nvSpPr>
            <p:cNvPr id="22" name="Google Shape;1061;p34">
              <a:extLst>
                <a:ext uri="{FF2B5EF4-FFF2-40B4-BE49-F238E27FC236}">
                  <a16:creationId xmlns:a16="http://schemas.microsoft.com/office/drawing/2014/main" id="{8EBEF404-3614-1229-7D61-C0A5A691C42B}"/>
                </a:ext>
              </a:extLst>
            </p:cNvPr>
            <p:cNvSpPr/>
            <p:nvPr/>
          </p:nvSpPr>
          <p:spPr>
            <a:xfrm>
              <a:off x="1996450" y="1888028"/>
              <a:ext cx="939844" cy="574076"/>
            </a:xfrm>
            <a:custGeom>
              <a:avLst/>
              <a:gdLst/>
              <a:ahLst/>
              <a:cxnLst/>
              <a:rect l="l" t="t" r="r" b="b"/>
              <a:pathLst>
                <a:path w="40814" h="24930" extrusionOk="0">
                  <a:moveTo>
                    <a:pt x="20180" y="1"/>
                  </a:moveTo>
                  <a:cubicBezTo>
                    <a:pt x="7091" y="1"/>
                    <a:pt x="3780" y="1047"/>
                    <a:pt x="2218" y="1375"/>
                  </a:cubicBezTo>
                  <a:cubicBezTo>
                    <a:pt x="656" y="1688"/>
                    <a:pt x="0" y="2344"/>
                    <a:pt x="0" y="3578"/>
                  </a:cubicBezTo>
                  <a:lnTo>
                    <a:pt x="0" y="22711"/>
                  </a:lnTo>
                  <a:cubicBezTo>
                    <a:pt x="0" y="23945"/>
                    <a:pt x="984" y="24929"/>
                    <a:pt x="2218" y="24929"/>
                  </a:cubicBezTo>
                  <a:lnTo>
                    <a:pt x="38596" y="24929"/>
                  </a:lnTo>
                  <a:cubicBezTo>
                    <a:pt x="39829" y="24929"/>
                    <a:pt x="40814" y="23945"/>
                    <a:pt x="40814" y="22711"/>
                  </a:cubicBezTo>
                  <a:lnTo>
                    <a:pt x="40814" y="3578"/>
                  </a:lnTo>
                  <a:cubicBezTo>
                    <a:pt x="40814" y="2344"/>
                    <a:pt x="40157" y="1891"/>
                    <a:pt x="38596" y="1375"/>
                  </a:cubicBezTo>
                  <a:cubicBezTo>
                    <a:pt x="37034" y="907"/>
                    <a:pt x="33191" y="1"/>
                    <a:pt x="201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62;p34">
              <a:extLst>
                <a:ext uri="{FF2B5EF4-FFF2-40B4-BE49-F238E27FC236}">
                  <a16:creationId xmlns:a16="http://schemas.microsoft.com/office/drawing/2014/main" id="{8B54438B-FC5F-76E7-058F-8DFE5FA2AC13}"/>
                </a:ext>
              </a:extLst>
            </p:cNvPr>
            <p:cNvSpPr/>
            <p:nvPr/>
          </p:nvSpPr>
          <p:spPr>
            <a:xfrm>
              <a:off x="2170162" y="2401984"/>
              <a:ext cx="101782" cy="142471"/>
            </a:xfrm>
            <a:custGeom>
              <a:avLst/>
              <a:gdLst/>
              <a:ahLst/>
              <a:cxnLst/>
              <a:rect l="l" t="t" r="r" b="b"/>
              <a:pathLst>
                <a:path w="4420" h="6187" extrusionOk="0">
                  <a:moveTo>
                    <a:pt x="4375" y="0"/>
                  </a:moveTo>
                  <a:cubicBezTo>
                    <a:pt x="4374" y="0"/>
                    <a:pt x="4374" y="1"/>
                    <a:pt x="4374" y="1"/>
                  </a:cubicBezTo>
                  <a:cubicBezTo>
                    <a:pt x="4374" y="63"/>
                    <a:pt x="4046" y="204"/>
                    <a:pt x="3780" y="204"/>
                  </a:cubicBezTo>
                  <a:lnTo>
                    <a:pt x="2093" y="204"/>
                  </a:lnTo>
                  <a:cubicBezTo>
                    <a:pt x="1828" y="204"/>
                    <a:pt x="1562" y="1"/>
                    <a:pt x="1562" y="1"/>
                  </a:cubicBezTo>
                  <a:cubicBezTo>
                    <a:pt x="1562" y="1"/>
                    <a:pt x="1500" y="204"/>
                    <a:pt x="1437" y="454"/>
                  </a:cubicBezTo>
                  <a:lnTo>
                    <a:pt x="78" y="5671"/>
                  </a:lnTo>
                  <a:cubicBezTo>
                    <a:pt x="0" y="5921"/>
                    <a:pt x="203" y="6186"/>
                    <a:pt x="531" y="6186"/>
                  </a:cubicBezTo>
                  <a:lnTo>
                    <a:pt x="2218" y="6186"/>
                  </a:lnTo>
                  <a:cubicBezTo>
                    <a:pt x="2546" y="6186"/>
                    <a:pt x="2874" y="5921"/>
                    <a:pt x="2937" y="5671"/>
                  </a:cubicBezTo>
                  <a:cubicBezTo>
                    <a:pt x="2937" y="5671"/>
                    <a:pt x="4420" y="0"/>
                    <a:pt x="4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063;p34">
              <a:extLst>
                <a:ext uri="{FF2B5EF4-FFF2-40B4-BE49-F238E27FC236}">
                  <a16:creationId xmlns:a16="http://schemas.microsoft.com/office/drawing/2014/main" id="{9DD99A60-FBF3-C198-D46D-53D93CDB77A0}"/>
                </a:ext>
              </a:extLst>
            </p:cNvPr>
            <p:cNvSpPr/>
            <p:nvPr/>
          </p:nvSpPr>
          <p:spPr>
            <a:xfrm>
              <a:off x="2623346" y="2401984"/>
              <a:ext cx="101436" cy="142471"/>
            </a:xfrm>
            <a:custGeom>
              <a:avLst/>
              <a:gdLst/>
              <a:ahLst/>
              <a:cxnLst/>
              <a:rect l="l" t="t" r="r" b="b"/>
              <a:pathLst>
                <a:path w="4405" h="6187" extrusionOk="0">
                  <a:moveTo>
                    <a:pt x="46" y="0"/>
                  </a:moveTo>
                  <a:lnTo>
                    <a:pt x="46" y="0"/>
                  </a:lnTo>
                  <a:cubicBezTo>
                    <a:pt x="0" y="0"/>
                    <a:pt x="1483" y="5671"/>
                    <a:pt x="1483" y="5671"/>
                  </a:cubicBezTo>
                  <a:cubicBezTo>
                    <a:pt x="1546" y="5921"/>
                    <a:pt x="1874" y="6186"/>
                    <a:pt x="2186" y="6186"/>
                  </a:cubicBezTo>
                  <a:lnTo>
                    <a:pt x="3951" y="6186"/>
                  </a:lnTo>
                  <a:cubicBezTo>
                    <a:pt x="4217" y="6186"/>
                    <a:pt x="4404" y="5921"/>
                    <a:pt x="4342" y="5671"/>
                  </a:cubicBezTo>
                  <a:lnTo>
                    <a:pt x="2967" y="454"/>
                  </a:lnTo>
                  <a:cubicBezTo>
                    <a:pt x="2905" y="204"/>
                    <a:pt x="2842" y="1"/>
                    <a:pt x="2842" y="1"/>
                  </a:cubicBezTo>
                  <a:cubicBezTo>
                    <a:pt x="2842" y="1"/>
                    <a:pt x="2655" y="204"/>
                    <a:pt x="2327" y="204"/>
                  </a:cubicBezTo>
                  <a:lnTo>
                    <a:pt x="703" y="204"/>
                  </a:lnTo>
                  <a:cubicBezTo>
                    <a:pt x="375" y="204"/>
                    <a:pt x="109" y="63"/>
                    <a:pt x="47" y="1"/>
                  </a:cubicBezTo>
                  <a:cubicBezTo>
                    <a:pt x="46" y="1"/>
                    <a:pt x="46"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64;p34">
              <a:extLst>
                <a:ext uri="{FF2B5EF4-FFF2-40B4-BE49-F238E27FC236}">
                  <a16:creationId xmlns:a16="http://schemas.microsoft.com/office/drawing/2014/main" id="{E40B8F91-6A79-80A7-8B58-374565CF115C}"/>
                </a:ext>
              </a:extLst>
            </p:cNvPr>
            <p:cNvSpPr/>
            <p:nvPr/>
          </p:nvSpPr>
          <p:spPr>
            <a:xfrm>
              <a:off x="2772580" y="1985500"/>
              <a:ext cx="96071" cy="80942"/>
            </a:xfrm>
            <a:custGeom>
              <a:avLst/>
              <a:gdLst/>
              <a:ahLst/>
              <a:cxnLst/>
              <a:rect l="l" t="t" r="r" b="b"/>
              <a:pathLst>
                <a:path w="4172" h="3515" extrusionOk="0">
                  <a:moveTo>
                    <a:pt x="2094" y="1"/>
                  </a:moveTo>
                  <a:cubicBezTo>
                    <a:pt x="469" y="1"/>
                    <a:pt x="1" y="782"/>
                    <a:pt x="1" y="1750"/>
                  </a:cubicBezTo>
                  <a:cubicBezTo>
                    <a:pt x="1" y="2734"/>
                    <a:pt x="860" y="3515"/>
                    <a:pt x="2094" y="3515"/>
                  </a:cubicBezTo>
                  <a:cubicBezTo>
                    <a:pt x="3390" y="3515"/>
                    <a:pt x="4171" y="2734"/>
                    <a:pt x="4171" y="1750"/>
                  </a:cubicBezTo>
                  <a:cubicBezTo>
                    <a:pt x="4171" y="782"/>
                    <a:pt x="3718" y="1"/>
                    <a:pt x="20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065;p34">
              <a:extLst>
                <a:ext uri="{FF2B5EF4-FFF2-40B4-BE49-F238E27FC236}">
                  <a16:creationId xmlns:a16="http://schemas.microsoft.com/office/drawing/2014/main" id="{14C6B7B5-26E6-45FF-0E87-EB8308706723}"/>
                </a:ext>
              </a:extLst>
            </p:cNvPr>
            <p:cNvSpPr/>
            <p:nvPr/>
          </p:nvSpPr>
          <p:spPr>
            <a:xfrm>
              <a:off x="2739860" y="2087278"/>
              <a:ext cx="74839" cy="64408"/>
            </a:xfrm>
            <a:custGeom>
              <a:avLst/>
              <a:gdLst/>
              <a:ahLst/>
              <a:cxnLst/>
              <a:rect l="l" t="t" r="r" b="b"/>
              <a:pathLst>
                <a:path w="3250" h="2797" extrusionOk="0">
                  <a:moveTo>
                    <a:pt x="1625" y="1"/>
                  </a:moveTo>
                  <a:cubicBezTo>
                    <a:pt x="391" y="1"/>
                    <a:pt x="0" y="657"/>
                    <a:pt x="0" y="1438"/>
                  </a:cubicBezTo>
                  <a:cubicBezTo>
                    <a:pt x="0" y="2156"/>
                    <a:pt x="641" y="2797"/>
                    <a:pt x="1625" y="2797"/>
                  </a:cubicBezTo>
                  <a:cubicBezTo>
                    <a:pt x="2593" y="2797"/>
                    <a:pt x="3249" y="2156"/>
                    <a:pt x="3249" y="1438"/>
                  </a:cubicBezTo>
                  <a:cubicBezTo>
                    <a:pt x="3249" y="657"/>
                    <a:pt x="2859" y="1"/>
                    <a:pt x="16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66;p34">
              <a:extLst>
                <a:ext uri="{FF2B5EF4-FFF2-40B4-BE49-F238E27FC236}">
                  <a16:creationId xmlns:a16="http://schemas.microsoft.com/office/drawing/2014/main" id="{319E18EF-3CB3-56FE-580B-DEEDD09A5E4D}"/>
                </a:ext>
              </a:extLst>
            </p:cNvPr>
            <p:cNvSpPr/>
            <p:nvPr/>
          </p:nvSpPr>
          <p:spPr>
            <a:xfrm>
              <a:off x="2739860" y="2178648"/>
              <a:ext cx="74839" cy="64753"/>
            </a:xfrm>
            <a:custGeom>
              <a:avLst/>
              <a:gdLst/>
              <a:ahLst/>
              <a:cxnLst/>
              <a:rect l="l" t="t" r="r" b="b"/>
              <a:pathLst>
                <a:path w="3250" h="2812" extrusionOk="0">
                  <a:moveTo>
                    <a:pt x="1625" y="0"/>
                  </a:moveTo>
                  <a:cubicBezTo>
                    <a:pt x="391" y="0"/>
                    <a:pt x="0" y="656"/>
                    <a:pt x="0" y="1437"/>
                  </a:cubicBezTo>
                  <a:cubicBezTo>
                    <a:pt x="0" y="2218"/>
                    <a:pt x="641" y="2812"/>
                    <a:pt x="1625" y="2812"/>
                  </a:cubicBezTo>
                  <a:cubicBezTo>
                    <a:pt x="2593" y="2812"/>
                    <a:pt x="3249" y="2218"/>
                    <a:pt x="3249" y="1437"/>
                  </a:cubicBezTo>
                  <a:cubicBezTo>
                    <a:pt x="3249" y="656"/>
                    <a:pt x="2859" y="0"/>
                    <a:pt x="16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067;p34">
              <a:extLst>
                <a:ext uri="{FF2B5EF4-FFF2-40B4-BE49-F238E27FC236}">
                  <a16:creationId xmlns:a16="http://schemas.microsoft.com/office/drawing/2014/main" id="{487A0788-A675-0ACA-4BEA-4325F451FD43}"/>
                </a:ext>
              </a:extLst>
            </p:cNvPr>
            <p:cNvSpPr/>
            <p:nvPr/>
          </p:nvSpPr>
          <p:spPr>
            <a:xfrm>
              <a:off x="2831206" y="2087278"/>
              <a:ext cx="76267" cy="64408"/>
            </a:xfrm>
            <a:custGeom>
              <a:avLst/>
              <a:gdLst/>
              <a:ahLst/>
              <a:cxnLst/>
              <a:rect l="l" t="t" r="r" b="b"/>
              <a:pathLst>
                <a:path w="3312" h="2797" extrusionOk="0">
                  <a:moveTo>
                    <a:pt x="1688" y="1"/>
                  </a:moveTo>
                  <a:cubicBezTo>
                    <a:pt x="391" y="1"/>
                    <a:pt x="1" y="657"/>
                    <a:pt x="1" y="1438"/>
                  </a:cubicBezTo>
                  <a:cubicBezTo>
                    <a:pt x="1" y="2156"/>
                    <a:pt x="657" y="2797"/>
                    <a:pt x="1688" y="2797"/>
                  </a:cubicBezTo>
                  <a:cubicBezTo>
                    <a:pt x="2672" y="2797"/>
                    <a:pt x="3312" y="2156"/>
                    <a:pt x="3312" y="1438"/>
                  </a:cubicBezTo>
                  <a:cubicBezTo>
                    <a:pt x="3312" y="657"/>
                    <a:pt x="2921" y="1"/>
                    <a:pt x="16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068;p34">
              <a:extLst>
                <a:ext uri="{FF2B5EF4-FFF2-40B4-BE49-F238E27FC236}">
                  <a16:creationId xmlns:a16="http://schemas.microsoft.com/office/drawing/2014/main" id="{754487D4-F677-9753-C7EB-84F479D26309}"/>
                </a:ext>
              </a:extLst>
            </p:cNvPr>
            <p:cNvSpPr/>
            <p:nvPr/>
          </p:nvSpPr>
          <p:spPr>
            <a:xfrm>
              <a:off x="2831206" y="2178648"/>
              <a:ext cx="76267" cy="64753"/>
            </a:xfrm>
            <a:custGeom>
              <a:avLst/>
              <a:gdLst/>
              <a:ahLst/>
              <a:cxnLst/>
              <a:rect l="l" t="t" r="r" b="b"/>
              <a:pathLst>
                <a:path w="3312" h="2812" extrusionOk="0">
                  <a:moveTo>
                    <a:pt x="1688" y="0"/>
                  </a:moveTo>
                  <a:cubicBezTo>
                    <a:pt x="391" y="0"/>
                    <a:pt x="1" y="656"/>
                    <a:pt x="1" y="1437"/>
                  </a:cubicBezTo>
                  <a:cubicBezTo>
                    <a:pt x="1" y="2218"/>
                    <a:pt x="657" y="2812"/>
                    <a:pt x="1688" y="2812"/>
                  </a:cubicBezTo>
                  <a:cubicBezTo>
                    <a:pt x="2672" y="2812"/>
                    <a:pt x="3312" y="2218"/>
                    <a:pt x="3312" y="1437"/>
                  </a:cubicBezTo>
                  <a:cubicBezTo>
                    <a:pt x="3312" y="656"/>
                    <a:pt x="2921" y="0"/>
                    <a:pt x="16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069;p34">
              <a:extLst>
                <a:ext uri="{FF2B5EF4-FFF2-40B4-BE49-F238E27FC236}">
                  <a16:creationId xmlns:a16="http://schemas.microsoft.com/office/drawing/2014/main" id="{AB0C5573-FE14-880E-2B13-89CC09F9F54E}"/>
                </a:ext>
              </a:extLst>
            </p:cNvPr>
            <p:cNvSpPr/>
            <p:nvPr/>
          </p:nvSpPr>
          <p:spPr>
            <a:xfrm>
              <a:off x="2748840" y="2282222"/>
              <a:ext cx="145350" cy="22314"/>
            </a:xfrm>
            <a:custGeom>
              <a:avLst/>
              <a:gdLst/>
              <a:ahLst/>
              <a:cxnLst/>
              <a:rect l="l" t="t" r="r" b="b"/>
              <a:pathLst>
                <a:path w="6312" h="969" extrusionOk="0">
                  <a:moveTo>
                    <a:pt x="454" y="1"/>
                  </a:moveTo>
                  <a:cubicBezTo>
                    <a:pt x="188" y="1"/>
                    <a:pt x="1" y="188"/>
                    <a:pt x="1" y="454"/>
                  </a:cubicBezTo>
                  <a:cubicBezTo>
                    <a:pt x="1" y="782"/>
                    <a:pt x="188" y="969"/>
                    <a:pt x="454" y="969"/>
                  </a:cubicBezTo>
                  <a:lnTo>
                    <a:pt x="5796" y="969"/>
                  </a:lnTo>
                  <a:cubicBezTo>
                    <a:pt x="6046" y="969"/>
                    <a:pt x="6311" y="782"/>
                    <a:pt x="6311" y="454"/>
                  </a:cubicBezTo>
                  <a:cubicBezTo>
                    <a:pt x="6311" y="188"/>
                    <a:pt x="6046" y="1"/>
                    <a:pt x="57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070;p34">
              <a:extLst>
                <a:ext uri="{FF2B5EF4-FFF2-40B4-BE49-F238E27FC236}">
                  <a16:creationId xmlns:a16="http://schemas.microsoft.com/office/drawing/2014/main" id="{2C058A50-4A8F-42A3-AE35-8E4C7CB7B967}"/>
                </a:ext>
              </a:extLst>
            </p:cNvPr>
            <p:cNvSpPr/>
            <p:nvPr/>
          </p:nvSpPr>
          <p:spPr>
            <a:xfrm>
              <a:off x="2748840" y="2322496"/>
              <a:ext cx="145350" cy="24133"/>
            </a:xfrm>
            <a:custGeom>
              <a:avLst/>
              <a:gdLst/>
              <a:ahLst/>
              <a:cxnLst/>
              <a:rect l="l" t="t" r="r" b="b"/>
              <a:pathLst>
                <a:path w="6312" h="1048" extrusionOk="0">
                  <a:moveTo>
                    <a:pt x="454" y="1"/>
                  </a:moveTo>
                  <a:cubicBezTo>
                    <a:pt x="188" y="1"/>
                    <a:pt x="1" y="266"/>
                    <a:pt x="1" y="532"/>
                  </a:cubicBezTo>
                  <a:cubicBezTo>
                    <a:pt x="1" y="782"/>
                    <a:pt x="188" y="1047"/>
                    <a:pt x="454" y="1047"/>
                  </a:cubicBezTo>
                  <a:lnTo>
                    <a:pt x="5796" y="1047"/>
                  </a:lnTo>
                  <a:cubicBezTo>
                    <a:pt x="6046" y="1047"/>
                    <a:pt x="6311" y="782"/>
                    <a:pt x="6311" y="532"/>
                  </a:cubicBezTo>
                  <a:cubicBezTo>
                    <a:pt x="6311" y="266"/>
                    <a:pt x="6046" y="1"/>
                    <a:pt x="57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71;p34">
              <a:extLst>
                <a:ext uri="{FF2B5EF4-FFF2-40B4-BE49-F238E27FC236}">
                  <a16:creationId xmlns:a16="http://schemas.microsoft.com/office/drawing/2014/main" id="{28DEF025-C6CA-5596-012D-426FD7A261FF}"/>
                </a:ext>
              </a:extLst>
            </p:cNvPr>
            <p:cNvSpPr/>
            <p:nvPr/>
          </p:nvSpPr>
          <p:spPr>
            <a:xfrm>
              <a:off x="2748840" y="2364588"/>
              <a:ext cx="145350" cy="22682"/>
            </a:xfrm>
            <a:custGeom>
              <a:avLst/>
              <a:gdLst/>
              <a:ahLst/>
              <a:cxnLst/>
              <a:rect l="l" t="t" r="r" b="b"/>
              <a:pathLst>
                <a:path w="6312" h="985" extrusionOk="0">
                  <a:moveTo>
                    <a:pt x="454" y="0"/>
                  </a:moveTo>
                  <a:cubicBezTo>
                    <a:pt x="188" y="0"/>
                    <a:pt x="1" y="203"/>
                    <a:pt x="1" y="453"/>
                  </a:cubicBezTo>
                  <a:cubicBezTo>
                    <a:pt x="1" y="719"/>
                    <a:pt x="188" y="984"/>
                    <a:pt x="454" y="984"/>
                  </a:cubicBezTo>
                  <a:lnTo>
                    <a:pt x="5796" y="984"/>
                  </a:lnTo>
                  <a:cubicBezTo>
                    <a:pt x="6046" y="984"/>
                    <a:pt x="6311" y="719"/>
                    <a:pt x="6311" y="453"/>
                  </a:cubicBezTo>
                  <a:cubicBezTo>
                    <a:pt x="6311" y="203"/>
                    <a:pt x="6046" y="0"/>
                    <a:pt x="57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072;p34">
              <a:extLst>
                <a:ext uri="{FF2B5EF4-FFF2-40B4-BE49-F238E27FC236}">
                  <a16:creationId xmlns:a16="http://schemas.microsoft.com/office/drawing/2014/main" id="{6265BC4E-3D39-651C-7521-AEC55D4B8DF5}"/>
                </a:ext>
              </a:extLst>
            </p:cNvPr>
            <p:cNvSpPr/>
            <p:nvPr/>
          </p:nvSpPr>
          <p:spPr>
            <a:xfrm>
              <a:off x="2089224" y="1949532"/>
              <a:ext cx="589182" cy="451063"/>
            </a:xfrm>
            <a:custGeom>
              <a:avLst/>
              <a:gdLst/>
              <a:ahLst/>
              <a:cxnLst/>
              <a:rect l="l" t="t" r="r" b="b"/>
              <a:pathLst>
                <a:path w="25586" h="19588" extrusionOk="0">
                  <a:moveTo>
                    <a:pt x="12637" y="1"/>
                  </a:moveTo>
                  <a:cubicBezTo>
                    <a:pt x="4499" y="1"/>
                    <a:pt x="2422" y="844"/>
                    <a:pt x="1438" y="1110"/>
                  </a:cubicBezTo>
                  <a:cubicBezTo>
                    <a:pt x="469" y="1297"/>
                    <a:pt x="1" y="1891"/>
                    <a:pt x="1" y="2796"/>
                  </a:cubicBezTo>
                  <a:lnTo>
                    <a:pt x="1" y="17900"/>
                  </a:lnTo>
                  <a:cubicBezTo>
                    <a:pt x="1" y="18806"/>
                    <a:pt x="657" y="19587"/>
                    <a:pt x="1438" y="19587"/>
                  </a:cubicBezTo>
                  <a:lnTo>
                    <a:pt x="24211" y="19587"/>
                  </a:lnTo>
                  <a:cubicBezTo>
                    <a:pt x="24992" y="19587"/>
                    <a:pt x="25585" y="18806"/>
                    <a:pt x="25585" y="17900"/>
                  </a:cubicBezTo>
                  <a:lnTo>
                    <a:pt x="25585" y="2796"/>
                  </a:lnTo>
                  <a:cubicBezTo>
                    <a:pt x="25585" y="1891"/>
                    <a:pt x="25195" y="1500"/>
                    <a:pt x="24211" y="1110"/>
                  </a:cubicBezTo>
                  <a:cubicBezTo>
                    <a:pt x="23243" y="719"/>
                    <a:pt x="20837" y="1"/>
                    <a:pt x="126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256"/>
        <p:cNvGrpSpPr/>
        <p:nvPr/>
      </p:nvGrpSpPr>
      <p:grpSpPr>
        <a:xfrm>
          <a:off x="0" y="0"/>
          <a:ext cx="0" cy="0"/>
          <a:chOff x="0" y="0"/>
          <a:chExt cx="0" cy="0"/>
        </a:xfrm>
      </p:grpSpPr>
      <p:sp>
        <p:nvSpPr>
          <p:cNvPr id="1257" name="Google Shape;1257;p38"/>
          <p:cNvSpPr txBox="1">
            <a:spLocks noGrp="1"/>
          </p:cNvSpPr>
          <p:nvPr>
            <p:ph type="title" idx="2"/>
          </p:nvPr>
        </p:nvSpPr>
        <p:spPr>
          <a:xfrm>
            <a:off x="3906900" y="2251845"/>
            <a:ext cx="3738900" cy="1401900"/>
          </a:xfrm>
          <a:prstGeom prst="rect">
            <a:avLst/>
          </a:prstGeom>
        </p:spPr>
        <p:txBody>
          <a:bodyPr spcFirstLastPara="1" wrap="square" lIns="91425" tIns="91425" rIns="91425" bIns="91425" anchor="b" anchorCtr="0">
            <a:noAutofit/>
          </a:bodyPr>
          <a:lstStyle/>
          <a:p>
            <a:r>
              <a:rPr lang="en-US" dirty="0"/>
              <a:t>The Problems</a:t>
            </a:r>
            <a:endParaRPr lang="en-US" dirty="0">
              <a:effectLst/>
            </a:endParaRPr>
          </a:p>
        </p:txBody>
      </p:sp>
      <p:sp>
        <p:nvSpPr>
          <p:cNvPr id="1258" name="Google Shape;1258;p38"/>
          <p:cNvSpPr txBox="1">
            <a:spLocks noGrp="1"/>
          </p:cNvSpPr>
          <p:nvPr>
            <p:ph type="title"/>
          </p:nvPr>
        </p:nvSpPr>
        <p:spPr>
          <a:xfrm>
            <a:off x="3906908" y="1259507"/>
            <a:ext cx="3738900" cy="1057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02</a:t>
            </a:r>
            <a:endParaRPr/>
          </a:p>
        </p:txBody>
      </p:sp>
      <p:sp>
        <p:nvSpPr>
          <p:cNvPr id="1259" name="Google Shape;1259;p38"/>
          <p:cNvSpPr txBox="1">
            <a:spLocks noGrp="1"/>
          </p:cNvSpPr>
          <p:nvPr>
            <p:ph type="subTitle" idx="1"/>
          </p:nvPr>
        </p:nvSpPr>
        <p:spPr>
          <a:xfrm>
            <a:off x="5017208" y="3516025"/>
            <a:ext cx="2628600" cy="792600"/>
          </a:xfrm>
          <a:prstGeom prst="rect">
            <a:avLst/>
          </a:prstGeom>
        </p:spPr>
        <p:txBody>
          <a:bodyPr spcFirstLastPara="1" wrap="square" lIns="91425" tIns="91425" rIns="91425" bIns="91425" anchor="t" anchorCtr="0">
            <a:noAutofit/>
          </a:bodyPr>
          <a:lstStyle/>
          <a:p>
            <a:r>
              <a:rPr lang="en-US" dirty="0"/>
              <a:t>The problems I faced during this project</a:t>
            </a:r>
            <a:endParaRPr lang="en-US" dirty="0">
              <a:effectLst/>
            </a:endParaRPr>
          </a:p>
        </p:txBody>
      </p:sp>
      <p:grpSp>
        <p:nvGrpSpPr>
          <p:cNvPr id="1260" name="Google Shape;1260;p38"/>
          <p:cNvGrpSpPr/>
          <p:nvPr/>
        </p:nvGrpSpPr>
        <p:grpSpPr>
          <a:xfrm>
            <a:off x="1473622" y="1397519"/>
            <a:ext cx="3048913" cy="2896249"/>
            <a:chOff x="1473596" y="1114908"/>
            <a:chExt cx="3346409" cy="3178848"/>
          </a:xfrm>
        </p:grpSpPr>
        <p:sp>
          <p:nvSpPr>
            <p:cNvPr id="1261" name="Google Shape;1261;p38"/>
            <p:cNvSpPr/>
            <p:nvPr/>
          </p:nvSpPr>
          <p:spPr>
            <a:xfrm>
              <a:off x="1657470" y="1722350"/>
              <a:ext cx="126469" cy="499292"/>
            </a:xfrm>
            <a:custGeom>
              <a:avLst/>
              <a:gdLst/>
              <a:ahLst/>
              <a:cxnLst/>
              <a:rect l="l" t="t" r="r" b="b"/>
              <a:pathLst>
                <a:path w="7954" h="31402" extrusionOk="0">
                  <a:moveTo>
                    <a:pt x="0" y="0"/>
                  </a:moveTo>
                  <a:lnTo>
                    <a:pt x="0" y="31401"/>
                  </a:lnTo>
                  <a:lnTo>
                    <a:pt x="7954" y="31401"/>
                  </a:lnTo>
                  <a:lnTo>
                    <a:pt x="7954"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 name="Google Shape;1262;p38"/>
            <p:cNvGrpSpPr/>
            <p:nvPr/>
          </p:nvGrpSpPr>
          <p:grpSpPr>
            <a:xfrm>
              <a:off x="1473596" y="1114908"/>
              <a:ext cx="3346409" cy="3178848"/>
              <a:chOff x="1473596" y="1114908"/>
              <a:chExt cx="3346409" cy="3178848"/>
            </a:xfrm>
          </p:grpSpPr>
          <p:sp>
            <p:nvSpPr>
              <p:cNvPr id="1263" name="Google Shape;1263;p38"/>
              <p:cNvSpPr/>
              <p:nvPr/>
            </p:nvSpPr>
            <p:spPr>
              <a:xfrm>
                <a:off x="1841621" y="1831200"/>
                <a:ext cx="126469" cy="390440"/>
              </a:xfrm>
              <a:custGeom>
                <a:avLst/>
                <a:gdLst/>
                <a:ahLst/>
                <a:cxnLst/>
                <a:rect l="l" t="t" r="r" b="b"/>
                <a:pathLst>
                  <a:path w="7954" h="24556" extrusionOk="0">
                    <a:moveTo>
                      <a:pt x="1" y="0"/>
                    </a:moveTo>
                    <a:lnTo>
                      <a:pt x="1" y="24555"/>
                    </a:lnTo>
                    <a:lnTo>
                      <a:pt x="7954" y="24555"/>
                    </a:lnTo>
                    <a:lnTo>
                      <a:pt x="7954"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8"/>
              <p:cNvSpPr/>
              <p:nvPr/>
            </p:nvSpPr>
            <p:spPr>
              <a:xfrm>
                <a:off x="2029460" y="1920001"/>
                <a:ext cx="124433" cy="301639"/>
              </a:xfrm>
              <a:custGeom>
                <a:avLst/>
                <a:gdLst/>
                <a:ahLst/>
                <a:cxnLst/>
                <a:rect l="l" t="t" r="r" b="b"/>
                <a:pathLst>
                  <a:path w="7826" h="18971" extrusionOk="0">
                    <a:moveTo>
                      <a:pt x="1" y="1"/>
                    </a:moveTo>
                    <a:lnTo>
                      <a:pt x="1" y="18970"/>
                    </a:lnTo>
                    <a:lnTo>
                      <a:pt x="7825" y="18970"/>
                    </a:lnTo>
                    <a:lnTo>
                      <a:pt x="7825"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8"/>
              <p:cNvSpPr/>
              <p:nvPr/>
            </p:nvSpPr>
            <p:spPr>
              <a:xfrm>
                <a:off x="2203386" y="2042779"/>
                <a:ext cx="124433" cy="178859"/>
              </a:xfrm>
              <a:custGeom>
                <a:avLst/>
                <a:gdLst/>
                <a:ahLst/>
                <a:cxnLst/>
                <a:rect l="l" t="t" r="r" b="b"/>
                <a:pathLst>
                  <a:path w="7826" h="11249" extrusionOk="0">
                    <a:moveTo>
                      <a:pt x="1" y="0"/>
                    </a:moveTo>
                    <a:lnTo>
                      <a:pt x="1" y="11248"/>
                    </a:lnTo>
                    <a:lnTo>
                      <a:pt x="7825" y="11248"/>
                    </a:lnTo>
                    <a:lnTo>
                      <a:pt x="7825"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 name="Google Shape;1266;p38"/>
              <p:cNvGrpSpPr/>
              <p:nvPr/>
            </p:nvGrpSpPr>
            <p:grpSpPr>
              <a:xfrm>
                <a:off x="1473596" y="1114908"/>
                <a:ext cx="2543517" cy="2891106"/>
                <a:chOff x="8398250" y="942450"/>
                <a:chExt cx="3203825" cy="3641650"/>
              </a:xfrm>
            </p:grpSpPr>
            <p:sp>
              <p:nvSpPr>
                <p:cNvPr id="1267" name="Google Shape;1267;p38"/>
                <p:cNvSpPr/>
                <p:nvPr/>
              </p:nvSpPr>
              <p:spPr>
                <a:xfrm>
                  <a:off x="8398250" y="3554475"/>
                  <a:ext cx="761875" cy="335275"/>
                </a:xfrm>
                <a:custGeom>
                  <a:avLst/>
                  <a:gdLst/>
                  <a:ahLst/>
                  <a:cxnLst/>
                  <a:rect l="l" t="t" r="r" b="b"/>
                  <a:pathLst>
                    <a:path w="30475" h="13411" extrusionOk="0">
                      <a:moveTo>
                        <a:pt x="30475" y="1"/>
                      </a:moveTo>
                      <a:cubicBezTo>
                        <a:pt x="30346" y="1"/>
                        <a:pt x="30243" y="104"/>
                        <a:pt x="30140" y="104"/>
                      </a:cubicBezTo>
                      <a:lnTo>
                        <a:pt x="29291" y="644"/>
                      </a:lnTo>
                      <a:cubicBezTo>
                        <a:pt x="28956" y="850"/>
                        <a:pt x="28544" y="1185"/>
                        <a:pt x="28004" y="1494"/>
                      </a:cubicBezTo>
                      <a:cubicBezTo>
                        <a:pt x="27463" y="1725"/>
                        <a:pt x="26923" y="2137"/>
                        <a:pt x="26279" y="2472"/>
                      </a:cubicBezTo>
                      <a:cubicBezTo>
                        <a:pt x="24992" y="3321"/>
                        <a:pt x="23397" y="4170"/>
                        <a:pt x="21672" y="5046"/>
                      </a:cubicBezTo>
                      <a:cubicBezTo>
                        <a:pt x="19845" y="5998"/>
                        <a:pt x="17811" y="6976"/>
                        <a:pt x="15778" y="7928"/>
                      </a:cubicBezTo>
                      <a:cubicBezTo>
                        <a:pt x="13616" y="8803"/>
                        <a:pt x="11583" y="9653"/>
                        <a:pt x="9755" y="10296"/>
                      </a:cubicBezTo>
                      <a:cubicBezTo>
                        <a:pt x="7825" y="11043"/>
                        <a:pt x="6229" y="11583"/>
                        <a:pt x="4736" y="12021"/>
                      </a:cubicBezTo>
                      <a:cubicBezTo>
                        <a:pt x="3964" y="12227"/>
                        <a:pt x="3321" y="12433"/>
                        <a:pt x="2806" y="12664"/>
                      </a:cubicBezTo>
                      <a:cubicBezTo>
                        <a:pt x="2265" y="12767"/>
                        <a:pt x="1725" y="12973"/>
                        <a:pt x="1287" y="13076"/>
                      </a:cubicBezTo>
                      <a:lnTo>
                        <a:pt x="335" y="13308"/>
                      </a:lnTo>
                      <a:cubicBezTo>
                        <a:pt x="232" y="13411"/>
                        <a:pt x="103" y="13411"/>
                        <a:pt x="0" y="13411"/>
                      </a:cubicBezTo>
                      <a:lnTo>
                        <a:pt x="335" y="13411"/>
                      </a:lnTo>
                      <a:lnTo>
                        <a:pt x="1287" y="13179"/>
                      </a:lnTo>
                      <a:cubicBezTo>
                        <a:pt x="1725" y="13076"/>
                        <a:pt x="2265" y="12870"/>
                        <a:pt x="2806" y="12767"/>
                      </a:cubicBezTo>
                      <a:cubicBezTo>
                        <a:pt x="3449" y="12536"/>
                        <a:pt x="4093" y="12433"/>
                        <a:pt x="4736" y="12227"/>
                      </a:cubicBezTo>
                      <a:cubicBezTo>
                        <a:pt x="6229" y="11789"/>
                        <a:pt x="7954" y="11249"/>
                        <a:pt x="9884" y="10502"/>
                      </a:cubicBezTo>
                      <a:cubicBezTo>
                        <a:pt x="11686" y="9859"/>
                        <a:pt x="13745" y="9009"/>
                        <a:pt x="15881" y="8160"/>
                      </a:cubicBezTo>
                      <a:cubicBezTo>
                        <a:pt x="18017" y="7182"/>
                        <a:pt x="19948" y="6230"/>
                        <a:pt x="21775" y="5251"/>
                      </a:cubicBezTo>
                      <a:cubicBezTo>
                        <a:pt x="23500" y="4299"/>
                        <a:pt x="25095" y="3424"/>
                        <a:pt x="26382" y="2678"/>
                      </a:cubicBezTo>
                      <a:cubicBezTo>
                        <a:pt x="27026" y="2240"/>
                        <a:pt x="27566" y="1931"/>
                        <a:pt x="28107" y="1597"/>
                      </a:cubicBezTo>
                      <a:cubicBezTo>
                        <a:pt x="28544" y="1288"/>
                        <a:pt x="28956" y="953"/>
                        <a:pt x="29394" y="747"/>
                      </a:cubicBezTo>
                      <a:lnTo>
                        <a:pt x="30140" y="207"/>
                      </a:lnTo>
                      <a:cubicBezTo>
                        <a:pt x="30243" y="104"/>
                        <a:pt x="30346" y="1"/>
                        <a:pt x="3047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8"/>
                <p:cNvSpPr/>
                <p:nvPr/>
              </p:nvSpPr>
              <p:spPr>
                <a:xfrm>
                  <a:off x="8645325" y="3286150"/>
                  <a:ext cx="713000" cy="410575"/>
                </a:xfrm>
                <a:custGeom>
                  <a:avLst/>
                  <a:gdLst/>
                  <a:ahLst/>
                  <a:cxnLst/>
                  <a:rect l="l" t="t" r="r" b="b"/>
                  <a:pathLst>
                    <a:path w="28520" h="16423" extrusionOk="0">
                      <a:moveTo>
                        <a:pt x="28519" y="1"/>
                      </a:moveTo>
                      <a:cubicBezTo>
                        <a:pt x="28416" y="104"/>
                        <a:pt x="28313" y="104"/>
                        <a:pt x="28185" y="232"/>
                      </a:cubicBezTo>
                      <a:cubicBezTo>
                        <a:pt x="28313" y="232"/>
                        <a:pt x="28416" y="104"/>
                        <a:pt x="28519" y="1"/>
                      </a:cubicBezTo>
                      <a:close/>
                      <a:moveTo>
                        <a:pt x="28185" y="232"/>
                      </a:moveTo>
                      <a:lnTo>
                        <a:pt x="27438" y="747"/>
                      </a:lnTo>
                      <a:cubicBezTo>
                        <a:pt x="26795" y="1288"/>
                        <a:pt x="25740" y="2034"/>
                        <a:pt x="24556" y="2909"/>
                      </a:cubicBezTo>
                      <a:cubicBezTo>
                        <a:pt x="22085" y="4608"/>
                        <a:pt x="18661" y="6873"/>
                        <a:pt x="14801" y="9112"/>
                      </a:cubicBezTo>
                      <a:cubicBezTo>
                        <a:pt x="10811" y="11377"/>
                        <a:pt x="7079" y="13205"/>
                        <a:pt x="4376" y="14389"/>
                      </a:cubicBezTo>
                      <a:cubicBezTo>
                        <a:pt x="2987" y="15032"/>
                        <a:pt x="1931" y="15547"/>
                        <a:pt x="1159" y="15882"/>
                      </a:cubicBezTo>
                      <a:cubicBezTo>
                        <a:pt x="1931" y="15676"/>
                        <a:pt x="3090" y="15135"/>
                        <a:pt x="4376" y="14595"/>
                      </a:cubicBezTo>
                      <a:cubicBezTo>
                        <a:pt x="8031" y="12973"/>
                        <a:pt x="11455" y="11274"/>
                        <a:pt x="14904" y="9344"/>
                      </a:cubicBezTo>
                      <a:cubicBezTo>
                        <a:pt x="18224" y="7414"/>
                        <a:pt x="21544" y="5252"/>
                        <a:pt x="24659" y="3012"/>
                      </a:cubicBezTo>
                      <a:cubicBezTo>
                        <a:pt x="25842" y="2034"/>
                        <a:pt x="26795" y="1391"/>
                        <a:pt x="27438" y="876"/>
                      </a:cubicBezTo>
                      <a:lnTo>
                        <a:pt x="28185" y="232"/>
                      </a:lnTo>
                      <a:close/>
                      <a:moveTo>
                        <a:pt x="1159" y="15882"/>
                      </a:moveTo>
                      <a:lnTo>
                        <a:pt x="207" y="16190"/>
                      </a:lnTo>
                      <a:cubicBezTo>
                        <a:pt x="104" y="16319"/>
                        <a:pt x="1" y="16319"/>
                        <a:pt x="1" y="16422"/>
                      </a:cubicBezTo>
                      <a:cubicBezTo>
                        <a:pt x="104" y="16319"/>
                        <a:pt x="207" y="16319"/>
                        <a:pt x="310" y="16319"/>
                      </a:cubicBezTo>
                      <a:lnTo>
                        <a:pt x="1159" y="15882"/>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8"/>
                <p:cNvSpPr/>
                <p:nvPr/>
              </p:nvSpPr>
              <p:spPr>
                <a:xfrm>
                  <a:off x="9232175" y="1146175"/>
                  <a:ext cx="946575" cy="949600"/>
                </a:xfrm>
                <a:custGeom>
                  <a:avLst/>
                  <a:gdLst/>
                  <a:ahLst/>
                  <a:cxnLst/>
                  <a:rect l="l" t="t" r="r" b="b"/>
                  <a:pathLst>
                    <a:path w="37863" h="37984" extrusionOk="0">
                      <a:moveTo>
                        <a:pt x="27805" y="1"/>
                      </a:moveTo>
                      <a:cubicBezTo>
                        <a:pt x="27690" y="1"/>
                        <a:pt x="27576" y="7"/>
                        <a:pt x="27464" y="19"/>
                      </a:cubicBezTo>
                      <a:cubicBezTo>
                        <a:pt x="25739" y="354"/>
                        <a:pt x="24890" y="2387"/>
                        <a:pt x="23500" y="3468"/>
                      </a:cubicBezTo>
                      <a:cubicBezTo>
                        <a:pt x="22213" y="4420"/>
                        <a:pt x="20386" y="4523"/>
                        <a:pt x="19304" y="5707"/>
                      </a:cubicBezTo>
                      <a:cubicBezTo>
                        <a:pt x="18352" y="6788"/>
                        <a:pt x="18223" y="8616"/>
                        <a:pt x="17168" y="9671"/>
                      </a:cubicBezTo>
                      <a:cubicBezTo>
                        <a:pt x="15650" y="11061"/>
                        <a:pt x="13076" y="10649"/>
                        <a:pt x="11583" y="11936"/>
                      </a:cubicBezTo>
                      <a:cubicBezTo>
                        <a:pt x="10296" y="13223"/>
                        <a:pt x="10296" y="15462"/>
                        <a:pt x="8906" y="16543"/>
                      </a:cubicBezTo>
                      <a:cubicBezTo>
                        <a:pt x="7619" y="17496"/>
                        <a:pt x="5895" y="17084"/>
                        <a:pt x="4299" y="17290"/>
                      </a:cubicBezTo>
                      <a:cubicBezTo>
                        <a:pt x="2034" y="17727"/>
                        <a:pt x="335" y="19555"/>
                        <a:pt x="1" y="21794"/>
                      </a:cubicBezTo>
                      <a:cubicBezTo>
                        <a:pt x="541" y="23415"/>
                        <a:pt x="1828" y="24265"/>
                        <a:pt x="3218" y="25217"/>
                      </a:cubicBezTo>
                      <a:cubicBezTo>
                        <a:pt x="4402" y="24265"/>
                        <a:pt x="5895" y="23827"/>
                        <a:pt x="7413" y="23827"/>
                      </a:cubicBezTo>
                      <a:cubicBezTo>
                        <a:pt x="7079" y="24908"/>
                        <a:pt x="5354" y="24805"/>
                        <a:pt x="4839" y="25758"/>
                      </a:cubicBezTo>
                      <a:cubicBezTo>
                        <a:pt x="4299" y="26504"/>
                        <a:pt x="4711" y="27482"/>
                        <a:pt x="5354" y="28229"/>
                      </a:cubicBezTo>
                      <a:cubicBezTo>
                        <a:pt x="5895" y="28872"/>
                        <a:pt x="6770" y="29516"/>
                        <a:pt x="6976" y="30365"/>
                      </a:cubicBezTo>
                      <a:lnTo>
                        <a:pt x="10836" y="29078"/>
                      </a:lnTo>
                      <a:lnTo>
                        <a:pt x="8263" y="31343"/>
                      </a:lnTo>
                      <a:cubicBezTo>
                        <a:pt x="9858" y="33917"/>
                        <a:pt x="11918" y="36156"/>
                        <a:pt x="14260" y="37984"/>
                      </a:cubicBezTo>
                      <a:cubicBezTo>
                        <a:pt x="14260" y="36491"/>
                        <a:pt x="15547" y="35307"/>
                        <a:pt x="16937" y="34766"/>
                      </a:cubicBezTo>
                      <a:cubicBezTo>
                        <a:pt x="18455" y="34354"/>
                        <a:pt x="19948" y="34226"/>
                        <a:pt x="21441" y="33917"/>
                      </a:cubicBezTo>
                      <a:cubicBezTo>
                        <a:pt x="22856" y="33582"/>
                        <a:pt x="24349" y="32836"/>
                        <a:pt x="24993" y="31446"/>
                      </a:cubicBezTo>
                      <a:cubicBezTo>
                        <a:pt x="25636" y="29953"/>
                        <a:pt x="25199" y="27920"/>
                        <a:pt x="26589" y="27045"/>
                      </a:cubicBezTo>
                      <a:cubicBezTo>
                        <a:pt x="27567" y="26401"/>
                        <a:pt x="28854" y="26736"/>
                        <a:pt x="29806" y="26195"/>
                      </a:cubicBezTo>
                      <a:cubicBezTo>
                        <a:pt x="31093" y="25552"/>
                        <a:pt x="31427" y="23930"/>
                        <a:pt x="31968" y="22540"/>
                      </a:cubicBezTo>
                      <a:cubicBezTo>
                        <a:pt x="32714" y="20404"/>
                        <a:pt x="34104" y="18474"/>
                        <a:pt x="36138" y="17187"/>
                      </a:cubicBezTo>
                      <a:cubicBezTo>
                        <a:pt x="36884" y="16749"/>
                        <a:pt x="37862" y="16106"/>
                        <a:pt x="37862" y="15153"/>
                      </a:cubicBezTo>
                      <a:cubicBezTo>
                        <a:pt x="37759" y="14819"/>
                        <a:pt x="37656" y="14510"/>
                        <a:pt x="37424" y="14278"/>
                      </a:cubicBezTo>
                      <a:lnTo>
                        <a:pt x="31865" y="3571"/>
                      </a:lnTo>
                      <a:cubicBezTo>
                        <a:pt x="31427" y="2593"/>
                        <a:pt x="30887" y="1744"/>
                        <a:pt x="30140" y="997"/>
                      </a:cubicBezTo>
                      <a:cubicBezTo>
                        <a:pt x="29573" y="339"/>
                        <a:pt x="28665" y="1"/>
                        <a:pt x="278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8"/>
                <p:cNvSpPr/>
                <p:nvPr/>
              </p:nvSpPr>
              <p:spPr>
                <a:xfrm>
                  <a:off x="9227025" y="1157575"/>
                  <a:ext cx="664725" cy="321750"/>
                </a:xfrm>
                <a:custGeom>
                  <a:avLst/>
                  <a:gdLst/>
                  <a:ahLst/>
                  <a:cxnLst/>
                  <a:rect l="l" t="t" r="r" b="b"/>
                  <a:pathLst>
                    <a:path w="26589" h="12870" extrusionOk="0">
                      <a:moveTo>
                        <a:pt x="26280" y="1"/>
                      </a:moveTo>
                      <a:cubicBezTo>
                        <a:pt x="25945" y="1"/>
                        <a:pt x="25636" y="207"/>
                        <a:pt x="25405" y="310"/>
                      </a:cubicBezTo>
                      <a:cubicBezTo>
                        <a:pt x="24993" y="644"/>
                        <a:pt x="24658" y="1082"/>
                        <a:pt x="24349" y="1494"/>
                      </a:cubicBezTo>
                      <a:cubicBezTo>
                        <a:pt x="24015" y="2034"/>
                        <a:pt x="23577" y="2575"/>
                        <a:pt x="23165" y="3012"/>
                      </a:cubicBezTo>
                      <a:cubicBezTo>
                        <a:pt x="22522" y="3527"/>
                        <a:pt x="21775" y="3759"/>
                        <a:pt x="21003" y="3759"/>
                      </a:cubicBezTo>
                      <a:cubicBezTo>
                        <a:pt x="20154" y="3861"/>
                        <a:pt x="19202" y="3759"/>
                        <a:pt x="18224" y="3964"/>
                      </a:cubicBezTo>
                      <a:cubicBezTo>
                        <a:pt x="17786" y="4067"/>
                        <a:pt x="17271" y="4402"/>
                        <a:pt x="16937" y="4711"/>
                      </a:cubicBezTo>
                      <a:cubicBezTo>
                        <a:pt x="16628" y="5148"/>
                        <a:pt x="16293" y="5586"/>
                        <a:pt x="16087" y="5998"/>
                      </a:cubicBezTo>
                      <a:cubicBezTo>
                        <a:pt x="15753" y="6435"/>
                        <a:pt x="15547" y="6976"/>
                        <a:pt x="15341" y="7388"/>
                      </a:cubicBezTo>
                      <a:cubicBezTo>
                        <a:pt x="15006" y="7928"/>
                        <a:pt x="14697" y="8366"/>
                        <a:pt x="14260" y="8675"/>
                      </a:cubicBezTo>
                      <a:cubicBezTo>
                        <a:pt x="13513" y="9318"/>
                        <a:pt x="12432" y="9756"/>
                        <a:pt x="11351" y="9859"/>
                      </a:cubicBezTo>
                      <a:cubicBezTo>
                        <a:pt x="11161" y="9879"/>
                        <a:pt x="10965" y="9887"/>
                        <a:pt x="10767" y="9887"/>
                      </a:cubicBezTo>
                      <a:cubicBezTo>
                        <a:pt x="9972" y="9887"/>
                        <a:pt x="9128" y="9756"/>
                        <a:pt x="8366" y="9756"/>
                      </a:cubicBezTo>
                      <a:cubicBezTo>
                        <a:pt x="7825" y="9756"/>
                        <a:pt x="7388" y="9756"/>
                        <a:pt x="6976" y="9962"/>
                      </a:cubicBezTo>
                      <a:cubicBezTo>
                        <a:pt x="6538" y="10090"/>
                        <a:pt x="6101" y="10296"/>
                        <a:pt x="5792" y="10605"/>
                      </a:cubicBezTo>
                      <a:cubicBezTo>
                        <a:pt x="5148" y="11248"/>
                        <a:pt x="4711" y="12021"/>
                        <a:pt x="4067" y="12329"/>
                      </a:cubicBezTo>
                      <a:cubicBezTo>
                        <a:pt x="3705" y="12623"/>
                        <a:pt x="3295" y="12766"/>
                        <a:pt x="2871" y="12766"/>
                      </a:cubicBezTo>
                      <a:cubicBezTo>
                        <a:pt x="2663" y="12766"/>
                        <a:pt x="2451" y="12732"/>
                        <a:pt x="2240" y="12664"/>
                      </a:cubicBezTo>
                      <a:cubicBezTo>
                        <a:pt x="1828" y="12432"/>
                        <a:pt x="1391" y="12226"/>
                        <a:pt x="953" y="11892"/>
                      </a:cubicBezTo>
                      <a:cubicBezTo>
                        <a:pt x="644" y="11686"/>
                        <a:pt x="412" y="11480"/>
                        <a:pt x="309" y="11377"/>
                      </a:cubicBezTo>
                      <a:cubicBezTo>
                        <a:pt x="207" y="11248"/>
                        <a:pt x="104" y="11248"/>
                        <a:pt x="1" y="11146"/>
                      </a:cubicBezTo>
                      <a:lnTo>
                        <a:pt x="1" y="11146"/>
                      </a:lnTo>
                      <a:cubicBezTo>
                        <a:pt x="104" y="11248"/>
                        <a:pt x="104" y="11377"/>
                        <a:pt x="207" y="11377"/>
                      </a:cubicBezTo>
                      <a:cubicBezTo>
                        <a:pt x="412" y="11583"/>
                        <a:pt x="644" y="11789"/>
                        <a:pt x="953" y="12021"/>
                      </a:cubicBezTo>
                      <a:cubicBezTo>
                        <a:pt x="1288" y="12329"/>
                        <a:pt x="1699" y="12535"/>
                        <a:pt x="2240" y="12767"/>
                      </a:cubicBezTo>
                      <a:cubicBezTo>
                        <a:pt x="2574" y="12870"/>
                        <a:pt x="2883" y="12870"/>
                        <a:pt x="3218" y="12870"/>
                      </a:cubicBezTo>
                      <a:cubicBezTo>
                        <a:pt x="3527" y="12870"/>
                        <a:pt x="3861" y="12767"/>
                        <a:pt x="4170" y="12535"/>
                      </a:cubicBezTo>
                      <a:cubicBezTo>
                        <a:pt x="4814" y="12124"/>
                        <a:pt x="5251" y="11377"/>
                        <a:pt x="5895" y="10837"/>
                      </a:cubicBezTo>
                      <a:cubicBezTo>
                        <a:pt x="6204" y="10502"/>
                        <a:pt x="6538" y="10296"/>
                        <a:pt x="6976" y="10090"/>
                      </a:cubicBezTo>
                      <a:cubicBezTo>
                        <a:pt x="7388" y="9962"/>
                        <a:pt x="7825" y="9962"/>
                        <a:pt x="8366" y="9962"/>
                      </a:cubicBezTo>
                      <a:cubicBezTo>
                        <a:pt x="9145" y="9962"/>
                        <a:pt x="9941" y="10117"/>
                        <a:pt x="10783" y="10117"/>
                      </a:cubicBezTo>
                      <a:cubicBezTo>
                        <a:pt x="10970" y="10117"/>
                        <a:pt x="11159" y="10109"/>
                        <a:pt x="11351" y="10090"/>
                      </a:cubicBezTo>
                      <a:cubicBezTo>
                        <a:pt x="13076" y="9962"/>
                        <a:pt x="14569" y="9009"/>
                        <a:pt x="15444" y="7516"/>
                      </a:cubicBezTo>
                      <a:cubicBezTo>
                        <a:pt x="15753" y="7079"/>
                        <a:pt x="15984" y="6538"/>
                        <a:pt x="16190" y="6101"/>
                      </a:cubicBezTo>
                      <a:cubicBezTo>
                        <a:pt x="16396" y="5689"/>
                        <a:pt x="16731" y="5251"/>
                        <a:pt x="17040" y="4814"/>
                      </a:cubicBezTo>
                      <a:cubicBezTo>
                        <a:pt x="17374" y="4505"/>
                        <a:pt x="17786" y="4299"/>
                        <a:pt x="18327" y="4170"/>
                      </a:cubicBezTo>
                      <a:cubicBezTo>
                        <a:pt x="19202" y="3964"/>
                        <a:pt x="20154" y="4067"/>
                        <a:pt x="21003" y="3964"/>
                      </a:cubicBezTo>
                      <a:cubicBezTo>
                        <a:pt x="21441" y="3964"/>
                        <a:pt x="21878" y="3861"/>
                        <a:pt x="22187" y="3759"/>
                      </a:cubicBezTo>
                      <a:cubicBezTo>
                        <a:pt x="22625" y="3656"/>
                        <a:pt x="22934" y="3424"/>
                        <a:pt x="23268" y="3115"/>
                      </a:cubicBezTo>
                      <a:cubicBezTo>
                        <a:pt x="23706" y="2575"/>
                        <a:pt x="24118" y="2034"/>
                        <a:pt x="24452" y="1494"/>
                      </a:cubicBezTo>
                      <a:cubicBezTo>
                        <a:pt x="24658" y="1082"/>
                        <a:pt x="24993" y="747"/>
                        <a:pt x="25405" y="438"/>
                      </a:cubicBezTo>
                      <a:cubicBezTo>
                        <a:pt x="25739" y="207"/>
                        <a:pt x="26151" y="1"/>
                        <a:pt x="2658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8"/>
                <p:cNvSpPr/>
                <p:nvPr/>
              </p:nvSpPr>
              <p:spPr>
                <a:xfrm>
                  <a:off x="9165250" y="2490200"/>
                  <a:ext cx="833950" cy="531250"/>
                </a:xfrm>
                <a:custGeom>
                  <a:avLst/>
                  <a:gdLst/>
                  <a:ahLst/>
                  <a:cxnLst/>
                  <a:rect l="l" t="t" r="r" b="b"/>
                  <a:pathLst>
                    <a:path w="33358" h="21250" extrusionOk="0">
                      <a:moveTo>
                        <a:pt x="7079" y="0"/>
                      </a:moveTo>
                      <a:cubicBezTo>
                        <a:pt x="7079" y="0"/>
                        <a:pt x="1" y="7284"/>
                        <a:pt x="953" y="15649"/>
                      </a:cubicBezTo>
                      <a:cubicBezTo>
                        <a:pt x="953" y="15649"/>
                        <a:pt x="13719" y="21132"/>
                        <a:pt x="14157" y="21235"/>
                      </a:cubicBezTo>
                      <a:cubicBezTo>
                        <a:pt x="14183" y="21244"/>
                        <a:pt x="14220" y="21249"/>
                        <a:pt x="14267" y="21249"/>
                      </a:cubicBezTo>
                      <a:cubicBezTo>
                        <a:pt x="15191" y="21249"/>
                        <a:pt x="19948" y="19407"/>
                        <a:pt x="19948" y="19407"/>
                      </a:cubicBezTo>
                      <a:lnTo>
                        <a:pt x="33358" y="4170"/>
                      </a:lnTo>
                      <a:lnTo>
                        <a:pt x="30990" y="1699"/>
                      </a:lnTo>
                      <a:lnTo>
                        <a:pt x="7079"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8"/>
                <p:cNvSpPr/>
                <p:nvPr/>
              </p:nvSpPr>
              <p:spPr>
                <a:xfrm>
                  <a:off x="9288800" y="2511425"/>
                  <a:ext cx="249050" cy="111350"/>
                </a:xfrm>
                <a:custGeom>
                  <a:avLst/>
                  <a:gdLst/>
                  <a:ahLst/>
                  <a:cxnLst/>
                  <a:rect l="l" t="t" r="r" b="b"/>
                  <a:pathLst>
                    <a:path w="9962" h="4454" extrusionOk="0">
                      <a:moveTo>
                        <a:pt x="9961" y="1"/>
                      </a:moveTo>
                      <a:cubicBezTo>
                        <a:pt x="9858" y="1"/>
                        <a:pt x="9653" y="644"/>
                        <a:pt x="9009" y="1493"/>
                      </a:cubicBezTo>
                      <a:cubicBezTo>
                        <a:pt x="8571" y="2137"/>
                        <a:pt x="8134" y="2574"/>
                        <a:pt x="7593" y="3012"/>
                      </a:cubicBezTo>
                      <a:cubicBezTo>
                        <a:pt x="6950" y="3553"/>
                        <a:pt x="6204" y="3861"/>
                        <a:pt x="5457" y="4067"/>
                      </a:cubicBezTo>
                      <a:cubicBezTo>
                        <a:pt x="5084" y="4183"/>
                        <a:pt x="4685" y="4241"/>
                        <a:pt x="4283" y="4241"/>
                      </a:cubicBezTo>
                      <a:cubicBezTo>
                        <a:pt x="3881" y="4241"/>
                        <a:pt x="3475" y="4183"/>
                        <a:pt x="3089" y="4067"/>
                      </a:cubicBezTo>
                      <a:cubicBezTo>
                        <a:pt x="2446" y="3964"/>
                        <a:pt x="1802" y="3655"/>
                        <a:pt x="1287" y="3321"/>
                      </a:cubicBezTo>
                      <a:cubicBezTo>
                        <a:pt x="747" y="3012"/>
                        <a:pt x="309" y="2574"/>
                        <a:pt x="1" y="2034"/>
                      </a:cubicBezTo>
                      <a:lnTo>
                        <a:pt x="1" y="2137"/>
                      </a:lnTo>
                      <a:cubicBezTo>
                        <a:pt x="103" y="2266"/>
                        <a:pt x="103" y="2369"/>
                        <a:pt x="206" y="2472"/>
                      </a:cubicBezTo>
                      <a:lnTo>
                        <a:pt x="1159" y="3424"/>
                      </a:lnTo>
                      <a:cubicBezTo>
                        <a:pt x="1802" y="3758"/>
                        <a:pt x="2343" y="4067"/>
                        <a:pt x="2986" y="4299"/>
                      </a:cubicBezTo>
                      <a:cubicBezTo>
                        <a:pt x="3424" y="4402"/>
                        <a:pt x="3855" y="4453"/>
                        <a:pt x="4283" y="4453"/>
                      </a:cubicBezTo>
                      <a:cubicBezTo>
                        <a:pt x="4711" y="4453"/>
                        <a:pt x="5135" y="4402"/>
                        <a:pt x="5560" y="4299"/>
                      </a:cubicBezTo>
                      <a:cubicBezTo>
                        <a:pt x="6306" y="4067"/>
                        <a:pt x="7079" y="3655"/>
                        <a:pt x="7722" y="3115"/>
                      </a:cubicBezTo>
                      <a:cubicBezTo>
                        <a:pt x="8237" y="2677"/>
                        <a:pt x="8674" y="2266"/>
                        <a:pt x="9112" y="1622"/>
                      </a:cubicBezTo>
                      <a:cubicBezTo>
                        <a:pt x="9318" y="1288"/>
                        <a:pt x="9524" y="850"/>
                        <a:pt x="9755" y="438"/>
                      </a:cubicBezTo>
                      <a:cubicBezTo>
                        <a:pt x="9858" y="335"/>
                        <a:pt x="9858" y="104"/>
                        <a:pt x="996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8"/>
                <p:cNvSpPr/>
                <p:nvPr/>
              </p:nvSpPr>
              <p:spPr>
                <a:xfrm>
                  <a:off x="9851825" y="2524950"/>
                  <a:ext cx="131300" cy="89450"/>
                </a:xfrm>
                <a:custGeom>
                  <a:avLst/>
                  <a:gdLst/>
                  <a:ahLst/>
                  <a:cxnLst/>
                  <a:rect l="l" t="t" r="r" b="b"/>
                  <a:pathLst>
                    <a:path w="5252" h="3578" extrusionOk="0">
                      <a:moveTo>
                        <a:pt x="104" y="0"/>
                      </a:moveTo>
                      <a:cubicBezTo>
                        <a:pt x="1" y="103"/>
                        <a:pt x="1" y="206"/>
                        <a:pt x="1" y="309"/>
                      </a:cubicBezTo>
                      <a:cubicBezTo>
                        <a:pt x="1" y="541"/>
                        <a:pt x="104" y="850"/>
                        <a:pt x="104" y="1184"/>
                      </a:cubicBezTo>
                      <a:cubicBezTo>
                        <a:pt x="207" y="1596"/>
                        <a:pt x="413" y="1931"/>
                        <a:pt x="644" y="2368"/>
                      </a:cubicBezTo>
                      <a:cubicBezTo>
                        <a:pt x="953" y="2780"/>
                        <a:pt x="1391" y="3114"/>
                        <a:pt x="1931" y="3320"/>
                      </a:cubicBezTo>
                      <a:cubicBezTo>
                        <a:pt x="2229" y="3469"/>
                        <a:pt x="2594" y="3578"/>
                        <a:pt x="2978" y="3578"/>
                      </a:cubicBezTo>
                      <a:cubicBezTo>
                        <a:pt x="3125" y="3578"/>
                        <a:pt x="3274" y="3562"/>
                        <a:pt x="3424" y="3526"/>
                      </a:cubicBezTo>
                      <a:cubicBezTo>
                        <a:pt x="3862" y="3526"/>
                        <a:pt x="4273" y="3320"/>
                        <a:pt x="4608" y="3012"/>
                      </a:cubicBezTo>
                      <a:cubicBezTo>
                        <a:pt x="4814" y="2780"/>
                        <a:pt x="5020" y="2574"/>
                        <a:pt x="5149" y="2368"/>
                      </a:cubicBezTo>
                      <a:cubicBezTo>
                        <a:pt x="5251" y="2136"/>
                        <a:pt x="5251" y="2034"/>
                        <a:pt x="5251" y="2033"/>
                      </a:cubicBezTo>
                      <a:lnTo>
                        <a:pt x="5251" y="2033"/>
                      </a:lnTo>
                      <a:cubicBezTo>
                        <a:pt x="5020" y="2368"/>
                        <a:pt x="4814" y="2677"/>
                        <a:pt x="4505" y="2883"/>
                      </a:cubicBezTo>
                      <a:cubicBezTo>
                        <a:pt x="4170" y="3114"/>
                        <a:pt x="3862" y="3320"/>
                        <a:pt x="3424" y="3320"/>
                      </a:cubicBezTo>
                      <a:cubicBezTo>
                        <a:pt x="3279" y="3348"/>
                        <a:pt x="3142" y="3361"/>
                        <a:pt x="3008" y="3361"/>
                      </a:cubicBezTo>
                      <a:cubicBezTo>
                        <a:pt x="2644" y="3361"/>
                        <a:pt x="2308" y="3265"/>
                        <a:pt x="1931" y="3114"/>
                      </a:cubicBezTo>
                      <a:cubicBezTo>
                        <a:pt x="1494" y="2883"/>
                        <a:pt x="1159" y="2574"/>
                        <a:pt x="850" y="2136"/>
                      </a:cubicBezTo>
                      <a:cubicBezTo>
                        <a:pt x="644" y="1828"/>
                        <a:pt x="413" y="1493"/>
                        <a:pt x="310" y="1081"/>
                      </a:cubicBezTo>
                      <a:cubicBezTo>
                        <a:pt x="207" y="747"/>
                        <a:pt x="104" y="309"/>
                        <a:pt x="10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8"/>
                <p:cNvSpPr/>
                <p:nvPr/>
              </p:nvSpPr>
              <p:spPr>
                <a:xfrm>
                  <a:off x="9484425" y="2699325"/>
                  <a:ext cx="142225" cy="126150"/>
                </a:xfrm>
                <a:custGeom>
                  <a:avLst/>
                  <a:gdLst/>
                  <a:ahLst/>
                  <a:cxnLst/>
                  <a:rect l="l" t="t" r="r" b="b"/>
                  <a:pathLst>
                    <a:path w="5689" h="5046" extrusionOk="0">
                      <a:moveTo>
                        <a:pt x="0" y="0"/>
                      </a:moveTo>
                      <a:lnTo>
                        <a:pt x="0" y="0"/>
                      </a:lnTo>
                      <a:cubicBezTo>
                        <a:pt x="309" y="206"/>
                        <a:pt x="644" y="309"/>
                        <a:pt x="952" y="541"/>
                      </a:cubicBezTo>
                      <a:cubicBezTo>
                        <a:pt x="1828" y="953"/>
                        <a:pt x="2574" y="1493"/>
                        <a:pt x="3320" y="2034"/>
                      </a:cubicBezTo>
                      <a:cubicBezTo>
                        <a:pt x="4067" y="2574"/>
                        <a:pt x="4607" y="3218"/>
                        <a:pt x="5148" y="3964"/>
                      </a:cubicBezTo>
                      <a:cubicBezTo>
                        <a:pt x="5457" y="4607"/>
                        <a:pt x="5688" y="5045"/>
                        <a:pt x="5688" y="5045"/>
                      </a:cubicBezTo>
                      <a:cubicBezTo>
                        <a:pt x="5688" y="4916"/>
                        <a:pt x="5688" y="4813"/>
                        <a:pt x="5560" y="4710"/>
                      </a:cubicBezTo>
                      <a:cubicBezTo>
                        <a:pt x="5560" y="4402"/>
                        <a:pt x="5457" y="4170"/>
                        <a:pt x="5251" y="3964"/>
                      </a:cubicBezTo>
                      <a:cubicBezTo>
                        <a:pt x="4813" y="3115"/>
                        <a:pt x="4170" y="2342"/>
                        <a:pt x="3423" y="1828"/>
                      </a:cubicBezTo>
                      <a:cubicBezTo>
                        <a:pt x="2677" y="1287"/>
                        <a:pt x="1930" y="747"/>
                        <a:pt x="1055" y="412"/>
                      </a:cubicBezTo>
                      <a:cubicBezTo>
                        <a:pt x="746" y="206"/>
                        <a:pt x="309" y="103"/>
                        <a:pt x="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8"/>
                <p:cNvSpPr/>
                <p:nvPr/>
              </p:nvSpPr>
              <p:spPr>
                <a:xfrm>
                  <a:off x="9210950" y="2770500"/>
                  <a:ext cx="324325" cy="57525"/>
                </a:xfrm>
                <a:custGeom>
                  <a:avLst/>
                  <a:gdLst/>
                  <a:ahLst/>
                  <a:cxnLst/>
                  <a:rect l="l" t="t" r="r" b="b"/>
                  <a:pathLst>
                    <a:path w="12973" h="2301" extrusionOk="0">
                      <a:moveTo>
                        <a:pt x="7743" y="0"/>
                      </a:moveTo>
                      <a:cubicBezTo>
                        <a:pt x="6374" y="0"/>
                        <a:pt x="4971" y="156"/>
                        <a:pt x="3629" y="577"/>
                      </a:cubicBezTo>
                      <a:cubicBezTo>
                        <a:pt x="2986" y="782"/>
                        <a:pt x="2342" y="1014"/>
                        <a:pt x="1699" y="1323"/>
                      </a:cubicBezTo>
                      <a:cubicBezTo>
                        <a:pt x="1390" y="1426"/>
                        <a:pt x="1184" y="1555"/>
                        <a:pt x="952" y="1658"/>
                      </a:cubicBezTo>
                      <a:cubicBezTo>
                        <a:pt x="747" y="1760"/>
                        <a:pt x="541" y="1863"/>
                        <a:pt x="412" y="1966"/>
                      </a:cubicBezTo>
                      <a:cubicBezTo>
                        <a:pt x="206" y="2069"/>
                        <a:pt x="103" y="2198"/>
                        <a:pt x="0" y="2301"/>
                      </a:cubicBezTo>
                      <a:cubicBezTo>
                        <a:pt x="0" y="2301"/>
                        <a:pt x="644" y="1966"/>
                        <a:pt x="1699" y="1426"/>
                      </a:cubicBezTo>
                      <a:cubicBezTo>
                        <a:pt x="2342" y="1220"/>
                        <a:pt x="3115" y="911"/>
                        <a:pt x="3758" y="782"/>
                      </a:cubicBezTo>
                      <a:cubicBezTo>
                        <a:pt x="5056" y="389"/>
                        <a:pt x="6368" y="221"/>
                        <a:pt x="7685" y="221"/>
                      </a:cubicBezTo>
                      <a:cubicBezTo>
                        <a:pt x="8092" y="221"/>
                        <a:pt x="8499" y="237"/>
                        <a:pt x="8906" y="268"/>
                      </a:cubicBezTo>
                      <a:cubicBezTo>
                        <a:pt x="9652" y="268"/>
                        <a:pt x="10296" y="371"/>
                        <a:pt x="11042" y="577"/>
                      </a:cubicBezTo>
                      <a:cubicBezTo>
                        <a:pt x="12226" y="782"/>
                        <a:pt x="12972" y="1014"/>
                        <a:pt x="12972" y="1014"/>
                      </a:cubicBezTo>
                      <a:cubicBezTo>
                        <a:pt x="12767" y="911"/>
                        <a:pt x="12535" y="911"/>
                        <a:pt x="12432" y="782"/>
                      </a:cubicBezTo>
                      <a:cubicBezTo>
                        <a:pt x="12226" y="679"/>
                        <a:pt x="11994" y="679"/>
                        <a:pt x="11788" y="577"/>
                      </a:cubicBezTo>
                      <a:cubicBezTo>
                        <a:pt x="11583" y="577"/>
                        <a:pt x="11351" y="474"/>
                        <a:pt x="11042" y="371"/>
                      </a:cubicBezTo>
                      <a:cubicBezTo>
                        <a:pt x="10296" y="268"/>
                        <a:pt x="9652" y="139"/>
                        <a:pt x="8906" y="36"/>
                      </a:cubicBezTo>
                      <a:cubicBezTo>
                        <a:pt x="8523" y="13"/>
                        <a:pt x="8134" y="0"/>
                        <a:pt x="774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8"/>
                <p:cNvSpPr/>
                <p:nvPr/>
              </p:nvSpPr>
              <p:spPr>
                <a:xfrm>
                  <a:off x="10127875" y="1683300"/>
                  <a:ext cx="1220050" cy="501275"/>
                </a:xfrm>
                <a:custGeom>
                  <a:avLst/>
                  <a:gdLst/>
                  <a:ahLst/>
                  <a:cxnLst/>
                  <a:rect l="l" t="t" r="r" b="b"/>
                  <a:pathLst>
                    <a:path w="48802" h="20051" extrusionOk="0">
                      <a:moveTo>
                        <a:pt x="6101" y="0"/>
                      </a:moveTo>
                      <a:lnTo>
                        <a:pt x="1828" y="103"/>
                      </a:lnTo>
                      <a:lnTo>
                        <a:pt x="1" y="18532"/>
                      </a:lnTo>
                      <a:lnTo>
                        <a:pt x="953" y="20050"/>
                      </a:lnTo>
                      <a:cubicBezTo>
                        <a:pt x="953" y="19819"/>
                        <a:pt x="4170" y="11582"/>
                        <a:pt x="6204" y="10398"/>
                      </a:cubicBezTo>
                      <a:lnTo>
                        <a:pt x="22522" y="14568"/>
                      </a:lnTo>
                      <a:cubicBezTo>
                        <a:pt x="23419" y="14795"/>
                        <a:pt x="24339" y="14909"/>
                        <a:pt x="25263" y="14909"/>
                      </a:cubicBezTo>
                      <a:cubicBezTo>
                        <a:pt x="26538" y="14909"/>
                        <a:pt x="27821" y="14692"/>
                        <a:pt x="29060" y="14259"/>
                      </a:cubicBezTo>
                      <a:lnTo>
                        <a:pt x="48801" y="6538"/>
                      </a:lnTo>
                      <a:lnTo>
                        <a:pt x="45455" y="1055"/>
                      </a:lnTo>
                      <a:lnTo>
                        <a:pt x="25636" y="5663"/>
                      </a:lnTo>
                      <a:lnTo>
                        <a:pt x="8134" y="206"/>
                      </a:lnTo>
                      <a:cubicBezTo>
                        <a:pt x="7491" y="0"/>
                        <a:pt x="6744" y="0"/>
                        <a:pt x="6101"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8"/>
                <p:cNvSpPr/>
                <p:nvPr/>
              </p:nvSpPr>
              <p:spPr>
                <a:xfrm>
                  <a:off x="10248200" y="1889200"/>
                  <a:ext cx="150600" cy="88825"/>
                </a:xfrm>
                <a:custGeom>
                  <a:avLst/>
                  <a:gdLst/>
                  <a:ahLst/>
                  <a:cxnLst/>
                  <a:rect l="l" t="t" r="r" b="b"/>
                  <a:pathLst>
                    <a:path w="6024" h="3553" extrusionOk="0">
                      <a:moveTo>
                        <a:pt x="6024" y="0"/>
                      </a:moveTo>
                      <a:cubicBezTo>
                        <a:pt x="5689" y="0"/>
                        <a:pt x="5380" y="129"/>
                        <a:pt x="5046" y="232"/>
                      </a:cubicBezTo>
                      <a:cubicBezTo>
                        <a:pt x="4196" y="438"/>
                        <a:pt x="3450" y="773"/>
                        <a:pt x="2678" y="1184"/>
                      </a:cubicBezTo>
                      <a:cubicBezTo>
                        <a:pt x="1931" y="1622"/>
                        <a:pt x="1288" y="2162"/>
                        <a:pt x="644" y="2703"/>
                      </a:cubicBezTo>
                      <a:cubicBezTo>
                        <a:pt x="438" y="2909"/>
                        <a:pt x="232" y="3218"/>
                        <a:pt x="1" y="3552"/>
                      </a:cubicBezTo>
                      <a:cubicBezTo>
                        <a:pt x="876" y="2703"/>
                        <a:pt x="1828" y="2060"/>
                        <a:pt x="2806" y="1416"/>
                      </a:cubicBezTo>
                      <a:cubicBezTo>
                        <a:pt x="3862" y="876"/>
                        <a:pt x="4943" y="438"/>
                        <a:pt x="6024"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8"/>
                <p:cNvSpPr/>
                <p:nvPr/>
              </p:nvSpPr>
              <p:spPr>
                <a:xfrm>
                  <a:off x="10779075" y="1884050"/>
                  <a:ext cx="8375" cy="59225"/>
                </a:xfrm>
                <a:custGeom>
                  <a:avLst/>
                  <a:gdLst/>
                  <a:ahLst/>
                  <a:cxnLst/>
                  <a:rect l="l" t="t" r="r" b="b"/>
                  <a:pathLst>
                    <a:path w="335" h="2369" extrusionOk="0">
                      <a:moveTo>
                        <a:pt x="0" y="1"/>
                      </a:moveTo>
                      <a:cubicBezTo>
                        <a:pt x="0" y="850"/>
                        <a:pt x="103" y="1622"/>
                        <a:pt x="335" y="2368"/>
                      </a:cubicBezTo>
                      <a:lnTo>
                        <a:pt x="335" y="1184"/>
                      </a:lnTo>
                      <a:cubicBezTo>
                        <a:pt x="232" y="747"/>
                        <a:pt x="232" y="438"/>
                        <a:pt x="0"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8"/>
                <p:cNvSpPr/>
                <p:nvPr/>
              </p:nvSpPr>
              <p:spPr>
                <a:xfrm>
                  <a:off x="11264250" y="1550875"/>
                  <a:ext cx="337825" cy="295875"/>
                </a:xfrm>
                <a:custGeom>
                  <a:avLst/>
                  <a:gdLst/>
                  <a:ahLst/>
                  <a:cxnLst/>
                  <a:rect l="l" t="t" r="r" b="b"/>
                  <a:pathLst>
                    <a:path w="13513" h="11835" extrusionOk="0">
                      <a:moveTo>
                        <a:pt x="3641" y="1"/>
                      </a:moveTo>
                      <a:cubicBezTo>
                        <a:pt x="3420" y="1"/>
                        <a:pt x="3217" y="149"/>
                        <a:pt x="3217" y="149"/>
                      </a:cubicBezTo>
                      <a:lnTo>
                        <a:pt x="0" y="6352"/>
                      </a:lnTo>
                      <a:lnTo>
                        <a:pt x="3346" y="11835"/>
                      </a:lnTo>
                      <a:lnTo>
                        <a:pt x="12663" y="9158"/>
                      </a:lnTo>
                      <a:cubicBezTo>
                        <a:pt x="12663" y="8720"/>
                        <a:pt x="12766" y="8514"/>
                        <a:pt x="12458" y="8386"/>
                      </a:cubicBezTo>
                      <a:cubicBezTo>
                        <a:pt x="12442" y="8381"/>
                        <a:pt x="12419" y="8379"/>
                        <a:pt x="12388" y="8379"/>
                      </a:cubicBezTo>
                      <a:cubicBezTo>
                        <a:pt x="11732" y="8379"/>
                        <a:pt x="7722" y="9364"/>
                        <a:pt x="7722" y="9364"/>
                      </a:cubicBezTo>
                      <a:cubicBezTo>
                        <a:pt x="7722" y="9364"/>
                        <a:pt x="13513" y="6146"/>
                        <a:pt x="13307" y="5503"/>
                      </a:cubicBezTo>
                      <a:lnTo>
                        <a:pt x="12998" y="4422"/>
                      </a:lnTo>
                      <a:cubicBezTo>
                        <a:pt x="12890" y="4076"/>
                        <a:pt x="12582" y="3857"/>
                        <a:pt x="12227" y="3857"/>
                      </a:cubicBezTo>
                      <a:cubicBezTo>
                        <a:pt x="12159" y="3857"/>
                        <a:pt x="12090" y="3865"/>
                        <a:pt x="12020" y="3881"/>
                      </a:cubicBezTo>
                      <a:cubicBezTo>
                        <a:pt x="11286" y="3993"/>
                        <a:pt x="8055" y="5526"/>
                        <a:pt x="7123" y="5526"/>
                      </a:cubicBezTo>
                      <a:cubicBezTo>
                        <a:pt x="6976" y="5526"/>
                        <a:pt x="6886" y="5488"/>
                        <a:pt x="6872" y="5400"/>
                      </a:cubicBezTo>
                      <a:cubicBezTo>
                        <a:pt x="6769" y="4757"/>
                        <a:pt x="10939" y="3135"/>
                        <a:pt x="11274" y="2826"/>
                      </a:cubicBezTo>
                      <a:cubicBezTo>
                        <a:pt x="11679" y="2516"/>
                        <a:pt x="11797" y="1940"/>
                        <a:pt x="11115" y="1940"/>
                      </a:cubicBezTo>
                      <a:cubicBezTo>
                        <a:pt x="11061" y="1940"/>
                        <a:pt x="11003" y="1944"/>
                        <a:pt x="10939" y="1951"/>
                      </a:cubicBezTo>
                      <a:cubicBezTo>
                        <a:pt x="10158" y="2069"/>
                        <a:pt x="5570" y="4059"/>
                        <a:pt x="4415" y="4059"/>
                      </a:cubicBezTo>
                      <a:cubicBezTo>
                        <a:pt x="4314" y="4059"/>
                        <a:pt x="4239" y="4043"/>
                        <a:pt x="4195" y="4010"/>
                      </a:cubicBezTo>
                      <a:cubicBezTo>
                        <a:pt x="3861" y="3779"/>
                        <a:pt x="4401" y="2492"/>
                        <a:pt x="4195" y="896"/>
                      </a:cubicBezTo>
                      <a:cubicBezTo>
                        <a:pt x="4142" y="174"/>
                        <a:pt x="3880" y="1"/>
                        <a:pt x="3641"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8"/>
                <p:cNvSpPr/>
                <p:nvPr/>
              </p:nvSpPr>
              <p:spPr>
                <a:xfrm>
                  <a:off x="11449550" y="1661400"/>
                  <a:ext cx="136450" cy="72750"/>
                </a:xfrm>
                <a:custGeom>
                  <a:avLst/>
                  <a:gdLst/>
                  <a:ahLst/>
                  <a:cxnLst/>
                  <a:rect l="l" t="t" r="r" b="b"/>
                  <a:pathLst>
                    <a:path w="5458" h="2910" extrusionOk="0">
                      <a:moveTo>
                        <a:pt x="5457" y="1"/>
                      </a:moveTo>
                      <a:lnTo>
                        <a:pt x="5457" y="1"/>
                      </a:lnTo>
                      <a:cubicBezTo>
                        <a:pt x="5457" y="1"/>
                        <a:pt x="4299" y="747"/>
                        <a:pt x="2781" y="1623"/>
                      </a:cubicBezTo>
                      <a:cubicBezTo>
                        <a:pt x="1288" y="2369"/>
                        <a:pt x="1" y="2909"/>
                        <a:pt x="1" y="2909"/>
                      </a:cubicBezTo>
                      <a:cubicBezTo>
                        <a:pt x="207" y="2909"/>
                        <a:pt x="541" y="2806"/>
                        <a:pt x="850" y="2678"/>
                      </a:cubicBezTo>
                      <a:cubicBezTo>
                        <a:pt x="2240" y="2163"/>
                        <a:pt x="3527" y="1520"/>
                        <a:pt x="4711" y="644"/>
                      </a:cubicBezTo>
                      <a:cubicBezTo>
                        <a:pt x="5046" y="439"/>
                        <a:pt x="5251" y="233"/>
                        <a:pt x="5457"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8"/>
                <p:cNvSpPr/>
                <p:nvPr/>
              </p:nvSpPr>
              <p:spPr>
                <a:xfrm>
                  <a:off x="11355600" y="1656275"/>
                  <a:ext cx="43150" cy="112625"/>
                </a:xfrm>
                <a:custGeom>
                  <a:avLst/>
                  <a:gdLst/>
                  <a:ahLst/>
                  <a:cxnLst/>
                  <a:rect l="l" t="t" r="r" b="b"/>
                  <a:pathLst>
                    <a:path w="1726" h="4505" extrusionOk="0">
                      <a:moveTo>
                        <a:pt x="336" y="0"/>
                      </a:moveTo>
                      <a:lnTo>
                        <a:pt x="336" y="746"/>
                      </a:lnTo>
                      <a:cubicBezTo>
                        <a:pt x="438" y="1390"/>
                        <a:pt x="336" y="1930"/>
                        <a:pt x="104" y="2471"/>
                      </a:cubicBezTo>
                      <a:lnTo>
                        <a:pt x="1" y="2574"/>
                      </a:lnTo>
                      <a:lnTo>
                        <a:pt x="207" y="2574"/>
                      </a:lnTo>
                      <a:cubicBezTo>
                        <a:pt x="850" y="2780"/>
                        <a:pt x="1288" y="3217"/>
                        <a:pt x="1391" y="3758"/>
                      </a:cubicBezTo>
                      <a:cubicBezTo>
                        <a:pt x="1494" y="3964"/>
                        <a:pt x="1494" y="4298"/>
                        <a:pt x="1494" y="4504"/>
                      </a:cubicBezTo>
                      <a:cubicBezTo>
                        <a:pt x="1622" y="4298"/>
                        <a:pt x="1725" y="3964"/>
                        <a:pt x="1622" y="3758"/>
                      </a:cubicBezTo>
                      <a:cubicBezTo>
                        <a:pt x="1398" y="3134"/>
                        <a:pt x="1004" y="2607"/>
                        <a:pt x="393" y="2388"/>
                      </a:cubicBezTo>
                      <a:lnTo>
                        <a:pt x="393" y="2388"/>
                      </a:lnTo>
                      <a:cubicBezTo>
                        <a:pt x="560" y="1824"/>
                        <a:pt x="634" y="1327"/>
                        <a:pt x="541" y="746"/>
                      </a:cubicBezTo>
                      <a:cubicBezTo>
                        <a:pt x="541" y="541"/>
                        <a:pt x="438" y="206"/>
                        <a:pt x="336"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8"/>
                <p:cNvSpPr/>
                <p:nvPr/>
              </p:nvSpPr>
              <p:spPr>
                <a:xfrm>
                  <a:off x="9636925" y="2486400"/>
                  <a:ext cx="994250" cy="1059750"/>
                </a:xfrm>
                <a:custGeom>
                  <a:avLst/>
                  <a:gdLst/>
                  <a:ahLst/>
                  <a:cxnLst/>
                  <a:rect l="l" t="t" r="r" b="b"/>
                  <a:pathLst>
                    <a:path w="39770" h="42390" extrusionOk="0">
                      <a:moveTo>
                        <a:pt x="31593" y="1"/>
                      </a:moveTo>
                      <a:cubicBezTo>
                        <a:pt x="31297" y="1"/>
                        <a:pt x="30993" y="16"/>
                        <a:pt x="30681" y="49"/>
                      </a:cubicBezTo>
                      <a:cubicBezTo>
                        <a:pt x="27360" y="461"/>
                        <a:pt x="14491" y="4322"/>
                        <a:pt x="14491" y="4322"/>
                      </a:cubicBezTo>
                      <a:lnTo>
                        <a:pt x="0" y="18066"/>
                      </a:lnTo>
                      <a:cubicBezTo>
                        <a:pt x="2256" y="19767"/>
                        <a:pt x="4939" y="20647"/>
                        <a:pt x="7664" y="20647"/>
                      </a:cubicBezTo>
                      <a:cubicBezTo>
                        <a:pt x="9229" y="20647"/>
                        <a:pt x="10808" y="20356"/>
                        <a:pt x="12329" y="19765"/>
                      </a:cubicBezTo>
                      <a:lnTo>
                        <a:pt x="27669" y="13768"/>
                      </a:lnTo>
                      <a:lnTo>
                        <a:pt x="27669" y="13768"/>
                      </a:lnTo>
                      <a:lnTo>
                        <a:pt x="24683" y="42389"/>
                      </a:lnTo>
                      <a:lnTo>
                        <a:pt x="33254" y="41540"/>
                      </a:lnTo>
                      <a:cubicBezTo>
                        <a:pt x="33254" y="41540"/>
                        <a:pt x="38608" y="12378"/>
                        <a:pt x="39354" y="7977"/>
                      </a:cubicBezTo>
                      <a:cubicBezTo>
                        <a:pt x="39770" y="5437"/>
                        <a:pt x="37080" y="1"/>
                        <a:pt x="31593"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8"/>
                <p:cNvSpPr/>
                <p:nvPr/>
              </p:nvSpPr>
              <p:spPr>
                <a:xfrm>
                  <a:off x="10326075" y="2725700"/>
                  <a:ext cx="27050" cy="115850"/>
                </a:xfrm>
                <a:custGeom>
                  <a:avLst/>
                  <a:gdLst/>
                  <a:ahLst/>
                  <a:cxnLst/>
                  <a:rect l="l" t="t" r="r" b="b"/>
                  <a:pathLst>
                    <a:path w="1082" h="4634" extrusionOk="0">
                      <a:moveTo>
                        <a:pt x="1081" y="1"/>
                      </a:moveTo>
                      <a:lnTo>
                        <a:pt x="1081" y="1"/>
                      </a:lnTo>
                      <a:cubicBezTo>
                        <a:pt x="747" y="773"/>
                        <a:pt x="541" y="1519"/>
                        <a:pt x="438" y="2266"/>
                      </a:cubicBezTo>
                      <a:cubicBezTo>
                        <a:pt x="206" y="3012"/>
                        <a:pt x="103" y="3758"/>
                        <a:pt x="0" y="4634"/>
                      </a:cubicBezTo>
                      <a:cubicBezTo>
                        <a:pt x="335" y="3861"/>
                        <a:pt x="541" y="3115"/>
                        <a:pt x="644" y="2369"/>
                      </a:cubicBezTo>
                      <a:cubicBezTo>
                        <a:pt x="850" y="1519"/>
                        <a:pt x="978" y="773"/>
                        <a:pt x="1081"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8"/>
                <p:cNvSpPr/>
                <p:nvPr/>
              </p:nvSpPr>
              <p:spPr>
                <a:xfrm>
                  <a:off x="9470900" y="1709675"/>
                  <a:ext cx="740000" cy="750950"/>
                </a:xfrm>
                <a:custGeom>
                  <a:avLst/>
                  <a:gdLst/>
                  <a:ahLst/>
                  <a:cxnLst/>
                  <a:rect l="l" t="t" r="r" b="b"/>
                  <a:pathLst>
                    <a:path w="29600" h="30038" extrusionOk="0">
                      <a:moveTo>
                        <a:pt x="29600" y="0"/>
                      </a:moveTo>
                      <a:lnTo>
                        <a:pt x="14903" y="541"/>
                      </a:lnTo>
                      <a:lnTo>
                        <a:pt x="9858" y="2471"/>
                      </a:lnTo>
                      <a:cubicBezTo>
                        <a:pt x="8469" y="3012"/>
                        <a:pt x="7079" y="3861"/>
                        <a:pt x="5998" y="4942"/>
                      </a:cubicBezTo>
                      <a:cubicBezTo>
                        <a:pt x="4942" y="6023"/>
                        <a:pt x="4299" y="7310"/>
                        <a:pt x="3861" y="8700"/>
                      </a:cubicBezTo>
                      <a:lnTo>
                        <a:pt x="747" y="21132"/>
                      </a:lnTo>
                      <a:lnTo>
                        <a:pt x="1" y="28004"/>
                      </a:lnTo>
                      <a:lnTo>
                        <a:pt x="9009" y="30037"/>
                      </a:lnTo>
                      <a:lnTo>
                        <a:pt x="15753" y="27026"/>
                      </a:lnTo>
                      <a:lnTo>
                        <a:pt x="26383" y="19098"/>
                      </a:lnTo>
                      <a:lnTo>
                        <a:pt x="29600"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8"/>
                <p:cNvSpPr/>
                <p:nvPr/>
              </p:nvSpPr>
              <p:spPr>
                <a:xfrm>
                  <a:off x="9832525" y="2069375"/>
                  <a:ext cx="367450" cy="281200"/>
                </a:xfrm>
                <a:custGeom>
                  <a:avLst/>
                  <a:gdLst/>
                  <a:ahLst/>
                  <a:cxnLst/>
                  <a:rect l="l" t="t" r="r" b="b"/>
                  <a:pathLst>
                    <a:path w="14698" h="11248" extrusionOk="0">
                      <a:moveTo>
                        <a:pt x="14697" y="0"/>
                      </a:moveTo>
                      <a:lnTo>
                        <a:pt x="1" y="2342"/>
                      </a:lnTo>
                      <a:lnTo>
                        <a:pt x="773" y="11248"/>
                      </a:lnTo>
                      <a:lnTo>
                        <a:pt x="11171" y="7387"/>
                      </a:lnTo>
                      <a:lnTo>
                        <a:pt x="12664" y="5019"/>
                      </a:lnTo>
                      <a:lnTo>
                        <a:pt x="14697"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8"/>
                <p:cNvSpPr/>
                <p:nvPr/>
              </p:nvSpPr>
              <p:spPr>
                <a:xfrm>
                  <a:off x="9301675" y="1683300"/>
                  <a:ext cx="941400" cy="849375"/>
                </a:xfrm>
                <a:custGeom>
                  <a:avLst/>
                  <a:gdLst/>
                  <a:ahLst/>
                  <a:cxnLst/>
                  <a:rect l="l" t="t" r="r" b="b"/>
                  <a:pathLst>
                    <a:path w="37656" h="33975" extrusionOk="0">
                      <a:moveTo>
                        <a:pt x="37656" y="0"/>
                      </a:moveTo>
                      <a:lnTo>
                        <a:pt x="36266" y="103"/>
                      </a:lnTo>
                      <a:cubicBezTo>
                        <a:pt x="35288" y="2033"/>
                        <a:pt x="33692" y="15006"/>
                        <a:pt x="31118" y="18120"/>
                      </a:cubicBezTo>
                      <a:cubicBezTo>
                        <a:pt x="30081" y="19453"/>
                        <a:pt x="27386" y="20597"/>
                        <a:pt x="26396" y="20597"/>
                      </a:cubicBezTo>
                      <a:cubicBezTo>
                        <a:pt x="26354" y="20597"/>
                        <a:pt x="26315" y="20595"/>
                        <a:pt x="26279" y="20591"/>
                      </a:cubicBezTo>
                      <a:cubicBezTo>
                        <a:pt x="23809" y="20359"/>
                        <a:pt x="24684" y="14568"/>
                        <a:pt x="22213" y="8674"/>
                      </a:cubicBezTo>
                      <a:lnTo>
                        <a:pt x="19098" y="2574"/>
                      </a:lnTo>
                      <a:lnTo>
                        <a:pt x="17606" y="3089"/>
                      </a:lnTo>
                      <a:cubicBezTo>
                        <a:pt x="19098" y="5251"/>
                        <a:pt x="20179" y="7490"/>
                        <a:pt x="21029" y="9961"/>
                      </a:cubicBezTo>
                      <a:cubicBezTo>
                        <a:pt x="22419" y="14156"/>
                        <a:pt x="22856" y="19716"/>
                        <a:pt x="19742" y="22933"/>
                      </a:cubicBezTo>
                      <a:cubicBezTo>
                        <a:pt x="16823" y="26014"/>
                        <a:pt x="14565" y="27069"/>
                        <a:pt x="12831" y="27069"/>
                      </a:cubicBezTo>
                      <a:cubicBezTo>
                        <a:pt x="9066" y="27069"/>
                        <a:pt x="7774" y="22091"/>
                        <a:pt x="7550" y="22091"/>
                      </a:cubicBezTo>
                      <a:cubicBezTo>
                        <a:pt x="7532" y="22091"/>
                        <a:pt x="7521" y="22122"/>
                        <a:pt x="7516" y="22187"/>
                      </a:cubicBezTo>
                      <a:cubicBezTo>
                        <a:pt x="7516" y="23474"/>
                        <a:pt x="6229" y="25507"/>
                        <a:pt x="5045" y="27669"/>
                      </a:cubicBezTo>
                      <a:cubicBezTo>
                        <a:pt x="3990" y="29805"/>
                        <a:pt x="3012" y="28724"/>
                        <a:pt x="1519" y="29805"/>
                      </a:cubicBezTo>
                      <a:cubicBezTo>
                        <a:pt x="0" y="30758"/>
                        <a:pt x="1622" y="32276"/>
                        <a:pt x="1622" y="32276"/>
                      </a:cubicBezTo>
                      <a:lnTo>
                        <a:pt x="25533" y="33975"/>
                      </a:lnTo>
                      <a:cubicBezTo>
                        <a:pt x="25533" y="33975"/>
                        <a:pt x="26923" y="33332"/>
                        <a:pt x="27257" y="32688"/>
                      </a:cubicBezTo>
                      <a:cubicBezTo>
                        <a:pt x="27566" y="32045"/>
                        <a:pt x="27155" y="30243"/>
                        <a:pt x="27155" y="30243"/>
                      </a:cubicBezTo>
                      <a:cubicBezTo>
                        <a:pt x="27155" y="30243"/>
                        <a:pt x="30372" y="27978"/>
                        <a:pt x="31968" y="26150"/>
                      </a:cubicBezTo>
                      <a:cubicBezTo>
                        <a:pt x="33460" y="24323"/>
                        <a:pt x="33898" y="21003"/>
                        <a:pt x="34104" y="18661"/>
                      </a:cubicBezTo>
                      <a:cubicBezTo>
                        <a:pt x="34336" y="15958"/>
                        <a:pt x="37656" y="0"/>
                        <a:pt x="37656"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8"/>
                <p:cNvSpPr/>
                <p:nvPr/>
              </p:nvSpPr>
              <p:spPr>
                <a:xfrm>
                  <a:off x="9500500" y="2095750"/>
                  <a:ext cx="69525" cy="185400"/>
                </a:xfrm>
                <a:custGeom>
                  <a:avLst/>
                  <a:gdLst/>
                  <a:ahLst/>
                  <a:cxnLst/>
                  <a:rect l="l" t="t" r="r" b="b"/>
                  <a:pathLst>
                    <a:path w="2781" h="7416" extrusionOk="0">
                      <a:moveTo>
                        <a:pt x="1056" y="1"/>
                      </a:moveTo>
                      <a:lnTo>
                        <a:pt x="1" y="4299"/>
                      </a:lnTo>
                      <a:cubicBezTo>
                        <a:pt x="1" y="4299"/>
                        <a:pt x="2693" y="7416"/>
                        <a:pt x="2778" y="7416"/>
                      </a:cubicBezTo>
                      <a:cubicBezTo>
                        <a:pt x="2780" y="7416"/>
                        <a:pt x="2780" y="7415"/>
                        <a:pt x="2780" y="7413"/>
                      </a:cubicBezTo>
                      <a:cubicBezTo>
                        <a:pt x="2780" y="7182"/>
                        <a:pt x="2034" y="1287"/>
                        <a:pt x="2034" y="1287"/>
                      </a:cubicBezTo>
                      <a:lnTo>
                        <a:pt x="105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8"/>
                <p:cNvSpPr/>
                <p:nvPr/>
              </p:nvSpPr>
              <p:spPr>
                <a:xfrm>
                  <a:off x="9875650" y="2288800"/>
                  <a:ext cx="101675" cy="107475"/>
                </a:xfrm>
                <a:custGeom>
                  <a:avLst/>
                  <a:gdLst/>
                  <a:ahLst/>
                  <a:cxnLst/>
                  <a:rect l="l" t="t" r="r" b="b"/>
                  <a:pathLst>
                    <a:path w="4067" h="4299" extrusionOk="0">
                      <a:moveTo>
                        <a:pt x="4067" y="0"/>
                      </a:moveTo>
                      <a:lnTo>
                        <a:pt x="4067" y="0"/>
                      </a:lnTo>
                      <a:cubicBezTo>
                        <a:pt x="3320" y="1930"/>
                        <a:pt x="1931" y="3449"/>
                        <a:pt x="0" y="4298"/>
                      </a:cubicBezTo>
                      <a:cubicBezTo>
                        <a:pt x="335" y="4298"/>
                        <a:pt x="644" y="4195"/>
                        <a:pt x="850" y="3964"/>
                      </a:cubicBezTo>
                      <a:cubicBezTo>
                        <a:pt x="2265" y="3320"/>
                        <a:pt x="3217" y="2265"/>
                        <a:pt x="3861" y="875"/>
                      </a:cubicBezTo>
                      <a:cubicBezTo>
                        <a:pt x="3964" y="644"/>
                        <a:pt x="4067" y="335"/>
                        <a:pt x="40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8"/>
                <p:cNvSpPr/>
                <p:nvPr/>
              </p:nvSpPr>
              <p:spPr>
                <a:xfrm>
                  <a:off x="9894300" y="2428425"/>
                  <a:ext cx="83025" cy="11875"/>
                </a:xfrm>
                <a:custGeom>
                  <a:avLst/>
                  <a:gdLst/>
                  <a:ahLst/>
                  <a:cxnLst/>
                  <a:rect l="l" t="t" r="r" b="b"/>
                  <a:pathLst>
                    <a:path w="3321" h="475" extrusionOk="0">
                      <a:moveTo>
                        <a:pt x="3321" y="0"/>
                      </a:moveTo>
                      <a:cubicBezTo>
                        <a:pt x="2677" y="0"/>
                        <a:pt x="2163" y="103"/>
                        <a:pt x="1622" y="206"/>
                      </a:cubicBezTo>
                      <a:cubicBezTo>
                        <a:pt x="1082" y="206"/>
                        <a:pt x="541" y="309"/>
                        <a:pt x="1" y="438"/>
                      </a:cubicBezTo>
                      <a:cubicBezTo>
                        <a:pt x="252" y="462"/>
                        <a:pt x="510" y="475"/>
                        <a:pt x="770" y="475"/>
                      </a:cubicBezTo>
                      <a:cubicBezTo>
                        <a:pt x="1626" y="475"/>
                        <a:pt x="2511" y="336"/>
                        <a:pt x="33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8"/>
                <p:cNvSpPr/>
                <p:nvPr/>
              </p:nvSpPr>
              <p:spPr>
                <a:xfrm>
                  <a:off x="9449675" y="2428425"/>
                  <a:ext cx="509000" cy="49825"/>
                </a:xfrm>
                <a:custGeom>
                  <a:avLst/>
                  <a:gdLst/>
                  <a:ahLst/>
                  <a:cxnLst/>
                  <a:rect l="l" t="t" r="r" b="b"/>
                  <a:pathLst>
                    <a:path w="20360" h="1993" extrusionOk="0">
                      <a:moveTo>
                        <a:pt x="0" y="0"/>
                      </a:moveTo>
                      <a:cubicBezTo>
                        <a:pt x="103" y="0"/>
                        <a:pt x="206" y="103"/>
                        <a:pt x="206" y="103"/>
                      </a:cubicBezTo>
                      <a:lnTo>
                        <a:pt x="850" y="309"/>
                      </a:lnTo>
                      <a:cubicBezTo>
                        <a:pt x="1287" y="438"/>
                        <a:pt x="2034" y="644"/>
                        <a:pt x="2986" y="850"/>
                      </a:cubicBezTo>
                      <a:cubicBezTo>
                        <a:pt x="5354" y="1390"/>
                        <a:pt x="7722" y="1725"/>
                        <a:pt x="10167" y="1931"/>
                      </a:cubicBezTo>
                      <a:cubicBezTo>
                        <a:pt x="11034" y="1968"/>
                        <a:pt x="11914" y="1992"/>
                        <a:pt x="12798" y="1992"/>
                      </a:cubicBezTo>
                      <a:cubicBezTo>
                        <a:pt x="14330" y="1992"/>
                        <a:pt x="15873" y="1921"/>
                        <a:pt x="17374" y="1725"/>
                      </a:cubicBezTo>
                      <a:cubicBezTo>
                        <a:pt x="18326" y="1596"/>
                        <a:pt x="19072" y="1596"/>
                        <a:pt x="19613" y="1493"/>
                      </a:cubicBezTo>
                      <a:lnTo>
                        <a:pt x="20154" y="1390"/>
                      </a:lnTo>
                      <a:lnTo>
                        <a:pt x="20359" y="1287"/>
                      </a:lnTo>
                      <a:lnTo>
                        <a:pt x="20154" y="1287"/>
                      </a:lnTo>
                      <a:lnTo>
                        <a:pt x="19510" y="1390"/>
                      </a:lnTo>
                      <a:cubicBezTo>
                        <a:pt x="19072" y="1390"/>
                        <a:pt x="18326" y="1493"/>
                        <a:pt x="17374" y="1596"/>
                      </a:cubicBezTo>
                      <a:cubicBezTo>
                        <a:pt x="15963" y="1724"/>
                        <a:pt x="14554" y="1788"/>
                        <a:pt x="13148" y="1788"/>
                      </a:cubicBezTo>
                      <a:cubicBezTo>
                        <a:pt x="9734" y="1788"/>
                        <a:pt x="6341" y="1410"/>
                        <a:pt x="2986" y="644"/>
                      </a:cubicBezTo>
                      <a:cubicBezTo>
                        <a:pt x="2034" y="541"/>
                        <a:pt x="1287" y="309"/>
                        <a:pt x="850" y="206"/>
                      </a:cubicBezTo>
                      <a:lnTo>
                        <a:pt x="206"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8"/>
                <p:cNvSpPr/>
                <p:nvPr/>
              </p:nvSpPr>
              <p:spPr>
                <a:xfrm>
                  <a:off x="9961225" y="2058425"/>
                  <a:ext cx="155750" cy="176975"/>
                </a:xfrm>
                <a:custGeom>
                  <a:avLst/>
                  <a:gdLst/>
                  <a:ahLst/>
                  <a:cxnLst/>
                  <a:rect l="l" t="t" r="r" b="b"/>
                  <a:pathLst>
                    <a:path w="6230" h="7079" extrusionOk="0">
                      <a:moveTo>
                        <a:pt x="6229" y="1"/>
                      </a:moveTo>
                      <a:cubicBezTo>
                        <a:pt x="6229" y="1"/>
                        <a:pt x="6126" y="541"/>
                        <a:pt x="5792" y="1391"/>
                      </a:cubicBezTo>
                      <a:cubicBezTo>
                        <a:pt x="5689" y="1931"/>
                        <a:pt x="5483" y="2369"/>
                        <a:pt x="5148" y="2780"/>
                      </a:cubicBezTo>
                      <a:cubicBezTo>
                        <a:pt x="4839" y="3321"/>
                        <a:pt x="4402" y="3861"/>
                        <a:pt x="3990" y="4402"/>
                      </a:cubicBezTo>
                      <a:cubicBezTo>
                        <a:pt x="3552" y="4814"/>
                        <a:pt x="3115" y="5251"/>
                        <a:pt x="2574" y="5689"/>
                      </a:cubicBezTo>
                      <a:cubicBezTo>
                        <a:pt x="2162" y="5998"/>
                        <a:pt x="1725" y="6229"/>
                        <a:pt x="1287" y="6538"/>
                      </a:cubicBezTo>
                      <a:cubicBezTo>
                        <a:pt x="541" y="6976"/>
                        <a:pt x="0" y="7079"/>
                        <a:pt x="0" y="7079"/>
                      </a:cubicBezTo>
                      <a:lnTo>
                        <a:pt x="335" y="7079"/>
                      </a:lnTo>
                      <a:cubicBezTo>
                        <a:pt x="541" y="6976"/>
                        <a:pt x="644" y="6976"/>
                        <a:pt x="773" y="6873"/>
                      </a:cubicBezTo>
                      <a:cubicBezTo>
                        <a:pt x="978" y="6873"/>
                        <a:pt x="1184" y="6744"/>
                        <a:pt x="1287" y="6641"/>
                      </a:cubicBezTo>
                      <a:cubicBezTo>
                        <a:pt x="1828" y="6435"/>
                        <a:pt x="2265" y="6101"/>
                        <a:pt x="2703" y="5792"/>
                      </a:cubicBezTo>
                      <a:cubicBezTo>
                        <a:pt x="3218" y="5457"/>
                        <a:pt x="3758" y="4942"/>
                        <a:pt x="4196" y="4505"/>
                      </a:cubicBezTo>
                      <a:cubicBezTo>
                        <a:pt x="4633" y="3964"/>
                        <a:pt x="4942" y="3424"/>
                        <a:pt x="5380" y="2883"/>
                      </a:cubicBezTo>
                      <a:cubicBezTo>
                        <a:pt x="5586" y="2472"/>
                        <a:pt x="5792" y="1931"/>
                        <a:pt x="6023" y="1391"/>
                      </a:cubicBezTo>
                      <a:cubicBezTo>
                        <a:pt x="6023" y="1288"/>
                        <a:pt x="6126" y="1082"/>
                        <a:pt x="6126" y="850"/>
                      </a:cubicBezTo>
                      <a:cubicBezTo>
                        <a:pt x="6229" y="747"/>
                        <a:pt x="6229" y="541"/>
                        <a:pt x="6229" y="438"/>
                      </a:cubicBezTo>
                      <a:lnTo>
                        <a:pt x="622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8"/>
                <p:cNvSpPr/>
                <p:nvPr/>
              </p:nvSpPr>
              <p:spPr>
                <a:xfrm>
                  <a:off x="10232125" y="3329275"/>
                  <a:ext cx="493550" cy="439500"/>
                </a:xfrm>
                <a:custGeom>
                  <a:avLst/>
                  <a:gdLst/>
                  <a:ahLst/>
                  <a:cxnLst/>
                  <a:rect l="l" t="t" r="r" b="b"/>
                  <a:pathLst>
                    <a:path w="19742" h="17580" extrusionOk="0">
                      <a:moveTo>
                        <a:pt x="1390" y="0"/>
                      </a:moveTo>
                      <a:lnTo>
                        <a:pt x="0" y="15752"/>
                      </a:lnTo>
                      <a:lnTo>
                        <a:pt x="19639" y="17580"/>
                      </a:lnTo>
                      <a:cubicBezTo>
                        <a:pt x="19742" y="15649"/>
                        <a:pt x="9884" y="11042"/>
                        <a:pt x="9884" y="11042"/>
                      </a:cubicBezTo>
                      <a:lnTo>
                        <a:pt x="11171" y="953"/>
                      </a:lnTo>
                      <a:lnTo>
                        <a:pt x="1390"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8"/>
                <p:cNvSpPr/>
                <p:nvPr/>
              </p:nvSpPr>
              <p:spPr>
                <a:xfrm>
                  <a:off x="10312550" y="3570575"/>
                  <a:ext cx="40575" cy="37350"/>
                </a:xfrm>
                <a:custGeom>
                  <a:avLst/>
                  <a:gdLst/>
                  <a:ahLst/>
                  <a:cxnLst/>
                  <a:rect l="l" t="t" r="r" b="b"/>
                  <a:pathLst>
                    <a:path w="1623" h="1494" extrusionOk="0">
                      <a:moveTo>
                        <a:pt x="644" y="0"/>
                      </a:moveTo>
                      <a:cubicBezTo>
                        <a:pt x="335" y="0"/>
                        <a:pt x="1" y="438"/>
                        <a:pt x="104" y="850"/>
                      </a:cubicBezTo>
                      <a:cubicBezTo>
                        <a:pt x="104" y="1184"/>
                        <a:pt x="438" y="1493"/>
                        <a:pt x="876" y="1493"/>
                      </a:cubicBezTo>
                      <a:lnTo>
                        <a:pt x="979" y="1493"/>
                      </a:lnTo>
                      <a:cubicBezTo>
                        <a:pt x="1288" y="1390"/>
                        <a:pt x="1622" y="953"/>
                        <a:pt x="1622" y="541"/>
                      </a:cubicBezTo>
                      <a:cubicBezTo>
                        <a:pt x="1519" y="206"/>
                        <a:pt x="1185" y="0"/>
                        <a:pt x="876" y="0"/>
                      </a:cubicBez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8"/>
                <p:cNvSpPr/>
                <p:nvPr/>
              </p:nvSpPr>
              <p:spPr>
                <a:xfrm>
                  <a:off x="10709575" y="3744950"/>
                  <a:ext cx="16100" cy="21250"/>
                </a:xfrm>
                <a:custGeom>
                  <a:avLst/>
                  <a:gdLst/>
                  <a:ahLst/>
                  <a:cxnLst/>
                  <a:rect l="l" t="t" r="r" b="b"/>
                  <a:pathLst>
                    <a:path w="644" h="850" extrusionOk="0">
                      <a:moveTo>
                        <a:pt x="0" y="1"/>
                      </a:moveTo>
                      <a:cubicBezTo>
                        <a:pt x="309" y="309"/>
                        <a:pt x="541" y="644"/>
                        <a:pt x="541" y="850"/>
                      </a:cubicBezTo>
                      <a:cubicBezTo>
                        <a:pt x="644" y="541"/>
                        <a:pt x="206" y="206"/>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8"/>
                <p:cNvSpPr/>
                <p:nvPr/>
              </p:nvSpPr>
              <p:spPr>
                <a:xfrm>
                  <a:off x="10232125" y="3685750"/>
                  <a:ext cx="490975" cy="83025"/>
                </a:xfrm>
                <a:custGeom>
                  <a:avLst/>
                  <a:gdLst/>
                  <a:ahLst/>
                  <a:cxnLst/>
                  <a:rect l="l" t="t" r="r" b="b"/>
                  <a:pathLst>
                    <a:path w="19639" h="3321" extrusionOk="0">
                      <a:moveTo>
                        <a:pt x="232" y="0"/>
                      </a:moveTo>
                      <a:lnTo>
                        <a:pt x="0" y="1493"/>
                      </a:lnTo>
                      <a:lnTo>
                        <a:pt x="2806" y="1828"/>
                      </a:lnTo>
                      <a:lnTo>
                        <a:pt x="19639" y="3321"/>
                      </a:lnTo>
                      <a:lnTo>
                        <a:pt x="19639" y="3218"/>
                      </a:lnTo>
                      <a:cubicBezTo>
                        <a:pt x="19639" y="3012"/>
                        <a:pt x="19407" y="2677"/>
                        <a:pt x="19098" y="2368"/>
                      </a:cubicBezTo>
                      <a:lnTo>
                        <a:pt x="18995" y="2265"/>
                      </a:lnTo>
                      <a:lnTo>
                        <a:pt x="232" y="0"/>
                      </a:ln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8"/>
                <p:cNvSpPr/>
                <p:nvPr/>
              </p:nvSpPr>
              <p:spPr>
                <a:xfrm>
                  <a:off x="10438675" y="3600175"/>
                  <a:ext cx="49575" cy="26400"/>
                </a:xfrm>
                <a:custGeom>
                  <a:avLst/>
                  <a:gdLst/>
                  <a:ahLst/>
                  <a:cxnLst/>
                  <a:rect l="l" t="t" r="r" b="b"/>
                  <a:pathLst>
                    <a:path w="1983" h="1056" extrusionOk="0">
                      <a:moveTo>
                        <a:pt x="1632" y="0"/>
                      </a:moveTo>
                      <a:cubicBezTo>
                        <a:pt x="1416" y="0"/>
                        <a:pt x="1120" y="52"/>
                        <a:pt x="850" y="206"/>
                      </a:cubicBezTo>
                      <a:cubicBezTo>
                        <a:pt x="206" y="412"/>
                        <a:pt x="0" y="953"/>
                        <a:pt x="103" y="1056"/>
                      </a:cubicBezTo>
                      <a:cubicBezTo>
                        <a:pt x="206" y="1056"/>
                        <a:pt x="438" y="747"/>
                        <a:pt x="978" y="412"/>
                      </a:cubicBezTo>
                      <a:cubicBezTo>
                        <a:pt x="1493" y="206"/>
                        <a:pt x="1931" y="206"/>
                        <a:pt x="1931" y="103"/>
                      </a:cubicBezTo>
                      <a:cubicBezTo>
                        <a:pt x="1982" y="52"/>
                        <a:pt x="1847" y="0"/>
                        <a:pt x="16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8"/>
                <p:cNvSpPr/>
                <p:nvPr/>
              </p:nvSpPr>
              <p:spPr>
                <a:xfrm>
                  <a:off x="10500450" y="3627900"/>
                  <a:ext cx="37350" cy="36650"/>
                </a:xfrm>
                <a:custGeom>
                  <a:avLst/>
                  <a:gdLst/>
                  <a:ahLst/>
                  <a:cxnLst/>
                  <a:rect l="l" t="t" r="r" b="b"/>
                  <a:pathLst>
                    <a:path w="1494" h="1466" extrusionOk="0">
                      <a:moveTo>
                        <a:pt x="1317" y="1"/>
                      </a:moveTo>
                      <a:cubicBezTo>
                        <a:pt x="1116" y="1"/>
                        <a:pt x="772" y="100"/>
                        <a:pt x="438" y="384"/>
                      </a:cubicBezTo>
                      <a:cubicBezTo>
                        <a:pt x="0" y="822"/>
                        <a:pt x="0" y="1362"/>
                        <a:pt x="103" y="1465"/>
                      </a:cubicBezTo>
                      <a:cubicBezTo>
                        <a:pt x="206" y="1465"/>
                        <a:pt x="309" y="1028"/>
                        <a:pt x="644" y="590"/>
                      </a:cubicBezTo>
                      <a:cubicBezTo>
                        <a:pt x="1081" y="281"/>
                        <a:pt x="1493" y="178"/>
                        <a:pt x="1493" y="75"/>
                      </a:cubicBezTo>
                      <a:cubicBezTo>
                        <a:pt x="1493" y="30"/>
                        <a:pt x="1426" y="1"/>
                        <a:pt x="13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8"/>
                <p:cNvSpPr/>
                <p:nvPr/>
              </p:nvSpPr>
              <p:spPr>
                <a:xfrm>
                  <a:off x="10556425" y="3652925"/>
                  <a:ext cx="27050" cy="41225"/>
                </a:xfrm>
                <a:custGeom>
                  <a:avLst/>
                  <a:gdLst/>
                  <a:ahLst/>
                  <a:cxnLst/>
                  <a:rect l="l" t="t" r="r" b="b"/>
                  <a:pathLst>
                    <a:path w="1082" h="1649" extrusionOk="0">
                      <a:moveTo>
                        <a:pt x="1041" y="1"/>
                      </a:moveTo>
                      <a:cubicBezTo>
                        <a:pt x="912" y="1"/>
                        <a:pt x="507" y="219"/>
                        <a:pt x="335" y="670"/>
                      </a:cubicBezTo>
                      <a:cubicBezTo>
                        <a:pt x="1" y="1108"/>
                        <a:pt x="129" y="1648"/>
                        <a:pt x="129" y="1648"/>
                      </a:cubicBezTo>
                      <a:cubicBezTo>
                        <a:pt x="232" y="1648"/>
                        <a:pt x="335" y="1211"/>
                        <a:pt x="541" y="773"/>
                      </a:cubicBezTo>
                      <a:cubicBezTo>
                        <a:pt x="773" y="361"/>
                        <a:pt x="1082" y="130"/>
                        <a:pt x="1082" y="27"/>
                      </a:cubicBezTo>
                      <a:cubicBezTo>
                        <a:pt x="1082" y="10"/>
                        <a:pt x="1067" y="1"/>
                        <a:pt x="10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8"/>
                <p:cNvSpPr/>
                <p:nvPr/>
              </p:nvSpPr>
              <p:spPr>
                <a:xfrm>
                  <a:off x="10436100" y="3533250"/>
                  <a:ext cx="53425" cy="11375"/>
                </a:xfrm>
                <a:custGeom>
                  <a:avLst/>
                  <a:gdLst/>
                  <a:ahLst/>
                  <a:cxnLst/>
                  <a:rect l="l" t="t" r="r" b="b"/>
                  <a:pathLst>
                    <a:path w="2137" h="455" extrusionOk="0">
                      <a:moveTo>
                        <a:pt x="1081" y="0"/>
                      </a:moveTo>
                      <a:cubicBezTo>
                        <a:pt x="438" y="0"/>
                        <a:pt x="0" y="309"/>
                        <a:pt x="103" y="412"/>
                      </a:cubicBezTo>
                      <a:cubicBezTo>
                        <a:pt x="103" y="433"/>
                        <a:pt x="121" y="441"/>
                        <a:pt x="153" y="441"/>
                      </a:cubicBezTo>
                      <a:cubicBezTo>
                        <a:pt x="283" y="441"/>
                        <a:pt x="649" y="309"/>
                        <a:pt x="1081" y="309"/>
                      </a:cubicBezTo>
                      <a:cubicBezTo>
                        <a:pt x="1445" y="382"/>
                        <a:pt x="1771" y="455"/>
                        <a:pt x="1967" y="455"/>
                      </a:cubicBezTo>
                      <a:cubicBezTo>
                        <a:pt x="2048" y="455"/>
                        <a:pt x="2107" y="442"/>
                        <a:pt x="2137" y="412"/>
                      </a:cubicBezTo>
                      <a:cubicBezTo>
                        <a:pt x="2137" y="412"/>
                        <a:pt x="1725" y="103"/>
                        <a:pt x="108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8"/>
                <p:cNvSpPr/>
                <p:nvPr/>
              </p:nvSpPr>
              <p:spPr>
                <a:xfrm>
                  <a:off x="10422575" y="3449600"/>
                  <a:ext cx="72750" cy="45700"/>
                </a:xfrm>
                <a:custGeom>
                  <a:avLst/>
                  <a:gdLst/>
                  <a:ahLst/>
                  <a:cxnLst/>
                  <a:rect l="l" t="t" r="r" b="b"/>
                  <a:pathLst>
                    <a:path w="2910" h="1828" extrusionOk="0">
                      <a:moveTo>
                        <a:pt x="747" y="335"/>
                      </a:moveTo>
                      <a:cubicBezTo>
                        <a:pt x="979" y="438"/>
                        <a:pt x="1185" y="541"/>
                        <a:pt x="1288" y="541"/>
                      </a:cubicBezTo>
                      <a:cubicBezTo>
                        <a:pt x="1622" y="773"/>
                        <a:pt x="1931" y="979"/>
                        <a:pt x="2137" y="1184"/>
                      </a:cubicBezTo>
                      <a:cubicBezTo>
                        <a:pt x="2361" y="1356"/>
                        <a:pt x="2524" y="1520"/>
                        <a:pt x="2630" y="1640"/>
                      </a:cubicBezTo>
                      <a:lnTo>
                        <a:pt x="2630" y="1640"/>
                      </a:lnTo>
                      <a:cubicBezTo>
                        <a:pt x="2398" y="1572"/>
                        <a:pt x="2171" y="1519"/>
                        <a:pt x="1931" y="1519"/>
                      </a:cubicBezTo>
                      <a:cubicBezTo>
                        <a:pt x="1622" y="1287"/>
                        <a:pt x="1288" y="1184"/>
                        <a:pt x="1082" y="979"/>
                      </a:cubicBezTo>
                      <a:cubicBezTo>
                        <a:pt x="850" y="876"/>
                        <a:pt x="747" y="773"/>
                        <a:pt x="541" y="644"/>
                      </a:cubicBezTo>
                      <a:cubicBezTo>
                        <a:pt x="439" y="644"/>
                        <a:pt x="439" y="541"/>
                        <a:pt x="336" y="438"/>
                      </a:cubicBezTo>
                      <a:lnTo>
                        <a:pt x="336" y="335"/>
                      </a:lnTo>
                      <a:close/>
                      <a:moveTo>
                        <a:pt x="541" y="0"/>
                      </a:moveTo>
                      <a:cubicBezTo>
                        <a:pt x="336" y="0"/>
                        <a:pt x="207" y="0"/>
                        <a:pt x="104" y="129"/>
                      </a:cubicBezTo>
                      <a:cubicBezTo>
                        <a:pt x="1" y="335"/>
                        <a:pt x="1" y="541"/>
                        <a:pt x="104" y="644"/>
                      </a:cubicBezTo>
                      <a:cubicBezTo>
                        <a:pt x="104" y="773"/>
                        <a:pt x="207" y="876"/>
                        <a:pt x="336" y="876"/>
                      </a:cubicBezTo>
                      <a:cubicBezTo>
                        <a:pt x="850" y="1287"/>
                        <a:pt x="1288" y="1519"/>
                        <a:pt x="1931" y="1725"/>
                      </a:cubicBezTo>
                      <a:cubicBezTo>
                        <a:pt x="2034" y="1776"/>
                        <a:pt x="2195" y="1802"/>
                        <a:pt x="2372" y="1802"/>
                      </a:cubicBezTo>
                      <a:cubicBezTo>
                        <a:pt x="2491" y="1802"/>
                        <a:pt x="2616" y="1791"/>
                        <a:pt x="2736" y="1768"/>
                      </a:cubicBezTo>
                      <a:lnTo>
                        <a:pt x="2736" y="1768"/>
                      </a:lnTo>
                      <a:cubicBezTo>
                        <a:pt x="2766" y="1806"/>
                        <a:pt x="2781" y="1828"/>
                        <a:pt x="2781" y="1828"/>
                      </a:cubicBezTo>
                      <a:cubicBezTo>
                        <a:pt x="2815" y="1828"/>
                        <a:pt x="2831" y="1799"/>
                        <a:pt x="2828" y="1747"/>
                      </a:cubicBezTo>
                      <a:lnTo>
                        <a:pt x="2828" y="1747"/>
                      </a:lnTo>
                      <a:cubicBezTo>
                        <a:pt x="2856" y="1741"/>
                        <a:pt x="2883" y="1733"/>
                        <a:pt x="2909" y="1725"/>
                      </a:cubicBezTo>
                      <a:cubicBezTo>
                        <a:pt x="2880" y="1716"/>
                        <a:pt x="2850" y="1707"/>
                        <a:pt x="2821" y="1698"/>
                      </a:cubicBezTo>
                      <a:lnTo>
                        <a:pt x="2821" y="1698"/>
                      </a:lnTo>
                      <a:cubicBezTo>
                        <a:pt x="2788" y="1542"/>
                        <a:pt x="2639" y="1266"/>
                        <a:pt x="2369" y="979"/>
                      </a:cubicBezTo>
                      <a:cubicBezTo>
                        <a:pt x="2034" y="773"/>
                        <a:pt x="1828" y="541"/>
                        <a:pt x="1494" y="335"/>
                      </a:cubicBezTo>
                      <a:cubicBezTo>
                        <a:pt x="1288" y="232"/>
                        <a:pt x="1082" y="129"/>
                        <a:pt x="85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8"/>
                <p:cNvSpPr/>
                <p:nvPr/>
              </p:nvSpPr>
              <p:spPr>
                <a:xfrm>
                  <a:off x="10484350" y="3420650"/>
                  <a:ext cx="43150" cy="77225"/>
                </a:xfrm>
                <a:custGeom>
                  <a:avLst/>
                  <a:gdLst/>
                  <a:ahLst/>
                  <a:cxnLst/>
                  <a:rect l="l" t="t" r="r" b="b"/>
                  <a:pathLst>
                    <a:path w="1726" h="3089" extrusionOk="0">
                      <a:moveTo>
                        <a:pt x="1288" y="0"/>
                      </a:moveTo>
                      <a:cubicBezTo>
                        <a:pt x="953" y="0"/>
                        <a:pt x="747" y="206"/>
                        <a:pt x="644" y="412"/>
                      </a:cubicBezTo>
                      <a:cubicBezTo>
                        <a:pt x="541" y="644"/>
                        <a:pt x="438" y="850"/>
                        <a:pt x="310" y="1055"/>
                      </a:cubicBezTo>
                      <a:cubicBezTo>
                        <a:pt x="207" y="1390"/>
                        <a:pt x="104" y="1699"/>
                        <a:pt x="104" y="2137"/>
                      </a:cubicBezTo>
                      <a:cubicBezTo>
                        <a:pt x="1" y="2445"/>
                        <a:pt x="104" y="2780"/>
                        <a:pt x="207" y="3089"/>
                      </a:cubicBezTo>
                      <a:cubicBezTo>
                        <a:pt x="310" y="3089"/>
                        <a:pt x="207" y="2677"/>
                        <a:pt x="310" y="2137"/>
                      </a:cubicBezTo>
                      <a:cubicBezTo>
                        <a:pt x="310" y="1802"/>
                        <a:pt x="438" y="1493"/>
                        <a:pt x="644" y="1158"/>
                      </a:cubicBezTo>
                      <a:cubicBezTo>
                        <a:pt x="644" y="953"/>
                        <a:pt x="747" y="850"/>
                        <a:pt x="850" y="644"/>
                      </a:cubicBezTo>
                      <a:cubicBezTo>
                        <a:pt x="953" y="515"/>
                        <a:pt x="1185" y="412"/>
                        <a:pt x="1288" y="309"/>
                      </a:cubicBezTo>
                      <a:cubicBezTo>
                        <a:pt x="1288" y="309"/>
                        <a:pt x="1391" y="515"/>
                        <a:pt x="1391" y="747"/>
                      </a:cubicBezTo>
                      <a:lnTo>
                        <a:pt x="1391" y="1287"/>
                      </a:lnTo>
                      <a:cubicBezTo>
                        <a:pt x="1288" y="1596"/>
                        <a:pt x="1185" y="1931"/>
                        <a:pt x="953" y="2239"/>
                      </a:cubicBezTo>
                      <a:cubicBezTo>
                        <a:pt x="644" y="2677"/>
                        <a:pt x="310" y="2780"/>
                        <a:pt x="310" y="2883"/>
                      </a:cubicBezTo>
                      <a:cubicBezTo>
                        <a:pt x="310" y="2883"/>
                        <a:pt x="747" y="2780"/>
                        <a:pt x="1185" y="2342"/>
                      </a:cubicBezTo>
                      <a:cubicBezTo>
                        <a:pt x="1391" y="2034"/>
                        <a:pt x="1597" y="1699"/>
                        <a:pt x="1725" y="1390"/>
                      </a:cubicBezTo>
                      <a:lnTo>
                        <a:pt x="1725" y="747"/>
                      </a:lnTo>
                      <a:lnTo>
                        <a:pt x="1725" y="309"/>
                      </a:lnTo>
                      <a:cubicBezTo>
                        <a:pt x="1597" y="206"/>
                        <a:pt x="1494" y="0"/>
                        <a:pt x="128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8"/>
                <p:cNvSpPr/>
                <p:nvPr/>
              </p:nvSpPr>
              <p:spPr>
                <a:xfrm>
                  <a:off x="9854400" y="942450"/>
                  <a:ext cx="158325" cy="188250"/>
                </a:xfrm>
                <a:custGeom>
                  <a:avLst/>
                  <a:gdLst/>
                  <a:ahLst/>
                  <a:cxnLst/>
                  <a:rect l="l" t="t" r="r" b="b"/>
                  <a:pathLst>
                    <a:path w="6333" h="7530" extrusionOk="0">
                      <a:moveTo>
                        <a:pt x="3013" y="1"/>
                      </a:moveTo>
                      <a:cubicBezTo>
                        <a:pt x="1787" y="1"/>
                        <a:pt x="704" y="909"/>
                        <a:pt x="310" y="2068"/>
                      </a:cubicBezTo>
                      <a:cubicBezTo>
                        <a:pt x="1" y="3458"/>
                        <a:pt x="413" y="4848"/>
                        <a:pt x="1288" y="5929"/>
                      </a:cubicBezTo>
                      <a:cubicBezTo>
                        <a:pt x="1993" y="6720"/>
                        <a:pt x="2344" y="7529"/>
                        <a:pt x="3549" y="7529"/>
                      </a:cubicBezTo>
                      <a:cubicBezTo>
                        <a:pt x="3795" y="7529"/>
                        <a:pt x="4076" y="7496"/>
                        <a:pt x="4402" y="7422"/>
                      </a:cubicBezTo>
                      <a:cubicBezTo>
                        <a:pt x="5251" y="6984"/>
                        <a:pt x="5895" y="6341"/>
                        <a:pt x="6101" y="5491"/>
                      </a:cubicBezTo>
                      <a:cubicBezTo>
                        <a:pt x="6332" y="4539"/>
                        <a:pt x="6332" y="3664"/>
                        <a:pt x="6101" y="2815"/>
                      </a:cubicBezTo>
                      <a:cubicBezTo>
                        <a:pt x="5689" y="1528"/>
                        <a:pt x="4814" y="241"/>
                        <a:pt x="3424" y="35"/>
                      </a:cubicBezTo>
                      <a:cubicBezTo>
                        <a:pt x="3286" y="12"/>
                        <a:pt x="3149" y="1"/>
                        <a:pt x="30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8"/>
                <p:cNvSpPr/>
                <p:nvPr/>
              </p:nvSpPr>
              <p:spPr>
                <a:xfrm>
                  <a:off x="9886575" y="1059100"/>
                  <a:ext cx="174400" cy="109450"/>
                </a:xfrm>
                <a:custGeom>
                  <a:avLst/>
                  <a:gdLst/>
                  <a:ahLst/>
                  <a:cxnLst/>
                  <a:rect l="l" t="t" r="r" b="b"/>
                  <a:pathLst>
                    <a:path w="6976" h="4378" extrusionOk="0">
                      <a:moveTo>
                        <a:pt x="5278" y="0"/>
                      </a:moveTo>
                      <a:cubicBezTo>
                        <a:pt x="5093" y="0"/>
                        <a:pt x="4902" y="26"/>
                        <a:pt x="4711" y="79"/>
                      </a:cubicBezTo>
                      <a:cubicBezTo>
                        <a:pt x="4067" y="388"/>
                        <a:pt x="3759" y="1366"/>
                        <a:pt x="2986" y="1675"/>
                      </a:cubicBezTo>
                      <a:cubicBezTo>
                        <a:pt x="2850" y="1712"/>
                        <a:pt x="2710" y="1727"/>
                        <a:pt x="2570" y="1727"/>
                      </a:cubicBezTo>
                      <a:cubicBezTo>
                        <a:pt x="2060" y="1727"/>
                        <a:pt x="1538" y="1533"/>
                        <a:pt x="1085" y="1533"/>
                      </a:cubicBezTo>
                      <a:cubicBezTo>
                        <a:pt x="888" y="1533"/>
                        <a:pt x="705" y="1570"/>
                        <a:pt x="541" y="1675"/>
                      </a:cubicBezTo>
                      <a:cubicBezTo>
                        <a:pt x="207" y="1906"/>
                        <a:pt x="1" y="2215"/>
                        <a:pt x="1" y="2653"/>
                      </a:cubicBezTo>
                      <a:cubicBezTo>
                        <a:pt x="104" y="2962"/>
                        <a:pt x="541" y="3940"/>
                        <a:pt x="850" y="4043"/>
                      </a:cubicBezTo>
                      <a:lnTo>
                        <a:pt x="2986" y="4377"/>
                      </a:lnTo>
                      <a:cubicBezTo>
                        <a:pt x="3759" y="4377"/>
                        <a:pt x="4402" y="4146"/>
                        <a:pt x="5045" y="3940"/>
                      </a:cubicBezTo>
                      <a:cubicBezTo>
                        <a:pt x="5689" y="3734"/>
                        <a:pt x="6204" y="3193"/>
                        <a:pt x="6641" y="2653"/>
                      </a:cubicBezTo>
                      <a:cubicBezTo>
                        <a:pt x="6976" y="2009"/>
                        <a:pt x="6976" y="1263"/>
                        <a:pt x="6538" y="619"/>
                      </a:cubicBezTo>
                      <a:cubicBezTo>
                        <a:pt x="6289" y="217"/>
                        <a:pt x="5813" y="0"/>
                        <a:pt x="5278"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8"/>
                <p:cNvSpPr/>
                <p:nvPr/>
              </p:nvSpPr>
              <p:spPr>
                <a:xfrm>
                  <a:off x="9900100" y="1097725"/>
                  <a:ext cx="26400" cy="59875"/>
                </a:xfrm>
                <a:custGeom>
                  <a:avLst/>
                  <a:gdLst/>
                  <a:ahLst/>
                  <a:cxnLst/>
                  <a:rect l="l" t="t" r="r" b="b"/>
                  <a:pathLst>
                    <a:path w="1056" h="2395" extrusionOk="0">
                      <a:moveTo>
                        <a:pt x="705" y="1"/>
                      </a:moveTo>
                      <a:cubicBezTo>
                        <a:pt x="612" y="1"/>
                        <a:pt x="476" y="27"/>
                        <a:pt x="309" y="130"/>
                      </a:cubicBezTo>
                      <a:cubicBezTo>
                        <a:pt x="206" y="258"/>
                        <a:pt x="103" y="361"/>
                        <a:pt x="103" y="567"/>
                      </a:cubicBezTo>
                      <a:cubicBezTo>
                        <a:pt x="0" y="773"/>
                        <a:pt x="103" y="1005"/>
                        <a:pt x="103" y="1211"/>
                      </a:cubicBezTo>
                      <a:cubicBezTo>
                        <a:pt x="206" y="1545"/>
                        <a:pt x="412" y="1854"/>
                        <a:pt x="644" y="2189"/>
                      </a:cubicBezTo>
                      <a:cubicBezTo>
                        <a:pt x="850" y="2395"/>
                        <a:pt x="1055" y="2395"/>
                        <a:pt x="1055" y="2395"/>
                      </a:cubicBezTo>
                      <a:cubicBezTo>
                        <a:pt x="747" y="2060"/>
                        <a:pt x="515" y="1648"/>
                        <a:pt x="309" y="1108"/>
                      </a:cubicBezTo>
                      <a:cubicBezTo>
                        <a:pt x="206" y="902"/>
                        <a:pt x="206" y="464"/>
                        <a:pt x="412" y="258"/>
                      </a:cubicBezTo>
                      <a:cubicBezTo>
                        <a:pt x="644" y="27"/>
                        <a:pt x="747" y="27"/>
                        <a:pt x="850" y="27"/>
                      </a:cubicBezTo>
                      <a:cubicBezTo>
                        <a:pt x="850" y="27"/>
                        <a:pt x="798" y="1"/>
                        <a:pt x="7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8"/>
                <p:cNvSpPr/>
                <p:nvPr/>
              </p:nvSpPr>
              <p:spPr>
                <a:xfrm>
                  <a:off x="9940000" y="1100950"/>
                  <a:ext cx="24475" cy="59225"/>
                </a:xfrm>
                <a:custGeom>
                  <a:avLst/>
                  <a:gdLst/>
                  <a:ahLst/>
                  <a:cxnLst/>
                  <a:rect l="l" t="t" r="r" b="b"/>
                  <a:pathLst>
                    <a:path w="979" h="2369" extrusionOk="0">
                      <a:moveTo>
                        <a:pt x="541" y="1"/>
                      </a:moveTo>
                      <a:cubicBezTo>
                        <a:pt x="438" y="1"/>
                        <a:pt x="335" y="1"/>
                        <a:pt x="206" y="335"/>
                      </a:cubicBezTo>
                      <a:cubicBezTo>
                        <a:pt x="0" y="541"/>
                        <a:pt x="0" y="979"/>
                        <a:pt x="206" y="1288"/>
                      </a:cubicBezTo>
                      <a:cubicBezTo>
                        <a:pt x="335" y="1519"/>
                        <a:pt x="541" y="1828"/>
                        <a:pt x="746" y="2060"/>
                      </a:cubicBezTo>
                      <a:cubicBezTo>
                        <a:pt x="849" y="2266"/>
                        <a:pt x="978" y="2369"/>
                        <a:pt x="978" y="2369"/>
                      </a:cubicBezTo>
                      <a:cubicBezTo>
                        <a:pt x="978" y="2369"/>
                        <a:pt x="978" y="2163"/>
                        <a:pt x="849" y="1931"/>
                      </a:cubicBezTo>
                      <a:cubicBezTo>
                        <a:pt x="746" y="1725"/>
                        <a:pt x="541" y="1519"/>
                        <a:pt x="438" y="1185"/>
                      </a:cubicBezTo>
                      <a:cubicBezTo>
                        <a:pt x="335" y="876"/>
                        <a:pt x="206" y="644"/>
                        <a:pt x="335" y="335"/>
                      </a:cubicBezTo>
                      <a:cubicBezTo>
                        <a:pt x="438" y="129"/>
                        <a:pt x="541" y="1"/>
                        <a:pt x="5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8"/>
                <p:cNvSpPr/>
                <p:nvPr/>
              </p:nvSpPr>
              <p:spPr>
                <a:xfrm>
                  <a:off x="9974725" y="1087425"/>
                  <a:ext cx="29625" cy="56675"/>
                </a:xfrm>
                <a:custGeom>
                  <a:avLst/>
                  <a:gdLst/>
                  <a:ahLst/>
                  <a:cxnLst/>
                  <a:rect l="l" t="t" r="r" b="b"/>
                  <a:pathLst>
                    <a:path w="1185" h="2267" extrusionOk="0">
                      <a:moveTo>
                        <a:pt x="113" y="0"/>
                      </a:moveTo>
                      <a:cubicBezTo>
                        <a:pt x="36" y="0"/>
                        <a:pt x="1" y="69"/>
                        <a:pt x="1" y="130"/>
                      </a:cubicBezTo>
                      <a:cubicBezTo>
                        <a:pt x="1" y="130"/>
                        <a:pt x="104" y="130"/>
                        <a:pt x="335" y="233"/>
                      </a:cubicBezTo>
                      <a:cubicBezTo>
                        <a:pt x="438" y="439"/>
                        <a:pt x="644" y="670"/>
                        <a:pt x="747" y="979"/>
                      </a:cubicBezTo>
                      <a:cubicBezTo>
                        <a:pt x="979" y="1623"/>
                        <a:pt x="979" y="2266"/>
                        <a:pt x="1082" y="2266"/>
                      </a:cubicBezTo>
                      <a:cubicBezTo>
                        <a:pt x="1185" y="1829"/>
                        <a:pt x="1082" y="1314"/>
                        <a:pt x="876" y="876"/>
                      </a:cubicBezTo>
                      <a:cubicBezTo>
                        <a:pt x="876" y="542"/>
                        <a:pt x="644" y="336"/>
                        <a:pt x="335" y="130"/>
                      </a:cubicBezTo>
                      <a:cubicBezTo>
                        <a:pt x="240" y="34"/>
                        <a:pt x="166" y="0"/>
                        <a:pt x="1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8"/>
                <p:cNvSpPr/>
                <p:nvPr/>
              </p:nvSpPr>
              <p:spPr>
                <a:xfrm>
                  <a:off x="9999175" y="1062925"/>
                  <a:ext cx="48300" cy="70225"/>
                </a:xfrm>
                <a:custGeom>
                  <a:avLst/>
                  <a:gdLst/>
                  <a:ahLst/>
                  <a:cxnLst/>
                  <a:rect l="l" t="t" r="r" b="b"/>
                  <a:pathLst>
                    <a:path w="1932" h="2809" extrusionOk="0">
                      <a:moveTo>
                        <a:pt x="357" y="0"/>
                      </a:moveTo>
                      <a:cubicBezTo>
                        <a:pt x="133" y="0"/>
                        <a:pt x="1" y="132"/>
                        <a:pt x="1" y="132"/>
                      </a:cubicBezTo>
                      <a:cubicBezTo>
                        <a:pt x="104" y="80"/>
                        <a:pt x="181" y="55"/>
                        <a:pt x="262" y="55"/>
                      </a:cubicBezTo>
                      <a:cubicBezTo>
                        <a:pt x="342" y="55"/>
                        <a:pt x="426" y="80"/>
                        <a:pt x="541" y="132"/>
                      </a:cubicBezTo>
                      <a:cubicBezTo>
                        <a:pt x="850" y="363"/>
                        <a:pt x="1185" y="672"/>
                        <a:pt x="1391" y="1007"/>
                      </a:cubicBezTo>
                      <a:cubicBezTo>
                        <a:pt x="1597" y="1650"/>
                        <a:pt x="1828" y="2165"/>
                        <a:pt x="1828" y="2809"/>
                      </a:cubicBezTo>
                      <a:cubicBezTo>
                        <a:pt x="1931" y="2603"/>
                        <a:pt x="1931" y="2397"/>
                        <a:pt x="1931" y="2165"/>
                      </a:cubicBezTo>
                      <a:cubicBezTo>
                        <a:pt x="1931" y="1753"/>
                        <a:pt x="1828" y="1316"/>
                        <a:pt x="1597" y="878"/>
                      </a:cubicBezTo>
                      <a:cubicBezTo>
                        <a:pt x="1391" y="569"/>
                        <a:pt x="953" y="132"/>
                        <a:pt x="541" y="29"/>
                      </a:cubicBezTo>
                      <a:cubicBezTo>
                        <a:pt x="475" y="8"/>
                        <a:pt x="413" y="0"/>
                        <a:pt x="35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8"/>
                <p:cNvSpPr/>
                <p:nvPr/>
              </p:nvSpPr>
              <p:spPr>
                <a:xfrm>
                  <a:off x="10082200" y="1232875"/>
                  <a:ext cx="268350" cy="635125"/>
                </a:xfrm>
                <a:custGeom>
                  <a:avLst/>
                  <a:gdLst/>
                  <a:ahLst/>
                  <a:cxnLst/>
                  <a:rect l="l" t="t" r="r" b="b"/>
                  <a:pathLst>
                    <a:path w="10734" h="25405" extrusionOk="0">
                      <a:moveTo>
                        <a:pt x="8674" y="0"/>
                      </a:moveTo>
                      <a:lnTo>
                        <a:pt x="644" y="13822"/>
                      </a:lnTo>
                      <a:lnTo>
                        <a:pt x="0" y="25404"/>
                      </a:lnTo>
                      <a:lnTo>
                        <a:pt x="0" y="25404"/>
                      </a:lnTo>
                      <a:lnTo>
                        <a:pt x="2471" y="24864"/>
                      </a:lnTo>
                      <a:lnTo>
                        <a:pt x="3115" y="21234"/>
                      </a:lnTo>
                      <a:cubicBezTo>
                        <a:pt x="3758" y="20359"/>
                        <a:pt x="4299" y="19407"/>
                        <a:pt x="5045" y="18661"/>
                      </a:cubicBezTo>
                      <a:cubicBezTo>
                        <a:pt x="5791" y="18017"/>
                        <a:pt x="6641" y="17477"/>
                        <a:pt x="7516" y="16936"/>
                      </a:cubicBezTo>
                      <a:cubicBezTo>
                        <a:pt x="8262" y="16293"/>
                        <a:pt x="9009" y="15443"/>
                        <a:pt x="9009" y="14465"/>
                      </a:cubicBezTo>
                      <a:cubicBezTo>
                        <a:pt x="9009" y="13384"/>
                        <a:pt x="8365" y="12432"/>
                        <a:pt x="8365" y="11351"/>
                      </a:cubicBezTo>
                      <a:cubicBezTo>
                        <a:pt x="8365" y="9420"/>
                        <a:pt x="10502" y="8031"/>
                        <a:pt x="10605" y="6100"/>
                      </a:cubicBezTo>
                      <a:cubicBezTo>
                        <a:pt x="10733" y="5019"/>
                        <a:pt x="10090" y="4067"/>
                        <a:pt x="9549" y="3089"/>
                      </a:cubicBezTo>
                      <a:cubicBezTo>
                        <a:pt x="8906" y="2136"/>
                        <a:pt x="8468" y="1055"/>
                        <a:pt x="867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8"/>
                <p:cNvSpPr/>
                <p:nvPr/>
              </p:nvSpPr>
              <p:spPr>
                <a:xfrm>
                  <a:off x="9841425" y="1075675"/>
                  <a:ext cx="460850" cy="302775"/>
                </a:xfrm>
                <a:custGeom>
                  <a:avLst/>
                  <a:gdLst/>
                  <a:ahLst/>
                  <a:cxnLst/>
                  <a:rect l="l" t="t" r="r" b="b"/>
                  <a:pathLst>
                    <a:path w="18434" h="12111" extrusionOk="0">
                      <a:moveTo>
                        <a:pt x="12224" y="0"/>
                      </a:moveTo>
                      <a:cubicBezTo>
                        <a:pt x="11034" y="0"/>
                        <a:pt x="9831" y="332"/>
                        <a:pt x="8782" y="1012"/>
                      </a:cubicBezTo>
                      <a:cubicBezTo>
                        <a:pt x="8138" y="1552"/>
                        <a:pt x="7495" y="2196"/>
                        <a:pt x="6620" y="2530"/>
                      </a:cubicBezTo>
                      <a:cubicBezTo>
                        <a:pt x="5770" y="2942"/>
                        <a:pt x="4689" y="2839"/>
                        <a:pt x="3737" y="3071"/>
                      </a:cubicBezTo>
                      <a:cubicBezTo>
                        <a:pt x="2759" y="3174"/>
                        <a:pt x="1704" y="3817"/>
                        <a:pt x="1575" y="4770"/>
                      </a:cubicBezTo>
                      <a:lnTo>
                        <a:pt x="185" y="10458"/>
                      </a:lnTo>
                      <a:cubicBezTo>
                        <a:pt x="0" y="11336"/>
                        <a:pt x="936" y="12110"/>
                        <a:pt x="1818" y="12110"/>
                      </a:cubicBezTo>
                      <a:cubicBezTo>
                        <a:pt x="1919" y="12110"/>
                        <a:pt x="2018" y="12100"/>
                        <a:pt x="2116" y="12079"/>
                      </a:cubicBezTo>
                      <a:cubicBezTo>
                        <a:pt x="3197" y="11951"/>
                        <a:pt x="3943" y="11204"/>
                        <a:pt x="4586" y="10458"/>
                      </a:cubicBezTo>
                      <a:cubicBezTo>
                        <a:pt x="5333" y="9711"/>
                        <a:pt x="5976" y="8862"/>
                        <a:pt x="6851" y="8424"/>
                      </a:cubicBezTo>
                      <a:cubicBezTo>
                        <a:pt x="7319" y="8236"/>
                        <a:pt x="7797" y="8158"/>
                        <a:pt x="8280" y="8158"/>
                      </a:cubicBezTo>
                      <a:cubicBezTo>
                        <a:pt x="9446" y="8158"/>
                        <a:pt x="10639" y="8613"/>
                        <a:pt x="11768" y="9068"/>
                      </a:cubicBezTo>
                      <a:cubicBezTo>
                        <a:pt x="12765" y="9490"/>
                        <a:pt x="13884" y="9913"/>
                        <a:pt x="14964" y="9913"/>
                      </a:cubicBezTo>
                      <a:cubicBezTo>
                        <a:pt x="15530" y="9913"/>
                        <a:pt x="16085" y="9797"/>
                        <a:pt x="16606" y="9505"/>
                      </a:cubicBezTo>
                      <a:cubicBezTo>
                        <a:pt x="17893" y="8733"/>
                        <a:pt x="18434" y="7240"/>
                        <a:pt x="18305" y="5748"/>
                      </a:cubicBezTo>
                      <a:cubicBezTo>
                        <a:pt x="18305" y="4667"/>
                        <a:pt x="17893" y="3586"/>
                        <a:pt x="17250" y="2633"/>
                      </a:cubicBezTo>
                      <a:cubicBezTo>
                        <a:pt x="16112" y="903"/>
                        <a:pt x="14186" y="0"/>
                        <a:pt x="122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8"/>
                <p:cNvSpPr/>
                <p:nvPr/>
              </p:nvSpPr>
              <p:spPr>
                <a:xfrm>
                  <a:off x="9838325" y="1205850"/>
                  <a:ext cx="463950" cy="699725"/>
                </a:xfrm>
                <a:custGeom>
                  <a:avLst/>
                  <a:gdLst/>
                  <a:ahLst/>
                  <a:cxnLst/>
                  <a:rect l="l" t="t" r="r" b="b"/>
                  <a:pathLst>
                    <a:path w="18558" h="27989" extrusionOk="0">
                      <a:moveTo>
                        <a:pt x="14465" y="0"/>
                      </a:moveTo>
                      <a:lnTo>
                        <a:pt x="5457" y="541"/>
                      </a:lnTo>
                      <a:cubicBezTo>
                        <a:pt x="5396" y="533"/>
                        <a:pt x="5337" y="530"/>
                        <a:pt x="5277" y="530"/>
                      </a:cubicBezTo>
                      <a:cubicBezTo>
                        <a:pt x="4505" y="530"/>
                        <a:pt x="3854" y="1134"/>
                        <a:pt x="3758" y="1828"/>
                      </a:cubicBezTo>
                      <a:lnTo>
                        <a:pt x="412" y="24014"/>
                      </a:lnTo>
                      <a:cubicBezTo>
                        <a:pt x="0" y="26588"/>
                        <a:pt x="3629" y="27463"/>
                        <a:pt x="6435" y="27978"/>
                      </a:cubicBezTo>
                      <a:lnTo>
                        <a:pt x="6538" y="27669"/>
                      </a:lnTo>
                      <a:cubicBezTo>
                        <a:pt x="7493" y="27855"/>
                        <a:pt x="8132" y="27989"/>
                        <a:pt x="8581" y="27989"/>
                      </a:cubicBezTo>
                      <a:cubicBezTo>
                        <a:pt x="9440" y="27989"/>
                        <a:pt x="9606" y="27499"/>
                        <a:pt x="9961" y="25945"/>
                      </a:cubicBezTo>
                      <a:cubicBezTo>
                        <a:pt x="10836" y="21775"/>
                        <a:pt x="11042" y="20256"/>
                        <a:pt x="11042" y="20256"/>
                      </a:cubicBezTo>
                      <a:cubicBezTo>
                        <a:pt x="11042" y="20256"/>
                        <a:pt x="11053" y="20257"/>
                        <a:pt x="11074" y="20257"/>
                      </a:cubicBezTo>
                      <a:cubicBezTo>
                        <a:pt x="11442" y="20257"/>
                        <a:pt x="14886" y="20142"/>
                        <a:pt x="16396" y="15881"/>
                      </a:cubicBezTo>
                      <a:cubicBezTo>
                        <a:pt x="17142" y="13616"/>
                        <a:pt x="17786" y="9858"/>
                        <a:pt x="18120" y="6744"/>
                      </a:cubicBezTo>
                      <a:cubicBezTo>
                        <a:pt x="18558" y="3964"/>
                        <a:pt x="17374" y="206"/>
                        <a:pt x="14465"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8"/>
                <p:cNvSpPr/>
                <p:nvPr/>
              </p:nvSpPr>
              <p:spPr>
                <a:xfrm>
                  <a:off x="10226975" y="1419450"/>
                  <a:ext cx="32200" cy="30275"/>
                </a:xfrm>
                <a:custGeom>
                  <a:avLst/>
                  <a:gdLst/>
                  <a:ahLst/>
                  <a:cxnLst/>
                  <a:rect l="l" t="t" r="r" b="b"/>
                  <a:pathLst>
                    <a:path w="1288" h="1211" extrusionOk="0">
                      <a:moveTo>
                        <a:pt x="584" y="0"/>
                      </a:moveTo>
                      <a:cubicBezTo>
                        <a:pt x="331" y="0"/>
                        <a:pt x="103" y="189"/>
                        <a:pt x="103" y="465"/>
                      </a:cubicBezTo>
                      <a:lnTo>
                        <a:pt x="103" y="568"/>
                      </a:lnTo>
                      <a:cubicBezTo>
                        <a:pt x="0" y="902"/>
                        <a:pt x="206" y="1108"/>
                        <a:pt x="541" y="1211"/>
                      </a:cubicBezTo>
                      <a:cubicBezTo>
                        <a:pt x="850" y="1211"/>
                        <a:pt x="1184" y="1005"/>
                        <a:pt x="1287" y="670"/>
                      </a:cubicBezTo>
                      <a:cubicBezTo>
                        <a:pt x="1287" y="362"/>
                        <a:pt x="1081" y="27"/>
                        <a:pt x="747" y="27"/>
                      </a:cubicBezTo>
                      <a:cubicBezTo>
                        <a:pt x="693" y="9"/>
                        <a:pt x="638" y="0"/>
                        <a:pt x="58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8"/>
                <p:cNvSpPr/>
                <p:nvPr/>
              </p:nvSpPr>
              <p:spPr>
                <a:xfrm>
                  <a:off x="10202525" y="1397800"/>
                  <a:ext cx="61800" cy="22350"/>
                </a:xfrm>
                <a:custGeom>
                  <a:avLst/>
                  <a:gdLst/>
                  <a:ahLst/>
                  <a:cxnLst/>
                  <a:rect l="l" t="t" r="r" b="b"/>
                  <a:pathLst>
                    <a:path w="2472" h="894" extrusionOk="0">
                      <a:moveTo>
                        <a:pt x="1104" y="1"/>
                      </a:moveTo>
                      <a:cubicBezTo>
                        <a:pt x="845" y="1"/>
                        <a:pt x="584" y="74"/>
                        <a:pt x="438" y="147"/>
                      </a:cubicBezTo>
                      <a:cubicBezTo>
                        <a:pt x="129" y="250"/>
                        <a:pt x="0" y="250"/>
                        <a:pt x="129" y="353"/>
                      </a:cubicBezTo>
                      <a:cubicBezTo>
                        <a:pt x="129" y="382"/>
                        <a:pt x="156" y="393"/>
                        <a:pt x="206" y="393"/>
                      </a:cubicBezTo>
                      <a:cubicBezTo>
                        <a:pt x="330" y="393"/>
                        <a:pt x="598" y="325"/>
                        <a:pt x="933" y="325"/>
                      </a:cubicBezTo>
                      <a:cubicBezTo>
                        <a:pt x="1045" y="325"/>
                        <a:pt x="1164" y="333"/>
                        <a:pt x="1287" y="353"/>
                      </a:cubicBezTo>
                      <a:cubicBezTo>
                        <a:pt x="1931" y="584"/>
                        <a:pt x="2368" y="893"/>
                        <a:pt x="2368" y="893"/>
                      </a:cubicBezTo>
                      <a:cubicBezTo>
                        <a:pt x="2471" y="893"/>
                        <a:pt x="2368" y="687"/>
                        <a:pt x="2265" y="481"/>
                      </a:cubicBezTo>
                      <a:cubicBezTo>
                        <a:pt x="2059" y="250"/>
                        <a:pt x="1725" y="44"/>
                        <a:pt x="1416" y="44"/>
                      </a:cubicBezTo>
                      <a:cubicBezTo>
                        <a:pt x="1318" y="13"/>
                        <a:pt x="1211" y="1"/>
                        <a:pt x="11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8"/>
                <p:cNvSpPr/>
                <p:nvPr/>
              </p:nvSpPr>
              <p:spPr>
                <a:xfrm>
                  <a:off x="10068675" y="1393725"/>
                  <a:ext cx="32200" cy="28975"/>
                </a:xfrm>
                <a:custGeom>
                  <a:avLst/>
                  <a:gdLst/>
                  <a:ahLst/>
                  <a:cxnLst/>
                  <a:rect l="l" t="t" r="r" b="b"/>
                  <a:pathLst>
                    <a:path w="1288" h="1159" extrusionOk="0">
                      <a:moveTo>
                        <a:pt x="644" y="1"/>
                      </a:moveTo>
                      <a:cubicBezTo>
                        <a:pt x="335" y="1"/>
                        <a:pt x="104" y="207"/>
                        <a:pt x="1" y="516"/>
                      </a:cubicBezTo>
                      <a:cubicBezTo>
                        <a:pt x="1" y="850"/>
                        <a:pt x="207" y="1056"/>
                        <a:pt x="541" y="1159"/>
                      </a:cubicBezTo>
                      <a:cubicBezTo>
                        <a:pt x="850" y="1159"/>
                        <a:pt x="1185" y="953"/>
                        <a:pt x="1185" y="644"/>
                      </a:cubicBezTo>
                      <a:cubicBezTo>
                        <a:pt x="1288" y="310"/>
                        <a:pt x="979" y="1"/>
                        <a:pt x="6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8"/>
                <p:cNvSpPr/>
                <p:nvPr/>
              </p:nvSpPr>
              <p:spPr>
                <a:xfrm>
                  <a:off x="10047450" y="1370775"/>
                  <a:ext cx="58575" cy="23375"/>
                </a:xfrm>
                <a:custGeom>
                  <a:avLst/>
                  <a:gdLst/>
                  <a:ahLst/>
                  <a:cxnLst/>
                  <a:rect l="l" t="t" r="r" b="b"/>
                  <a:pathLst>
                    <a:path w="2343" h="935" extrusionOk="0">
                      <a:moveTo>
                        <a:pt x="999" y="1"/>
                      </a:moveTo>
                      <a:cubicBezTo>
                        <a:pt x="770" y="1"/>
                        <a:pt x="546" y="74"/>
                        <a:pt x="309" y="147"/>
                      </a:cubicBezTo>
                      <a:cubicBezTo>
                        <a:pt x="103" y="275"/>
                        <a:pt x="0" y="378"/>
                        <a:pt x="0" y="481"/>
                      </a:cubicBezTo>
                      <a:cubicBezTo>
                        <a:pt x="16" y="497"/>
                        <a:pt x="41" y="503"/>
                        <a:pt x="75" y="503"/>
                      </a:cubicBezTo>
                      <a:cubicBezTo>
                        <a:pt x="207" y="503"/>
                        <a:pt x="468" y="409"/>
                        <a:pt x="768" y="409"/>
                      </a:cubicBezTo>
                      <a:cubicBezTo>
                        <a:pt x="902" y="409"/>
                        <a:pt x="1043" y="427"/>
                        <a:pt x="1184" y="481"/>
                      </a:cubicBezTo>
                      <a:cubicBezTo>
                        <a:pt x="1761" y="573"/>
                        <a:pt x="2151" y="934"/>
                        <a:pt x="2301" y="934"/>
                      </a:cubicBezTo>
                      <a:cubicBezTo>
                        <a:pt x="2318" y="934"/>
                        <a:pt x="2332" y="929"/>
                        <a:pt x="2343" y="919"/>
                      </a:cubicBezTo>
                      <a:cubicBezTo>
                        <a:pt x="2343" y="919"/>
                        <a:pt x="2343" y="687"/>
                        <a:pt x="2137" y="481"/>
                      </a:cubicBezTo>
                      <a:cubicBezTo>
                        <a:pt x="1931" y="275"/>
                        <a:pt x="1596" y="147"/>
                        <a:pt x="1287" y="44"/>
                      </a:cubicBezTo>
                      <a:cubicBezTo>
                        <a:pt x="1189" y="13"/>
                        <a:pt x="1093" y="1"/>
                        <a:pt x="99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8"/>
                <p:cNvSpPr/>
                <p:nvPr/>
              </p:nvSpPr>
              <p:spPr>
                <a:xfrm>
                  <a:off x="10141400" y="1387950"/>
                  <a:ext cx="42475" cy="139650"/>
                </a:xfrm>
                <a:custGeom>
                  <a:avLst/>
                  <a:gdLst/>
                  <a:ahLst/>
                  <a:cxnLst/>
                  <a:rect l="l" t="t" r="r" b="b"/>
                  <a:pathLst>
                    <a:path w="1699" h="5586" extrusionOk="0">
                      <a:moveTo>
                        <a:pt x="747" y="0"/>
                      </a:moveTo>
                      <a:cubicBezTo>
                        <a:pt x="644" y="0"/>
                        <a:pt x="850" y="1519"/>
                        <a:pt x="1158" y="3449"/>
                      </a:cubicBezTo>
                      <a:lnTo>
                        <a:pt x="1390" y="4736"/>
                      </a:lnTo>
                      <a:cubicBezTo>
                        <a:pt x="1493" y="4942"/>
                        <a:pt x="1493" y="5148"/>
                        <a:pt x="1390" y="5251"/>
                      </a:cubicBezTo>
                      <a:cubicBezTo>
                        <a:pt x="1390" y="5379"/>
                        <a:pt x="1287" y="5379"/>
                        <a:pt x="1055" y="5379"/>
                      </a:cubicBezTo>
                      <a:lnTo>
                        <a:pt x="0" y="5379"/>
                      </a:lnTo>
                      <a:cubicBezTo>
                        <a:pt x="309" y="5482"/>
                        <a:pt x="747" y="5585"/>
                        <a:pt x="1055" y="5585"/>
                      </a:cubicBezTo>
                      <a:lnTo>
                        <a:pt x="1390" y="5585"/>
                      </a:lnTo>
                      <a:cubicBezTo>
                        <a:pt x="1493" y="5585"/>
                        <a:pt x="1596" y="5482"/>
                        <a:pt x="1699" y="5379"/>
                      </a:cubicBezTo>
                      <a:lnTo>
                        <a:pt x="1699" y="4736"/>
                      </a:lnTo>
                      <a:cubicBezTo>
                        <a:pt x="1596" y="4298"/>
                        <a:pt x="1596" y="3861"/>
                        <a:pt x="1493" y="3449"/>
                      </a:cubicBezTo>
                      <a:cubicBezTo>
                        <a:pt x="1158" y="1519"/>
                        <a:pt x="850" y="0"/>
                        <a:pt x="74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8"/>
                <p:cNvSpPr/>
                <p:nvPr/>
              </p:nvSpPr>
              <p:spPr>
                <a:xfrm>
                  <a:off x="9969575" y="1642750"/>
                  <a:ext cx="147400" cy="96550"/>
                </a:xfrm>
                <a:custGeom>
                  <a:avLst/>
                  <a:gdLst/>
                  <a:ahLst/>
                  <a:cxnLst/>
                  <a:rect l="l" t="t" r="r" b="b"/>
                  <a:pathLst>
                    <a:path w="5896" h="3862" extrusionOk="0">
                      <a:moveTo>
                        <a:pt x="1" y="1"/>
                      </a:moveTo>
                      <a:cubicBezTo>
                        <a:pt x="1" y="1"/>
                        <a:pt x="851" y="3424"/>
                        <a:pt x="5586" y="3861"/>
                      </a:cubicBezTo>
                      <a:lnTo>
                        <a:pt x="5895" y="2780"/>
                      </a:lnTo>
                      <a:cubicBezTo>
                        <a:pt x="3656" y="2471"/>
                        <a:pt x="1597" y="1390"/>
                        <a:pt x="1"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8"/>
                <p:cNvSpPr/>
                <p:nvPr/>
              </p:nvSpPr>
              <p:spPr>
                <a:xfrm>
                  <a:off x="10077050" y="1543650"/>
                  <a:ext cx="50850" cy="34775"/>
                </a:xfrm>
                <a:custGeom>
                  <a:avLst/>
                  <a:gdLst/>
                  <a:ahLst/>
                  <a:cxnLst/>
                  <a:rect l="l" t="t" r="r" b="b"/>
                  <a:pathLst>
                    <a:path w="2034" h="1391" extrusionOk="0">
                      <a:moveTo>
                        <a:pt x="1056" y="1"/>
                      </a:moveTo>
                      <a:cubicBezTo>
                        <a:pt x="747" y="1"/>
                        <a:pt x="515" y="104"/>
                        <a:pt x="206" y="207"/>
                      </a:cubicBezTo>
                      <a:cubicBezTo>
                        <a:pt x="0" y="438"/>
                        <a:pt x="0" y="747"/>
                        <a:pt x="103" y="953"/>
                      </a:cubicBezTo>
                      <a:cubicBezTo>
                        <a:pt x="206" y="1288"/>
                        <a:pt x="515" y="1391"/>
                        <a:pt x="850" y="1391"/>
                      </a:cubicBezTo>
                      <a:cubicBezTo>
                        <a:pt x="1159" y="1288"/>
                        <a:pt x="1493" y="1185"/>
                        <a:pt x="1699" y="1082"/>
                      </a:cubicBezTo>
                      <a:cubicBezTo>
                        <a:pt x="1802" y="953"/>
                        <a:pt x="1931" y="953"/>
                        <a:pt x="2034" y="850"/>
                      </a:cubicBezTo>
                      <a:lnTo>
                        <a:pt x="2034" y="644"/>
                      </a:lnTo>
                      <a:cubicBezTo>
                        <a:pt x="1802" y="310"/>
                        <a:pt x="1493" y="1"/>
                        <a:pt x="105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8"/>
                <p:cNvSpPr/>
                <p:nvPr/>
              </p:nvSpPr>
              <p:spPr>
                <a:xfrm>
                  <a:off x="10087350" y="1525000"/>
                  <a:ext cx="48275" cy="53425"/>
                </a:xfrm>
                <a:custGeom>
                  <a:avLst/>
                  <a:gdLst/>
                  <a:ahLst/>
                  <a:cxnLst/>
                  <a:rect l="l" t="t" r="r" b="b"/>
                  <a:pathLst>
                    <a:path w="1931" h="2137" extrusionOk="0">
                      <a:moveTo>
                        <a:pt x="232" y="0"/>
                      </a:moveTo>
                      <a:cubicBezTo>
                        <a:pt x="103" y="0"/>
                        <a:pt x="0" y="103"/>
                        <a:pt x="0" y="412"/>
                      </a:cubicBezTo>
                      <a:cubicBezTo>
                        <a:pt x="0" y="850"/>
                        <a:pt x="103" y="1184"/>
                        <a:pt x="335" y="1493"/>
                      </a:cubicBezTo>
                      <a:cubicBezTo>
                        <a:pt x="644" y="1828"/>
                        <a:pt x="978" y="2034"/>
                        <a:pt x="1390" y="2137"/>
                      </a:cubicBezTo>
                      <a:cubicBezTo>
                        <a:pt x="1725" y="2137"/>
                        <a:pt x="1931" y="2137"/>
                        <a:pt x="1931" y="2034"/>
                      </a:cubicBezTo>
                      <a:cubicBezTo>
                        <a:pt x="1931" y="1931"/>
                        <a:pt x="1184" y="1931"/>
                        <a:pt x="644" y="1287"/>
                      </a:cubicBezTo>
                      <a:cubicBezTo>
                        <a:pt x="103" y="644"/>
                        <a:pt x="335" y="0"/>
                        <a:pt x="2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8"/>
                <p:cNvSpPr/>
                <p:nvPr/>
              </p:nvSpPr>
              <p:spPr>
                <a:xfrm>
                  <a:off x="10044875" y="1347700"/>
                  <a:ext cx="74675" cy="20100"/>
                </a:xfrm>
                <a:custGeom>
                  <a:avLst/>
                  <a:gdLst/>
                  <a:ahLst/>
                  <a:cxnLst/>
                  <a:rect l="l" t="t" r="r" b="b"/>
                  <a:pathLst>
                    <a:path w="2987" h="804" extrusionOk="0">
                      <a:moveTo>
                        <a:pt x="1396" y="0"/>
                      </a:moveTo>
                      <a:cubicBezTo>
                        <a:pt x="1030" y="0"/>
                        <a:pt x="656" y="77"/>
                        <a:pt x="309" y="220"/>
                      </a:cubicBezTo>
                      <a:cubicBezTo>
                        <a:pt x="103" y="323"/>
                        <a:pt x="0" y="426"/>
                        <a:pt x="0" y="555"/>
                      </a:cubicBezTo>
                      <a:cubicBezTo>
                        <a:pt x="103" y="658"/>
                        <a:pt x="747" y="658"/>
                        <a:pt x="1493" y="658"/>
                      </a:cubicBezTo>
                      <a:cubicBezTo>
                        <a:pt x="2021" y="731"/>
                        <a:pt x="2497" y="803"/>
                        <a:pt x="2731" y="803"/>
                      </a:cubicBezTo>
                      <a:cubicBezTo>
                        <a:pt x="2828" y="803"/>
                        <a:pt x="2883" y="791"/>
                        <a:pt x="2883" y="761"/>
                      </a:cubicBezTo>
                      <a:cubicBezTo>
                        <a:pt x="2986" y="658"/>
                        <a:pt x="2883" y="555"/>
                        <a:pt x="2574" y="323"/>
                      </a:cubicBezTo>
                      <a:cubicBezTo>
                        <a:pt x="2229" y="102"/>
                        <a:pt x="1818" y="0"/>
                        <a:pt x="139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8"/>
                <p:cNvSpPr/>
                <p:nvPr/>
              </p:nvSpPr>
              <p:spPr>
                <a:xfrm>
                  <a:off x="10210875" y="1350650"/>
                  <a:ext cx="56025" cy="21925"/>
                </a:xfrm>
                <a:custGeom>
                  <a:avLst/>
                  <a:gdLst/>
                  <a:ahLst/>
                  <a:cxnLst/>
                  <a:rect l="l" t="t" r="r" b="b"/>
                  <a:pathLst>
                    <a:path w="2241" h="877" extrusionOk="0">
                      <a:moveTo>
                        <a:pt x="937" y="0"/>
                      </a:moveTo>
                      <a:cubicBezTo>
                        <a:pt x="733" y="0"/>
                        <a:pt x="521" y="34"/>
                        <a:pt x="310" y="102"/>
                      </a:cubicBezTo>
                      <a:cubicBezTo>
                        <a:pt x="104" y="205"/>
                        <a:pt x="1" y="308"/>
                        <a:pt x="104" y="437"/>
                      </a:cubicBezTo>
                      <a:cubicBezTo>
                        <a:pt x="104" y="540"/>
                        <a:pt x="644" y="540"/>
                        <a:pt x="1185" y="643"/>
                      </a:cubicBezTo>
                      <a:cubicBezTo>
                        <a:pt x="1518" y="726"/>
                        <a:pt x="1868" y="877"/>
                        <a:pt x="2099" y="877"/>
                      </a:cubicBezTo>
                      <a:cubicBezTo>
                        <a:pt x="2153" y="877"/>
                        <a:pt x="2201" y="868"/>
                        <a:pt x="2240" y="849"/>
                      </a:cubicBezTo>
                      <a:cubicBezTo>
                        <a:pt x="2240" y="849"/>
                        <a:pt x="2240" y="643"/>
                        <a:pt x="2034" y="437"/>
                      </a:cubicBezTo>
                      <a:cubicBezTo>
                        <a:pt x="1741" y="143"/>
                        <a:pt x="1354" y="0"/>
                        <a:pt x="93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8"/>
                <p:cNvSpPr/>
                <p:nvPr/>
              </p:nvSpPr>
              <p:spPr>
                <a:xfrm>
                  <a:off x="9822225" y="1181775"/>
                  <a:ext cx="412500" cy="410175"/>
                </a:xfrm>
                <a:custGeom>
                  <a:avLst/>
                  <a:gdLst/>
                  <a:ahLst/>
                  <a:cxnLst/>
                  <a:rect l="l" t="t" r="r" b="b"/>
                  <a:pathLst>
                    <a:path w="16500" h="16407" extrusionOk="0">
                      <a:moveTo>
                        <a:pt x="12950" y="1"/>
                      </a:moveTo>
                      <a:cubicBezTo>
                        <a:pt x="10528" y="1"/>
                        <a:pt x="8103" y="188"/>
                        <a:pt x="5689" y="628"/>
                      </a:cubicBezTo>
                      <a:cubicBezTo>
                        <a:pt x="4917" y="757"/>
                        <a:pt x="4068" y="963"/>
                        <a:pt x="3424" y="1504"/>
                      </a:cubicBezTo>
                      <a:cubicBezTo>
                        <a:pt x="2884" y="2147"/>
                        <a:pt x="2678" y="2996"/>
                        <a:pt x="2575" y="3846"/>
                      </a:cubicBezTo>
                      <a:cubicBezTo>
                        <a:pt x="1940" y="7983"/>
                        <a:pt x="1406" y="12095"/>
                        <a:pt x="774" y="16232"/>
                      </a:cubicBezTo>
                      <a:lnTo>
                        <a:pt x="774" y="16232"/>
                      </a:lnTo>
                      <a:cubicBezTo>
                        <a:pt x="514" y="16172"/>
                        <a:pt x="255" y="16085"/>
                        <a:pt x="1" y="15969"/>
                      </a:cubicBezTo>
                      <a:lnTo>
                        <a:pt x="1" y="15969"/>
                      </a:lnTo>
                      <a:lnTo>
                        <a:pt x="747" y="16406"/>
                      </a:lnTo>
                      <a:cubicBezTo>
                        <a:pt x="756" y="16348"/>
                        <a:pt x="765" y="16290"/>
                        <a:pt x="774" y="16232"/>
                      </a:cubicBezTo>
                      <a:lnTo>
                        <a:pt x="774" y="16232"/>
                      </a:lnTo>
                      <a:cubicBezTo>
                        <a:pt x="1068" y="16299"/>
                        <a:pt x="1363" y="16332"/>
                        <a:pt x="1656" y="16332"/>
                      </a:cubicBezTo>
                      <a:cubicBezTo>
                        <a:pt x="3284" y="16332"/>
                        <a:pt x="4823" y="15325"/>
                        <a:pt x="5457" y="13729"/>
                      </a:cubicBezTo>
                      <a:cubicBezTo>
                        <a:pt x="5560" y="13292"/>
                        <a:pt x="5689" y="12854"/>
                        <a:pt x="5792" y="12442"/>
                      </a:cubicBezTo>
                      <a:cubicBezTo>
                        <a:pt x="5792" y="11258"/>
                        <a:pt x="5457" y="9972"/>
                        <a:pt x="5998" y="8994"/>
                      </a:cubicBezTo>
                      <a:cubicBezTo>
                        <a:pt x="6847" y="7707"/>
                        <a:pt x="8906" y="7604"/>
                        <a:pt x="9653" y="6317"/>
                      </a:cubicBezTo>
                      <a:cubicBezTo>
                        <a:pt x="10193" y="5570"/>
                        <a:pt x="10065" y="4489"/>
                        <a:pt x="10605" y="3846"/>
                      </a:cubicBezTo>
                      <a:cubicBezTo>
                        <a:pt x="11043" y="3099"/>
                        <a:pt x="11892" y="2791"/>
                        <a:pt x="12767" y="2688"/>
                      </a:cubicBezTo>
                      <a:cubicBezTo>
                        <a:pt x="13617" y="2559"/>
                        <a:pt x="14466" y="2559"/>
                        <a:pt x="15212" y="2147"/>
                      </a:cubicBezTo>
                      <a:cubicBezTo>
                        <a:pt x="15985" y="1812"/>
                        <a:pt x="16499" y="860"/>
                        <a:pt x="16293" y="114"/>
                      </a:cubicBezTo>
                      <a:cubicBezTo>
                        <a:pt x="15181" y="41"/>
                        <a:pt x="14066" y="1"/>
                        <a:pt x="1295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8"/>
                <p:cNvSpPr/>
                <p:nvPr/>
              </p:nvSpPr>
              <p:spPr>
                <a:xfrm>
                  <a:off x="9741800" y="1189750"/>
                  <a:ext cx="501275" cy="477475"/>
                </a:xfrm>
                <a:custGeom>
                  <a:avLst/>
                  <a:gdLst/>
                  <a:ahLst/>
                  <a:cxnLst/>
                  <a:rect l="l" t="t" r="r" b="b"/>
                  <a:pathLst>
                    <a:path w="20051" h="19099" extrusionOk="0">
                      <a:moveTo>
                        <a:pt x="19948" y="1"/>
                      </a:moveTo>
                      <a:cubicBezTo>
                        <a:pt x="19845" y="1"/>
                        <a:pt x="19948" y="104"/>
                        <a:pt x="19948" y="309"/>
                      </a:cubicBezTo>
                      <a:lnTo>
                        <a:pt x="19948" y="1"/>
                      </a:lnTo>
                      <a:close/>
                      <a:moveTo>
                        <a:pt x="19948" y="309"/>
                      </a:moveTo>
                      <a:cubicBezTo>
                        <a:pt x="19948" y="644"/>
                        <a:pt x="19948" y="953"/>
                        <a:pt x="19716" y="1185"/>
                      </a:cubicBezTo>
                      <a:cubicBezTo>
                        <a:pt x="19510" y="1596"/>
                        <a:pt x="19202" y="1931"/>
                        <a:pt x="18764" y="2137"/>
                      </a:cubicBezTo>
                      <a:cubicBezTo>
                        <a:pt x="19202" y="1931"/>
                        <a:pt x="19613" y="1596"/>
                        <a:pt x="19845" y="1185"/>
                      </a:cubicBezTo>
                      <a:cubicBezTo>
                        <a:pt x="19948" y="953"/>
                        <a:pt x="20051" y="644"/>
                        <a:pt x="19948" y="309"/>
                      </a:cubicBezTo>
                      <a:close/>
                      <a:moveTo>
                        <a:pt x="18764" y="2137"/>
                      </a:moveTo>
                      <a:lnTo>
                        <a:pt x="18764" y="2137"/>
                      </a:lnTo>
                      <a:cubicBezTo>
                        <a:pt x="18120" y="2369"/>
                        <a:pt x="17580" y="2472"/>
                        <a:pt x="16937" y="2472"/>
                      </a:cubicBezTo>
                      <a:cubicBezTo>
                        <a:pt x="17580" y="2472"/>
                        <a:pt x="18223" y="2369"/>
                        <a:pt x="18764" y="2137"/>
                      </a:cubicBezTo>
                      <a:close/>
                      <a:moveTo>
                        <a:pt x="16479" y="2444"/>
                      </a:moveTo>
                      <a:cubicBezTo>
                        <a:pt x="15817" y="2444"/>
                        <a:pt x="15223" y="2612"/>
                        <a:pt x="14697" y="2780"/>
                      </a:cubicBezTo>
                      <a:cubicBezTo>
                        <a:pt x="14466" y="2883"/>
                        <a:pt x="14260" y="3012"/>
                        <a:pt x="14157" y="3218"/>
                      </a:cubicBezTo>
                      <a:cubicBezTo>
                        <a:pt x="14363" y="3115"/>
                        <a:pt x="14466" y="3012"/>
                        <a:pt x="14697" y="2883"/>
                      </a:cubicBezTo>
                      <a:cubicBezTo>
                        <a:pt x="15444" y="2677"/>
                        <a:pt x="16190" y="2472"/>
                        <a:pt x="16937" y="2472"/>
                      </a:cubicBezTo>
                      <a:cubicBezTo>
                        <a:pt x="16781" y="2453"/>
                        <a:pt x="16628" y="2444"/>
                        <a:pt x="16479" y="2444"/>
                      </a:cubicBezTo>
                      <a:close/>
                      <a:moveTo>
                        <a:pt x="14157" y="3218"/>
                      </a:moveTo>
                      <a:cubicBezTo>
                        <a:pt x="13925" y="3321"/>
                        <a:pt x="13822" y="3527"/>
                        <a:pt x="13719" y="3655"/>
                      </a:cubicBezTo>
                      <a:cubicBezTo>
                        <a:pt x="13410" y="4067"/>
                        <a:pt x="13282" y="4505"/>
                        <a:pt x="13179" y="4942"/>
                      </a:cubicBezTo>
                      <a:cubicBezTo>
                        <a:pt x="13076" y="5457"/>
                        <a:pt x="13076" y="5895"/>
                        <a:pt x="12973" y="6332"/>
                      </a:cubicBezTo>
                      <a:cubicBezTo>
                        <a:pt x="12870" y="6873"/>
                        <a:pt x="12638" y="7285"/>
                        <a:pt x="12329" y="7722"/>
                      </a:cubicBezTo>
                      <a:cubicBezTo>
                        <a:pt x="11995" y="8031"/>
                        <a:pt x="11583" y="8263"/>
                        <a:pt x="11042" y="8366"/>
                      </a:cubicBezTo>
                      <a:cubicBezTo>
                        <a:pt x="10605" y="8469"/>
                        <a:pt x="10064" y="8572"/>
                        <a:pt x="9550" y="8803"/>
                      </a:cubicBezTo>
                      <a:cubicBezTo>
                        <a:pt x="9215" y="8803"/>
                        <a:pt x="9009" y="9009"/>
                        <a:pt x="8777" y="9112"/>
                      </a:cubicBezTo>
                      <a:cubicBezTo>
                        <a:pt x="8571" y="9318"/>
                        <a:pt x="8469" y="9550"/>
                        <a:pt x="8366" y="9858"/>
                      </a:cubicBezTo>
                      <a:cubicBezTo>
                        <a:pt x="8134" y="10296"/>
                        <a:pt x="8134" y="10837"/>
                        <a:pt x="8134" y="11377"/>
                      </a:cubicBezTo>
                      <a:cubicBezTo>
                        <a:pt x="8134" y="11789"/>
                        <a:pt x="8134" y="12329"/>
                        <a:pt x="8031" y="12870"/>
                      </a:cubicBezTo>
                      <a:cubicBezTo>
                        <a:pt x="8031" y="13307"/>
                        <a:pt x="7825" y="13719"/>
                        <a:pt x="7490" y="14054"/>
                      </a:cubicBezTo>
                      <a:cubicBezTo>
                        <a:pt x="6847" y="14697"/>
                        <a:pt x="6101" y="15109"/>
                        <a:pt x="5251" y="15444"/>
                      </a:cubicBezTo>
                      <a:cubicBezTo>
                        <a:pt x="4505" y="15650"/>
                        <a:pt x="3758" y="15881"/>
                        <a:pt x="3115" y="16087"/>
                      </a:cubicBezTo>
                      <a:cubicBezTo>
                        <a:pt x="2471" y="16293"/>
                        <a:pt x="1931" y="16525"/>
                        <a:pt x="1390" y="16937"/>
                      </a:cubicBezTo>
                      <a:cubicBezTo>
                        <a:pt x="1931" y="16628"/>
                        <a:pt x="2574" y="16396"/>
                        <a:pt x="3115" y="16190"/>
                      </a:cubicBezTo>
                      <a:cubicBezTo>
                        <a:pt x="3861" y="15984"/>
                        <a:pt x="4608" y="15753"/>
                        <a:pt x="5354" y="15547"/>
                      </a:cubicBezTo>
                      <a:cubicBezTo>
                        <a:pt x="6204" y="15238"/>
                        <a:pt x="6976" y="14800"/>
                        <a:pt x="7619" y="14157"/>
                      </a:cubicBezTo>
                      <a:cubicBezTo>
                        <a:pt x="7928" y="13719"/>
                        <a:pt x="8134" y="13307"/>
                        <a:pt x="8263" y="12870"/>
                      </a:cubicBezTo>
                      <a:cubicBezTo>
                        <a:pt x="8263" y="12329"/>
                        <a:pt x="8366" y="11892"/>
                        <a:pt x="8263" y="11377"/>
                      </a:cubicBezTo>
                      <a:cubicBezTo>
                        <a:pt x="8263" y="10837"/>
                        <a:pt x="8366" y="10296"/>
                        <a:pt x="8469" y="9858"/>
                      </a:cubicBezTo>
                      <a:cubicBezTo>
                        <a:pt x="8571" y="9653"/>
                        <a:pt x="8674" y="9447"/>
                        <a:pt x="8906" y="9215"/>
                      </a:cubicBezTo>
                      <a:cubicBezTo>
                        <a:pt x="9112" y="9112"/>
                        <a:pt x="9318" y="9009"/>
                        <a:pt x="9550" y="8906"/>
                      </a:cubicBezTo>
                      <a:cubicBezTo>
                        <a:pt x="10064" y="8675"/>
                        <a:pt x="10605" y="8572"/>
                        <a:pt x="11145" y="8469"/>
                      </a:cubicBezTo>
                      <a:cubicBezTo>
                        <a:pt x="11686" y="8366"/>
                        <a:pt x="12123" y="8160"/>
                        <a:pt x="12432" y="7722"/>
                      </a:cubicBezTo>
                      <a:cubicBezTo>
                        <a:pt x="12767" y="7388"/>
                        <a:pt x="12973" y="6873"/>
                        <a:pt x="13076" y="6435"/>
                      </a:cubicBezTo>
                      <a:cubicBezTo>
                        <a:pt x="13179" y="5895"/>
                        <a:pt x="13282" y="5457"/>
                        <a:pt x="13410" y="5045"/>
                      </a:cubicBezTo>
                      <a:cubicBezTo>
                        <a:pt x="13410" y="4505"/>
                        <a:pt x="13616" y="4170"/>
                        <a:pt x="13822" y="3758"/>
                      </a:cubicBezTo>
                      <a:cubicBezTo>
                        <a:pt x="13925" y="3527"/>
                        <a:pt x="14054" y="3424"/>
                        <a:pt x="14157" y="3218"/>
                      </a:cubicBezTo>
                      <a:close/>
                      <a:moveTo>
                        <a:pt x="1390" y="16937"/>
                      </a:moveTo>
                      <a:cubicBezTo>
                        <a:pt x="953" y="17168"/>
                        <a:pt x="644" y="17477"/>
                        <a:pt x="309" y="17915"/>
                      </a:cubicBezTo>
                      <a:cubicBezTo>
                        <a:pt x="206" y="18121"/>
                        <a:pt x="103" y="18455"/>
                        <a:pt x="1" y="18764"/>
                      </a:cubicBezTo>
                      <a:lnTo>
                        <a:pt x="1" y="19099"/>
                      </a:lnTo>
                      <a:cubicBezTo>
                        <a:pt x="1" y="19099"/>
                        <a:pt x="1" y="18970"/>
                        <a:pt x="103" y="18764"/>
                      </a:cubicBezTo>
                      <a:cubicBezTo>
                        <a:pt x="103" y="18455"/>
                        <a:pt x="206" y="18224"/>
                        <a:pt x="412" y="17915"/>
                      </a:cubicBezTo>
                      <a:lnTo>
                        <a:pt x="1390" y="16937"/>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8"/>
                <p:cNvSpPr/>
                <p:nvPr/>
              </p:nvSpPr>
              <p:spPr>
                <a:xfrm>
                  <a:off x="9902675" y="1672350"/>
                  <a:ext cx="337825" cy="498700"/>
                </a:xfrm>
                <a:custGeom>
                  <a:avLst/>
                  <a:gdLst/>
                  <a:ahLst/>
                  <a:cxnLst/>
                  <a:rect l="l" t="t" r="r" b="b"/>
                  <a:pathLst>
                    <a:path w="13513" h="19948" extrusionOk="0">
                      <a:moveTo>
                        <a:pt x="12972" y="1"/>
                      </a:moveTo>
                      <a:lnTo>
                        <a:pt x="9961" y="2240"/>
                      </a:lnTo>
                      <a:cubicBezTo>
                        <a:pt x="9009" y="2883"/>
                        <a:pt x="9420" y="4608"/>
                        <a:pt x="8906" y="5586"/>
                      </a:cubicBezTo>
                      <a:cubicBezTo>
                        <a:pt x="8134" y="6873"/>
                        <a:pt x="6100" y="6641"/>
                        <a:pt x="4916" y="7619"/>
                      </a:cubicBezTo>
                      <a:cubicBezTo>
                        <a:pt x="3423" y="8906"/>
                        <a:pt x="4067" y="11480"/>
                        <a:pt x="2883" y="13076"/>
                      </a:cubicBezTo>
                      <a:cubicBezTo>
                        <a:pt x="2136" y="14157"/>
                        <a:pt x="850" y="14594"/>
                        <a:pt x="309" y="15753"/>
                      </a:cubicBezTo>
                      <a:cubicBezTo>
                        <a:pt x="0" y="16834"/>
                        <a:pt x="541" y="18120"/>
                        <a:pt x="1699" y="18558"/>
                      </a:cubicBezTo>
                      <a:lnTo>
                        <a:pt x="2034" y="18558"/>
                      </a:lnTo>
                      <a:lnTo>
                        <a:pt x="2883" y="17580"/>
                      </a:lnTo>
                      <a:lnTo>
                        <a:pt x="2883" y="17580"/>
                      </a:lnTo>
                      <a:cubicBezTo>
                        <a:pt x="2780" y="18223"/>
                        <a:pt x="2986" y="18867"/>
                        <a:pt x="3526" y="19202"/>
                      </a:cubicBezTo>
                      <a:cubicBezTo>
                        <a:pt x="4067" y="19613"/>
                        <a:pt x="4710" y="19845"/>
                        <a:pt x="5251" y="19948"/>
                      </a:cubicBezTo>
                      <a:cubicBezTo>
                        <a:pt x="5894" y="19613"/>
                        <a:pt x="6100" y="18867"/>
                        <a:pt x="6100" y="18120"/>
                      </a:cubicBezTo>
                      <a:cubicBezTo>
                        <a:pt x="6100" y="17477"/>
                        <a:pt x="5997" y="16731"/>
                        <a:pt x="6435" y="16190"/>
                      </a:cubicBezTo>
                      <a:cubicBezTo>
                        <a:pt x="6847" y="15444"/>
                        <a:pt x="7928" y="15444"/>
                        <a:pt x="8468" y="14903"/>
                      </a:cubicBezTo>
                      <a:cubicBezTo>
                        <a:pt x="9652" y="13719"/>
                        <a:pt x="8468" y="11480"/>
                        <a:pt x="9420" y="10193"/>
                      </a:cubicBezTo>
                      <a:cubicBezTo>
                        <a:pt x="10064" y="9318"/>
                        <a:pt x="11351" y="9215"/>
                        <a:pt x="12123" y="8571"/>
                      </a:cubicBezTo>
                      <a:cubicBezTo>
                        <a:pt x="13410" y="7619"/>
                        <a:pt x="13513" y="5895"/>
                        <a:pt x="13281" y="4402"/>
                      </a:cubicBezTo>
                      <a:cubicBezTo>
                        <a:pt x="13075" y="2883"/>
                        <a:pt x="12535" y="1390"/>
                        <a:pt x="129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8"/>
                <p:cNvSpPr/>
                <p:nvPr/>
              </p:nvSpPr>
              <p:spPr>
                <a:xfrm>
                  <a:off x="9189075" y="2843875"/>
                  <a:ext cx="723900" cy="1265300"/>
                </a:xfrm>
                <a:custGeom>
                  <a:avLst/>
                  <a:gdLst/>
                  <a:ahLst/>
                  <a:cxnLst/>
                  <a:rect l="l" t="t" r="r" b="b"/>
                  <a:pathLst>
                    <a:path w="28956" h="50612" extrusionOk="0">
                      <a:moveTo>
                        <a:pt x="8004" y="0"/>
                      </a:moveTo>
                      <a:cubicBezTo>
                        <a:pt x="7314" y="0"/>
                        <a:pt x="6619" y="9"/>
                        <a:pt x="5920" y="9"/>
                      </a:cubicBezTo>
                      <a:cubicBezTo>
                        <a:pt x="4298" y="112"/>
                        <a:pt x="2703" y="421"/>
                        <a:pt x="1184" y="1065"/>
                      </a:cubicBezTo>
                      <a:lnTo>
                        <a:pt x="0" y="1502"/>
                      </a:lnTo>
                      <a:cubicBezTo>
                        <a:pt x="232" y="3639"/>
                        <a:pt x="978" y="5801"/>
                        <a:pt x="2368" y="7499"/>
                      </a:cubicBezTo>
                      <a:cubicBezTo>
                        <a:pt x="4736" y="10408"/>
                        <a:pt x="16087" y="19957"/>
                        <a:pt x="16087" y="19957"/>
                      </a:cubicBezTo>
                      <a:lnTo>
                        <a:pt x="1519" y="44949"/>
                      </a:lnTo>
                      <a:lnTo>
                        <a:pt x="7310" y="50611"/>
                      </a:lnTo>
                      <a:lnTo>
                        <a:pt x="24349" y="27884"/>
                      </a:lnTo>
                      <a:cubicBezTo>
                        <a:pt x="25430" y="26391"/>
                        <a:pt x="27463" y="24564"/>
                        <a:pt x="27669" y="22737"/>
                      </a:cubicBezTo>
                      <a:lnTo>
                        <a:pt x="28441" y="21887"/>
                      </a:lnTo>
                      <a:cubicBezTo>
                        <a:pt x="28956" y="18335"/>
                        <a:pt x="28647" y="14063"/>
                        <a:pt x="26279" y="11360"/>
                      </a:cubicBezTo>
                      <a:lnTo>
                        <a:pt x="19536" y="4720"/>
                      </a:lnTo>
                      <a:cubicBezTo>
                        <a:pt x="15950" y="320"/>
                        <a:pt x="12063" y="0"/>
                        <a:pt x="8004"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8"/>
                <p:cNvSpPr/>
                <p:nvPr/>
              </p:nvSpPr>
              <p:spPr>
                <a:xfrm>
                  <a:off x="9312600" y="3254025"/>
                  <a:ext cx="330100" cy="565600"/>
                </a:xfrm>
                <a:custGeom>
                  <a:avLst/>
                  <a:gdLst/>
                  <a:ahLst/>
                  <a:cxnLst/>
                  <a:rect l="l" t="t" r="r" b="b"/>
                  <a:pathLst>
                    <a:path w="13204" h="22624" extrusionOk="0">
                      <a:moveTo>
                        <a:pt x="13203" y="0"/>
                      </a:moveTo>
                      <a:lnTo>
                        <a:pt x="13203" y="0"/>
                      </a:lnTo>
                      <a:cubicBezTo>
                        <a:pt x="13076" y="102"/>
                        <a:pt x="13076" y="102"/>
                        <a:pt x="12973" y="231"/>
                      </a:cubicBezTo>
                      <a:lnTo>
                        <a:pt x="12664" y="874"/>
                      </a:lnTo>
                      <a:cubicBezTo>
                        <a:pt x="12227" y="1517"/>
                        <a:pt x="11789" y="2264"/>
                        <a:pt x="11146" y="3319"/>
                      </a:cubicBezTo>
                      <a:lnTo>
                        <a:pt x="6538" y="11375"/>
                      </a:lnTo>
                      <a:lnTo>
                        <a:pt x="1828" y="19303"/>
                      </a:lnTo>
                      <a:lnTo>
                        <a:pt x="438" y="21774"/>
                      </a:lnTo>
                      <a:lnTo>
                        <a:pt x="104" y="22417"/>
                      </a:lnTo>
                      <a:lnTo>
                        <a:pt x="541" y="21774"/>
                      </a:lnTo>
                      <a:lnTo>
                        <a:pt x="2034" y="19406"/>
                      </a:lnTo>
                      <a:cubicBezTo>
                        <a:pt x="3218" y="17372"/>
                        <a:pt x="4943" y="14593"/>
                        <a:pt x="6770" y="11478"/>
                      </a:cubicBezTo>
                      <a:cubicBezTo>
                        <a:pt x="8572" y="8261"/>
                        <a:pt x="10193" y="5481"/>
                        <a:pt x="11377" y="3448"/>
                      </a:cubicBezTo>
                      <a:cubicBezTo>
                        <a:pt x="11918" y="2367"/>
                        <a:pt x="12330" y="1517"/>
                        <a:pt x="12664" y="977"/>
                      </a:cubicBezTo>
                      <a:lnTo>
                        <a:pt x="13076" y="231"/>
                      </a:lnTo>
                      <a:cubicBezTo>
                        <a:pt x="13076" y="102"/>
                        <a:pt x="13076" y="102"/>
                        <a:pt x="13203" y="0"/>
                      </a:cubicBezTo>
                      <a:close/>
                      <a:moveTo>
                        <a:pt x="104" y="22417"/>
                      </a:moveTo>
                      <a:lnTo>
                        <a:pt x="104" y="22417"/>
                      </a:lnTo>
                      <a:cubicBezTo>
                        <a:pt x="1" y="22520"/>
                        <a:pt x="1" y="22623"/>
                        <a:pt x="1" y="22623"/>
                      </a:cubicBezTo>
                      <a:cubicBezTo>
                        <a:pt x="1" y="22623"/>
                        <a:pt x="104" y="22520"/>
                        <a:pt x="104" y="22417"/>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8"/>
                <p:cNvSpPr/>
                <p:nvPr/>
              </p:nvSpPr>
              <p:spPr>
                <a:xfrm>
                  <a:off x="9084825" y="3814450"/>
                  <a:ext cx="423425" cy="600375"/>
                </a:xfrm>
                <a:custGeom>
                  <a:avLst/>
                  <a:gdLst/>
                  <a:ahLst/>
                  <a:cxnLst/>
                  <a:rect l="l" t="t" r="r" b="b"/>
                  <a:pathLst>
                    <a:path w="16937" h="24015" extrusionOk="0">
                      <a:moveTo>
                        <a:pt x="8803" y="0"/>
                      </a:moveTo>
                      <a:lnTo>
                        <a:pt x="4942" y="6538"/>
                      </a:lnTo>
                      <a:lnTo>
                        <a:pt x="0" y="10836"/>
                      </a:lnTo>
                      <a:lnTo>
                        <a:pt x="8674" y="24014"/>
                      </a:lnTo>
                      <a:lnTo>
                        <a:pt x="16730" y="23165"/>
                      </a:lnTo>
                      <a:cubicBezTo>
                        <a:pt x="16730" y="23165"/>
                        <a:pt x="15881" y="21337"/>
                        <a:pt x="12020" y="20694"/>
                      </a:cubicBezTo>
                      <a:lnTo>
                        <a:pt x="10939" y="13075"/>
                      </a:lnTo>
                      <a:lnTo>
                        <a:pt x="16936" y="4710"/>
                      </a:lnTo>
                      <a:lnTo>
                        <a:pt x="8803"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8"/>
                <p:cNvSpPr/>
                <p:nvPr/>
              </p:nvSpPr>
              <p:spPr>
                <a:xfrm>
                  <a:off x="9084825" y="4060900"/>
                  <a:ext cx="418275" cy="353925"/>
                </a:xfrm>
                <a:custGeom>
                  <a:avLst/>
                  <a:gdLst/>
                  <a:ahLst/>
                  <a:cxnLst/>
                  <a:rect l="l" t="t" r="r" b="b"/>
                  <a:pathLst>
                    <a:path w="16731" h="14157" extrusionOk="0">
                      <a:moveTo>
                        <a:pt x="953" y="0"/>
                      </a:moveTo>
                      <a:lnTo>
                        <a:pt x="0" y="978"/>
                      </a:lnTo>
                      <a:lnTo>
                        <a:pt x="8674" y="14156"/>
                      </a:lnTo>
                      <a:lnTo>
                        <a:pt x="16730" y="13307"/>
                      </a:lnTo>
                      <a:cubicBezTo>
                        <a:pt x="16396" y="12869"/>
                        <a:pt x="16087" y="12560"/>
                        <a:pt x="15649" y="12226"/>
                      </a:cubicBezTo>
                      <a:lnTo>
                        <a:pt x="9112" y="12560"/>
                      </a:lnTo>
                      <a:lnTo>
                        <a:pt x="953"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8"/>
                <p:cNvSpPr/>
                <p:nvPr/>
              </p:nvSpPr>
              <p:spPr>
                <a:xfrm>
                  <a:off x="9315175" y="4234875"/>
                  <a:ext cx="59225" cy="17025"/>
                </a:xfrm>
                <a:custGeom>
                  <a:avLst/>
                  <a:gdLst/>
                  <a:ahLst/>
                  <a:cxnLst/>
                  <a:rect l="l" t="t" r="r" b="b"/>
                  <a:pathLst>
                    <a:path w="2369" h="681" extrusionOk="0">
                      <a:moveTo>
                        <a:pt x="1308" y="1"/>
                      </a:moveTo>
                      <a:cubicBezTo>
                        <a:pt x="1235" y="1"/>
                        <a:pt x="1159" y="6"/>
                        <a:pt x="1082" y="16"/>
                      </a:cubicBezTo>
                      <a:cubicBezTo>
                        <a:pt x="335" y="119"/>
                        <a:pt x="1" y="660"/>
                        <a:pt x="1" y="660"/>
                      </a:cubicBezTo>
                      <a:cubicBezTo>
                        <a:pt x="15" y="674"/>
                        <a:pt x="36" y="680"/>
                        <a:pt x="63" y="680"/>
                      </a:cubicBezTo>
                      <a:cubicBezTo>
                        <a:pt x="230" y="680"/>
                        <a:pt x="631" y="439"/>
                        <a:pt x="1185" y="351"/>
                      </a:cubicBezTo>
                      <a:cubicBezTo>
                        <a:pt x="1313" y="330"/>
                        <a:pt x="1434" y="322"/>
                        <a:pt x="1545" y="322"/>
                      </a:cubicBezTo>
                      <a:cubicBezTo>
                        <a:pt x="1990" y="322"/>
                        <a:pt x="2286" y="454"/>
                        <a:pt x="2369" y="454"/>
                      </a:cubicBezTo>
                      <a:cubicBezTo>
                        <a:pt x="2369" y="362"/>
                        <a:pt x="1935" y="1"/>
                        <a:pt x="130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8"/>
                <p:cNvSpPr/>
                <p:nvPr/>
              </p:nvSpPr>
              <p:spPr>
                <a:xfrm>
                  <a:off x="9304900" y="4177800"/>
                  <a:ext cx="61150" cy="20550"/>
                </a:xfrm>
                <a:custGeom>
                  <a:avLst/>
                  <a:gdLst/>
                  <a:ahLst/>
                  <a:cxnLst/>
                  <a:rect l="l" t="t" r="r" b="b"/>
                  <a:pathLst>
                    <a:path w="2446" h="822" extrusionOk="0">
                      <a:moveTo>
                        <a:pt x="1138" y="1"/>
                      </a:moveTo>
                      <a:cubicBezTo>
                        <a:pt x="859" y="1"/>
                        <a:pt x="575" y="85"/>
                        <a:pt x="309" y="266"/>
                      </a:cubicBezTo>
                      <a:cubicBezTo>
                        <a:pt x="103" y="369"/>
                        <a:pt x="0" y="472"/>
                        <a:pt x="103" y="600"/>
                      </a:cubicBezTo>
                      <a:cubicBezTo>
                        <a:pt x="103" y="611"/>
                        <a:pt x="109" y="616"/>
                        <a:pt x="121" y="616"/>
                      </a:cubicBezTo>
                      <a:cubicBezTo>
                        <a:pt x="208" y="616"/>
                        <a:pt x="600" y="353"/>
                        <a:pt x="1085" y="353"/>
                      </a:cubicBezTo>
                      <a:cubicBezTo>
                        <a:pt x="1151" y="353"/>
                        <a:pt x="1218" y="358"/>
                        <a:pt x="1287" y="369"/>
                      </a:cubicBezTo>
                      <a:cubicBezTo>
                        <a:pt x="1863" y="461"/>
                        <a:pt x="2254" y="822"/>
                        <a:pt x="2403" y="822"/>
                      </a:cubicBezTo>
                      <a:cubicBezTo>
                        <a:pt x="2420" y="822"/>
                        <a:pt x="2434" y="817"/>
                        <a:pt x="2445" y="806"/>
                      </a:cubicBezTo>
                      <a:cubicBezTo>
                        <a:pt x="2445" y="806"/>
                        <a:pt x="2342" y="600"/>
                        <a:pt x="2239" y="472"/>
                      </a:cubicBezTo>
                      <a:cubicBezTo>
                        <a:pt x="1922" y="170"/>
                        <a:pt x="1535" y="1"/>
                        <a:pt x="11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8"/>
                <p:cNvSpPr/>
                <p:nvPr/>
              </p:nvSpPr>
              <p:spPr>
                <a:xfrm>
                  <a:off x="9307450" y="4113625"/>
                  <a:ext cx="53450" cy="22975"/>
                </a:xfrm>
                <a:custGeom>
                  <a:avLst/>
                  <a:gdLst/>
                  <a:ahLst/>
                  <a:cxnLst/>
                  <a:rect l="l" t="t" r="r" b="b"/>
                  <a:pathLst>
                    <a:path w="2138" h="919" extrusionOk="0">
                      <a:moveTo>
                        <a:pt x="869" y="0"/>
                      </a:moveTo>
                      <a:cubicBezTo>
                        <a:pt x="675" y="0"/>
                        <a:pt x="482" y="49"/>
                        <a:pt x="310" y="156"/>
                      </a:cubicBezTo>
                      <a:cubicBezTo>
                        <a:pt x="104" y="259"/>
                        <a:pt x="1" y="259"/>
                        <a:pt x="1" y="362"/>
                      </a:cubicBezTo>
                      <a:cubicBezTo>
                        <a:pt x="23" y="384"/>
                        <a:pt x="59" y="392"/>
                        <a:pt x="109" y="392"/>
                      </a:cubicBezTo>
                      <a:cubicBezTo>
                        <a:pt x="243" y="392"/>
                        <a:pt x="471" y="332"/>
                        <a:pt x="743" y="332"/>
                      </a:cubicBezTo>
                      <a:cubicBezTo>
                        <a:pt x="842" y="332"/>
                        <a:pt x="947" y="340"/>
                        <a:pt x="1056" y="362"/>
                      </a:cubicBezTo>
                      <a:cubicBezTo>
                        <a:pt x="1630" y="569"/>
                        <a:pt x="1959" y="919"/>
                        <a:pt x="2096" y="919"/>
                      </a:cubicBezTo>
                      <a:cubicBezTo>
                        <a:pt x="2112" y="919"/>
                        <a:pt x="2126" y="914"/>
                        <a:pt x="2137" y="902"/>
                      </a:cubicBezTo>
                      <a:cubicBezTo>
                        <a:pt x="2137" y="902"/>
                        <a:pt x="2137" y="800"/>
                        <a:pt x="1931" y="594"/>
                      </a:cubicBezTo>
                      <a:cubicBezTo>
                        <a:pt x="1703" y="225"/>
                        <a:pt x="1284" y="0"/>
                        <a:pt x="86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8"/>
                <p:cNvSpPr/>
                <p:nvPr/>
              </p:nvSpPr>
              <p:spPr>
                <a:xfrm>
                  <a:off x="9359300" y="4054225"/>
                  <a:ext cx="52425" cy="28950"/>
                </a:xfrm>
                <a:custGeom>
                  <a:avLst/>
                  <a:gdLst/>
                  <a:ahLst/>
                  <a:cxnLst/>
                  <a:rect l="l" t="t" r="r" b="b"/>
                  <a:pathLst>
                    <a:path w="2097" h="1158" extrusionOk="0">
                      <a:moveTo>
                        <a:pt x="535" y="1"/>
                      </a:moveTo>
                      <a:cubicBezTo>
                        <a:pt x="214" y="1"/>
                        <a:pt x="1" y="102"/>
                        <a:pt x="63" y="164"/>
                      </a:cubicBezTo>
                      <a:cubicBezTo>
                        <a:pt x="63" y="267"/>
                        <a:pt x="501" y="267"/>
                        <a:pt x="1041" y="499"/>
                      </a:cubicBezTo>
                      <a:cubicBezTo>
                        <a:pt x="1504" y="776"/>
                        <a:pt x="1821" y="1158"/>
                        <a:pt x="1955" y="1158"/>
                      </a:cubicBezTo>
                      <a:cubicBezTo>
                        <a:pt x="1970" y="1158"/>
                        <a:pt x="1983" y="1153"/>
                        <a:pt x="1994" y="1142"/>
                      </a:cubicBezTo>
                      <a:cubicBezTo>
                        <a:pt x="2097" y="1142"/>
                        <a:pt x="1891" y="499"/>
                        <a:pt x="1247" y="164"/>
                      </a:cubicBezTo>
                      <a:cubicBezTo>
                        <a:pt x="995" y="43"/>
                        <a:pt x="742" y="1"/>
                        <a:pt x="5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8"/>
                <p:cNvSpPr/>
                <p:nvPr/>
              </p:nvSpPr>
              <p:spPr>
                <a:xfrm>
                  <a:off x="9376950" y="3964375"/>
                  <a:ext cx="64375" cy="75300"/>
                </a:xfrm>
                <a:custGeom>
                  <a:avLst/>
                  <a:gdLst/>
                  <a:ahLst/>
                  <a:cxnLst/>
                  <a:rect l="l" t="t" r="r" b="b"/>
                  <a:pathLst>
                    <a:path w="2575" h="3012" extrusionOk="0">
                      <a:moveTo>
                        <a:pt x="541" y="0"/>
                      </a:moveTo>
                      <a:cubicBezTo>
                        <a:pt x="335" y="0"/>
                        <a:pt x="207" y="129"/>
                        <a:pt x="104" y="232"/>
                      </a:cubicBezTo>
                      <a:cubicBezTo>
                        <a:pt x="1" y="438"/>
                        <a:pt x="1" y="541"/>
                        <a:pt x="104" y="772"/>
                      </a:cubicBezTo>
                      <a:cubicBezTo>
                        <a:pt x="207" y="978"/>
                        <a:pt x="335" y="1184"/>
                        <a:pt x="541" y="1416"/>
                      </a:cubicBezTo>
                      <a:lnTo>
                        <a:pt x="1288" y="2265"/>
                      </a:lnTo>
                      <a:cubicBezTo>
                        <a:pt x="1828" y="2806"/>
                        <a:pt x="2034" y="3012"/>
                        <a:pt x="2137" y="3012"/>
                      </a:cubicBezTo>
                      <a:cubicBezTo>
                        <a:pt x="1931" y="2703"/>
                        <a:pt x="1828" y="2368"/>
                        <a:pt x="1494" y="2059"/>
                      </a:cubicBezTo>
                      <a:lnTo>
                        <a:pt x="747" y="1184"/>
                      </a:lnTo>
                      <a:cubicBezTo>
                        <a:pt x="644" y="978"/>
                        <a:pt x="541" y="772"/>
                        <a:pt x="438" y="644"/>
                      </a:cubicBezTo>
                      <a:lnTo>
                        <a:pt x="438" y="438"/>
                      </a:lnTo>
                      <a:cubicBezTo>
                        <a:pt x="438" y="335"/>
                        <a:pt x="541" y="335"/>
                        <a:pt x="541" y="335"/>
                      </a:cubicBezTo>
                      <a:cubicBezTo>
                        <a:pt x="747" y="335"/>
                        <a:pt x="979" y="438"/>
                        <a:pt x="1185" y="541"/>
                      </a:cubicBezTo>
                      <a:cubicBezTo>
                        <a:pt x="1288" y="644"/>
                        <a:pt x="1494" y="875"/>
                        <a:pt x="1622" y="978"/>
                      </a:cubicBezTo>
                      <a:cubicBezTo>
                        <a:pt x="1931" y="1287"/>
                        <a:pt x="2034" y="1622"/>
                        <a:pt x="2137" y="1931"/>
                      </a:cubicBezTo>
                      <a:cubicBezTo>
                        <a:pt x="2266" y="2265"/>
                        <a:pt x="2369" y="2574"/>
                        <a:pt x="2369" y="3012"/>
                      </a:cubicBezTo>
                      <a:cubicBezTo>
                        <a:pt x="2575" y="2703"/>
                        <a:pt x="2575" y="2265"/>
                        <a:pt x="2472" y="1828"/>
                      </a:cubicBezTo>
                      <a:cubicBezTo>
                        <a:pt x="2369" y="1519"/>
                        <a:pt x="2137" y="1081"/>
                        <a:pt x="1931" y="772"/>
                      </a:cubicBezTo>
                      <a:lnTo>
                        <a:pt x="1391" y="232"/>
                      </a:lnTo>
                      <a:cubicBezTo>
                        <a:pt x="1082" y="129"/>
                        <a:pt x="850" y="0"/>
                        <a:pt x="5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8"/>
                <p:cNvSpPr/>
                <p:nvPr/>
              </p:nvSpPr>
              <p:spPr>
                <a:xfrm>
                  <a:off x="9436150" y="4001175"/>
                  <a:ext cx="72100" cy="46075"/>
                </a:xfrm>
                <a:custGeom>
                  <a:avLst/>
                  <a:gdLst/>
                  <a:ahLst/>
                  <a:cxnLst/>
                  <a:rect l="l" t="t" r="r" b="b"/>
                  <a:pathLst>
                    <a:path w="2884" h="1843" extrusionOk="0">
                      <a:moveTo>
                        <a:pt x="2472" y="356"/>
                      </a:moveTo>
                      <a:cubicBezTo>
                        <a:pt x="2472" y="407"/>
                        <a:pt x="2497" y="407"/>
                        <a:pt x="2510" y="407"/>
                      </a:cubicBezTo>
                      <a:cubicBezTo>
                        <a:pt x="2523" y="407"/>
                        <a:pt x="2523" y="407"/>
                        <a:pt x="2472" y="459"/>
                      </a:cubicBezTo>
                      <a:cubicBezTo>
                        <a:pt x="2472" y="587"/>
                        <a:pt x="2343" y="587"/>
                        <a:pt x="2343" y="690"/>
                      </a:cubicBezTo>
                      <a:cubicBezTo>
                        <a:pt x="2137" y="793"/>
                        <a:pt x="2034" y="896"/>
                        <a:pt x="1828" y="999"/>
                      </a:cubicBezTo>
                      <a:cubicBezTo>
                        <a:pt x="1596" y="1231"/>
                        <a:pt x="1288" y="1334"/>
                        <a:pt x="953" y="1437"/>
                      </a:cubicBezTo>
                      <a:cubicBezTo>
                        <a:pt x="558" y="1563"/>
                        <a:pt x="289" y="1612"/>
                        <a:pt x="140" y="1655"/>
                      </a:cubicBezTo>
                      <a:lnTo>
                        <a:pt x="140" y="1655"/>
                      </a:lnTo>
                      <a:cubicBezTo>
                        <a:pt x="195" y="1532"/>
                        <a:pt x="315" y="1295"/>
                        <a:pt x="541" y="999"/>
                      </a:cubicBezTo>
                      <a:cubicBezTo>
                        <a:pt x="850" y="690"/>
                        <a:pt x="1056" y="587"/>
                        <a:pt x="1391" y="459"/>
                      </a:cubicBezTo>
                      <a:cubicBezTo>
                        <a:pt x="1596" y="356"/>
                        <a:pt x="1699" y="356"/>
                        <a:pt x="1931" y="356"/>
                      </a:cubicBezTo>
                      <a:close/>
                      <a:moveTo>
                        <a:pt x="1962" y="0"/>
                      </a:moveTo>
                      <a:cubicBezTo>
                        <a:pt x="1384" y="0"/>
                        <a:pt x="791" y="270"/>
                        <a:pt x="412" y="793"/>
                      </a:cubicBezTo>
                      <a:cubicBezTo>
                        <a:pt x="94" y="1211"/>
                        <a:pt x="22" y="1553"/>
                        <a:pt x="53" y="1686"/>
                      </a:cubicBezTo>
                      <a:lnTo>
                        <a:pt x="53" y="1686"/>
                      </a:lnTo>
                      <a:cubicBezTo>
                        <a:pt x="18" y="1703"/>
                        <a:pt x="1" y="1721"/>
                        <a:pt x="1" y="1746"/>
                      </a:cubicBezTo>
                      <a:cubicBezTo>
                        <a:pt x="155" y="1810"/>
                        <a:pt x="316" y="1842"/>
                        <a:pt x="477" y="1842"/>
                      </a:cubicBezTo>
                      <a:cubicBezTo>
                        <a:pt x="638" y="1842"/>
                        <a:pt x="799" y="1810"/>
                        <a:pt x="953" y="1746"/>
                      </a:cubicBezTo>
                      <a:cubicBezTo>
                        <a:pt x="1391" y="1643"/>
                        <a:pt x="1699" y="1540"/>
                        <a:pt x="2034" y="1334"/>
                      </a:cubicBezTo>
                      <a:cubicBezTo>
                        <a:pt x="2240" y="1231"/>
                        <a:pt x="2343" y="1102"/>
                        <a:pt x="2575" y="896"/>
                      </a:cubicBezTo>
                      <a:cubicBezTo>
                        <a:pt x="2677" y="896"/>
                        <a:pt x="2780" y="793"/>
                        <a:pt x="2780" y="690"/>
                      </a:cubicBezTo>
                      <a:cubicBezTo>
                        <a:pt x="2883" y="587"/>
                        <a:pt x="2883" y="459"/>
                        <a:pt x="2883" y="356"/>
                      </a:cubicBezTo>
                      <a:cubicBezTo>
                        <a:pt x="2883" y="253"/>
                        <a:pt x="2780" y="150"/>
                        <a:pt x="2677" y="150"/>
                      </a:cubicBezTo>
                      <a:cubicBezTo>
                        <a:pt x="2454" y="50"/>
                        <a:pt x="2210" y="0"/>
                        <a:pt x="196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8"/>
                <p:cNvSpPr/>
                <p:nvPr/>
              </p:nvSpPr>
              <p:spPr>
                <a:xfrm>
                  <a:off x="9194850" y="4039650"/>
                  <a:ext cx="48300" cy="48675"/>
                </a:xfrm>
                <a:custGeom>
                  <a:avLst/>
                  <a:gdLst/>
                  <a:ahLst/>
                  <a:cxnLst/>
                  <a:rect l="l" t="t" r="r" b="b"/>
                  <a:pathLst>
                    <a:path w="1932" h="1947" extrusionOk="0">
                      <a:moveTo>
                        <a:pt x="850" y="1"/>
                      </a:moveTo>
                      <a:cubicBezTo>
                        <a:pt x="310" y="104"/>
                        <a:pt x="1" y="541"/>
                        <a:pt x="1" y="1082"/>
                      </a:cubicBezTo>
                      <a:cubicBezTo>
                        <a:pt x="1" y="1566"/>
                        <a:pt x="435" y="1947"/>
                        <a:pt x="895" y="1947"/>
                      </a:cubicBezTo>
                      <a:cubicBezTo>
                        <a:pt x="949" y="1947"/>
                        <a:pt x="1002" y="1942"/>
                        <a:pt x="1056" y="1931"/>
                      </a:cubicBezTo>
                      <a:cubicBezTo>
                        <a:pt x="1596" y="1931"/>
                        <a:pt x="1931" y="1391"/>
                        <a:pt x="1931" y="850"/>
                      </a:cubicBezTo>
                      <a:cubicBezTo>
                        <a:pt x="1828" y="335"/>
                        <a:pt x="1391" y="1"/>
                        <a:pt x="85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8"/>
                <p:cNvSpPr/>
                <p:nvPr/>
              </p:nvSpPr>
              <p:spPr>
                <a:xfrm>
                  <a:off x="9685175" y="3224375"/>
                  <a:ext cx="319175" cy="353950"/>
                </a:xfrm>
                <a:custGeom>
                  <a:avLst/>
                  <a:gdLst/>
                  <a:ahLst/>
                  <a:cxnLst/>
                  <a:rect l="l" t="t" r="r" b="b"/>
                  <a:pathLst>
                    <a:path w="12767" h="14158" extrusionOk="0">
                      <a:moveTo>
                        <a:pt x="5689" y="1"/>
                      </a:moveTo>
                      <a:lnTo>
                        <a:pt x="1" y="2163"/>
                      </a:lnTo>
                      <a:cubicBezTo>
                        <a:pt x="1" y="2163"/>
                        <a:pt x="747" y="12561"/>
                        <a:pt x="1184" y="12664"/>
                      </a:cubicBezTo>
                      <a:cubicBezTo>
                        <a:pt x="1437" y="12724"/>
                        <a:pt x="1578" y="12783"/>
                        <a:pt x="1692" y="12783"/>
                      </a:cubicBezTo>
                      <a:cubicBezTo>
                        <a:pt x="1775" y="12783"/>
                        <a:pt x="1844" y="12751"/>
                        <a:pt x="1931" y="12664"/>
                      </a:cubicBezTo>
                      <a:cubicBezTo>
                        <a:pt x="2163" y="12355"/>
                        <a:pt x="2163" y="7851"/>
                        <a:pt x="2163" y="7851"/>
                      </a:cubicBezTo>
                      <a:cubicBezTo>
                        <a:pt x="2163" y="7851"/>
                        <a:pt x="3964" y="14157"/>
                        <a:pt x="4608" y="14157"/>
                      </a:cubicBezTo>
                      <a:lnTo>
                        <a:pt x="5689" y="14157"/>
                      </a:lnTo>
                      <a:cubicBezTo>
                        <a:pt x="6126" y="14054"/>
                        <a:pt x="6435" y="13745"/>
                        <a:pt x="6435" y="13205"/>
                      </a:cubicBezTo>
                      <a:cubicBezTo>
                        <a:pt x="6537" y="12466"/>
                        <a:pt x="5278" y="7618"/>
                        <a:pt x="5875" y="7618"/>
                      </a:cubicBezTo>
                      <a:cubicBezTo>
                        <a:pt x="5882" y="7618"/>
                        <a:pt x="5888" y="7619"/>
                        <a:pt x="5895" y="7620"/>
                      </a:cubicBezTo>
                      <a:cubicBezTo>
                        <a:pt x="6532" y="7620"/>
                        <a:pt x="7170" y="13309"/>
                        <a:pt x="7608" y="13309"/>
                      </a:cubicBezTo>
                      <a:cubicBezTo>
                        <a:pt x="7611" y="13309"/>
                        <a:pt x="7615" y="13309"/>
                        <a:pt x="7619" y="13308"/>
                      </a:cubicBezTo>
                      <a:cubicBezTo>
                        <a:pt x="7796" y="13308"/>
                        <a:pt x="7947" y="13330"/>
                        <a:pt x="8076" y="13330"/>
                      </a:cubicBezTo>
                      <a:cubicBezTo>
                        <a:pt x="8342" y="13330"/>
                        <a:pt x="8511" y="13236"/>
                        <a:pt x="8597" y="12664"/>
                      </a:cubicBezTo>
                      <a:cubicBezTo>
                        <a:pt x="8700" y="11815"/>
                        <a:pt x="6873" y="5149"/>
                        <a:pt x="7722" y="4634"/>
                      </a:cubicBezTo>
                      <a:cubicBezTo>
                        <a:pt x="7833" y="4552"/>
                        <a:pt x="7942" y="4517"/>
                        <a:pt x="8051" y="4517"/>
                      </a:cubicBezTo>
                      <a:cubicBezTo>
                        <a:pt x="8746" y="4517"/>
                        <a:pt x="9446" y="5950"/>
                        <a:pt x="10722" y="5950"/>
                      </a:cubicBezTo>
                      <a:cubicBezTo>
                        <a:pt x="10825" y="5950"/>
                        <a:pt x="10932" y="5941"/>
                        <a:pt x="11042" y="5921"/>
                      </a:cubicBezTo>
                      <a:lnTo>
                        <a:pt x="12767" y="5586"/>
                      </a:lnTo>
                      <a:lnTo>
                        <a:pt x="5689"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8"/>
                <p:cNvSpPr/>
                <p:nvPr/>
              </p:nvSpPr>
              <p:spPr>
                <a:xfrm>
                  <a:off x="9510800" y="1830750"/>
                  <a:ext cx="362300" cy="1549375"/>
                </a:xfrm>
                <a:custGeom>
                  <a:avLst/>
                  <a:gdLst/>
                  <a:ahLst/>
                  <a:cxnLst/>
                  <a:rect l="l" t="t" r="r" b="b"/>
                  <a:pathLst>
                    <a:path w="14492" h="61975" extrusionOk="0">
                      <a:moveTo>
                        <a:pt x="6817" y="1"/>
                      </a:moveTo>
                      <a:cubicBezTo>
                        <a:pt x="6387" y="1"/>
                        <a:pt x="5942" y="65"/>
                        <a:pt x="5483" y="202"/>
                      </a:cubicBezTo>
                      <a:cubicBezTo>
                        <a:pt x="0" y="1695"/>
                        <a:pt x="1622" y="12428"/>
                        <a:pt x="1622" y="12428"/>
                      </a:cubicBezTo>
                      <a:lnTo>
                        <a:pt x="7413" y="61975"/>
                      </a:lnTo>
                      <a:lnTo>
                        <a:pt x="14491" y="59298"/>
                      </a:lnTo>
                      <a:cubicBezTo>
                        <a:pt x="14491" y="59298"/>
                        <a:pt x="12998" y="11887"/>
                        <a:pt x="12870" y="7924"/>
                      </a:cubicBezTo>
                      <a:cubicBezTo>
                        <a:pt x="12870" y="4475"/>
                        <a:pt x="10406" y="1"/>
                        <a:pt x="6817"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8"/>
                <p:cNvSpPr/>
                <p:nvPr/>
              </p:nvSpPr>
              <p:spPr>
                <a:xfrm>
                  <a:off x="9827375" y="2007600"/>
                  <a:ext cx="21275" cy="501275"/>
                </a:xfrm>
                <a:custGeom>
                  <a:avLst/>
                  <a:gdLst/>
                  <a:ahLst/>
                  <a:cxnLst/>
                  <a:rect l="l" t="t" r="r" b="b"/>
                  <a:pathLst>
                    <a:path w="851" h="20051" extrusionOk="0">
                      <a:moveTo>
                        <a:pt x="104" y="0"/>
                      </a:moveTo>
                      <a:cubicBezTo>
                        <a:pt x="1" y="0"/>
                        <a:pt x="104" y="4505"/>
                        <a:pt x="335" y="9961"/>
                      </a:cubicBezTo>
                      <a:cubicBezTo>
                        <a:pt x="541" y="15546"/>
                        <a:pt x="747" y="20051"/>
                        <a:pt x="850" y="20051"/>
                      </a:cubicBezTo>
                      <a:cubicBezTo>
                        <a:pt x="850" y="20051"/>
                        <a:pt x="747" y="15546"/>
                        <a:pt x="541" y="9961"/>
                      </a:cubicBezTo>
                      <a:cubicBezTo>
                        <a:pt x="335" y="4505"/>
                        <a:pt x="104" y="0"/>
                        <a:pt x="104"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8"/>
                <p:cNvSpPr/>
                <p:nvPr/>
              </p:nvSpPr>
              <p:spPr>
                <a:xfrm>
                  <a:off x="9546175" y="2079675"/>
                  <a:ext cx="53450" cy="447875"/>
                </a:xfrm>
                <a:custGeom>
                  <a:avLst/>
                  <a:gdLst/>
                  <a:ahLst/>
                  <a:cxnLst/>
                  <a:rect l="l" t="t" r="r" b="b"/>
                  <a:pathLst>
                    <a:path w="2138" h="17915" extrusionOk="0">
                      <a:moveTo>
                        <a:pt x="1" y="0"/>
                      </a:moveTo>
                      <a:cubicBezTo>
                        <a:pt x="1" y="0"/>
                        <a:pt x="413" y="3964"/>
                        <a:pt x="953" y="9009"/>
                      </a:cubicBezTo>
                      <a:cubicBezTo>
                        <a:pt x="1494" y="13950"/>
                        <a:pt x="2034" y="17914"/>
                        <a:pt x="2137" y="17914"/>
                      </a:cubicBezTo>
                      <a:cubicBezTo>
                        <a:pt x="2137" y="17914"/>
                        <a:pt x="1700" y="13847"/>
                        <a:pt x="1159" y="8906"/>
                      </a:cubicBezTo>
                      <a:cubicBezTo>
                        <a:pt x="644" y="3964"/>
                        <a:pt x="104" y="0"/>
                        <a:pt x="1"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8"/>
                <p:cNvSpPr/>
                <p:nvPr/>
              </p:nvSpPr>
              <p:spPr>
                <a:xfrm>
                  <a:off x="9615675" y="2366650"/>
                  <a:ext cx="91400" cy="95900"/>
                </a:xfrm>
                <a:custGeom>
                  <a:avLst/>
                  <a:gdLst/>
                  <a:ahLst/>
                  <a:cxnLst/>
                  <a:rect l="l" t="t" r="r" b="b"/>
                  <a:pathLst>
                    <a:path w="3656" h="3836" extrusionOk="0">
                      <a:moveTo>
                        <a:pt x="1597" y="103"/>
                      </a:moveTo>
                      <a:cubicBezTo>
                        <a:pt x="1931" y="103"/>
                        <a:pt x="2137" y="206"/>
                        <a:pt x="2472" y="335"/>
                      </a:cubicBezTo>
                      <a:cubicBezTo>
                        <a:pt x="2678" y="438"/>
                        <a:pt x="3012" y="644"/>
                        <a:pt x="3115" y="850"/>
                      </a:cubicBezTo>
                      <a:cubicBezTo>
                        <a:pt x="3321" y="1184"/>
                        <a:pt x="3424" y="1493"/>
                        <a:pt x="3424" y="1828"/>
                      </a:cubicBezTo>
                      <a:cubicBezTo>
                        <a:pt x="3424" y="2265"/>
                        <a:pt x="3321" y="2574"/>
                        <a:pt x="3115" y="2909"/>
                      </a:cubicBezTo>
                      <a:cubicBezTo>
                        <a:pt x="2883" y="3218"/>
                        <a:pt x="2575" y="3424"/>
                        <a:pt x="2240" y="3552"/>
                      </a:cubicBezTo>
                      <a:cubicBezTo>
                        <a:pt x="2086" y="3604"/>
                        <a:pt x="1925" y="3630"/>
                        <a:pt x="1764" y="3630"/>
                      </a:cubicBezTo>
                      <a:cubicBezTo>
                        <a:pt x="1603" y="3630"/>
                        <a:pt x="1442" y="3604"/>
                        <a:pt x="1288" y="3552"/>
                      </a:cubicBezTo>
                      <a:cubicBezTo>
                        <a:pt x="747" y="3321"/>
                        <a:pt x="310" y="2780"/>
                        <a:pt x="207" y="2265"/>
                      </a:cubicBezTo>
                      <a:cubicBezTo>
                        <a:pt x="104" y="1828"/>
                        <a:pt x="207" y="1390"/>
                        <a:pt x="438" y="1081"/>
                      </a:cubicBezTo>
                      <a:cubicBezTo>
                        <a:pt x="438" y="923"/>
                        <a:pt x="486" y="825"/>
                        <a:pt x="550" y="746"/>
                      </a:cubicBezTo>
                      <a:lnTo>
                        <a:pt x="550" y="746"/>
                      </a:lnTo>
                      <a:cubicBezTo>
                        <a:pt x="579" y="712"/>
                        <a:pt x="611" y="678"/>
                        <a:pt x="644" y="644"/>
                      </a:cubicBezTo>
                      <a:lnTo>
                        <a:pt x="644" y="644"/>
                      </a:lnTo>
                      <a:cubicBezTo>
                        <a:pt x="644" y="644"/>
                        <a:pt x="644" y="644"/>
                        <a:pt x="644" y="644"/>
                      </a:cubicBezTo>
                      <a:cubicBezTo>
                        <a:pt x="850" y="438"/>
                        <a:pt x="1288" y="206"/>
                        <a:pt x="1597" y="103"/>
                      </a:cubicBezTo>
                      <a:close/>
                      <a:moveTo>
                        <a:pt x="1597" y="0"/>
                      </a:moveTo>
                      <a:cubicBezTo>
                        <a:pt x="1185" y="103"/>
                        <a:pt x="850" y="335"/>
                        <a:pt x="541" y="644"/>
                      </a:cubicBezTo>
                      <a:cubicBezTo>
                        <a:pt x="438" y="747"/>
                        <a:pt x="438" y="850"/>
                        <a:pt x="310" y="979"/>
                      </a:cubicBezTo>
                      <a:cubicBezTo>
                        <a:pt x="104" y="1390"/>
                        <a:pt x="1" y="1828"/>
                        <a:pt x="104" y="2265"/>
                      </a:cubicBezTo>
                      <a:cubicBezTo>
                        <a:pt x="104" y="2909"/>
                        <a:pt x="644" y="3424"/>
                        <a:pt x="1185" y="3758"/>
                      </a:cubicBezTo>
                      <a:cubicBezTo>
                        <a:pt x="1391" y="3810"/>
                        <a:pt x="1577" y="3835"/>
                        <a:pt x="1751" y="3835"/>
                      </a:cubicBezTo>
                      <a:cubicBezTo>
                        <a:pt x="1925" y="3835"/>
                        <a:pt x="2086" y="3810"/>
                        <a:pt x="2240" y="3758"/>
                      </a:cubicBezTo>
                      <a:cubicBezTo>
                        <a:pt x="2678" y="3655"/>
                        <a:pt x="3012" y="3424"/>
                        <a:pt x="3218" y="3115"/>
                      </a:cubicBezTo>
                      <a:cubicBezTo>
                        <a:pt x="3527" y="2677"/>
                        <a:pt x="3656" y="2265"/>
                        <a:pt x="3656" y="1931"/>
                      </a:cubicBezTo>
                      <a:cubicBezTo>
                        <a:pt x="3656" y="1493"/>
                        <a:pt x="3527" y="1081"/>
                        <a:pt x="3218" y="747"/>
                      </a:cubicBezTo>
                      <a:cubicBezTo>
                        <a:pt x="3115" y="541"/>
                        <a:pt x="2781" y="335"/>
                        <a:pt x="2472" y="103"/>
                      </a:cubicBezTo>
                      <a:cubicBezTo>
                        <a:pt x="2240" y="0"/>
                        <a:pt x="1931" y="0"/>
                        <a:pt x="159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8"/>
                <p:cNvSpPr/>
                <p:nvPr/>
              </p:nvSpPr>
              <p:spPr>
                <a:xfrm>
                  <a:off x="9618250" y="2407175"/>
                  <a:ext cx="69525" cy="42500"/>
                </a:xfrm>
                <a:custGeom>
                  <a:avLst/>
                  <a:gdLst/>
                  <a:ahLst/>
                  <a:cxnLst/>
                  <a:rect l="l" t="t" r="r" b="b"/>
                  <a:pathLst>
                    <a:path w="2781" h="1700" extrusionOk="0">
                      <a:moveTo>
                        <a:pt x="438" y="1"/>
                      </a:moveTo>
                      <a:cubicBezTo>
                        <a:pt x="104" y="1"/>
                        <a:pt x="1" y="104"/>
                        <a:pt x="1" y="104"/>
                      </a:cubicBezTo>
                      <a:lnTo>
                        <a:pt x="438" y="104"/>
                      </a:lnTo>
                      <a:cubicBezTo>
                        <a:pt x="850" y="104"/>
                        <a:pt x="1288" y="207"/>
                        <a:pt x="1622" y="413"/>
                      </a:cubicBezTo>
                      <a:cubicBezTo>
                        <a:pt x="1931" y="644"/>
                        <a:pt x="2266" y="953"/>
                        <a:pt x="2472" y="1288"/>
                      </a:cubicBezTo>
                      <a:cubicBezTo>
                        <a:pt x="2678" y="1494"/>
                        <a:pt x="2780" y="1700"/>
                        <a:pt x="2780" y="1700"/>
                      </a:cubicBezTo>
                      <a:cubicBezTo>
                        <a:pt x="2780" y="1494"/>
                        <a:pt x="2678" y="1391"/>
                        <a:pt x="2575" y="1159"/>
                      </a:cubicBezTo>
                      <a:cubicBezTo>
                        <a:pt x="2369" y="850"/>
                        <a:pt x="2034" y="516"/>
                        <a:pt x="1725" y="207"/>
                      </a:cubicBezTo>
                      <a:cubicBezTo>
                        <a:pt x="1288" y="1"/>
                        <a:pt x="850" y="1"/>
                        <a:pt x="4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8"/>
                <p:cNvSpPr/>
                <p:nvPr/>
              </p:nvSpPr>
              <p:spPr>
                <a:xfrm>
                  <a:off x="9655575" y="2369225"/>
                  <a:ext cx="13550" cy="50850"/>
                </a:xfrm>
                <a:custGeom>
                  <a:avLst/>
                  <a:gdLst/>
                  <a:ahLst/>
                  <a:cxnLst/>
                  <a:rect l="l" t="t" r="r" b="b"/>
                  <a:pathLst>
                    <a:path w="542" h="2034" extrusionOk="0">
                      <a:moveTo>
                        <a:pt x="541" y="0"/>
                      </a:moveTo>
                      <a:lnTo>
                        <a:pt x="541" y="0"/>
                      </a:lnTo>
                      <a:cubicBezTo>
                        <a:pt x="232" y="232"/>
                        <a:pt x="129" y="644"/>
                        <a:pt x="129" y="978"/>
                      </a:cubicBezTo>
                      <a:cubicBezTo>
                        <a:pt x="1" y="1390"/>
                        <a:pt x="129" y="1725"/>
                        <a:pt x="335" y="2034"/>
                      </a:cubicBezTo>
                      <a:cubicBezTo>
                        <a:pt x="335" y="1725"/>
                        <a:pt x="232" y="1390"/>
                        <a:pt x="232" y="978"/>
                      </a:cubicBezTo>
                      <a:cubicBezTo>
                        <a:pt x="335" y="644"/>
                        <a:pt x="438" y="335"/>
                        <a:pt x="5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8"/>
                <p:cNvSpPr/>
                <p:nvPr/>
              </p:nvSpPr>
              <p:spPr>
                <a:xfrm>
                  <a:off x="9741800" y="2524950"/>
                  <a:ext cx="88175" cy="96525"/>
                </a:xfrm>
                <a:custGeom>
                  <a:avLst/>
                  <a:gdLst/>
                  <a:ahLst/>
                  <a:cxnLst/>
                  <a:rect l="l" t="t" r="r" b="b"/>
                  <a:pathLst>
                    <a:path w="3527" h="3861" extrusionOk="0">
                      <a:moveTo>
                        <a:pt x="2892" y="541"/>
                      </a:moveTo>
                      <a:lnTo>
                        <a:pt x="3064" y="699"/>
                      </a:lnTo>
                      <a:lnTo>
                        <a:pt x="3064" y="699"/>
                      </a:lnTo>
                      <a:cubicBezTo>
                        <a:pt x="2987" y="617"/>
                        <a:pt x="2971" y="546"/>
                        <a:pt x="2892" y="541"/>
                      </a:cubicBezTo>
                      <a:close/>
                      <a:moveTo>
                        <a:pt x="3064" y="699"/>
                      </a:moveTo>
                      <a:cubicBezTo>
                        <a:pt x="3078" y="715"/>
                        <a:pt x="3095" y="731"/>
                        <a:pt x="3115" y="747"/>
                      </a:cubicBezTo>
                      <a:lnTo>
                        <a:pt x="3064" y="699"/>
                      </a:lnTo>
                      <a:close/>
                      <a:moveTo>
                        <a:pt x="2986" y="740"/>
                      </a:moveTo>
                      <a:lnTo>
                        <a:pt x="2986" y="740"/>
                      </a:lnTo>
                      <a:cubicBezTo>
                        <a:pt x="2986" y="742"/>
                        <a:pt x="2986" y="744"/>
                        <a:pt x="2986" y="747"/>
                      </a:cubicBezTo>
                      <a:cubicBezTo>
                        <a:pt x="2989" y="747"/>
                        <a:pt x="2991" y="747"/>
                        <a:pt x="2994" y="747"/>
                      </a:cubicBezTo>
                      <a:lnTo>
                        <a:pt x="2994" y="747"/>
                      </a:lnTo>
                      <a:cubicBezTo>
                        <a:pt x="2991" y="744"/>
                        <a:pt x="2989" y="742"/>
                        <a:pt x="2986" y="740"/>
                      </a:cubicBezTo>
                      <a:close/>
                      <a:moveTo>
                        <a:pt x="2994" y="747"/>
                      </a:moveTo>
                      <a:cubicBezTo>
                        <a:pt x="3032" y="781"/>
                        <a:pt x="3072" y="815"/>
                        <a:pt x="3115" y="850"/>
                      </a:cubicBezTo>
                      <a:cubicBezTo>
                        <a:pt x="3115" y="850"/>
                        <a:pt x="3115" y="751"/>
                        <a:pt x="2994" y="747"/>
                      </a:cubicBezTo>
                      <a:close/>
                      <a:moveTo>
                        <a:pt x="1596" y="0"/>
                      </a:moveTo>
                      <a:cubicBezTo>
                        <a:pt x="953" y="103"/>
                        <a:pt x="412" y="438"/>
                        <a:pt x="206" y="1081"/>
                      </a:cubicBezTo>
                      <a:cubicBezTo>
                        <a:pt x="1" y="1390"/>
                        <a:pt x="1" y="1828"/>
                        <a:pt x="1" y="2239"/>
                      </a:cubicBezTo>
                      <a:cubicBezTo>
                        <a:pt x="103" y="2677"/>
                        <a:pt x="309" y="3012"/>
                        <a:pt x="541" y="3320"/>
                      </a:cubicBezTo>
                      <a:cubicBezTo>
                        <a:pt x="850" y="3655"/>
                        <a:pt x="1287" y="3861"/>
                        <a:pt x="1596" y="3861"/>
                      </a:cubicBezTo>
                      <a:cubicBezTo>
                        <a:pt x="2034" y="3861"/>
                        <a:pt x="2343" y="3758"/>
                        <a:pt x="2677" y="3655"/>
                      </a:cubicBezTo>
                      <a:cubicBezTo>
                        <a:pt x="3218" y="3217"/>
                        <a:pt x="3527" y="2574"/>
                        <a:pt x="3527" y="1931"/>
                      </a:cubicBezTo>
                      <a:cubicBezTo>
                        <a:pt x="3527" y="1493"/>
                        <a:pt x="3424" y="1081"/>
                        <a:pt x="3115" y="747"/>
                      </a:cubicBezTo>
                      <a:lnTo>
                        <a:pt x="3115" y="747"/>
                      </a:lnTo>
                      <a:cubicBezTo>
                        <a:pt x="3321" y="1184"/>
                        <a:pt x="3424" y="1493"/>
                        <a:pt x="3424" y="1931"/>
                      </a:cubicBezTo>
                      <a:cubicBezTo>
                        <a:pt x="3424" y="2239"/>
                        <a:pt x="3321" y="2471"/>
                        <a:pt x="3218" y="2780"/>
                      </a:cubicBezTo>
                      <a:cubicBezTo>
                        <a:pt x="3115" y="3012"/>
                        <a:pt x="2883" y="3320"/>
                        <a:pt x="2574" y="3423"/>
                      </a:cubicBezTo>
                      <a:cubicBezTo>
                        <a:pt x="2404" y="3594"/>
                        <a:pt x="2191" y="3695"/>
                        <a:pt x="1916" y="3695"/>
                      </a:cubicBezTo>
                      <a:cubicBezTo>
                        <a:pt x="1818" y="3695"/>
                        <a:pt x="1711" y="3682"/>
                        <a:pt x="1596" y="3655"/>
                      </a:cubicBezTo>
                      <a:cubicBezTo>
                        <a:pt x="1287" y="3655"/>
                        <a:pt x="953" y="3423"/>
                        <a:pt x="747" y="3217"/>
                      </a:cubicBezTo>
                      <a:cubicBezTo>
                        <a:pt x="412" y="2883"/>
                        <a:pt x="206" y="2574"/>
                        <a:pt x="206" y="2239"/>
                      </a:cubicBezTo>
                      <a:cubicBezTo>
                        <a:pt x="206" y="1828"/>
                        <a:pt x="206" y="1493"/>
                        <a:pt x="309" y="1184"/>
                      </a:cubicBezTo>
                      <a:cubicBezTo>
                        <a:pt x="541" y="644"/>
                        <a:pt x="1056" y="206"/>
                        <a:pt x="1699" y="103"/>
                      </a:cubicBezTo>
                      <a:cubicBezTo>
                        <a:pt x="2034" y="103"/>
                        <a:pt x="2471" y="206"/>
                        <a:pt x="2780" y="541"/>
                      </a:cubicBezTo>
                      <a:cubicBezTo>
                        <a:pt x="2847" y="607"/>
                        <a:pt x="2913" y="673"/>
                        <a:pt x="2986" y="740"/>
                      </a:cubicBezTo>
                      <a:lnTo>
                        <a:pt x="2986" y="740"/>
                      </a:lnTo>
                      <a:cubicBezTo>
                        <a:pt x="2982" y="639"/>
                        <a:pt x="2882" y="539"/>
                        <a:pt x="2782" y="439"/>
                      </a:cubicBezTo>
                      <a:lnTo>
                        <a:pt x="2782" y="439"/>
                      </a:lnTo>
                      <a:lnTo>
                        <a:pt x="2883" y="541"/>
                      </a:lnTo>
                      <a:cubicBezTo>
                        <a:pt x="2886" y="541"/>
                        <a:pt x="2889" y="541"/>
                        <a:pt x="2892" y="541"/>
                      </a:cubicBezTo>
                      <a:lnTo>
                        <a:pt x="2892" y="541"/>
                      </a:lnTo>
                      <a:lnTo>
                        <a:pt x="2780" y="438"/>
                      </a:lnTo>
                      <a:lnTo>
                        <a:pt x="2780" y="438"/>
                      </a:lnTo>
                      <a:cubicBezTo>
                        <a:pt x="2780" y="438"/>
                        <a:pt x="2780" y="438"/>
                        <a:pt x="2780" y="438"/>
                      </a:cubicBezTo>
                      <a:cubicBezTo>
                        <a:pt x="2471" y="206"/>
                        <a:pt x="2034" y="0"/>
                        <a:pt x="159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8"/>
                <p:cNvSpPr/>
                <p:nvPr/>
              </p:nvSpPr>
              <p:spPr>
                <a:xfrm>
                  <a:off x="9752100" y="2527525"/>
                  <a:ext cx="45700" cy="69500"/>
                </a:xfrm>
                <a:custGeom>
                  <a:avLst/>
                  <a:gdLst/>
                  <a:ahLst/>
                  <a:cxnLst/>
                  <a:rect l="l" t="t" r="r" b="b"/>
                  <a:pathLst>
                    <a:path w="1828" h="2780" extrusionOk="0">
                      <a:moveTo>
                        <a:pt x="1725" y="0"/>
                      </a:moveTo>
                      <a:cubicBezTo>
                        <a:pt x="1725" y="103"/>
                        <a:pt x="1622" y="335"/>
                        <a:pt x="1622" y="541"/>
                      </a:cubicBezTo>
                      <a:cubicBezTo>
                        <a:pt x="1622" y="978"/>
                        <a:pt x="1519" y="1287"/>
                        <a:pt x="1287" y="1725"/>
                      </a:cubicBezTo>
                      <a:cubicBezTo>
                        <a:pt x="1081" y="2033"/>
                        <a:pt x="772" y="2368"/>
                        <a:pt x="438" y="2574"/>
                      </a:cubicBezTo>
                      <a:cubicBezTo>
                        <a:pt x="129" y="2677"/>
                        <a:pt x="0" y="2780"/>
                        <a:pt x="0" y="2780"/>
                      </a:cubicBezTo>
                      <a:cubicBezTo>
                        <a:pt x="129" y="2780"/>
                        <a:pt x="335" y="2780"/>
                        <a:pt x="438" y="2677"/>
                      </a:cubicBezTo>
                      <a:cubicBezTo>
                        <a:pt x="875" y="2471"/>
                        <a:pt x="1184" y="2136"/>
                        <a:pt x="1416" y="1828"/>
                      </a:cubicBezTo>
                      <a:cubicBezTo>
                        <a:pt x="1622" y="1390"/>
                        <a:pt x="1725" y="978"/>
                        <a:pt x="1828" y="541"/>
                      </a:cubicBezTo>
                      <a:cubicBezTo>
                        <a:pt x="1828" y="335"/>
                        <a:pt x="1828" y="103"/>
                        <a:pt x="17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8"/>
                <p:cNvSpPr/>
                <p:nvPr/>
              </p:nvSpPr>
              <p:spPr>
                <a:xfrm>
                  <a:off x="9781700" y="2571500"/>
                  <a:ext cx="45700" cy="15250"/>
                </a:xfrm>
                <a:custGeom>
                  <a:avLst/>
                  <a:gdLst/>
                  <a:ahLst/>
                  <a:cxnLst/>
                  <a:rect l="l" t="t" r="r" b="b"/>
                  <a:pathLst>
                    <a:path w="1828" h="610" extrusionOk="0">
                      <a:moveTo>
                        <a:pt x="541" y="1"/>
                      </a:moveTo>
                      <a:cubicBezTo>
                        <a:pt x="334" y="1"/>
                        <a:pt x="136" y="51"/>
                        <a:pt x="0" y="171"/>
                      </a:cubicBezTo>
                      <a:lnTo>
                        <a:pt x="978" y="171"/>
                      </a:lnTo>
                      <a:cubicBezTo>
                        <a:pt x="1287" y="274"/>
                        <a:pt x="1519" y="377"/>
                        <a:pt x="1828" y="609"/>
                      </a:cubicBezTo>
                      <a:cubicBezTo>
                        <a:pt x="1622" y="274"/>
                        <a:pt x="1287" y="69"/>
                        <a:pt x="978" y="69"/>
                      </a:cubicBezTo>
                      <a:cubicBezTo>
                        <a:pt x="840" y="26"/>
                        <a:pt x="688" y="1"/>
                        <a:pt x="54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8"/>
                <p:cNvSpPr/>
                <p:nvPr/>
              </p:nvSpPr>
              <p:spPr>
                <a:xfrm>
                  <a:off x="9655575" y="2474750"/>
                  <a:ext cx="70175" cy="72525"/>
                </a:xfrm>
                <a:custGeom>
                  <a:avLst/>
                  <a:gdLst/>
                  <a:ahLst/>
                  <a:cxnLst/>
                  <a:rect l="l" t="t" r="r" b="b"/>
                  <a:pathLst>
                    <a:path w="2807" h="2901" extrusionOk="0">
                      <a:moveTo>
                        <a:pt x="876" y="2652"/>
                      </a:moveTo>
                      <a:cubicBezTo>
                        <a:pt x="876" y="2652"/>
                        <a:pt x="888" y="2664"/>
                        <a:pt x="913" y="2685"/>
                      </a:cubicBezTo>
                      <a:lnTo>
                        <a:pt x="913" y="2685"/>
                      </a:lnTo>
                      <a:cubicBezTo>
                        <a:pt x="900" y="2675"/>
                        <a:pt x="888" y="2664"/>
                        <a:pt x="876" y="2652"/>
                      </a:cubicBezTo>
                      <a:close/>
                      <a:moveTo>
                        <a:pt x="1333" y="185"/>
                      </a:moveTo>
                      <a:cubicBezTo>
                        <a:pt x="1492" y="185"/>
                        <a:pt x="1659" y="219"/>
                        <a:pt x="1828" y="284"/>
                      </a:cubicBezTo>
                      <a:cubicBezTo>
                        <a:pt x="2060" y="387"/>
                        <a:pt x="2266" y="515"/>
                        <a:pt x="2471" y="721"/>
                      </a:cubicBezTo>
                      <a:cubicBezTo>
                        <a:pt x="2574" y="1030"/>
                        <a:pt x="2703" y="1262"/>
                        <a:pt x="2574" y="1571"/>
                      </a:cubicBezTo>
                      <a:cubicBezTo>
                        <a:pt x="2703" y="2008"/>
                        <a:pt x="2368" y="2446"/>
                        <a:pt x="2060" y="2652"/>
                      </a:cubicBezTo>
                      <a:cubicBezTo>
                        <a:pt x="1823" y="2724"/>
                        <a:pt x="1651" y="2797"/>
                        <a:pt x="1452" y="2797"/>
                      </a:cubicBezTo>
                      <a:cubicBezTo>
                        <a:pt x="1369" y="2797"/>
                        <a:pt x="1283" y="2785"/>
                        <a:pt x="1185" y="2755"/>
                      </a:cubicBezTo>
                      <a:cubicBezTo>
                        <a:pt x="1135" y="2755"/>
                        <a:pt x="1085" y="2755"/>
                        <a:pt x="1035" y="2743"/>
                      </a:cubicBezTo>
                      <a:lnTo>
                        <a:pt x="1035" y="2743"/>
                      </a:lnTo>
                      <a:cubicBezTo>
                        <a:pt x="992" y="2714"/>
                        <a:pt x="939" y="2683"/>
                        <a:pt x="876" y="2652"/>
                      </a:cubicBezTo>
                      <a:lnTo>
                        <a:pt x="876" y="2652"/>
                      </a:lnTo>
                      <a:cubicBezTo>
                        <a:pt x="876" y="2652"/>
                        <a:pt x="876" y="2652"/>
                        <a:pt x="876" y="2652"/>
                      </a:cubicBezTo>
                      <a:cubicBezTo>
                        <a:pt x="644" y="2549"/>
                        <a:pt x="438" y="2214"/>
                        <a:pt x="335" y="2008"/>
                      </a:cubicBezTo>
                      <a:cubicBezTo>
                        <a:pt x="129" y="1571"/>
                        <a:pt x="232" y="1030"/>
                        <a:pt x="438" y="721"/>
                      </a:cubicBezTo>
                      <a:cubicBezTo>
                        <a:pt x="668" y="350"/>
                        <a:pt x="983" y="185"/>
                        <a:pt x="1333" y="185"/>
                      </a:cubicBezTo>
                      <a:close/>
                      <a:moveTo>
                        <a:pt x="1442" y="1"/>
                      </a:moveTo>
                      <a:cubicBezTo>
                        <a:pt x="1294" y="1"/>
                        <a:pt x="1133" y="26"/>
                        <a:pt x="979" y="78"/>
                      </a:cubicBezTo>
                      <a:cubicBezTo>
                        <a:pt x="644" y="181"/>
                        <a:pt x="438" y="387"/>
                        <a:pt x="335" y="618"/>
                      </a:cubicBezTo>
                      <a:cubicBezTo>
                        <a:pt x="1" y="1030"/>
                        <a:pt x="1" y="1571"/>
                        <a:pt x="232" y="2111"/>
                      </a:cubicBezTo>
                      <a:cubicBezTo>
                        <a:pt x="335" y="2317"/>
                        <a:pt x="541" y="2652"/>
                        <a:pt x="876" y="2755"/>
                      </a:cubicBezTo>
                      <a:cubicBezTo>
                        <a:pt x="979" y="2858"/>
                        <a:pt x="1082" y="2858"/>
                        <a:pt x="1185" y="2858"/>
                      </a:cubicBezTo>
                      <a:cubicBezTo>
                        <a:pt x="1283" y="2888"/>
                        <a:pt x="1378" y="2900"/>
                        <a:pt x="1471" y="2900"/>
                      </a:cubicBezTo>
                      <a:cubicBezTo>
                        <a:pt x="1693" y="2900"/>
                        <a:pt x="1896" y="2827"/>
                        <a:pt x="2060" y="2755"/>
                      </a:cubicBezTo>
                      <a:cubicBezTo>
                        <a:pt x="2471" y="2549"/>
                        <a:pt x="2806" y="2008"/>
                        <a:pt x="2806" y="1571"/>
                      </a:cubicBezTo>
                      <a:cubicBezTo>
                        <a:pt x="2806" y="1262"/>
                        <a:pt x="2703" y="927"/>
                        <a:pt x="2574" y="721"/>
                      </a:cubicBezTo>
                      <a:cubicBezTo>
                        <a:pt x="2368" y="387"/>
                        <a:pt x="2163" y="181"/>
                        <a:pt x="1828" y="78"/>
                      </a:cubicBezTo>
                      <a:cubicBezTo>
                        <a:pt x="1725" y="26"/>
                        <a:pt x="1590" y="1"/>
                        <a:pt x="14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8"/>
                <p:cNvSpPr/>
                <p:nvPr/>
              </p:nvSpPr>
              <p:spPr>
                <a:xfrm>
                  <a:off x="9687750" y="2481825"/>
                  <a:ext cx="21900" cy="64375"/>
                </a:xfrm>
                <a:custGeom>
                  <a:avLst/>
                  <a:gdLst/>
                  <a:ahLst/>
                  <a:cxnLst/>
                  <a:rect l="l" t="t" r="r" b="b"/>
                  <a:pathLst>
                    <a:path w="876" h="2575" extrusionOk="0">
                      <a:moveTo>
                        <a:pt x="876" y="1"/>
                      </a:moveTo>
                      <a:cubicBezTo>
                        <a:pt x="876" y="1"/>
                        <a:pt x="644" y="104"/>
                        <a:pt x="541" y="335"/>
                      </a:cubicBezTo>
                      <a:cubicBezTo>
                        <a:pt x="335" y="541"/>
                        <a:pt x="129" y="876"/>
                        <a:pt x="129" y="1185"/>
                      </a:cubicBezTo>
                      <a:cubicBezTo>
                        <a:pt x="0" y="1622"/>
                        <a:pt x="129" y="1931"/>
                        <a:pt x="232" y="2266"/>
                      </a:cubicBezTo>
                      <a:cubicBezTo>
                        <a:pt x="335" y="2472"/>
                        <a:pt x="438" y="2575"/>
                        <a:pt x="438" y="2575"/>
                      </a:cubicBezTo>
                      <a:cubicBezTo>
                        <a:pt x="335" y="2163"/>
                        <a:pt x="232" y="1725"/>
                        <a:pt x="232" y="1288"/>
                      </a:cubicBezTo>
                      <a:cubicBezTo>
                        <a:pt x="335" y="876"/>
                        <a:pt x="541" y="438"/>
                        <a:pt x="87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8"/>
                <p:cNvSpPr/>
                <p:nvPr/>
              </p:nvSpPr>
              <p:spPr>
                <a:xfrm>
                  <a:off x="9658800" y="2508150"/>
                  <a:ext cx="37350" cy="13325"/>
                </a:xfrm>
                <a:custGeom>
                  <a:avLst/>
                  <a:gdLst/>
                  <a:ahLst/>
                  <a:cxnLst/>
                  <a:rect l="l" t="t" r="r" b="b"/>
                  <a:pathLst>
                    <a:path w="1494" h="533" extrusionOk="0">
                      <a:moveTo>
                        <a:pt x="1365" y="1"/>
                      </a:moveTo>
                      <a:cubicBezTo>
                        <a:pt x="1295" y="1"/>
                        <a:pt x="1080" y="151"/>
                        <a:pt x="747" y="235"/>
                      </a:cubicBezTo>
                      <a:cubicBezTo>
                        <a:pt x="528" y="286"/>
                        <a:pt x="341" y="286"/>
                        <a:pt x="209" y="286"/>
                      </a:cubicBezTo>
                      <a:cubicBezTo>
                        <a:pt x="77" y="286"/>
                        <a:pt x="0" y="286"/>
                        <a:pt x="0" y="338"/>
                      </a:cubicBezTo>
                      <a:cubicBezTo>
                        <a:pt x="124" y="477"/>
                        <a:pt x="284" y="532"/>
                        <a:pt x="443" y="532"/>
                      </a:cubicBezTo>
                      <a:cubicBezTo>
                        <a:pt x="549" y="532"/>
                        <a:pt x="654" y="507"/>
                        <a:pt x="747" y="466"/>
                      </a:cubicBezTo>
                      <a:cubicBezTo>
                        <a:pt x="1158" y="338"/>
                        <a:pt x="1493" y="29"/>
                        <a:pt x="1390" y="29"/>
                      </a:cubicBezTo>
                      <a:cubicBezTo>
                        <a:pt x="1390" y="9"/>
                        <a:pt x="1382" y="1"/>
                        <a:pt x="136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8"/>
                <p:cNvSpPr/>
                <p:nvPr/>
              </p:nvSpPr>
              <p:spPr>
                <a:xfrm>
                  <a:off x="9698700" y="2361500"/>
                  <a:ext cx="50850" cy="77875"/>
                </a:xfrm>
                <a:custGeom>
                  <a:avLst/>
                  <a:gdLst/>
                  <a:ahLst/>
                  <a:cxnLst/>
                  <a:rect l="l" t="t" r="r" b="b"/>
                  <a:pathLst>
                    <a:path w="2034" h="3115" extrusionOk="0">
                      <a:moveTo>
                        <a:pt x="1622" y="1"/>
                      </a:moveTo>
                      <a:lnTo>
                        <a:pt x="1622" y="103"/>
                      </a:lnTo>
                      <a:cubicBezTo>
                        <a:pt x="849" y="412"/>
                        <a:pt x="438" y="1056"/>
                        <a:pt x="206" y="1828"/>
                      </a:cubicBezTo>
                      <a:cubicBezTo>
                        <a:pt x="103" y="2034"/>
                        <a:pt x="103" y="2240"/>
                        <a:pt x="103" y="2471"/>
                      </a:cubicBezTo>
                      <a:lnTo>
                        <a:pt x="103" y="2677"/>
                      </a:lnTo>
                      <a:cubicBezTo>
                        <a:pt x="206" y="2343"/>
                        <a:pt x="206" y="2137"/>
                        <a:pt x="335" y="1828"/>
                      </a:cubicBezTo>
                      <a:cubicBezTo>
                        <a:pt x="530" y="1095"/>
                        <a:pt x="1027" y="594"/>
                        <a:pt x="1627" y="259"/>
                      </a:cubicBezTo>
                      <a:lnTo>
                        <a:pt x="1627" y="259"/>
                      </a:lnTo>
                      <a:cubicBezTo>
                        <a:pt x="1649" y="376"/>
                        <a:pt x="1725" y="571"/>
                        <a:pt x="1725" y="747"/>
                      </a:cubicBezTo>
                      <a:cubicBezTo>
                        <a:pt x="1930" y="1185"/>
                        <a:pt x="1827" y="1596"/>
                        <a:pt x="1725" y="2034"/>
                      </a:cubicBezTo>
                      <a:cubicBezTo>
                        <a:pt x="1493" y="2471"/>
                        <a:pt x="1287" y="2677"/>
                        <a:pt x="978" y="2883"/>
                      </a:cubicBezTo>
                      <a:cubicBezTo>
                        <a:pt x="746" y="2986"/>
                        <a:pt x="438" y="2986"/>
                        <a:pt x="206" y="2986"/>
                      </a:cubicBezTo>
                      <a:lnTo>
                        <a:pt x="0" y="2986"/>
                      </a:lnTo>
                      <a:cubicBezTo>
                        <a:pt x="0" y="2986"/>
                        <a:pt x="103" y="3115"/>
                        <a:pt x="206" y="3115"/>
                      </a:cubicBezTo>
                      <a:cubicBezTo>
                        <a:pt x="438" y="3115"/>
                        <a:pt x="746" y="3115"/>
                        <a:pt x="978" y="2986"/>
                      </a:cubicBezTo>
                      <a:cubicBezTo>
                        <a:pt x="1390" y="2883"/>
                        <a:pt x="1622" y="2574"/>
                        <a:pt x="1827" y="2137"/>
                      </a:cubicBezTo>
                      <a:cubicBezTo>
                        <a:pt x="2033" y="1699"/>
                        <a:pt x="2033" y="1185"/>
                        <a:pt x="1930" y="644"/>
                      </a:cubicBezTo>
                      <a:cubicBezTo>
                        <a:pt x="1827" y="412"/>
                        <a:pt x="1827" y="309"/>
                        <a:pt x="1725" y="103"/>
                      </a:cubicBezTo>
                      <a:lnTo>
                        <a:pt x="162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8"/>
                <p:cNvSpPr/>
                <p:nvPr/>
              </p:nvSpPr>
              <p:spPr>
                <a:xfrm>
                  <a:off x="9696125" y="2387875"/>
                  <a:ext cx="37325" cy="48300"/>
                </a:xfrm>
                <a:custGeom>
                  <a:avLst/>
                  <a:gdLst/>
                  <a:ahLst/>
                  <a:cxnLst/>
                  <a:rect l="l" t="t" r="r" b="b"/>
                  <a:pathLst>
                    <a:path w="1493" h="1932" extrusionOk="0">
                      <a:moveTo>
                        <a:pt x="1493" y="1"/>
                      </a:moveTo>
                      <a:lnTo>
                        <a:pt x="1493" y="1"/>
                      </a:lnTo>
                      <a:cubicBezTo>
                        <a:pt x="1184" y="335"/>
                        <a:pt x="952" y="644"/>
                        <a:pt x="746" y="979"/>
                      </a:cubicBezTo>
                      <a:cubicBezTo>
                        <a:pt x="541" y="1288"/>
                        <a:pt x="206" y="1622"/>
                        <a:pt x="0" y="1931"/>
                      </a:cubicBezTo>
                      <a:cubicBezTo>
                        <a:pt x="438" y="1725"/>
                        <a:pt x="644" y="1416"/>
                        <a:pt x="849" y="1082"/>
                      </a:cubicBezTo>
                      <a:cubicBezTo>
                        <a:pt x="1184" y="773"/>
                        <a:pt x="1390" y="438"/>
                        <a:pt x="149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8"/>
                <p:cNvSpPr/>
                <p:nvPr/>
              </p:nvSpPr>
              <p:spPr>
                <a:xfrm>
                  <a:off x="9588650" y="2452225"/>
                  <a:ext cx="88825" cy="39675"/>
                </a:xfrm>
                <a:custGeom>
                  <a:avLst/>
                  <a:gdLst/>
                  <a:ahLst/>
                  <a:cxnLst/>
                  <a:rect l="l" t="t" r="r" b="b"/>
                  <a:pathLst>
                    <a:path w="3553" h="1587" extrusionOk="0">
                      <a:moveTo>
                        <a:pt x="1519" y="1"/>
                      </a:moveTo>
                      <a:cubicBezTo>
                        <a:pt x="876" y="1"/>
                        <a:pt x="335" y="335"/>
                        <a:pt x="104" y="773"/>
                      </a:cubicBezTo>
                      <a:lnTo>
                        <a:pt x="1" y="876"/>
                      </a:lnTo>
                      <a:lnTo>
                        <a:pt x="104" y="876"/>
                      </a:lnTo>
                      <a:cubicBezTo>
                        <a:pt x="335" y="1082"/>
                        <a:pt x="644" y="1288"/>
                        <a:pt x="979" y="1416"/>
                      </a:cubicBezTo>
                      <a:cubicBezTo>
                        <a:pt x="1160" y="1537"/>
                        <a:pt x="1420" y="1587"/>
                        <a:pt x="1672" y="1587"/>
                      </a:cubicBezTo>
                      <a:cubicBezTo>
                        <a:pt x="1850" y="1587"/>
                        <a:pt x="2024" y="1562"/>
                        <a:pt x="2163" y="1519"/>
                      </a:cubicBezTo>
                      <a:cubicBezTo>
                        <a:pt x="2575" y="1416"/>
                        <a:pt x="2806" y="1185"/>
                        <a:pt x="3115" y="979"/>
                      </a:cubicBezTo>
                      <a:cubicBezTo>
                        <a:pt x="3218" y="773"/>
                        <a:pt x="3450" y="541"/>
                        <a:pt x="3553" y="335"/>
                      </a:cubicBezTo>
                      <a:lnTo>
                        <a:pt x="3553" y="129"/>
                      </a:lnTo>
                      <a:cubicBezTo>
                        <a:pt x="3450" y="335"/>
                        <a:pt x="3218" y="644"/>
                        <a:pt x="3012" y="876"/>
                      </a:cubicBezTo>
                      <a:cubicBezTo>
                        <a:pt x="2806" y="1082"/>
                        <a:pt x="2472" y="1185"/>
                        <a:pt x="2163" y="1288"/>
                      </a:cubicBezTo>
                      <a:cubicBezTo>
                        <a:pt x="1995" y="1352"/>
                        <a:pt x="1802" y="1384"/>
                        <a:pt x="1613" y="1384"/>
                      </a:cubicBezTo>
                      <a:cubicBezTo>
                        <a:pt x="1423" y="1384"/>
                        <a:pt x="1236" y="1352"/>
                        <a:pt x="1082" y="1288"/>
                      </a:cubicBezTo>
                      <a:cubicBezTo>
                        <a:pt x="770" y="1192"/>
                        <a:pt x="481" y="1007"/>
                        <a:pt x="276" y="815"/>
                      </a:cubicBezTo>
                      <a:lnTo>
                        <a:pt x="276" y="815"/>
                      </a:lnTo>
                      <a:cubicBezTo>
                        <a:pt x="582" y="410"/>
                        <a:pt x="1004" y="129"/>
                        <a:pt x="1519" y="129"/>
                      </a:cubicBezTo>
                      <a:lnTo>
                        <a:pt x="2034" y="129"/>
                      </a:lnTo>
                      <a:cubicBezTo>
                        <a:pt x="1931" y="1"/>
                        <a:pt x="1725" y="1"/>
                        <a:pt x="15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8"/>
                <p:cNvSpPr/>
                <p:nvPr/>
              </p:nvSpPr>
              <p:spPr>
                <a:xfrm>
                  <a:off x="9618250" y="2458025"/>
                  <a:ext cx="56650" cy="18675"/>
                </a:xfrm>
                <a:custGeom>
                  <a:avLst/>
                  <a:gdLst/>
                  <a:ahLst/>
                  <a:cxnLst/>
                  <a:rect l="l" t="t" r="r" b="b"/>
                  <a:pathLst>
                    <a:path w="2266" h="747" extrusionOk="0">
                      <a:moveTo>
                        <a:pt x="2266" y="0"/>
                      </a:moveTo>
                      <a:cubicBezTo>
                        <a:pt x="1828" y="0"/>
                        <a:pt x="1494" y="0"/>
                        <a:pt x="1082" y="206"/>
                      </a:cubicBezTo>
                      <a:cubicBezTo>
                        <a:pt x="747" y="309"/>
                        <a:pt x="335" y="541"/>
                        <a:pt x="1" y="747"/>
                      </a:cubicBezTo>
                      <a:cubicBezTo>
                        <a:pt x="438" y="644"/>
                        <a:pt x="747" y="541"/>
                        <a:pt x="1185" y="412"/>
                      </a:cubicBezTo>
                      <a:cubicBezTo>
                        <a:pt x="1494" y="309"/>
                        <a:pt x="1931" y="206"/>
                        <a:pt x="226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8"/>
                <p:cNvSpPr/>
                <p:nvPr/>
              </p:nvSpPr>
              <p:spPr>
                <a:xfrm>
                  <a:off x="9645275" y="2444500"/>
                  <a:ext cx="96550" cy="246475"/>
                </a:xfrm>
                <a:custGeom>
                  <a:avLst/>
                  <a:gdLst/>
                  <a:ahLst/>
                  <a:cxnLst/>
                  <a:rect l="l" t="t" r="r" b="b"/>
                  <a:pathLst>
                    <a:path w="3862" h="9859" extrusionOk="0">
                      <a:moveTo>
                        <a:pt x="1699" y="1"/>
                      </a:moveTo>
                      <a:cubicBezTo>
                        <a:pt x="1828" y="104"/>
                        <a:pt x="1931" y="104"/>
                        <a:pt x="2034" y="207"/>
                      </a:cubicBezTo>
                      <a:cubicBezTo>
                        <a:pt x="2343" y="541"/>
                        <a:pt x="2678" y="747"/>
                        <a:pt x="2883" y="1185"/>
                      </a:cubicBezTo>
                      <a:cubicBezTo>
                        <a:pt x="3321" y="1597"/>
                        <a:pt x="3527" y="2240"/>
                        <a:pt x="3630" y="2884"/>
                      </a:cubicBezTo>
                      <a:cubicBezTo>
                        <a:pt x="3630" y="3218"/>
                        <a:pt x="3630" y="3656"/>
                        <a:pt x="3527" y="3965"/>
                      </a:cubicBezTo>
                      <a:cubicBezTo>
                        <a:pt x="3424" y="4299"/>
                        <a:pt x="3218" y="4711"/>
                        <a:pt x="2986" y="5046"/>
                      </a:cubicBezTo>
                      <a:lnTo>
                        <a:pt x="1391" y="6641"/>
                      </a:lnTo>
                      <a:cubicBezTo>
                        <a:pt x="850" y="6976"/>
                        <a:pt x="541" y="7516"/>
                        <a:pt x="207" y="8160"/>
                      </a:cubicBezTo>
                      <a:cubicBezTo>
                        <a:pt x="104" y="8469"/>
                        <a:pt x="1" y="9009"/>
                        <a:pt x="1" y="9447"/>
                      </a:cubicBezTo>
                      <a:cubicBezTo>
                        <a:pt x="1" y="9550"/>
                        <a:pt x="104" y="9653"/>
                        <a:pt x="104" y="9756"/>
                      </a:cubicBezTo>
                      <a:lnTo>
                        <a:pt x="207" y="9859"/>
                      </a:lnTo>
                      <a:cubicBezTo>
                        <a:pt x="207" y="9859"/>
                        <a:pt x="104" y="9653"/>
                        <a:pt x="104" y="9447"/>
                      </a:cubicBezTo>
                      <a:cubicBezTo>
                        <a:pt x="104" y="9009"/>
                        <a:pt x="207" y="8572"/>
                        <a:pt x="310" y="8160"/>
                      </a:cubicBezTo>
                      <a:cubicBezTo>
                        <a:pt x="644" y="7619"/>
                        <a:pt x="1056" y="7079"/>
                        <a:pt x="1494" y="6744"/>
                      </a:cubicBezTo>
                      <a:cubicBezTo>
                        <a:pt x="2137" y="6230"/>
                        <a:pt x="2678" y="5689"/>
                        <a:pt x="3115" y="5149"/>
                      </a:cubicBezTo>
                      <a:cubicBezTo>
                        <a:pt x="3424" y="4814"/>
                        <a:pt x="3527" y="4402"/>
                        <a:pt x="3630" y="3965"/>
                      </a:cubicBezTo>
                      <a:cubicBezTo>
                        <a:pt x="3759" y="3656"/>
                        <a:pt x="3862" y="3218"/>
                        <a:pt x="3759" y="2781"/>
                      </a:cubicBezTo>
                      <a:cubicBezTo>
                        <a:pt x="3630" y="2137"/>
                        <a:pt x="3424" y="1494"/>
                        <a:pt x="2986" y="1082"/>
                      </a:cubicBezTo>
                      <a:cubicBezTo>
                        <a:pt x="2780" y="644"/>
                        <a:pt x="2472" y="438"/>
                        <a:pt x="2137" y="207"/>
                      </a:cubicBezTo>
                      <a:cubicBezTo>
                        <a:pt x="2034" y="104"/>
                        <a:pt x="1828" y="1"/>
                        <a:pt x="169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8"/>
                <p:cNvSpPr/>
                <p:nvPr/>
              </p:nvSpPr>
              <p:spPr>
                <a:xfrm>
                  <a:off x="9712200" y="2481825"/>
                  <a:ext cx="21250" cy="16125"/>
                </a:xfrm>
                <a:custGeom>
                  <a:avLst/>
                  <a:gdLst/>
                  <a:ahLst/>
                  <a:cxnLst/>
                  <a:rect l="l" t="t" r="r" b="b"/>
                  <a:pathLst>
                    <a:path w="850" h="645" extrusionOk="0">
                      <a:moveTo>
                        <a:pt x="206" y="1"/>
                      </a:moveTo>
                      <a:cubicBezTo>
                        <a:pt x="103" y="1"/>
                        <a:pt x="1" y="1"/>
                        <a:pt x="1" y="104"/>
                      </a:cubicBezTo>
                      <a:cubicBezTo>
                        <a:pt x="1" y="104"/>
                        <a:pt x="206" y="104"/>
                        <a:pt x="438" y="232"/>
                      </a:cubicBezTo>
                      <a:cubicBezTo>
                        <a:pt x="644" y="438"/>
                        <a:pt x="747" y="644"/>
                        <a:pt x="850" y="644"/>
                      </a:cubicBezTo>
                      <a:lnTo>
                        <a:pt x="850" y="438"/>
                      </a:lnTo>
                      <a:cubicBezTo>
                        <a:pt x="747" y="335"/>
                        <a:pt x="747" y="232"/>
                        <a:pt x="541" y="104"/>
                      </a:cubicBezTo>
                      <a:cubicBezTo>
                        <a:pt x="438" y="1"/>
                        <a:pt x="309" y="1"/>
                        <a:pt x="2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8"/>
                <p:cNvSpPr/>
                <p:nvPr/>
              </p:nvSpPr>
              <p:spPr>
                <a:xfrm>
                  <a:off x="9739225" y="2489175"/>
                  <a:ext cx="42500" cy="22275"/>
                </a:xfrm>
                <a:custGeom>
                  <a:avLst/>
                  <a:gdLst/>
                  <a:ahLst/>
                  <a:cxnLst/>
                  <a:rect l="l" t="t" r="r" b="b"/>
                  <a:pathLst>
                    <a:path w="1700" h="891" extrusionOk="0">
                      <a:moveTo>
                        <a:pt x="1430" y="1"/>
                      </a:moveTo>
                      <a:cubicBezTo>
                        <a:pt x="1173" y="1"/>
                        <a:pt x="898" y="96"/>
                        <a:pt x="747" y="247"/>
                      </a:cubicBezTo>
                      <a:cubicBezTo>
                        <a:pt x="412" y="350"/>
                        <a:pt x="104" y="582"/>
                        <a:pt x="1" y="891"/>
                      </a:cubicBezTo>
                      <a:cubicBezTo>
                        <a:pt x="1" y="891"/>
                        <a:pt x="309" y="582"/>
                        <a:pt x="747" y="350"/>
                      </a:cubicBezTo>
                      <a:cubicBezTo>
                        <a:pt x="1287" y="144"/>
                        <a:pt x="1699" y="144"/>
                        <a:pt x="1699" y="41"/>
                      </a:cubicBezTo>
                      <a:cubicBezTo>
                        <a:pt x="1617" y="14"/>
                        <a:pt x="1525" y="1"/>
                        <a:pt x="143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8"/>
                <p:cNvSpPr/>
                <p:nvPr/>
              </p:nvSpPr>
              <p:spPr>
                <a:xfrm>
                  <a:off x="9730850" y="2473100"/>
                  <a:ext cx="83050" cy="43500"/>
                </a:xfrm>
                <a:custGeom>
                  <a:avLst/>
                  <a:gdLst/>
                  <a:ahLst/>
                  <a:cxnLst/>
                  <a:rect l="l" t="t" r="r" b="b"/>
                  <a:pathLst>
                    <a:path w="3322" h="1740" extrusionOk="0">
                      <a:moveTo>
                        <a:pt x="2194" y="0"/>
                      </a:moveTo>
                      <a:cubicBezTo>
                        <a:pt x="2068" y="0"/>
                        <a:pt x="1946" y="13"/>
                        <a:pt x="1828" y="41"/>
                      </a:cubicBezTo>
                      <a:cubicBezTo>
                        <a:pt x="1185" y="41"/>
                        <a:pt x="541" y="453"/>
                        <a:pt x="207" y="890"/>
                      </a:cubicBezTo>
                      <a:cubicBezTo>
                        <a:pt x="104" y="1096"/>
                        <a:pt x="1" y="1225"/>
                        <a:pt x="1" y="1225"/>
                      </a:cubicBezTo>
                      <a:cubicBezTo>
                        <a:pt x="336" y="890"/>
                        <a:pt x="541" y="684"/>
                        <a:pt x="850" y="453"/>
                      </a:cubicBezTo>
                      <a:cubicBezTo>
                        <a:pt x="1185" y="350"/>
                        <a:pt x="1494" y="247"/>
                        <a:pt x="1828" y="144"/>
                      </a:cubicBezTo>
                      <a:cubicBezTo>
                        <a:pt x="2251" y="144"/>
                        <a:pt x="2649" y="240"/>
                        <a:pt x="3069" y="339"/>
                      </a:cubicBezTo>
                      <a:lnTo>
                        <a:pt x="3069" y="339"/>
                      </a:lnTo>
                      <a:cubicBezTo>
                        <a:pt x="2861" y="728"/>
                        <a:pt x="2543" y="1010"/>
                        <a:pt x="2137" y="1225"/>
                      </a:cubicBezTo>
                      <a:cubicBezTo>
                        <a:pt x="1828" y="1328"/>
                        <a:pt x="1494" y="1431"/>
                        <a:pt x="1185" y="1534"/>
                      </a:cubicBezTo>
                      <a:cubicBezTo>
                        <a:pt x="850" y="1534"/>
                        <a:pt x="541" y="1637"/>
                        <a:pt x="207" y="1740"/>
                      </a:cubicBezTo>
                      <a:lnTo>
                        <a:pt x="439" y="1740"/>
                      </a:lnTo>
                      <a:cubicBezTo>
                        <a:pt x="644" y="1740"/>
                        <a:pt x="979" y="1740"/>
                        <a:pt x="1185" y="1637"/>
                      </a:cubicBezTo>
                      <a:cubicBezTo>
                        <a:pt x="1494" y="1637"/>
                        <a:pt x="1931" y="1534"/>
                        <a:pt x="2266" y="1328"/>
                      </a:cubicBezTo>
                      <a:cubicBezTo>
                        <a:pt x="2678" y="1096"/>
                        <a:pt x="3012" y="787"/>
                        <a:pt x="3218" y="350"/>
                      </a:cubicBezTo>
                      <a:lnTo>
                        <a:pt x="3321" y="247"/>
                      </a:lnTo>
                      <a:lnTo>
                        <a:pt x="3218" y="247"/>
                      </a:lnTo>
                      <a:cubicBezTo>
                        <a:pt x="2898" y="96"/>
                        <a:pt x="2536" y="0"/>
                        <a:pt x="21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8"/>
                <p:cNvSpPr/>
                <p:nvPr/>
              </p:nvSpPr>
              <p:spPr>
                <a:xfrm>
                  <a:off x="9623400" y="2549800"/>
                  <a:ext cx="64375" cy="53025"/>
                </a:xfrm>
                <a:custGeom>
                  <a:avLst/>
                  <a:gdLst/>
                  <a:ahLst/>
                  <a:cxnLst/>
                  <a:rect l="l" t="t" r="r" b="b"/>
                  <a:pathLst>
                    <a:path w="2575" h="2121" extrusionOk="0">
                      <a:moveTo>
                        <a:pt x="918" y="1"/>
                      </a:moveTo>
                      <a:cubicBezTo>
                        <a:pt x="723" y="1"/>
                        <a:pt x="522" y="32"/>
                        <a:pt x="335" y="87"/>
                      </a:cubicBezTo>
                      <a:cubicBezTo>
                        <a:pt x="335" y="87"/>
                        <a:pt x="232" y="87"/>
                        <a:pt x="129" y="190"/>
                      </a:cubicBezTo>
                      <a:lnTo>
                        <a:pt x="1" y="190"/>
                      </a:lnTo>
                      <a:lnTo>
                        <a:pt x="129" y="293"/>
                      </a:lnTo>
                      <a:cubicBezTo>
                        <a:pt x="335" y="1039"/>
                        <a:pt x="773" y="1580"/>
                        <a:pt x="1519" y="1889"/>
                      </a:cubicBezTo>
                      <a:cubicBezTo>
                        <a:pt x="1725" y="2018"/>
                        <a:pt x="1931" y="2120"/>
                        <a:pt x="2163" y="2120"/>
                      </a:cubicBezTo>
                      <a:lnTo>
                        <a:pt x="2369" y="2120"/>
                      </a:lnTo>
                      <a:cubicBezTo>
                        <a:pt x="2060" y="2018"/>
                        <a:pt x="1828" y="1889"/>
                        <a:pt x="1519" y="1786"/>
                      </a:cubicBezTo>
                      <a:cubicBezTo>
                        <a:pt x="1004" y="1491"/>
                        <a:pt x="489" y="986"/>
                        <a:pt x="263" y="293"/>
                      </a:cubicBezTo>
                      <a:lnTo>
                        <a:pt x="438" y="293"/>
                      </a:lnTo>
                      <a:cubicBezTo>
                        <a:pt x="619" y="250"/>
                        <a:pt x="779" y="225"/>
                        <a:pt x="934" y="225"/>
                      </a:cubicBezTo>
                      <a:cubicBezTo>
                        <a:pt x="1154" y="225"/>
                        <a:pt x="1366" y="275"/>
                        <a:pt x="1622" y="396"/>
                      </a:cubicBezTo>
                      <a:cubicBezTo>
                        <a:pt x="1828" y="499"/>
                        <a:pt x="2163" y="834"/>
                        <a:pt x="2266" y="1142"/>
                      </a:cubicBezTo>
                      <a:cubicBezTo>
                        <a:pt x="2369" y="1374"/>
                        <a:pt x="2472" y="1683"/>
                        <a:pt x="2574" y="2018"/>
                      </a:cubicBezTo>
                      <a:lnTo>
                        <a:pt x="2574" y="1786"/>
                      </a:lnTo>
                      <a:cubicBezTo>
                        <a:pt x="2574" y="1477"/>
                        <a:pt x="2472" y="1245"/>
                        <a:pt x="2369" y="1039"/>
                      </a:cubicBezTo>
                      <a:cubicBezTo>
                        <a:pt x="2266" y="731"/>
                        <a:pt x="1931" y="396"/>
                        <a:pt x="1622" y="190"/>
                      </a:cubicBezTo>
                      <a:cubicBezTo>
                        <a:pt x="1430" y="57"/>
                        <a:pt x="1180" y="1"/>
                        <a:pt x="91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8"/>
                <p:cNvSpPr/>
                <p:nvPr/>
              </p:nvSpPr>
              <p:spPr>
                <a:xfrm>
                  <a:off x="9647850" y="2564825"/>
                  <a:ext cx="37350" cy="38000"/>
                </a:xfrm>
                <a:custGeom>
                  <a:avLst/>
                  <a:gdLst/>
                  <a:ahLst/>
                  <a:cxnLst/>
                  <a:rect l="l" t="t" r="r" b="b"/>
                  <a:pathLst>
                    <a:path w="1494" h="1520" extrusionOk="0">
                      <a:moveTo>
                        <a:pt x="1" y="1"/>
                      </a:moveTo>
                      <a:cubicBezTo>
                        <a:pt x="1" y="1"/>
                        <a:pt x="104" y="233"/>
                        <a:pt x="207" y="336"/>
                      </a:cubicBezTo>
                      <a:cubicBezTo>
                        <a:pt x="438" y="541"/>
                        <a:pt x="541" y="644"/>
                        <a:pt x="747" y="876"/>
                      </a:cubicBezTo>
                      <a:cubicBezTo>
                        <a:pt x="953" y="979"/>
                        <a:pt x="1185" y="1082"/>
                        <a:pt x="1288" y="1288"/>
                      </a:cubicBezTo>
                      <a:cubicBezTo>
                        <a:pt x="1494" y="1417"/>
                        <a:pt x="1494" y="1519"/>
                        <a:pt x="1494" y="1519"/>
                      </a:cubicBezTo>
                      <a:cubicBezTo>
                        <a:pt x="1494" y="1519"/>
                        <a:pt x="1494" y="1417"/>
                        <a:pt x="1391" y="1185"/>
                      </a:cubicBezTo>
                      <a:cubicBezTo>
                        <a:pt x="1288" y="979"/>
                        <a:pt x="1082" y="773"/>
                        <a:pt x="850" y="644"/>
                      </a:cubicBezTo>
                      <a:cubicBezTo>
                        <a:pt x="644" y="438"/>
                        <a:pt x="438" y="336"/>
                        <a:pt x="310" y="233"/>
                      </a:cubicBezTo>
                      <a:cubicBezTo>
                        <a:pt x="104" y="130"/>
                        <a:pt x="104"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8"/>
                <p:cNvSpPr/>
                <p:nvPr/>
              </p:nvSpPr>
              <p:spPr>
                <a:xfrm>
                  <a:off x="9696125" y="2594425"/>
                  <a:ext cx="59225" cy="11975"/>
                </a:xfrm>
                <a:custGeom>
                  <a:avLst/>
                  <a:gdLst/>
                  <a:ahLst/>
                  <a:cxnLst/>
                  <a:rect l="l" t="t" r="r" b="b"/>
                  <a:pathLst>
                    <a:path w="2369" h="479" extrusionOk="0">
                      <a:moveTo>
                        <a:pt x="0" y="1"/>
                      </a:moveTo>
                      <a:cubicBezTo>
                        <a:pt x="309" y="335"/>
                        <a:pt x="746" y="438"/>
                        <a:pt x="1184" y="438"/>
                      </a:cubicBezTo>
                      <a:cubicBezTo>
                        <a:pt x="1294" y="466"/>
                        <a:pt x="1407" y="479"/>
                        <a:pt x="1518" y="479"/>
                      </a:cubicBezTo>
                      <a:cubicBezTo>
                        <a:pt x="1823" y="479"/>
                        <a:pt x="2123" y="383"/>
                        <a:pt x="2368" y="233"/>
                      </a:cubicBezTo>
                      <a:cubicBezTo>
                        <a:pt x="2368" y="203"/>
                        <a:pt x="2340" y="192"/>
                        <a:pt x="2288" y="192"/>
                      </a:cubicBezTo>
                      <a:cubicBezTo>
                        <a:pt x="2158" y="192"/>
                        <a:pt x="1881" y="260"/>
                        <a:pt x="1541" y="260"/>
                      </a:cubicBezTo>
                      <a:cubicBezTo>
                        <a:pt x="1428" y="260"/>
                        <a:pt x="1308" y="252"/>
                        <a:pt x="1184" y="233"/>
                      </a:cubicBezTo>
                      <a:cubicBezTo>
                        <a:pt x="541" y="233"/>
                        <a:pt x="103"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8"/>
                <p:cNvSpPr/>
                <p:nvPr/>
              </p:nvSpPr>
              <p:spPr>
                <a:xfrm>
                  <a:off x="9666525" y="2621450"/>
                  <a:ext cx="59225" cy="64375"/>
                </a:xfrm>
                <a:custGeom>
                  <a:avLst/>
                  <a:gdLst/>
                  <a:ahLst/>
                  <a:cxnLst/>
                  <a:rect l="l" t="t" r="r" b="b"/>
                  <a:pathLst>
                    <a:path w="2369" h="2575" extrusionOk="0">
                      <a:moveTo>
                        <a:pt x="103" y="1"/>
                      </a:moveTo>
                      <a:lnTo>
                        <a:pt x="103" y="1"/>
                      </a:lnTo>
                      <a:cubicBezTo>
                        <a:pt x="103" y="1"/>
                        <a:pt x="0" y="104"/>
                        <a:pt x="0" y="207"/>
                      </a:cubicBezTo>
                      <a:lnTo>
                        <a:pt x="0" y="1082"/>
                      </a:lnTo>
                      <a:cubicBezTo>
                        <a:pt x="103" y="1494"/>
                        <a:pt x="335" y="1828"/>
                        <a:pt x="644" y="2034"/>
                      </a:cubicBezTo>
                      <a:cubicBezTo>
                        <a:pt x="978" y="2369"/>
                        <a:pt x="1390" y="2575"/>
                        <a:pt x="1930" y="2575"/>
                      </a:cubicBezTo>
                      <a:lnTo>
                        <a:pt x="2265" y="2575"/>
                      </a:lnTo>
                      <a:lnTo>
                        <a:pt x="2265" y="2472"/>
                      </a:lnTo>
                      <a:cubicBezTo>
                        <a:pt x="2368" y="2034"/>
                        <a:pt x="2265" y="1494"/>
                        <a:pt x="2033" y="1185"/>
                      </a:cubicBezTo>
                      <a:cubicBezTo>
                        <a:pt x="1828" y="850"/>
                        <a:pt x="1622" y="541"/>
                        <a:pt x="1287" y="310"/>
                      </a:cubicBezTo>
                      <a:cubicBezTo>
                        <a:pt x="1081" y="207"/>
                        <a:pt x="849" y="104"/>
                        <a:pt x="644" y="104"/>
                      </a:cubicBezTo>
                      <a:lnTo>
                        <a:pt x="438" y="104"/>
                      </a:lnTo>
                      <a:cubicBezTo>
                        <a:pt x="644" y="207"/>
                        <a:pt x="978" y="310"/>
                        <a:pt x="1184" y="438"/>
                      </a:cubicBezTo>
                      <a:cubicBezTo>
                        <a:pt x="1493" y="644"/>
                        <a:pt x="1725" y="953"/>
                        <a:pt x="1828" y="1185"/>
                      </a:cubicBezTo>
                      <a:cubicBezTo>
                        <a:pt x="2017" y="1564"/>
                        <a:pt x="2120" y="1966"/>
                        <a:pt x="2135" y="2369"/>
                      </a:cubicBezTo>
                      <a:lnTo>
                        <a:pt x="1930" y="2369"/>
                      </a:lnTo>
                      <a:cubicBezTo>
                        <a:pt x="1493" y="2369"/>
                        <a:pt x="1081" y="2240"/>
                        <a:pt x="747" y="1931"/>
                      </a:cubicBezTo>
                      <a:cubicBezTo>
                        <a:pt x="438" y="1725"/>
                        <a:pt x="206" y="1391"/>
                        <a:pt x="103" y="1082"/>
                      </a:cubicBezTo>
                      <a:cubicBezTo>
                        <a:pt x="103" y="644"/>
                        <a:pt x="0" y="310"/>
                        <a:pt x="1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8"/>
                <p:cNvSpPr/>
                <p:nvPr/>
              </p:nvSpPr>
              <p:spPr>
                <a:xfrm>
                  <a:off x="9674875" y="2618875"/>
                  <a:ext cx="28975" cy="50875"/>
                </a:xfrm>
                <a:custGeom>
                  <a:avLst/>
                  <a:gdLst/>
                  <a:ahLst/>
                  <a:cxnLst/>
                  <a:rect l="l" t="t" r="r" b="b"/>
                  <a:pathLst>
                    <a:path w="1159" h="2035" extrusionOk="0">
                      <a:moveTo>
                        <a:pt x="1" y="1"/>
                      </a:moveTo>
                      <a:cubicBezTo>
                        <a:pt x="1" y="413"/>
                        <a:pt x="104" y="850"/>
                        <a:pt x="310" y="1185"/>
                      </a:cubicBezTo>
                      <a:cubicBezTo>
                        <a:pt x="644" y="1828"/>
                        <a:pt x="1159" y="2034"/>
                        <a:pt x="1159" y="2034"/>
                      </a:cubicBezTo>
                      <a:cubicBezTo>
                        <a:pt x="1159" y="2034"/>
                        <a:pt x="850" y="1597"/>
                        <a:pt x="515" y="1056"/>
                      </a:cubicBezTo>
                      <a:cubicBezTo>
                        <a:pt x="104" y="542"/>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8"/>
                <p:cNvSpPr/>
                <p:nvPr/>
              </p:nvSpPr>
              <p:spPr>
                <a:xfrm>
                  <a:off x="9607325" y="2610525"/>
                  <a:ext cx="43125" cy="42250"/>
                </a:xfrm>
                <a:custGeom>
                  <a:avLst/>
                  <a:gdLst/>
                  <a:ahLst/>
                  <a:cxnLst/>
                  <a:rect l="l" t="t" r="r" b="b"/>
                  <a:pathLst>
                    <a:path w="1725" h="1690" extrusionOk="0">
                      <a:moveTo>
                        <a:pt x="0" y="0"/>
                      </a:moveTo>
                      <a:lnTo>
                        <a:pt x="0" y="103"/>
                      </a:lnTo>
                      <a:lnTo>
                        <a:pt x="0" y="232"/>
                      </a:lnTo>
                      <a:cubicBezTo>
                        <a:pt x="0" y="541"/>
                        <a:pt x="129" y="875"/>
                        <a:pt x="335" y="1184"/>
                      </a:cubicBezTo>
                      <a:cubicBezTo>
                        <a:pt x="541" y="1390"/>
                        <a:pt x="772" y="1519"/>
                        <a:pt x="978" y="1622"/>
                      </a:cubicBezTo>
                      <a:cubicBezTo>
                        <a:pt x="1064" y="1665"/>
                        <a:pt x="1171" y="1690"/>
                        <a:pt x="1282" y="1690"/>
                      </a:cubicBezTo>
                      <a:cubicBezTo>
                        <a:pt x="1439" y="1690"/>
                        <a:pt x="1604" y="1640"/>
                        <a:pt x="1725" y="1519"/>
                      </a:cubicBezTo>
                      <a:lnTo>
                        <a:pt x="1081" y="1519"/>
                      </a:lnTo>
                      <a:cubicBezTo>
                        <a:pt x="875" y="1390"/>
                        <a:pt x="644" y="1287"/>
                        <a:pt x="438" y="1081"/>
                      </a:cubicBezTo>
                      <a:cubicBezTo>
                        <a:pt x="335" y="876"/>
                        <a:pt x="232" y="543"/>
                        <a:pt x="232" y="235"/>
                      </a:cubicBezTo>
                      <a:lnTo>
                        <a:pt x="232" y="235"/>
                      </a:lnTo>
                      <a:cubicBezTo>
                        <a:pt x="702" y="261"/>
                        <a:pt x="1104" y="467"/>
                        <a:pt x="1416" y="875"/>
                      </a:cubicBezTo>
                      <a:cubicBezTo>
                        <a:pt x="1519" y="978"/>
                        <a:pt x="1622" y="1184"/>
                        <a:pt x="1725" y="1390"/>
                      </a:cubicBezTo>
                      <a:cubicBezTo>
                        <a:pt x="1725" y="1184"/>
                        <a:pt x="1622" y="978"/>
                        <a:pt x="1519" y="747"/>
                      </a:cubicBezTo>
                      <a:cubicBezTo>
                        <a:pt x="1184" y="232"/>
                        <a:pt x="644" y="0"/>
                        <a:pt x="12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8"/>
                <p:cNvSpPr/>
                <p:nvPr/>
              </p:nvSpPr>
              <p:spPr>
                <a:xfrm>
                  <a:off x="9733425" y="2625475"/>
                  <a:ext cx="21925" cy="23025"/>
                </a:xfrm>
                <a:custGeom>
                  <a:avLst/>
                  <a:gdLst/>
                  <a:ahLst/>
                  <a:cxnLst/>
                  <a:rect l="l" t="t" r="r" b="b"/>
                  <a:pathLst>
                    <a:path w="877" h="921" extrusionOk="0">
                      <a:moveTo>
                        <a:pt x="298" y="91"/>
                      </a:moveTo>
                      <a:cubicBezTo>
                        <a:pt x="350" y="119"/>
                        <a:pt x="431" y="149"/>
                        <a:pt x="541" y="149"/>
                      </a:cubicBezTo>
                      <a:cubicBezTo>
                        <a:pt x="541" y="277"/>
                        <a:pt x="644" y="380"/>
                        <a:pt x="644" y="483"/>
                      </a:cubicBezTo>
                      <a:cubicBezTo>
                        <a:pt x="644" y="586"/>
                        <a:pt x="644" y="586"/>
                        <a:pt x="541" y="689"/>
                      </a:cubicBezTo>
                      <a:cubicBezTo>
                        <a:pt x="438" y="689"/>
                        <a:pt x="336" y="689"/>
                        <a:pt x="233" y="586"/>
                      </a:cubicBezTo>
                      <a:cubicBezTo>
                        <a:pt x="233" y="483"/>
                        <a:pt x="104" y="380"/>
                        <a:pt x="233" y="277"/>
                      </a:cubicBezTo>
                      <a:cubicBezTo>
                        <a:pt x="233" y="201"/>
                        <a:pt x="269" y="134"/>
                        <a:pt x="298" y="91"/>
                      </a:cubicBezTo>
                      <a:close/>
                      <a:moveTo>
                        <a:pt x="370" y="0"/>
                      </a:moveTo>
                      <a:cubicBezTo>
                        <a:pt x="278" y="0"/>
                        <a:pt x="233" y="46"/>
                        <a:pt x="233" y="46"/>
                      </a:cubicBezTo>
                      <a:cubicBezTo>
                        <a:pt x="233" y="46"/>
                        <a:pt x="238" y="51"/>
                        <a:pt x="249" y="60"/>
                      </a:cubicBezTo>
                      <a:lnTo>
                        <a:pt x="249" y="60"/>
                      </a:lnTo>
                      <a:cubicBezTo>
                        <a:pt x="173" y="82"/>
                        <a:pt x="63" y="137"/>
                        <a:pt x="1" y="277"/>
                      </a:cubicBezTo>
                      <a:cubicBezTo>
                        <a:pt x="1" y="380"/>
                        <a:pt x="1" y="586"/>
                        <a:pt x="104" y="689"/>
                      </a:cubicBezTo>
                      <a:cubicBezTo>
                        <a:pt x="233" y="921"/>
                        <a:pt x="438" y="921"/>
                        <a:pt x="541" y="921"/>
                      </a:cubicBezTo>
                      <a:cubicBezTo>
                        <a:pt x="747" y="792"/>
                        <a:pt x="876" y="586"/>
                        <a:pt x="876" y="380"/>
                      </a:cubicBezTo>
                      <a:cubicBezTo>
                        <a:pt x="876" y="277"/>
                        <a:pt x="747" y="149"/>
                        <a:pt x="541" y="46"/>
                      </a:cubicBezTo>
                      <a:cubicBezTo>
                        <a:pt x="473" y="12"/>
                        <a:pt x="416" y="0"/>
                        <a:pt x="3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8"/>
                <p:cNvSpPr/>
                <p:nvPr/>
              </p:nvSpPr>
              <p:spPr>
                <a:xfrm>
                  <a:off x="9639500" y="2605375"/>
                  <a:ext cx="16100" cy="16100"/>
                </a:xfrm>
                <a:custGeom>
                  <a:avLst/>
                  <a:gdLst/>
                  <a:ahLst/>
                  <a:cxnLst/>
                  <a:rect l="l" t="t" r="r" b="b"/>
                  <a:pathLst>
                    <a:path w="644" h="644" extrusionOk="0">
                      <a:moveTo>
                        <a:pt x="335" y="206"/>
                      </a:moveTo>
                      <a:cubicBezTo>
                        <a:pt x="438" y="206"/>
                        <a:pt x="438" y="438"/>
                        <a:pt x="438" y="438"/>
                      </a:cubicBezTo>
                      <a:cubicBezTo>
                        <a:pt x="335" y="438"/>
                        <a:pt x="335" y="438"/>
                        <a:pt x="232" y="309"/>
                      </a:cubicBezTo>
                      <a:lnTo>
                        <a:pt x="232" y="206"/>
                      </a:lnTo>
                      <a:close/>
                      <a:moveTo>
                        <a:pt x="232" y="0"/>
                      </a:moveTo>
                      <a:cubicBezTo>
                        <a:pt x="129" y="0"/>
                        <a:pt x="129" y="103"/>
                        <a:pt x="129" y="103"/>
                      </a:cubicBezTo>
                      <a:cubicBezTo>
                        <a:pt x="0" y="206"/>
                        <a:pt x="129" y="309"/>
                        <a:pt x="129" y="438"/>
                      </a:cubicBezTo>
                      <a:cubicBezTo>
                        <a:pt x="232" y="541"/>
                        <a:pt x="335" y="644"/>
                        <a:pt x="438" y="644"/>
                      </a:cubicBezTo>
                      <a:cubicBezTo>
                        <a:pt x="541" y="541"/>
                        <a:pt x="644" y="541"/>
                        <a:pt x="644" y="438"/>
                      </a:cubicBezTo>
                      <a:cubicBezTo>
                        <a:pt x="644" y="438"/>
                        <a:pt x="644" y="309"/>
                        <a:pt x="541" y="206"/>
                      </a:cubicBezTo>
                      <a:cubicBezTo>
                        <a:pt x="541" y="103"/>
                        <a:pt x="438" y="103"/>
                        <a:pt x="335" y="103"/>
                      </a:cubicBezTo>
                      <a:cubicBezTo>
                        <a:pt x="314" y="103"/>
                        <a:pt x="292" y="108"/>
                        <a:pt x="272" y="115"/>
                      </a:cubicBezTo>
                      <a:lnTo>
                        <a:pt x="272" y="115"/>
                      </a:lnTo>
                      <a:cubicBezTo>
                        <a:pt x="301" y="85"/>
                        <a:pt x="335" y="59"/>
                        <a:pt x="3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8"/>
                <p:cNvSpPr/>
                <p:nvPr/>
              </p:nvSpPr>
              <p:spPr>
                <a:xfrm>
                  <a:off x="9626625" y="2511425"/>
                  <a:ext cx="16100" cy="16125"/>
                </a:xfrm>
                <a:custGeom>
                  <a:avLst/>
                  <a:gdLst/>
                  <a:ahLst/>
                  <a:cxnLst/>
                  <a:rect l="l" t="t" r="r" b="b"/>
                  <a:pathLst>
                    <a:path w="644" h="645" extrusionOk="0">
                      <a:moveTo>
                        <a:pt x="297" y="103"/>
                      </a:moveTo>
                      <a:lnTo>
                        <a:pt x="297" y="103"/>
                      </a:lnTo>
                      <a:cubicBezTo>
                        <a:pt x="300" y="103"/>
                        <a:pt x="305" y="104"/>
                        <a:pt x="309" y="104"/>
                      </a:cubicBezTo>
                      <a:cubicBezTo>
                        <a:pt x="309" y="155"/>
                        <a:pt x="335" y="155"/>
                        <a:pt x="361" y="155"/>
                      </a:cubicBezTo>
                      <a:cubicBezTo>
                        <a:pt x="386" y="155"/>
                        <a:pt x="412" y="155"/>
                        <a:pt x="412" y="207"/>
                      </a:cubicBezTo>
                      <a:lnTo>
                        <a:pt x="515" y="335"/>
                      </a:lnTo>
                      <a:cubicBezTo>
                        <a:pt x="412" y="438"/>
                        <a:pt x="412" y="438"/>
                        <a:pt x="309" y="438"/>
                      </a:cubicBezTo>
                      <a:cubicBezTo>
                        <a:pt x="309" y="438"/>
                        <a:pt x="206" y="438"/>
                        <a:pt x="206" y="335"/>
                      </a:cubicBezTo>
                      <a:lnTo>
                        <a:pt x="206" y="207"/>
                      </a:lnTo>
                      <a:cubicBezTo>
                        <a:pt x="258" y="155"/>
                        <a:pt x="284" y="129"/>
                        <a:pt x="297" y="103"/>
                      </a:cubicBezTo>
                      <a:close/>
                      <a:moveTo>
                        <a:pt x="309" y="1"/>
                      </a:moveTo>
                      <a:cubicBezTo>
                        <a:pt x="309" y="1"/>
                        <a:pt x="206" y="1"/>
                        <a:pt x="103" y="104"/>
                      </a:cubicBezTo>
                      <a:cubicBezTo>
                        <a:pt x="103" y="207"/>
                        <a:pt x="0" y="335"/>
                        <a:pt x="103" y="438"/>
                      </a:cubicBezTo>
                      <a:cubicBezTo>
                        <a:pt x="103" y="541"/>
                        <a:pt x="206" y="644"/>
                        <a:pt x="412" y="644"/>
                      </a:cubicBezTo>
                      <a:cubicBezTo>
                        <a:pt x="515" y="644"/>
                        <a:pt x="644" y="541"/>
                        <a:pt x="644" y="335"/>
                      </a:cubicBezTo>
                      <a:cubicBezTo>
                        <a:pt x="644" y="207"/>
                        <a:pt x="644" y="104"/>
                        <a:pt x="515" y="104"/>
                      </a:cubicBezTo>
                      <a:cubicBezTo>
                        <a:pt x="446" y="69"/>
                        <a:pt x="389" y="58"/>
                        <a:pt x="347" y="58"/>
                      </a:cubicBezTo>
                      <a:cubicBezTo>
                        <a:pt x="332" y="58"/>
                        <a:pt x="319" y="59"/>
                        <a:pt x="308" y="62"/>
                      </a:cubicBezTo>
                      <a:lnTo>
                        <a:pt x="308" y="62"/>
                      </a:lnTo>
                      <a:cubicBezTo>
                        <a:pt x="309" y="46"/>
                        <a:pt x="309" y="26"/>
                        <a:pt x="30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8"/>
                <p:cNvSpPr/>
                <p:nvPr/>
              </p:nvSpPr>
              <p:spPr>
                <a:xfrm>
                  <a:off x="9733425" y="2440800"/>
                  <a:ext cx="16125" cy="16600"/>
                </a:xfrm>
                <a:custGeom>
                  <a:avLst/>
                  <a:gdLst/>
                  <a:ahLst/>
                  <a:cxnLst/>
                  <a:rect l="l" t="t" r="r" b="b"/>
                  <a:pathLst>
                    <a:path w="645" h="664" extrusionOk="0">
                      <a:moveTo>
                        <a:pt x="294" y="0"/>
                      </a:moveTo>
                      <a:cubicBezTo>
                        <a:pt x="233" y="0"/>
                        <a:pt x="233" y="46"/>
                        <a:pt x="233" y="46"/>
                      </a:cubicBezTo>
                      <a:cubicBezTo>
                        <a:pt x="233" y="46"/>
                        <a:pt x="336" y="46"/>
                        <a:pt x="336" y="149"/>
                      </a:cubicBezTo>
                      <a:lnTo>
                        <a:pt x="438" y="149"/>
                      </a:lnTo>
                      <a:cubicBezTo>
                        <a:pt x="438" y="252"/>
                        <a:pt x="438" y="355"/>
                        <a:pt x="336" y="355"/>
                      </a:cubicBezTo>
                      <a:cubicBezTo>
                        <a:pt x="305" y="385"/>
                        <a:pt x="273" y="397"/>
                        <a:pt x="242" y="397"/>
                      </a:cubicBezTo>
                      <a:cubicBezTo>
                        <a:pt x="168" y="397"/>
                        <a:pt x="104" y="325"/>
                        <a:pt x="104" y="252"/>
                      </a:cubicBezTo>
                      <a:lnTo>
                        <a:pt x="104" y="46"/>
                      </a:lnTo>
                      <a:cubicBezTo>
                        <a:pt x="104" y="46"/>
                        <a:pt x="1" y="149"/>
                        <a:pt x="1" y="252"/>
                      </a:cubicBezTo>
                      <a:cubicBezTo>
                        <a:pt x="1" y="355"/>
                        <a:pt x="1" y="458"/>
                        <a:pt x="104" y="586"/>
                      </a:cubicBezTo>
                      <a:cubicBezTo>
                        <a:pt x="168" y="638"/>
                        <a:pt x="226" y="664"/>
                        <a:pt x="281" y="664"/>
                      </a:cubicBezTo>
                      <a:cubicBezTo>
                        <a:pt x="336" y="664"/>
                        <a:pt x="387" y="638"/>
                        <a:pt x="438" y="586"/>
                      </a:cubicBezTo>
                      <a:cubicBezTo>
                        <a:pt x="541" y="458"/>
                        <a:pt x="644" y="355"/>
                        <a:pt x="644" y="252"/>
                      </a:cubicBezTo>
                      <a:cubicBezTo>
                        <a:pt x="541" y="149"/>
                        <a:pt x="541" y="46"/>
                        <a:pt x="438" y="46"/>
                      </a:cubicBezTo>
                      <a:cubicBezTo>
                        <a:pt x="370" y="12"/>
                        <a:pt x="324" y="0"/>
                        <a:pt x="29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8"/>
                <p:cNvSpPr/>
                <p:nvPr/>
              </p:nvSpPr>
              <p:spPr>
                <a:xfrm>
                  <a:off x="9811300" y="2507700"/>
                  <a:ext cx="13525" cy="14050"/>
                </a:xfrm>
                <a:custGeom>
                  <a:avLst/>
                  <a:gdLst/>
                  <a:ahLst/>
                  <a:cxnLst/>
                  <a:rect l="l" t="t" r="r" b="b"/>
                  <a:pathLst>
                    <a:path w="541" h="562" extrusionOk="0">
                      <a:moveTo>
                        <a:pt x="206" y="150"/>
                      </a:moveTo>
                      <a:cubicBezTo>
                        <a:pt x="335" y="150"/>
                        <a:pt x="335" y="150"/>
                        <a:pt x="335" y="253"/>
                      </a:cubicBezTo>
                      <a:lnTo>
                        <a:pt x="206" y="356"/>
                      </a:lnTo>
                      <a:lnTo>
                        <a:pt x="103" y="356"/>
                      </a:lnTo>
                      <a:lnTo>
                        <a:pt x="103" y="253"/>
                      </a:lnTo>
                      <a:cubicBezTo>
                        <a:pt x="103" y="150"/>
                        <a:pt x="206" y="150"/>
                        <a:pt x="206" y="150"/>
                      </a:cubicBezTo>
                      <a:close/>
                      <a:moveTo>
                        <a:pt x="172" y="1"/>
                      </a:moveTo>
                      <a:cubicBezTo>
                        <a:pt x="103" y="1"/>
                        <a:pt x="103" y="47"/>
                        <a:pt x="103" y="47"/>
                      </a:cubicBezTo>
                      <a:cubicBezTo>
                        <a:pt x="103" y="47"/>
                        <a:pt x="205" y="47"/>
                        <a:pt x="206" y="148"/>
                      </a:cubicBezTo>
                      <a:lnTo>
                        <a:pt x="206" y="148"/>
                      </a:lnTo>
                      <a:cubicBezTo>
                        <a:pt x="206" y="98"/>
                        <a:pt x="180" y="72"/>
                        <a:pt x="142" y="72"/>
                      </a:cubicBezTo>
                      <a:cubicBezTo>
                        <a:pt x="103" y="72"/>
                        <a:pt x="52" y="98"/>
                        <a:pt x="0" y="150"/>
                      </a:cubicBezTo>
                      <a:lnTo>
                        <a:pt x="0" y="484"/>
                      </a:lnTo>
                      <a:cubicBezTo>
                        <a:pt x="52" y="536"/>
                        <a:pt x="103" y="561"/>
                        <a:pt x="158" y="561"/>
                      </a:cubicBezTo>
                      <a:cubicBezTo>
                        <a:pt x="213" y="561"/>
                        <a:pt x="271" y="536"/>
                        <a:pt x="335" y="484"/>
                      </a:cubicBezTo>
                      <a:cubicBezTo>
                        <a:pt x="438" y="484"/>
                        <a:pt x="541" y="356"/>
                        <a:pt x="438" y="150"/>
                      </a:cubicBezTo>
                      <a:cubicBezTo>
                        <a:pt x="438" y="150"/>
                        <a:pt x="438" y="47"/>
                        <a:pt x="335" y="47"/>
                      </a:cubicBezTo>
                      <a:cubicBezTo>
                        <a:pt x="258" y="12"/>
                        <a:pt x="206" y="1"/>
                        <a:pt x="1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8"/>
                <p:cNvSpPr/>
                <p:nvPr/>
              </p:nvSpPr>
              <p:spPr>
                <a:xfrm>
                  <a:off x="9693550" y="2342850"/>
                  <a:ext cx="16100" cy="16100"/>
                </a:xfrm>
                <a:custGeom>
                  <a:avLst/>
                  <a:gdLst/>
                  <a:ahLst/>
                  <a:cxnLst/>
                  <a:rect l="l" t="t" r="r" b="b"/>
                  <a:pathLst>
                    <a:path w="644" h="644" extrusionOk="0">
                      <a:moveTo>
                        <a:pt x="309" y="0"/>
                      </a:moveTo>
                      <a:cubicBezTo>
                        <a:pt x="309" y="0"/>
                        <a:pt x="206" y="0"/>
                        <a:pt x="103" y="103"/>
                      </a:cubicBezTo>
                      <a:lnTo>
                        <a:pt x="0" y="206"/>
                      </a:lnTo>
                      <a:cubicBezTo>
                        <a:pt x="0" y="412"/>
                        <a:pt x="103" y="515"/>
                        <a:pt x="309" y="644"/>
                      </a:cubicBezTo>
                      <a:cubicBezTo>
                        <a:pt x="412" y="644"/>
                        <a:pt x="541" y="515"/>
                        <a:pt x="541" y="412"/>
                      </a:cubicBezTo>
                      <a:cubicBezTo>
                        <a:pt x="644" y="309"/>
                        <a:pt x="644" y="206"/>
                        <a:pt x="541" y="103"/>
                      </a:cubicBezTo>
                      <a:cubicBezTo>
                        <a:pt x="412" y="0"/>
                        <a:pt x="309" y="0"/>
                        <a:pt x="309" y="0"/>
                      </a:cubicBezTo>
                      <a:lnTo>
                        <a:pt x="309" y="0"/>
                      </a:lnTo>
                      <a:cubicBezTo>
                        <a:pt x="309" y="103"/>
                        <a:pt x="412" y="103"/>
                        <a:pt x="412" y="206"/>
                      </a:cubicBezTo>
                      <a:cubicBezTo>
                        <a:pt x="412" y="309"/>
                        <a:pt x="412" y="412"/>
                        <a:pt x="309" y="412"/>
                      </a:cubicBezTo>
                      <a:lnTo>
                        <a:pt x="206" y="309"/>
                      </a:lnTo>
                      <a:lnTo>
                        <a:pt x="206" y="206"/>
                      </a:lnTo>
                      <a:cubicBezTo>
                        <a:pt x="309" y="103"/>
                        <a:pt x="309" y="103"/>
                        <a:pt x="3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8"/>
                <p:cNvSpPr/>
                <p:nvPr/>
              </p:nvSpPr>
              <p:spPr>
                <a:xfrm>
                  <a:off x="9645275" y="2267550"/>
                  <a:ext cx="34775" cy="77900"/>
                </a:xfrm>
                <a:custGeom>
                  <a:avLst/>
                  <a:gdLst/>
                  <a:ahLst/>
                  <a:cxnLst/>
                  <a:rect l="l" t="t" r="r" b="b"/>
                  <a:pathLst>
                    <a:path w="1391" h="3116" extrusionOk="0">
                      <a:moveTo>
                        <a:pt x="983" y="267"/>
                      </a:moveTo>
                      <a:cubicBezTo>
                        <a:pt x="1287" y="897"/>
                        <a:pt x="1277" y="1621"/>
                        <a:pt x="953" y="2369"/>
                      </a:cubicBezTo>
                      <a:cubicBezTo>
                        <a:pt x="767" y="2554"/>
                        <a:pt x="665" y="2740"/>
                        <a:pt x="477" y="3020"/>
                      </a:cubicBezTo>
                      <a:lnTo>
                        <a:pt x="477" y="3020"/>
                      </a:lnTo>
                      <a:cubicBezTo>
                        <a:pt x="290" y="2739"/>
                        <a:pt x="207" y="2542"/>
                        <a:pt x="207" y="2240"/>
                      </a:cubicBezTo>
                      <a:cubicBezTo>
                        <a:pt x="104" y="1931"/>
                        <a:pt x="207" y="1494"/>
                        <a:pt x="310" y="1185"/>
                      </a:cubicBezTo>
                      <a:cubicBezTo>
                        <a:pt x="406" y="870"/>
                        <a:pt x="617" y="579"/>
                        <a:pt x="983" y="267"/>
                      </a:cubicBezTo>
                      <a:close/>
                      <a:moveTo>
                        <a:pt x="1056" y="1"/>
                      </a:moveTo>
                      <a:lnTo>
                        <a:pt x="953" y="104"/>
                      </a:lnTo>
                      <a:cubicBezTo>
                        <a:pt x="541" y="310"/>
                        <a:pt x="310" y="747"/>
                        <a:pt x="104" y="1185"/>
                      </a:cubicBezTo>
                      <a:cubicBezTo>
                        <a:pt x="1" y="1494"/>
                        <a:pt x="1" y="1828"/>
                        <a:pt x="104" y="2240"/>
                      </a:cubicBezTo>
                      <a:cubicBezTo>
                        <a:pt x="104" y="2472"/>
                        <a:pt x="207" y="2678"/>
                        <a:pt x="310" y="2883"/>
                      </a:cubicBezTo>
                      <a:cubicBezTo>
                        <a:pt x="353" y="2982"/>
                        <a:pt x="402" y="3038"/>
                        <a:pt x="443" y="3071"/>
                      </a:cubicBezTo>
                      <a:lnTo>
                        <a:pt x="443" y="3071"/>
                      </a:lnTo>
                      <a:cubicBezTo>
                        <a:pt x="433" y="3085"/>
                        <a:pt x="423" y="3100"/>
                        <a:pt x="413" y="3115"/>
                      </a:cubicBezTo>
                      <a:lnTo>
                        <a:pt x="451" y="3077"/>
                      </a:lnTo>
                      <a:lnTo>
                        <a:pt x="451" y="3077"/>
                      </a:lnTo>
                      <a:cubicBezTo>
                        <a:pt x="503" y="3115"/>
                        <a:pt x="541" y="3115"/>
                        <a:pt x="541" y="3115"/>
                      </a:cubicBezTo>
                      <a:cubicBezTo>
                        <a:pt x="523" y="3089"/>
                        <a:pt x="506" y="3063"/>
                        <a:pt x="489" y="3039"/>
                      </a:cubicBezTo>
                      <a:lnTo>
                        <a:pt x="489" y="3039"/>
                      </a:lnTo>
                      <a:lnTo>
                        <a:pt x="644" y="2883"/>
                      </a:lnTo>
                      <a:cubicBezTo>
                        <a:pt x="747" y="2780"/>
                        <a:pt x="953" y="2575"/>
                        <a:pt x="1056" y="2369"/>
                      </a:cubicBezTo>
                      <a:cubicBezTo>
                        <a:pt x="1185" y="2034"/>
                        <a:pt x="1288" y="1725"/>
                        <a:pt x="1391" y="1391"/>
                      </a:cubicBezTo>
                      <a:cubicBezTo>
                        <a:pt x="1391" y="953"/>
                        <a:pt x="1288" y="541"/>
                        <a:pt x="1185" y="104"/>
                      </a:cubicBezTo>
                      <a:lnTo>
                        <a:pt x="105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8"/>
                <p:cNvSpPr/>
                <p:nvPr/>
              </p:nvSpPr>
              <p:spPr>
                <a:xfrm>
                  <a:off x="9653000" y="2291375"/>
                  <a:ext cx="10975" cy="48275"/>
                </a:xfrm>
                <a:custGeom>
                  <a:avLst/>
                  <a:gdLst/>
                  <a:ahLst/>
                  <a:cxnLst/>
                  <a:rect l="l" t="t" r="r" b="b"/>
                  <a:pathLst>
                    <a:path w="439" h="1931" extrusionOk="0">
                      <a:moveTo>
                        <a:pt x="438" y="0"/>
                      </a:moveTo>
                      <a:lnTo>
                        <a:pt x="438" y="0"/>
                      </a:lnTo>
                      <a:cubicBezTo>
                        <a:pt x="104" y="232"/>
                        <a:pt x="1" y="541"/>
                        <a:pt x="1" y="978"/>
                      </a:cubicBezTo>
                      <a:cubicBezTo>
                        <a:pt x="1" y="1287"/>
                        <a:pt x="1" y="1725"/>
                        <a:pt x="232" y="1930"/>
                      </a:cubicBezTo>
                      <a:lnTo>
                        <a:pt x="232" y="978"/>
                      </a:lnTo>
                      <a:cubicBezTo>
                        <a:pt x="232" y="643"/>
                        <a:pt x="335" y="335"/>
                        <a:pt x="4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8"/>
                <p:cNvSpPr/>
                <p:nvPr/>
              </p:nvSpPr>
              <p:spPr>
                <a:xfrm>
                  <a:off x="9781700" y="2633050"/>
                  <a:ext cx="70150" cy="59850"/>
                </a:xfrm>
                <a:custGeom>
                  <a:avLst/>
                  <a:gdLst/>
                  <a:ahLst/>
                  <a:cxnLst/>
                  <a:rect l="l" t="t" r="r" b="b"/>
                  <a:pathLst>
                    <a:path w="2806" h="2394" extrusionOk="0">
                      <a:moveTo>
                        <a:pt x="596" y="0"/>
                      </a:moveTo>
                      <a:cubicBezTo>
                        <a:pt x="464" y="0"/>
                        <a:pt x="335" y="26"/>
                        <a:pt x="232" y="77"/>
                      </a:cubicBezTo>
                      <a:cubicBezTo>
                        <a:pt x="0" y="180"/>
                        <a:pt x="0" y="283"/>
                        <a:pt x="0" y="283"/>
                      </a:cubicBezTo>
                      <a:cubicBezTo>
                        <a:pt x="103" y="283"/>
                        <a:pt x="232" y="180"/>
                        <a:pt x="232" y="180"/>
                      </a:cubicBezTo>
                      <a:cubicBezTo>
                        <a:pt x="335" y="129"/>
                        <a:pt x="464" y="103"/>
                        <a:pt x="596" y="103"/>
                      </a:cubicBezTo>
                      <a:cubicBezTo>
                        <a:pt x="727" y="103"/>
                        <a:pt x="863" y="129"/>
                        <a:pt x="978" y="180"/>
                      </a:cubicBezTo>
                      <a:cubicBezTo>
                        <a:pt x="1287" y="283"/>
                        <a:pt x="1622" y="489"/>
                        <a:pt x="1931" y="824"/>
                      </a:cubicBezTo>
                      <a:cubicBezTo>
                        <a:pt x="2034" y="927"/>
                        <a:pt x="2162" y="1133"/>
                        <a:pt x="2368" y="1364"/>
                      </a:cubicBezTo>
                      <a:cubicBezTo>
                        <a:pt x="2471" y="1570"/>
                        <a:pt x="2574" y="1776"/>
                        <a:pt x="2574" y="2008"/>
                      </a:cubicBezTo>
                      <a:cubicBezTo>
                        <a:pt x="2574" y="2111"/>
                        <a:pt x="2574" y="2214"/>
                        <a:pt x="2471" y="2214"/>
                      </a:cubicBezTo>
                      <a:lnTo>
                        <a:pt x="2162" y="2214"/>
                      </a:lnTo>
                      <a:cubicBezTo>
                        <a:pt x="1931" y="2111"/>
                        <a:pt x="1725" y="2111"/>
                        <a:pt x="1519" y="2008"/>
                      </a:cubicBezTo>
                      <a:cubicBezTo>
                        <a:pt x="1184" y="1776"/>
                        <a:pt x="875" y="1570"/>
                        <a:pt x="644" y="1364"/>
                      </a:cubicBezTo>
                      <a:cubicBezTo>
                        <a:pt x="438" y="1030"/>
                        <a:pt x="232" y="721"/>
                        <a:pt x="0" y="386"/>
                      </a:cubicBezTo>
                      <a:lnTo>
                        <a:pt x="0" y="386"/>
                      </a:lnTo>
                      <a:cubicBezTo>
                        <a:pt x="0" y="489"/>
                        <a:pt x="103" y="618"/>
                        <a:pt x="103" y="721"/>
                      </a:cubicBezTo>
                      <a:cubicBezTo>
                        <a:pt x="232" y="927"/>
                        <a:pt x="335" y="1133"/>
                        <a:pt x="541" y="1364"/>
                      </a:cubicBezTo>
                      <a:cubicBezTo>
                        <a:pt x="747" y="1673"/>
                        <a:pt x="1081" y="2008"/>
                        <a:pt x="1390" y="2111"/>
                      </a:cubicBezTo>
                      <a:cubicBezTo>
                        <a:pt x="1622" y="2214"/>
                        <a:pt x="1828" y="2317"/>
                        <a:pt x="2162" y="2317"/>
                      </a:cubicBezTo>
                      <a:cubicBezTo>
                        <a:pt x="2214" y="2368"/>
                        <a:pt x="2265" y="2394"/>
                        <a:pt x="2317" y="2394"/>
                      </a:cubicBezTo>
                      <a:cubicBezTo>
                        <a:pt x="2368" y="2394"/>
                        <a:pt x="2420" y="2368"/>
                        <a:pt x="2471" y="2317"/>
                      </a:cubicBezTo>
                      <a:cubicBezTo>
                        <a:pt x="2574" y="2317"/>
                        <a:pt x="2677" y="2317"/>
                        <a:pt x="2677" y="2214"/>
                      </a:cubicBezTo>
                      <a:cubicBezTo>
                        <a:pt x="2806" y="2214"/>
                        <a:pt x="2806" y="2111"/>
                        <a:pt x="2806" y="2008"/>
                      </a:cubicBezTo>
                      <a:cubicBezTo>
                        <a:pt x="2806" y="1905"/>
                        <a:pt x="2677" y="1673"/>
                        <a:pt x="2677" y="1570"/>
                      </a:cubicBezTo>
                      <a:cubicBezTo>
                        <a:pt x="2574" y="1467"/>
                        <a:pt x="2574" y="1364"/>
                        <a:pt x="2471" y="1261"/>
                      </a:cubicBezTo>
                      <a:cubicBezTo>
                        <a:pt x="2368" y="1030"/>
                        <a:pt x="2162" y="824"/>
                        <a:pt x="2034" y="721"/>
                      </a:cubicBezTo>
                      <a:cubicBezTo>
                        <a:pt x="1725" y="386"/>
                        <a:pt x="1390" y="180"/>
                        <a:pt x="978" y="77"/>
                      </a:cubicBezTo>
                      <a:cubicBezTo>
                        <a:pt x="863" y="26"/>
                        <a:pt x="727" y="0"/>
                        <a:pt x="59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8"/>
                <p:cNvSpPr/>
                <p:nvPr/>
              </p:nvSpPr>
              <p:spPr>
                <a:xfrm>
                  <a:off x="9784275" y="2637550"/>
                  <a:ext cx="48275" cy="32200"/>
                </a:xfrm>
                <a:custGeom>
                  <a:avLst/>
                  <a:gdLst/>
                  <a:ahLst/>
                  <a:cxnLst/>
                  <a:rect l="l" t="t" r="r" b="b"/>
                  <a:pathLst>
                    <a:path w="1931" h="1288" extrusionOk="0">
                      <a:moveTo>
                        <a:pt x="0" y="0"/>
                      </a:moveTo>
                      <a:lnTo>
                        <a:pt x="0" y="0"/>
                      </a:lnTo>
                      <a:cubicBezTo>
                        <a:pt x="232" y="309"/>
                        <a:pt x="541" y="541"/>
                        <a:pt x="875" y="747"/>
                      </a:cubicBezTo>
                      <a:cubicBezTo>
                        <a:pt x="1184" y="1081"/>
                        <a:pt x="1622" y="1184"/>
                        <a:pt x="1931" y="1287"/>
                      </a:cubicBezTo>
                      <a:cubicBezTo>
                        <a:pt x="1622" y="1081"/>
                        <a:pt x="1287" y="850"/>
                        <a:pt x="978" y="644"/>
                      </a:cubicBezTo>
                      <a:cubicBezTo>
                        <a:pt x="644" y="438"/>
                        <a:pt x="335" y="206"/>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8"/>
                <p:cNvSpPr/>
                <p:nvPr/>
              </p:nvSpPr>
              <p:spPr>
                <a:xfrm>
                  <a:off x="9653000" y="2741800"/>
                  <a:ext cx="179550" cy="155725"/>
                </a:xfrm>
                <a:custGeom>
                  <a:avLst/>
                  <a:gdLst/>
                  <a:ahLst/>
                  <a:cxnLst/>
                  <a:rect l="l" t="t" r="r" b="b"/>
                  <a:pathLst>
                    <a:path w="7182" h="6229" extrusionOk="0">
                      <a:moveTo>
                        <a:pt x="3861" y="0"/>
                      </a:moveTo>
                      <a:lnTo>
                        <a:pt x="3911" y="72"/>
                      </a:lnTo>
                      <a:lnTo>
                        <a:pt x="3911" y="72"/>
                      </a:lnTo>
                      <a:cubicBezTo>
                        <a:pt x="3898" y="49"/>
                        <a:pt x="3881" y="25"/>
                        <a:pt x="3861" y="0"/>
                      </a:cubicBezTo>
                      <a:close/>
                      <a:moveTo>
                        <a:pt x="3758" y="0"/>
                      </a:moveTo>
                      <a:lnTo>
                        <a:pt x="3553" y="335"/>
                      </a:lnTo>
                      <a:cubicBezTo>
                        <a:pt x="3655" y="232"/>
                        <a:pt x="3758" y="129"/>
                        <a:pt x="3758" y="0"/>
                      </a:cubicBezTo>
                      <a:close/>
                      <a:moveTo>
                        <a:pt x="3911" y="72"/>
                      </a:moveTo>
                      <a:cubicBezTo>
                        <a:pt x="3969" y="169"/>
                        <a:pt x="3989" y="252"/>
                        <a:pt x="4093" y="335"/>
                      </a:cubicBezTo>
                      <a:lnTo>
                        <a:pt x="3911" y="72"/>
                      </a:lnTo>
                      <a:close/>
                      <a:moveTo>
                        <a:pt x="3553" y="335"/>
                      </a:moveTo>
                      <a:lnTo>
                        <a:pt x="2806" y="1519"/>
                      </a:lnTo>
                      <a:lnTo>
                        <a:pt x="1" y="5791"/>
                      </a:lnTo>
                      <a:lnTo>
                        <a:pt x="1" y="5920"/>
                      </a:lnTo>
                      <a:lnTo>
                        <a:pt x="3655" y="6023"/>
                      </a:lnTo>
                      <a:lnTo>
                        <a:pt x="7182" y="6229"/>
                      </a:lnTo>
                      <a:lnTo>
                        <a:pt x="7182" y="6126"/>
                      </a:lnTo>
                      <a:cubicBezTo>
                        <a:pt x="6229" y="4298"/>
                        <a:pt x="5380" y="2806"/>
                        <a:pt x="4839" y="1622"/>
                      </a:cubicBezTo>
                      <a:cubicBezTo>
                        <a:pt x="4505" y="1081"/>
                        <a:pt x="4299" y="643"/>
                        <a:pt x="4093" y="335"/>
                      </a:cubicBezTo>
                      <a:lnTo>
                        <a:pt x="4093" y="335"/>
                      </a:lnTo>
                      <a:lnTo>
                        <a:pt x="4736" y="1622"/>
                      </a:lnTo>
                      <a:cubicBezTo>
                        <a:pt x="5379" y="2804"/>
                        <a:pt x="6125" y="4397"/>
                        <a:pt x="7075" y="6120"/>
                      </a:cubicBezTo>
                      <a:lnTo>
                        <a:pt x="7075" y="6120"/>
                      </a:lnTo>
                      <a:lnTo>
                        <a:pt x="3655" y="5920"/>
                      </a:lnTo>
                      <a:lnTo>
                        <a:pt x="104" y="5791"/>
                      </a:lnTo>
                      <a:lnTo>
                        <a:pt x="2806" y="1622"/>
                      </a:lnTo>
                      <a:lnTo>
                        <a:pt x="3553" y="335"/>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8"/>
                <p:cNvSpPr/>
                <p:nvPr/>
              </p:nvSpPr>
              <p:spPr>
                <a:xfrm>
                  <a:off x="9687750" y="2811925"/>
                  <a:ext cx="115850" cy="32200"/>
                </a:xfrm>
                <a:custGeom>
                  <a:avLst/>
                  <a:gdLst/>
                  <a:ahLst/>
                  <a:cxnLst/>
                  <a:rect l="l" t="t" r="r" b="b"/>
                  <a:pathLst>
                    <a:path w="4634" h="1288" extrusionOk="0">
                      <a:moveTo>
                        <a:pt x="350" y="704"/>
                      </a:moveTo>
                      <a:cubicBezTo>
                        <a:pt x="124" y="843"/>
                        <a:pt x="0" y="953"/>
                        <a:pt x="0" y="953"/>
                      </a:cubicBezTo>
                      <a:cubicBezTo>
                        <a:pt x="129" y="953"/>
                        <a:pt x="129" y="850"/>
                        <a:pt x="232" y="850"/>
                      </a:cubicBezTo>
                      <a:cubicBezTo>
                        <a:pt x="270" y="812"/>
                        <a:pt x="308" y="761"/>
                        <a:pt x="350" y="704"/>
                      </a:cubicBezTo>
                      <a:close/>
                      <a:moveTo>
                        <a:pt x="2368" y="1"/>
                      </a:moveTo>
                      <a:cubicBezTo>
                        <a:pt x="1725" y="1"/>
                        <a:pt x="1081" y="103"/>
                        <a:pt x="644" y="412"/>
                      </a:cubicBezTo>
                      <a:cubicBezTo>
                        <a:pt x="514" y="494"/>
                        <a:pt x="424" y="606"/>
                        <a:pt x="350" y="704"/>
                      </a:cubicBezTo>
                      <a:lnTo>
                        <a:pt x="350" y="704"/>
                      </a:lnTo>
                      <a:cubicBezTo>
                        <a:pt x="434" y="652"/>
                        <a:pt x="533" y="597"/>
                        <a:pt x="644" y="541"/>
                      </a:cubicBezTo>
                      <a:cubicBezTo>
                        <a:pt x="1125" y="255"/>
                        <a:pt x="1646" y="116"/>
                        <a:pt x="2163" y="116"/>
                      </a:cubicBezTo>
                      <a:cubicBezTo>
                        <a:pt x="2808" y="116"/>
                        <a:pt x="3447" y="332"/>
                        <a:pt x="3990" y="747"/>
                      </a:cubicBezTo>
                      <a:cubicBezTo>
                        <a:pt x="4207" y="910"/>
                        <a:pt x="4374" y="1051"/>
                        <a:pt x="4483" y="1148"/>
                      </a:cubicBezTo>
                      <a:lnTo>
                        <a:pt x="4483" y="1148"/>
                      </a:lnTo>
                      <a:cubicBezTo>
                        <a:pt x="4456" y="1120"/>
                        <a:pt x="4428" y="1089"/>
                        <a:pt x="4402" y="1056"/>
                      </a:cubicBezTo>
                      <a:cubicBezTo>
                        <a:pt x="4299" y="953"/>
                        <a:pt x="4196" y="850"/>
                        <a:pt x="4093" y="747"/>
                      </a:cubicBezTo>
                      <a:cubicBezTo>
                        <a:pt x="3552" y="309"/>
                        <a:pt x="3012" y="103"/>
                        <a:pt x="2368" y="1"/>
                      </a:cubicBezTo>
                      <a:close/>
                      <a:moveTo>
                        <a:pt x="4483" y="1148"/>
                      </a:moveTo>
                      <a:cubicBezTo>
                        <a:pt x="4562" y="1230"/>
                        <a:pt x="4633" y="1287"/>
                        <a:pt x="4633" y="1287"/>
                      </a:cubicBezTo>
                      <a:cubicBezTo>
                        <a:pt x="4633" y="1287"/>
                        <a:pt x="4581" y="1236"/>
                        <a:pt x="4483" y="1148"/>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8"/>
                <p:cNvSpPr/>
                <p:nvPr/>
              </p:nvSpPr>
              <p:spPr>
                <a:xfrm>
                  <a:off x="9687750" y="2835725"/>
                  <a:ext cx="115850" cy="34775"/>
                </a:xfrm>
                <a:custGeom>
                  <a:avLst/>
                  <a:gdLst/>
                  <a:ahLst/>
                  <a:cxnLst/>
                  <a:rect l="l" t="t" r="r" b="b"/>
                  <a:pathLst>
                    <a:path w="4634" h="1391" extrusionOk="0">
                      <a:moveTo>
                        <a:pt x="0" y="1"/>
                      </a:moveTo>
                      <a:cubicBezTo>
                        <a:pt x="0" y="104"/>
                        <a:pt x="129" y="233"/>
                        <a:pt x="129" y="233"/>
                      </a:cubicBezTo>
                      <a:cubicBezTo>
                        <a:pt x="232" y="438"/>
                        <a:pt x="335" y="541"/>
                        <a:pt x="438" y="747"/>
                      </a:cubicBezTo>
                      <a:cubicBezTo>
                        <a:pt x="979" y="1185"/>
                        <a:pt x="1519" y="1391"/>
                        <a:pt x="2265" y="1391"/>
                      </a:cubicBezTo>
                      <a:cubicBezTo>
                        <a:pt x="2574" y="1391"/>
                        <a:pt x="2909" y="1391"/>
                        <a:pt x="3218" y="1288"/>
                      </a:cubicBezTo>
                      <a:cubicBezTo>
                        <a:pt x="3758" y="1185"/>
                        <a:pt x="4196" y="876"/>
                        <a:pt x="4505" y="541"/>
                      </a:cubicBezTo>
                      <a:cubicBezTo>
                        <a:pt x="4633" y="438"/>
                        <a:pt x="4633" y="335"/>
                        <a:pt x="4633" y="335"/>
                      </a:cubicBezTo>
                      <a:lnTo>
                        <a:pt x="4633" y="335"/>
                      </a:lnTo>
                      <a:cubicBezTo>
                        <a:pt x="4402" y="541"/>
                        <a:pt x="4196" y="644"/>
                        <a:pt x="3990" y="876"/>
                      </a:cubicBezTo>
                      <a:cubicBezTo>
                        <a:pt x="3758" y="979"/>
                        <a:pt x="3552" y="1082"/>
                        <a:pt x="3218" y="1185"/>
                      </a:cubicBezTo>
                      <a:cubicBezTo>
                        <a:pt x="2909" y="1288"/>
                        <a:pt x="2574" y="1288"/>
                        <a:pt x="2265" y="1288"/>
                      </a:cubicBezTo>
                      <a:cubicBezTo>
                        <a:pt x="1622" y="1288"/>
                        <a:pt x="979" y="1082"/>
                        <a:pt x="541" y="644"/>
                      </a:cubicBezTo>
                      <a:cubicBezTo>
                        <a:pt x="335" y="438"/>
                        <a:pt x="129" y="233"/>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8"/>
                <p:cNvSpPr/>
                <p:nvPr/>
              </p:nvSpPr>
              <p:spPr>
                <a:xfrm>
                  <a:off x="9709625" y="2813500"/>
                  <a:ext cx="64375" cy="57525"/>
                </a:xfrm>
                <a:custGeom>
                  <a:avLst/>
                  <a:gdLst/>
                  <a:ahLst/>
                  <a:cxnLst/>
                  <a:rect l="l" t="t" r="r" b="b"/>
                  <a:pathLst>
                    <a:path w="2575" h="2301" extrusionOk="0">
                      <a:moveTo>
                        <a:pt x="1343" y="0"/>
                      </a:moveTo>
                      <a:cubicBezTo>
                        <a:pt x="1243" y="0"/>
                        <a:pt x="1146" y="13"/>
                        <a:pt x="1056" y="40"/>
                      </a:cubicBezTo>
                      <a:cubicBezTo>
                        <a:pt x="644" y="143"/>
                        <a:pt x="309" y="349"/>
                        <a:pt x="206" y="787"/>
                      </a:cubicBezTo>
                      <a:cubicBezTo>
                        <a:pt x="1" y="1327"/>
                        <a:pt x="309" y="1971"/>
                        <a:pt x="953" y="2177"/>
                      </a:cubicBezTo>
                      <a:cubicBezTo>
                        <a:pt x="1079" y="2264"/>
                        <a:pt x="1216" y="2300"/>
                        <a:pt x="1362" y="2300"/>
                      </a:cubicBezTo>
                      <a:cubicBezTo>
                        <a:pt x="1602" y="2300"/>
                        <a:pt x="1864" y="2202"/>
                        <a:pt x="2137" y="2074"/>
                      </a:cubicBezTo>
                      <a:cubicBezTo>
                        <a:pt x="2343" y="1971"/>
                        <a:pt x="2471" y="1765"/>
                        <a:pt x="2574" y="1430"/>
                      </a:cubicBezTo>
                      <a:lnTo>
                        <a:pt x="2574" y="1224"/>
                      </a:lnTo>
                      <a:cubicBezTo>
                        <a:pt x="2574" y="1224"/>
                        <a:pt x="2574" y="1327"/>
                        <a:pt x="2471" y="1430"/>
                      </a:cubicBezTo>
                      <a:cubicBezTo>
                        <a:pt x="2471" y="1636"/>
                        <a:pt x="2240" y="1868"/>
                        <a:pt x="2034" y="1971"/>
                      </a:cubicBezTo>
                      <a:cubicBezTo>
                        <a:pt x="1827" y="2098"/>
                        <a:pt x="1630" y="2186"/>
                        <a:pt x="1407" y="2186"/>
                      </a:cubicBezTo>
                      <a:cubicBezTo>
                        <a:pt x="1268" y="2186"/>
                        <a:pt x="1120" y="2152"/>
                        <a:pt x="953" y="2074"/>
                      </a:cubicBezTo>
                      <a:cubicBezTo>
                        <a:pt x="644" y="1971"/>
                        <a:pt x="412" y="1765"/>
                        <a:pt x="309" y="1430"/>
                      </a:cubicBezTo>
                      <a:cubicBezTo>
                        <a:pt x="206" y="787"/>
                        <a:pt x="541" y="246"/>
                        <a:pt x="1056" y="143"/>
                      </a:cubicBezTo>
                      <a:cubicBezTo>
                        <a:pt x="1173" y="116"/>
                        <a:pt x="1283" y="103"/>
                        <a:pt x="1387" y="103"/>
                      </a:cubicBezTo>
                      <a:cubicBezTo>
                        <a:pt x="1671" y="103"/>
                        <a:pt x="1911" y="199"/>
                        <a:pt x="2137" y="349"/>
                      </a:cubicBezTo>
                      <a:cubicBezTo>
                        <a:pt x="2343" y="478"/>
                        <a:pt x="2471" y="684"/>
                        <a:pt x="2574" y="890"/>
                      </a:cubicBezTo>
                      <a:cubicBezTo>
                        <a:pt x="2574" y="684"/>
                        <a:pt x="2343" y="478"/>
                        <a:pt x="2137" y="246"/>
                      </a:cubicBezTo>
                      <a:cubicBezTo>
                        <a:pt x="1911" y="96"/>
                        <a:pt x="1616" y="0"/>
                        <a:pt x="134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8"/>
                <p:cNvSpPr/>
                <p:nvPr/>
              </p:nvSpPr>
              <p:spPr>
                <a:xfrm>
                  <a:off x="9728300" y="2825450"/>
                  <a:ext cx="32175" cy="31375"/>
                </a:xfrm>
                <a:custGeom>
                  <a:avLst/>
                  <a:gdLst/>
                  <a:ahLst/>
                  <a:cxnLst/>
                  <a:rect l="l" t="t" r="r" b="b"/>
                  <a:pathLst>
                    <a:path w="1287" h="1255" extrusionOk="0">
                      <a:moveTo>
                        <a:pt x="1081" y="206"/>
                      </a:moveTo>
                      <a:cubicBezTo>
                        <a:pt x="1184" y="309"/>
                        <a:pt x="1287" y="515"/>
                        <a:pt x="1287" y="644"/>
                      </a:cubicBezTo>
                      <a:lnTo>
                        <a:pt x="1287" y="515"/>
                      </a:lnTo>
                      <a:cubicBezTo>
                        <a:pt x="1287" y="412"/>
                        <a:pt x="1184" y="206"/>
                        <a:pt x="1081" y="206"/>
                      </a:cubicBezTo>
                      <a:close/>
                      <a:moveTo>
                        <a:pt x="541" y="0"/>
                      </a:moveTo>
                      <a:cubicBezTo>
                        <a:pt x="309" y="103"/>
                        <a:pt x="103" y="206"/>
                        <a:pt x="103" y="412"/>
                      </a:cubicBezTo>
                      <a:cubicBezTo>
                        <a:pt x="0" y="746"/>
                        <a:pt x="103" y="1055"/>
                        <a:pt x="438" y="1158"/>
                      </a:cubicBezTo>
                      <a:cubicBezTo>
                        <a:pt x="541" y="1223"/>
                        <a:pt x="643" y="1255"/>
                        <a:pt x="750" y="1255"/>
                      </a:cubicBezTo>
                      <a:cubicBezTo>
                        <a:pt x="856" y="1255"/>
                        <a:pt x="965" y="1223"/>
                        <a:pt x="1081" y="1158"/>
                      </a:cubicBezTo>
                      <a:cubicBezTo>
                        <a:pt x="1184" y="1055"/>
                        <a:pt x="1287" y="952"/>
                        <a:pt x="1287" y="849"/>
                      </a:cubicBezTo>
                      <a:lnTo>
                        <a:pt x="1287" y="644"/>
                      </a:lnTo>
                      <a:cubicBezTo>
                        <a:pt x="1184" y="849"/>
                        <a:pt x="1184" y="952"/>
                        <a:pt x="952" y="1055"/>
                      </a:cubicBezTo>
                      <a:cubicBezTo>
                        <a:pt x="901" y="1107"/>
                        <a:pt x="824" y="1133"/>
                        <a:pt x="734" y="1133"/>
                      </a:cubicBezTo>
                      <a:cubicBezTo>
                        <a:pt x="643" y="1133"/>
                        <a:pt x="541" y="1107"/>
                        <a:pt x="438" y="1055"/>
                      </a:cubicBezTo>
                      <a:cubicBezTo>
                        <a:pt x="309" y="1055"/>
                        <a:pt x="206" y="849"/>
                        <a:pt x="206" y="746"/>
                      </a:cubicBezTo>
                      <a:cubicBezTo>
                        <a:pt x="103" y="412"/>
                        <a:pt x="206" y="206"/>
                        <a:pt x="541" y="103"/>
                      </a:cubicBezTo>
                      <a:cubicBezTo>
                        <a:pt x="746" y="103"/>
                        <a:pt x="849" y="103"/>
                        <a:pt x="1081" y="206"/>
                      </a:cubicBezTo>
                      <a:cubicBezTo>
                        <a:pt x="952" y="0"/>
                        <a:pt x="746" y="0"/>
                        <a:pt x="5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8"/>
                <p:cNvSpPr/>
                <p:nvPr/>
              </p:nvSpPr>
              <p:spPr>
                <a:xfrm>
                  <a:off x="9741800" y="2779750"/>
                  <a:ext cx="5175" cy="26400"/>
                </a:xfrm>
                <a:custGeom>
                  <a:avLst/>
                  <a:gdLst/>
                  <a:ahLst/>
                  <a:cxnLst/>
                  <a:rect l="l" t="t" r="r" b="b"/>
                  <a:pathLst>
                    <a:path w="207" h="1056" extrusionOk="0">
                      <a:moveTo>
                        <a:pt x="103" y="1"/>
                      </a:moveTo>
                      <a:lnTo>
                        <a:pt x="103" y="541"/>
                      </a:lnTo>
                      <a:cubicBezTo>
                        <a:pt x="1" y="747"/>
                        <a:pt x="103" y="953"/>
                        <a:pt x="103" y="1056"/>
                      </a:cubicBezTo>
                      <a:cubicBezTo>
                        <a:pt x="206" y="747"/>
                        <a:pt x="206" y="412"/>
                        <a:pt x="1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8"/>
                <p:cNvSpPr/>
                <p:nvPr/>
              </p:nvSpPr>
              <p:spPr>
                <a:xfrm>
                  <a:off x="9760450" y="2793275"/>
                  <a:ext cx="7750" cy="13825"/>
                </a:xfrm>
                <a:custGeom>
                  <a:avLst/>
                  <a:gdLst/>
                  <a:ahLst/>
                  <a:cxnLst/>
                  <a:rect l="l" t="t" r="r" b="b"/>
                  <a:pathLst>
                    <a:path w="310" h="553" extrusionOk="0">
                      <a:moveTo>
                        <a:pt x="207" y="0"/>
                      </a:moveTo>
                      <a:cubicBezTo>
                        <a:pt x="207" y="0"/>
                        <a:pt x="104" y="103"/>
                        <a:pt x="104" y="206"/>
                      </a:cubicBezTo>
                      <a:cubicBezTo>
                        <a:pt x="104" y="412"/>
                        <a:pt x="1" y="515"/>
                        <a:pt x="104" y="515"/>
                      </a:cubicBezTo>
                      <a:cubicBezTo>
                        <a:pt x="104" y="542"/>
                        <a:pt x="108" y="553"/>
                        <a:pt x="115" y="553"/>
                      </a:cubicBezTo>
                      <a:cubicBezTo>
                        <a:pt x="142" y="553"/>
                        <a:pt x="207" y="391"/>
                        <a:pt x="207" y="309"/>
                      </a:cubicBezTo>
                      <a:cubicBezTo>
                        <a:pt x="207" y="103"/>
                        <a:pt x="310" y="0"/>
                        <a:pt x="20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8"/>
                <p:cNvSpPr/>
                <p:nvPr/>
              </p:nvSpPr>
              <p:spPr>
                <a:xfrm>
                  <a:off x="9723150" y="2790050"/>
                  <a:ext cx="5150" cy="13525"/>
                </a:xfrm>
                <a:custGeom>
                  <a:avLst/>
                  <a:gdLst/>
                  <a:ahLst/>
                  <a:cxnLst/>
                  <a:rect l="l" t="t" r="r" b="b"/>
                  <a:pathLst>
                    <a:path w="206" h="541" extrusionOk="0">
                      <a:moveTo>
                        <a:pt x="0" y="0"/>
                      </a:moveTo>
                      <a:lnTo>
                        <a:pt x="0" y="335"/>
                      </a:lnTo>
                      <a:cubicBezTo>
                        <a:pt x="103" y="438"/>
                        <a:pt x="103" y="541"/>
                        <a:pt x="206" y="541"/>
                      </a:cubicBezTo>
                      <a:lnTo>
                        <a:pt x="206" y="335"/>
                      </a:lnTo>
                      <a:cubicBezTo>
                        <a:pt x="103" y="129"/>
                        <a:pt x="103"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8"/>
                <p:cNvSpPr/>
                <p:nvPr/>
              </p:nvSpPr>
              <p:spPr>
                <a:xfrm>
                  <a:off x="9674875" y="2854400"/>
                  <a:ext cx="21275" cy="35400"/>
                </a:xfrm>
                <a:custGeom>
                  <a:avLst/>
                  <a:gdLst/>
                  <a:ahLst/>
                  <a:cxnLst/>
                  <a:rect l="l" t="t" r="r" b="b"/>
                  <a:pathLst>
                    <a:path w="851" h="1416" extrusionOk="0">
                      <a:moveTo>
                        <a:pt x="1" y="0"/>
                      </a:moveTo>
                      <a:lnTo>
                        <a:pt x="1" y="0"/>
                      </a:lnTo>
                      <a:cubicBezTo>
                        <a:pt x="104" y="232"/>
                        <a:pt x="207" y="541"/>
                        <a:pt x="413" y="772"/>
                      </a:cubicBezTo>
                      <a:cubicBezTo>
                        <a:pt x="515" y="978"/>
                        <a:pt x="747" y="1184"/>
                        <a:pt x="850" y="1416"/>
                      </a:cubicBezTo>
                      <a:cubicBezTo>
                        <a:pt x="747" y="1081"/>
                        <a:pt x="644" y="875"/>
                        <a:pt x="515" y="644"/>
                      </a:cubicBezTo>
                      <a:cubicBezTo>
                        <a:pt x="413" y="438"/>
                        <a:pt x="207" y="232"/>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8"/>
                <p:cNvSpPr/>
                <p:nvPr/>
              </p:nvSpPr>
              <p:spPr>
                <a:xfrm>
                  <a:off x="9792625" y="2862750"/>
                  <a:ext cx="23850" cy="29625"/>
                </a:xfrm>
                <a:custGeom>
                  <a:avLst/>
                  <a:gdLst/>
                  <a:ahLst/>
                  <a:cxnLst/>
                  <a:rect l="l" t="t" r="r" b="b"/>
                  <a:pathLst>
                    <a:path w="954" h="1185" extrusionOk="0">
                      <a:moveTo>
                        <a:pt x="953" y="1"/>
                      </a:moveTo>
                      <a:cubicBezTo>
                        <a:pt x="747" y="207"/>
                        <a:pt x="644" y="310"/>
                        <a:pt x="438" y="541"/>
                      </a:cubicBezTo>
                      <a:cubicBezTo>
                        <a:pt x="310" y="747"/>
                        <a:pt x="104" y="953"/>
                        <a:pt x="1" y="1185"/>
                      </a:cubicBezTo>
                      <a:cubicBezTo>
                        <a:pt x="438" y="850"/>
                        <a:pt x="747" y="541"/>
                        <a:pt x="9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8"/>
                <p:cNvSpPr/>
                <p:nvPr/>
              </p:nvSpPr>
              <p:spPr>
                <a:xfrm>
                  <a:off x="9733425" y="2763675"/>
                  <a:ext cx="29625" cy="2600"/>
                </a:xfrm>
                <a:custGeom>
                  <a:avLst/>
                  <a:gdLst/>
                  <a:ahLst/>
                  <a:cxnLst/>
                  <a:rect l="l" t="t" r="r" b="b"/>
                  <a:pathLst>
                    <a:path w="1185" h="104" extrusionOk="0">
                      <a:moveTo>
                        <a:pt x="1" y="0"/>
                      </a:moveTo>
                      <a:cubicBezTo>
                        <a:pt x="233" y="103"/>
                        <a:pt x="336" y="103"/>
                        <a:pt x="541" y="103"/>
                      </a:cubicBezTo>
                      <a:lnTo>
                        <a:pt x="1185" y="103"/>
                      </a:lnTo>
                      <a:cubicBezTo>
                        <a:pt x="979" y="0"/>
                        <a:pt x="747" y="0"/>
                        <a:pt x="54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8"/>
                <p:cNvSpPr/>
                <p:nvPr/>
              </p:nvSpPr>
              <p:spPr>
                <a:xfrm>
                  <a:off x="9680025" y="2701900"/>
                  <a:ext cx="131300" cy="131275"/>
                </a:xfrm>
                <a:custGeom>
                  <a:avLst/>
                  <a:gdLst/>
                  <a:ahLst/>
                  <a:cxnLst/>
                  <a:rect l="l" t="t" r="r" b="b"/>
                  <a:pathLst>
                    <a:path w="5252" h="5251" extrusionOk="0">
                      <a:moveTo>
                        <a:pt x="1931" y="0"/>
                      </a:moveTo>
                      <a:lnTo>
                        <a:pt x="1931" y="103"/>
                      </a:lnTo>
                      <a:cubicBezTo>
                        <a:pt x="1935" y="134"/>
                        <a:pt x="1939" y="164"/>
                        <a:pt x="1943" y="195"/>
                      </a:cubicBezTo>
                      <a:lnTo>
                        <a:pt x="1943" y="195"/>
                      </a:lnTo>
                      <a:lnTo>
                        <a:pt x="1931" y="206"/>
                      </a:lnTo>
                      <a:cubicBezTo>
                        <a:pt x="1935" y="208"/>
                        <a:pt x="1940" y="209"/>
                        <a:pt x="1944" y="211"/>
                      </a:cubicBezTo>
                      <a:lnTo>
                        <a:pt x="1944" y="211"/>
                      </a:lnTo>
                      <a:cubicBezTo>
                        <a:pt x="2019" y="878"/>
                        <a:pt x="1933" y="1542"/>
                        <a:pt x="1760" y="2128"/>
                      </a:cubicBezTo>
                      <a:lnTo>
                        <a:pt x="1760" y="2128"/>
                      </a:lnTo>
                      <a:cubicBezTo>
                        <a:pt x="1641" y="1965"/>
                        <a:pt x="1456" y="1828"/>
                        <a:pt x="1288" y="1828"/>
                      </a:cubicBezTo>
                      <a:cubicBezTo>
                        <a:pt x="1288" y="1828"/>
                        <a:pt x="1288" y="1828"/>
                        <a:pt x="1288" y="1828"/>
                      </a:cubicBezTo>
                      <a:lnTo>
                        <a:pt x="1288" y="1828"/>
                      </a:lnTo>
                      <a:cubicBezTo>
                        <a:pt x="1390" y="1931"/>
                        <a:pt x="1596" y="2137"/>
                        <a:pt x="1725" y="2239"/>
                      </a:cubicBezTo>
                      <a:lnTo>
                        <a:pt x="1725" y="2471"/>
                      </a:lnTo>
                      <a:lnTo>
                        <a:pt x="1828" y="2239"/>
                      </a:lnTo>
                      <a:cubicBezTo>
                        <a:pt x="2021" y="1637"/>
                        <a:pt x="2123" y="945"/>
                        <a:pt x="2051" y="247"/>
                      </a:cubicBezTo>
                      <a:lnTo>
                        <a:pt x="2051" y="247"/>
                      </a:lnTo>
                      <a:cubicBezTo>
                        <a:pt x="2324" y="344"/>
                        <a:pt x="2601" y="464"/>
                        <a:pt x="2780" y="644"/>
                      </a:cubicBezTo>
                      <a:cubicBezTo>
                        <a:pt x="3321" y="1081"/>
                        <a:pt x="3655" y="1828"/>
                        <a:pt x="3655" y="2471"/>
                      </a:cubicBezTo>
                      <a:lnTo>
                        <a:pt x="3655" y="2677"/>
                      </a:lnTo>
                      <a:lnTo>
                        <a:pt x="3758" y="2574"/>
                      </a:lnTo>
                      <a:cubicBezTo>
                        <a:pt x="3792" y="2540"/>
                        <a:pt x="3823" y="2506"/>
                        <a:pt x="3852" y="2471"/>
                      </a:cubicBezTo>
                      <a:lnTo>
                        <a:pt x="3861" y="2471"/>
                      </a:lnTo>
                      <a:cubicBezTo>
                        <a:pt x="3861" y="2467"/>
                        <a:pt x="3861" y="2463"/>
                        <a:pt x="3861" y="2459"/>
                      </a:cubicBezTo>
                      <a:lnTo>
                        <a:pt x="3861" y="2459"/>
                      </a:lnTo>
                      <a:cubicBezTo>
                        <a:pt x="3982" y="2309"/>
                        <a:pt x="4062" y="2150"/>
                        <a:pt x="4135" y="2002"/>
                      </a:cubicBezTo>
                      <a:lnTo>
                        <a:pt x="4135" y="2002"/>
                      </a:lnTo>
                      <a:cubicBezTo>
                        <a:pt x="4616" y="2535"/>
                        <a:pt x="4697" y="3245"/>
                        <a:pt x="4402" y="3861"/>
                      </a:cubicBezTo>
                      <a:lnTo>
                        <a:pt x="4402" y="3964"/>
                      </a:lnTo>
                      <a:lnTo>
                        <a:pt x="4505" y="3861"/>
                      </a:lnTo>
                      <a:cubicBezTo>
                        <a:pt x="4942" y="3218"/>
                        <a:pt x="4814" y="2368"/>
                        <a:pt x="4299" y="1828"/>
                      </a:cubicBezTo>
                      <a:lnTo>
                        <a:pt x="4170" y="1828"/>
                      </a:lnTo>
                      <a:cubicBezTo>
                        <a:pt x="4136" y="1862"/>
                        <a:pt x="4105" y="1896"/>
                        <a:pt x="4076" y="1931"/>
                      </a:cubicBezTo>
                      <a:lnTo>
                        <a:pt x="4067" y="1931"/>
                      </a:lnTo>
                      <a:cubicBezTo>
                        <a:pt x="4069" y="1932"/>
                        <a:pt x="4070" y="1934"/>
                        <a:pt x="4072" y="1935"/>
                      </a:cubicBezTo>
                      <a:lnTo>
                        <a:pt x="4072" y="1935"/>
                      </a:lnTo>
                      <a:cubicBezTo>
                        <a:pt x="3980" y="2044"/>
                        <a:pt x="3912" y="2155"/>
                        <a:pt x="3853" y="2270"/>
                      </a:cubicBezTo>
                      <a:lnTo>
                        <a:pt x="3853" y="2270"/>
                      </a:lnTo>
                      <a:cubicBezTo>
                        <a:pt x="3798" y="1609"/>
                        <a:pt x="3468" y="1032"/>
                        <a:pt x="2883" y="541"/>
                      </a:cubicBezTo>
                      <a:cubicBezTo>
                        <a:pt x="2677" y="309"/>
                        <a:pt x="2369" y="103"/>
                        <a:pt x="2034" y="0"/>
                      </a:cubicBezTo>
                      <a:close/>
                      <a:moveTo>
                        <a:pt x="1289" y="1831"/>
                      </a:moveTo>
                      <a:lnTo>
                        <a:pt x="1289" y="1831"/>
                      </a:lnTo>
                      <a:cubicBezTo>
                        <a:pt x="1390" y="2037"/>
                        <a:pt x="1389" y="2369"/>
                        <a:pt x="1185" y="2574"/>
                      </a:cubicBezTo>
                      <a:cubicBezTo>
                        <a:pt x="1082" y="2780"/>
                        <a:pt x="953" y="3012"/>
                        <a:pt x="747" y="3218"/>
                      </a:cubicBezTo>
                      <a:cubicBezTo>
                        <a:pt x="438" y="3423"/>
                        <a:pt x="207" y="3758"/>
                        <a:pt x="104" y="4170"/>
                      </a:cubicBezTo>
                      <a:cubicBezTo>
                        <a:pt x="309" y="3861"/>
                        <a:pt x="541" y="3526"/>
                        <a:pt x="850" y="3218"/>
                      </a:cubicBezTo>
                      <a:cubicBezTo>
                        <a:pt x="1082" y="3115"/>
                        <a:pt x="1185" y="2883"/>
                        <a:pt x="1288" y="2677"/>
                      </a:cubicBezTo>
                      <a:cubicBezTo>
                        <a:pt x="1390" y="2370"/>
                        <a:pt x="1390" y="2037"/>
                        <a:pt x="1289" y="1831"/>
                      </a:cubicBezTo>
                      <a:close/>
                      <a:moveTo>
                        <a:pt x="4942" y="3218"/>
                      </a:moveTo>
                      <a:lnTo>
                        <a:pt x="4942" y="3423"/>
                      </a:lnTo>
                      <a:cubicBezTo>
                        <a:pt x="4814" y="3655"/>
                        <a:pt x="4711" y="3758"/>
                        <a:pt x="4505" y="3861"/>
                      </a:cubicBezTo>
                      <a:cubicBezTo>
                        <a:pt x="4678" y="3861"/>
                        <a:pt x="4870" y="3715"/>
                        <a:pt x="4988" y="3530"/>
                      </a:cubicBezTo>
                      <a:lnTo>
                        <a:pt x="4988" y="3530"/>
                      </a:lnTo>
                      <a:cubicBezTo>
                        <a:pt x="5148" y="3947"/>
                        <a:pt x="5140" y="4434"/>
                        <a:pt x="5045" y="4813"/>
                      </a:cubicBezTo>
                      <a:cubicBezTo>
                        <a:pt x="5251" y="4402"/>
                        <a:pt x="5251" y="3861"/>
                        <a:pt x="5045" y="3321"/>
                      </a:cubicBezTo>
                      <a:lnTo>
                        <a:pt x="4942" y="3218"/>
                      </a:lnTo>
                      <a:close/>
                      <a:moveTo>
                        <a:pt x="104" y="4170"/>
                      </a:moveTo>
                      <a:cubicBezTo>
                        <a:pt x="1" y="4402"/>
                        <a:pt x="1" y="4710"/>
                        <a:pt x="207" y="4942"/>
                      </a:cubicBezTo>
                      <a:cubicBezTo>
                        <a:pt x="104" y="4710"/>
                        <a:pt x="104" y="4402"/>
                        <a:pt x="104" y="4170"/>
                      </a:cubicBezTo>
                      <a:close/>
                      <a:moveTo>
                        <a:pt x="207" y="4942"/>
                      </a:moveTo>
                      <a:cubicBezTo>
                        <a:pt x="207" y="5045"/>
                        <a:pt x="309" y="5045"/>
                        <a:pt x="438" y="5045"/>
                      </a:cubicBezTo>
                      <a:cubicBezTo>
                        <a:pt x="309" y="5045"/>
                        <a:pt x="309" y="4942"/>
                        <a:pt x="207" y="4942"/>
                      </a:cubicBezTo>
                      <a:close/>
                      <a:moveTo>
                        <a:pt x="5045" y="4813"/>
                      </a:moveTo>
                      <a:cubicBezTo>
                        <a:pt x="4942" y="4942"/>
                        <a:pt x="4814" y="5148"/>
                        <a:pt x="4814" y="5251"/>
                      </a:cubicBezTo>
                      <a:cubicBezTo>
                        <a:pt x="4942" y="5148"/>
                        <a:pt x="5045" y="5045"/>
                        <a:pt x="5045" y="481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8"/>
                <p:cNvSpPr/>
                <p:nvPr/>
              </p:nvSpPr>
              <p:spPr>
                <a:xfrm>
                  <a:off x="9768175" y="2699325"/>
                  <a:ext cx="13550" cy="15450"/>
                </a:xfrm>
                <a:custGeom>
                  <a:avLst/>
                  <a:gdLst/>
                  <a:ahLst/>
                  <a:cxnLst/>
                  <a:rect l="l" t="t" r="r" b="b"/>
                  <a:pathLst>
                    <a:path w="542" h="618" extrusionOk="0">
                      <a:moveTo>
                        <a:pt x="335" y="0"/>
                      </a:moveTo>
                      <a:cubicBezTo>
                        <a:pt x="129" y="0"/>
                        <a:pt x="129" y="103"/>
                        <a:pt x="129" y="103"/>
                      </a:cubicBezTo>
                      <a:cubicBezTo>
                        <a:pt x="129" y="138"/>
                        <a:pt x="129" y="149"/>
                        <a:pt x="133" y="149"/>
                      </a:cubicBezTo>
                      <a:cubicBezTo>
                        <a:pt x="141" y="149"/>
                        <a:pt x="164" y="103"/>
                        <a:pt x="232" y="103"/>
                      </a:cubicBezTo>
                      <a:cubicBezTo>
                        <a:pt x="335" y="103"/>
                        <a:pt x="438" y="206"/>
                        <a:pt x="438" y="206"/>
                      </a:cubicBezTo>
                      <a:cubicBezTo>
                        <a:pt x="438" y="309"/>
                        <a:pt x="438" y="412"/>
                        <a:pt x="335" y="412"/>
                      </a:cubicBezTo>
                      <a:cubicBezTo>
                        <a:pt x="305" y="451"/>
                        <a:pt x="274" y="466"/>
                        <a:pt x="246" y="466"/>
                      </a:cubicBezTo>
                      <a:cubicBezTo>
                        <a:pt x="180" y="466"/>
                        <a:pt x="129" y="381"/>
                        <a:pt x="129" y="309"/>
                      </a:cubicBezTo>
                      <a:lnTo>
                        <a:pt x="129" y="206"/>
                      </a:lnTo>
                      <a:cubicBezTo>
                        <a:pt x="129" y="206"/>
                        <a:pt x="1" y="206"/>
                        <a:pt x="1" y="412"/>
                      </a:cubicBezTo>
                      <a:lnTo>
                        <a:pt x="129" y="541"/>
                      </a:lnTo>
                      <a:cubicBezTo>
                        <a:pt x="232" y="592"/>
                        <a:pt x="310" y="618"/>
                        <a:pt x="374" y="618"/>
                      </a:cubicBezTo>
                      <a:cubicBezTo>
                        <a:pt x="438" y="618"/>
                        <a:pt x="490" y="592"/>
                        <a:pt x="541" y="541"/>
                      </a:cubicBezTo>
                      <a:lnTo>
                        <a:pt x="541" y="103"/>
                      </a:lnTo>
                      <a:cubicBezTo>
                        <a:pt x="438" y="103"/>
                        <a:pt x="335" y="0"/>
                        <a:pt x="3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8"/>
                <p:cNvSpPr/>
                <p:nvPr/>
              </p:nvSpPr>
              <p:spPr>
                <a:xfrm>
                  <a:off x="9618250" y="2701900"/>
                  <a:ext cx="391250" cy="879625"/>
                </a:xfrm>
                <a:custGeom>
                  <a:avLst/>
                  <a:gdLst/>
                  <a:ahLst/>
                  <a:cxnLst/>
                  <a:rect l="l" t="t" r="r" b="b"/>
                  <a:pathLst>
                    <a:path w="15650" h="35185" extrusionOk="0">
                      <a:moveTo>
                        <a:pt x="1" y="644"/>
                      </a:moveTo>
                      <a:cubicBezTo>
                        <a:pt x="1" y="850"/>
                        <a:pt x="1" y="953"/>
                        <a:pt x="104" y="1287"/>
                      </a:cubicBezTo>
                      <a:cubicBezTo>
                        <a:pt x="104" y="953"/>
                        <a:pt x="104" y="747"/>
                        <a:pt x="1" y="644"/>
                      </a:cubicBezTo>
                      <a:close/>
                      <a:moveTo>
                        <a:pt x="104" y="1287"/>
                      </a:moveTo>
                      <a:cubicBezTo>
                        <a:pt x="104" y="1725"/>
                        <a:pt x="207" y="2471"/>
                        <a:pt x="335" y="3423"/>
                      </a:cubicBezTo>
                      <a:cubicBezTo>
                        <a:pt x="207" y="2471"/>
                        <a:pt x="207" y="1725"/>
                        <a:pt x="104" y="1287"/>
                      </a:cubicBezTo>
                      <a:close/>
                      <a:moveTo>
                        <a:pt x="9447" y="0"/>
                      </a:moveTo>
                      <a:lnTo>
                        <a:pt x="9447" y="438"/>
                      </a:lnTo>
                      <a:lnTo>
                        <a:pt x="9447" y="1596"/>
                      </a:lnTo>
                      <a:cubicBezTo>
                        <a:pt x="9550" y="2574"/>
                        <a:pt x="9550" y="4067"/>
                        <a:pt x="9550" y="5997"/>
                      </a:cubicBezTo>
                      <a:lnTo>
                        <a:pt x="9550" y="1596"/>
                      </a:lnTo>
                      <a:lnTo>
                        <a:pt x="9550" y="438"/>
                      </a:lnTo>
                      <a:cubicBezTo>
                        <a:pt x="9447" y="206"/>
                        <a:pt x="9447" y="0"/>
                        <a:pt x="9447" y="0"/>
                      </a:cubicBezTo>
                      <a:close/>
                      <a:moveTo>
                        <a:pt x="335" y="3423"/>
                      </a:moveTo>
                      <a:lnTo>
                        <a:pt x="335" y="3423"/>
                      </a:lnTo>
                      <a:cubicBezTo>
                        <a:pt x="541" y="5251"/>
                        <a:pt x="747" y="8031"/>
                        <a:pt x="1185" y="11480"/>
                      </a:cubicBezTo>
                      <a:cubicBezTo>
                        <a:pt x="1494" y="14903"/>
                        <a:pt x="1931" y="19098"/>
                        <a:pt x="2472" y="23808"/>
                      </a:cubicBezTo>
                      <a:cubicBezTo>
                        <a:pt x="2780" y="26048"/>
                        <a:pt x="3012" y="28622"/>
                        <a:pt x="3321" y="31195"/>
                      </a:cubicBezTo>
                      <a:cubicBezTo>
                        <a:pt x="3424" y="31839"/>
                        <a:pt x="3553" y="32482"/>
                        <a:pt x="3656" y="33126"/>
                      </a:cubicBezTo>
                      <a:lnTo>
                        <a:pt x="3759" y="33357"/>
                      </a:lnTo>
                      <a:lnTo>
                        <a:pt x="3759" y="33460"/>
                      </a:lnTo>
                      <a:lnTo>
                        <a:pt x="3759" y="33563"/>
                      </a:lnTo>
                      <a:lnTo>
                        <a:pt x="3861" y="33666"/>
                      </a:lnTo>
                      <a:lnTo>
                        <a:pt x="3964" y="33666"/>
                      </a:lnTo>
                      <a:lnTo>
                        <a:pt x="4067" y="33769"/>
                      </a:lnTo>
                      <a:lnTo>
                        <a:pt x="4299" y="33769"/>
                      </a:lnTo>
                      <a:cubicBezTo>
                        <a:pt x="4402" y="33769"/>
                        <a:pt x="4505" y="33769"/>
                        <a:pt x="4608" y="33666"/>
                      </a:cubicBezTo>
                      <a:cubicBezTo>
                        <a:pt x="4711" y="33666"/>
                        <a:pt x="4711" y="33666"/>
                        <a:pt x="4711" y="33563"/>
                      </a:cubicBezTo>
                      <a:lnTo>
                        <a:pt x="4840" y="33460"/>
                      </a:lnTo>
                      <a:lnTo>
                        <a:pt x="4840" y="32920"/>
                      </a:lnTo>
                      <a:cubicBezTo>
                        <a:pt x="4925" y="31772"/>
                        <a:pt x="4939" y="30694"/>
                        <a:pt x="4942" y="29512"/>
                      </a:cubicBezTo>
                      <a:lnTo>
                        <a:pt x="4942" y="29512"/>
                      </a:lnTo>
                      <a:cubicBezTo>
                        <a:pt x="5274" y="30504"/>
                        <a:pt x="5558" y="31536"/>
                        <a:pt x="5895" y="32482"/>
                      </a:cubicBezTo>
                      <a:cubicBezTo>
                        <a:pt x="6126" y="33126"/>
                        <a:pt x="6332" y="33769"/>
                        <a:pt x="6641" y="34413"/>
                      </a:cubicBezTo>
                      <a:cubicBezTo>
                        <a:pt x="6770" y="34541"/>
                        <a:pt x="6770" y="34747"/>
                        <a:pt x="6873" y="34850"/>
                      </a:cubicBezTo>
                      <a:cubicBezTo>
                        <a:pt x="6976" y="34953"/>
                        <a:pt x="6976" y="34953"/>
                        <a:pt x="7079" y="35056"/>
                      </a:cubicBezTo>
                      <a:lnTo>
                        <a:pt x="7182" y="35185"/>
                      </a:lnTo>
                      <a:lnTo>
                        <a:pt x="8263" y="35185"/>
                      </a:lnTo>
                      <a:cubicBezTo>
                        <a:pt x="8572" y="35056"/>
                        <a:pt x="8803" y="34953"/>
                        <a:pt x="8906" y="34747"/>
                      </a:cubicBezTo>
                      <a:cubicBezTo>
                        <a:pt x="9112" y="34644"/>
                        <a:pt x="9215" y="34310"/>
                        <a:pt x="9215" y="34104"/>
                      </a:cubicBezTo>
                      <a:cubicBezTo>
                        <a:pt x="9215" y="33666"/>
                        <a:pt x="9112" y="33254"/>
                        <a:pt x="9009" y="32817"/>
                      </a:cubicBezTo>
                      <a:cubicBezTo>
                        <a:pt x="8906" y="31968"/>
                        <a:pt x="8700" y="31092"/>
                        <a:pt x="8572" y="30243"/>
                      </a:cubicBezTo>
                      <a:cubicBezTo>
                        <a:pt x="8469" y="29703"/>
                        <a:pt x="8366" y="29162"/>
                        <a:pt x="8469" y="28622"/>
                      </a:cubicBezTo>
                      <a:lnTo>
                        <a:pt x="8469" y="28622"/>
                      </a:lnTo>
                      <a:cubicBezTo>
                        <a:pt x="8572" y="28750"/>
                        <a:pt x="8700" y="28853"/>
                        <a:pt x="8700" y="28956"/>
                      </a:cubicBezTo>
                      <a:cubicBezTo>
                        <a:pt x="8803" y="29162"/>
                        <a:pt x="8906" y="29394"/>
                        <a:pt x="8906" y="29600"/>
                      </a:cubicBezTo>
                      <a:cubicBezTo>
                        <a:pt x="9215" y="30552"/>
                        <a:pt x="9344" y="31633"/>
                        <a:pt x="9550" y="32611"/>
                      </a:cubicBezTo>
                      <a:cubicBezTo>
                        <a:pt x="9653" y="33126"/>
                        <a:pt x="9859" y="33563"/>
                        <a:pt x="9987" y="34104"/>
                      </a:cubicBezTo>
                      <a:cubicBezTo>
                        <a:pt x="10090" y="34104"/>
                        <a:pt x="10090" y="34207"/>
                        <a:pt x="10090" y="34207"/>
                      </a:cubicBezTo>
                      <a:cubicBezTo>
                        <a:pt x="10193" y="34310"/>
                        <a:pt x="10193" y="34310"/>
                        <a:pt x="10296" y="34310"/>
                      </a:cubicBezTo>
                      <a:lnTo>
                        <a:pt x="10734" y="34310"/>
                      </a:lnTo>
                      <a:cubicBezTo>
                        <a:pt x="10940" y="34310"/>
                        <a:pt x="11043" y="34207"/>
                        <a:pt x="11146" y="34104"/>
                      </a:cubicBezTo>
                      <a:cubicBezTo>
                        <a:pt x="11274" y="34001"/>
                        <a:pt x="11274" y="33898"/>
                        <a:pt x="11274" y="33769"/>
                      </a:cubicBezTo>
                      <a:cubicBezTo>
                        <a:pt x="11377" y="33460"/>
                        <a:pt x="11377" y="33254"/>
                        <a:pt x="11274" y="32920"/>
                      </a:cubicBezTo>
                      <a:cubicBezTo>
                        <a:pt x="11274" y="32714"/>
                        <a:pt x="11146" y="32482"/>
                        <a:pt x="11146" y="32276"/>
                      </a:cubicBezTo>
                      <a:cubicBezTo>
                        <a:pt x="11043" y="31736"/>
                        <a:pt x="10940" y="31324"/>
                        <a:pt x="10837" y="30784"/>
                      </a:cubicBezTo>
                      <a:cubicBezTo>
                        <a:pt x="10734" y="29805"/>
                        <a:pt x="10502" y="28956"/>
                        <a:pt x="10399" y="27978"/>
                      </a:cubicBezTo>
                      <a:cubicBezTo>
                        <a:pt x="10296" y="27566"/>
                        <a:pt x="10193" y="27026"/>
                        <a:pt x="10193" y="26588"/>
                      </a:cubicBezTo>
                      <a:cubicBezTo>
                        <a:pt x="10193" y="26382"/>
                        <a:pt x="10193" y="26176"/>
                        <a:pt x="10296" y="25945"/>
                      </a:cubicBezTo>
                      <a:cubicBezTo>
                        <a:pt x="10296" y="25842"/>
                        <a:pt x="10296" y="25739"/>
                        <a:pt x="10399" y="25636"/>
                      </a:cubicBezTo>
                      <a:cubicBezTo>
                        <a:pt x="10399" y="25533"/>
                        <a:pt x="10502" y="25533"/>
                        <a:pt x="10631" y="25533"/>
                      </a:cubicBezTo>
                      <a:cubicBezTo>
                        <a:pt x="10837" y="25533"/>
                        <a:pt x="10940" y="25533"/>
                        <a:pt x="11146" y="25739"/>
                      </a:cubicBezTo>
                      <a:cubicBezTo>
                        <a:pt x="11274" y="25842"/>
                        <a:pt x="11480" y="25945"/>
                        <a:pt x="11686" y="26176"/>
                      </a:cubicBezTo>
                      <a:cubicBezTo>
                        <a:pt x="12021" y="26485"/>
                        <a:pt x="12329" y="26691"/>
                        <a:pt x="12767" y="26820"/>
                      </a:cubicBezTo>
                      <a:cubicBezTo>
                        <a:pt x="13076" y="26923"/>
                        <a:pt x="13308" y="26923"/>
                        <a:pt x="13513" y="26923"/>
                      </a:cubicBezTo>
                      <a:cubicBezTo>
                        <a:pt x="13719" y="26923"/>
                        <a:pt x="13951" y="26820"/>
                        <a:pt x="14157" y="26820"/>
                      </a:cubicBezTo>
                      <a:lnTo>
                        <a:pt x="15444" y="26588"/>
                      </a:lnTo>
                      <a:lnTo>
                        <a:pt x="15650" y="26485"/>
                      </a:lnTo>
                      <a:lnTo>
                        <a:pt x="15444" y="26382"/>
                      </a:lnTo>
                      <a:lnTo>
                        <a:pt x="9987" y="21878"/>
                      </a:lnTo>
                      <a:lnTo>
                        <a:pt x="9987" y="21981"/>
                      </a:lnTo>
                      <a:cubicBezTo>
                        <a:pt x="9859" y="15342"/>
                        <a:pt x="9653" y="9860"/>
                        <a:pt x="9550" y="5999"/>
                      </a:cubicBezTo>
                      <a:lnTo>
                        <a:pt x="9550" y="5999"/>
                      </a:lnTo>
                      <a:cubicBezTo>
                        <a:pt x="9653" y="9860"/>
                        <a:pt x="9756" y="15342"/>
                        <a:pt x="9859" y="21981"/>
                      </a:cubicBezTo>
                      <a:lnTo>
                        <a:pt x="9859" y="22084"/>
                      </a:lnTo>
                      <a:lnTo>
                        <a:pt x="15335" y="26400"/>
                      </a:lnTo>
                      <a:lnTo>
                        <a:pt x="15335" y="26400"/>
                      </a:lnTo>
                      <a:lnTo>
                        <a:pt x="14157" y="26588"/>
                      </a:lnTo>
                      <a:cubicBezTo>
                        <a:pt x="13848" y="26691"/>
                        <a:pt x="13411" y="26691"/>
                        <a:pt x="12973" y="26691"/>
                      </a:cubicBezTo>
                      <a:cubicBezTo>
                        <a:pt x="12561" y="26485"/>
                        <a:pt x="12124" y="26279"/>
                        <a:pt x="11918" y="25945"/>
                      </a:cubicBezTo>
                      <a:cubicBezTo>
                        <a:pt x="11686" y="25842"/>
                        <a:pt x="11480" y="25636"/>
                        <a:pt x="11377" y="25533"/>
                      </a:cubicBezTo>
                      <a:cubicBezTo>
                        <a:pt x="11146" y="25301"/>
                        <a:pt x="10837" y="25301"/>
                        <a:pt x="10631" y="25301"/>
                      </a:cubicBezTo>
                      <a:cubicBezTo>
                        <a:pt x="10502" y="25301"/>
                        <a:pt x="10399" y="25404"/>
                        <a:pt x="10296" y="25533"/>
                      </a:cubicBezTo>
                      <a:cubicBezTo>
                        <a:pt x="10193" y="25636"/>
                        <a:pt x="10193" y="25739"/>
                        <a:pt x="10193" y="25842"/>
                      </a:cubicBezTo>
                      <a:cubicBezTo>
                        <a:pt x="10090" y="26176"/>
                        <a:pt x="10090" y="26382"/>
                        <a:pt x="10090" y="26588"/>
                      </a:cubicBezTo>
                      <a:cubicBezTo>
                        <a:pt x="10090" y="27026"/>
                        <a:pt x="10193" y="27566"/>
                        <a:pt x="10296" y="27978"/>
                      </a:cubicBezTo>
                      <a:cubicBezTo>
                        <a:pt x="10399" y="28956"/>
                        <a:pt x="10631" y="29908"/>
                        <a:pt x="10734" y="30887"/>
                      </a:cubicBezTo>
                      <a:cubicBezTo>
                        <a:pt x="10837" y="31324"/>
                        <a:pt x="10940" y="31736"/>
                        <a:pt x="11043" y="32276"/>
                      </a:cubicBezTo>
                      <a:cubicBezTo>
                        <a:pt x="11043" y="32482"/>
                        <a:pt x="11146" y="32714"/>
                        <a:pt x="11146" y="33023"/>
                      </a:cubicBezTo>
                      <a:lnTo>
                        <a:pt x="11146" y="33666"/>
                      </a:lnTo>
                      <a:cubicBezTo>
                        <a:pt x="11146" y="33769"/>
                        <a:pt x="11146" y="33898"/>
                        <a:pt x="11043" y="34001"/>
                      </a:cubicBezTo>
                      <a:cubicBezTo>
                        <a:pt x="11043" y="34104"/>
                        <a:pt x="10940" y="34104"/>
                        <a:pt x="10837" y="34104"/>
                      </a:cubicBezTo>
                      <a:lnTo>
                        <a:pt x="10399" y="34104"/>
                      </a:lnTo>
                      <a:cubicBezTo>
                        <a:pt x="10296" y="34104"/>
                        <a:pt x="10296" y="34001"/>
                        <a:pt x="10296" y="34001"/>
                      </a:cubicBezTo>
                      <a:cubicBezTo>
                        <a:pt x="10090" y="33563"/>
                        <a:pt x="9987" y="33023"/>
                        <a:pt x="9859" y="32611"/>
                      </a:cubicBezTo>
                      <a:cubicBezTo>
                        <a:pt x="9653" y="31633"/>
                        <a:pt x="9550" y="30552"/>
                        <a:pt x="9215" y="29600"/>
                      </a:cubicBezTo>
                      <a:cubicBezTo>
                        <a:pt x="9215" y="29394"/>
                        <a:pt x="9112" y="29059"/>
                        <a:pt x="9009" y="28853"/>
                      </a:cubicBezTo>
                      <a:cubicBezTo>
                        <a:pt x="8906" y="28750"/>
                        <a:pt x="8906" y="28622"/>
                        <a:pt x="8803" y="28519"/>
                      </a:cubicBezTo>
                      <a:cubicBezTo>
                        <a:pt x="8731" y="28446"/>
                        <a:pt x="8645" y="28373"/>
                        <a:pt x="8565" y="28373"/>
                      </a:cubicBezTo>
                      <a:cubicBezTo>
                        <a:pt x="8531" y="28373"/>
                        <a:pt x="8499" y="28385"/>
                        <a:pt x="8469" y="28416"/>
                      </a:cubicBezTo>
                      <a:cubicBezTo>
                        <a:pt x="8366" y="28519"/>
                        <a:pt x="8366" y="28519"/>
                        <a:pt x="8366" y="28622"/>
                      </a:cubicBezTo>
                      <a:cubicBezTo>
                        <a:pt x="8263" y="28956"/>
                        <a:pt x="8263" y="29162"/>
                        <a:pt x="8366" y="29497"/>
                      </a:cubicBezTo>
                      <a:cubicBezTo>
                        <a:pt x="8366" y="29703"/>
                        <a:pt x="8366" y="30037"/>
                        <a:pt x="8469" y="30243"/>
                      </a:cubicBezTo>
                      <a:cubicBezTo>
                        <a:pt x="8572" y="31092"/>
                        <a:pt x="8803" y="31968"/>
                        <a:pt x="8906" y="32817"/>
                      </a:cubicBezTo>
                      <a:cubicBezTo>
                        <a:pt x="9009" y="33254"/>
                        <a:pt x="9112" y="33666"/>
                        <a:pt x="9112" y="34104"/>
                      </a:cubicBezTo>
                      <a:cubicBezTo>
                        <a:pt x="9112" y="34310"/>
                        <a:pt x="9009" y="34541"/>
                        <a:pt x="8906" y="34644"/>
                      </a:cubicBezTo>
                      <a:cubicBezTo>
                        <a:pt x="8803" y="34850"/>
                        <a:pt x="8572" y="34850"/>
                        <a:pt x="8366" y="34953"/>
                      </a:cubicBezTo>
                      <a:lnTo>
                        <a:pt x="7413" y="34953"/>
                      </a:lnTo>
                      <a:cubicBezTo>
                        <a:pt x="7389" y="34973"/>
                        <a:pt x="7365" y="34981"/>
                        <a:pt x="7342" y="34981"/>
                      </a:cubicBezTo>
                      <a:cubicBezTo>
                        <a:pt x="7245" y="34981"/>
                        <a:pt x="7162" y="34831"/>
                        <a:pt x="7079" y="34747"/>
                      </a:cubicBezTo>
                      <a:cubicBezTo>
                        <a:pt x="6976" y="34644"/>
                        <a:pt x="6976" y="34413"/>
                        <a:pt x="6873" y="34310"/>
                      </a:cubicBezTo>
                      <a:cubicBezTo>
                        <a:pt x="6538" y="33666"/>
                        <a:pt x="6332" y="33023"/>
                        <a:pt x="6126" y="32482"/>
                      </a:cubicBezTo>
                      <a:cubicBezTo>
                        <a:pt x="5689" y="31195"/>
                        <a:pt x="5354" y="30037"/>
                        <a:pt x="4943" y="28750"/>
                      </a:cubicBezTo>
                      <a:lnTo>
                        <a:pt x="4711" y="28107"/>
                      </a:lnTo>
                      <a:lnTo>
                        <a:pt x="4711" y="28750"/>
                      </a:lnTo>
                      <a:lnTo>
                        <a:pt x="4711" y="32920"/>
                      </a:lnTo>
                      <a:cubicBezTo>
                        <a:pt x="4608" y="33023"/>
                        <a:pt x="4608" y="33254"/>
                        <a:pt x="4608" y="33460"/>
                      </a:cubicBezTo>
                      <a:lnTo>
                        <a:pt x="4505" y="33563"/>
                      </a:lnTo>
                      <a:lnTo>
                        <a:pt x="4196" y="33563"/>
                      </a:lnTo>
                      <a:lnTo>
                        <a:pt x="3964" y="33460"/>
                      </a:lnTo>
                      <a:lnTo>
                        <a:pt x="3861" y="33357"/>
                      </a:lnTo>
                      <a:lnTo>
                        <a:pt x="3861" y="33023"/>
                      </a:lnTo>
                      <a:cubicBezTo>
                        <a:pt x="3759" y="32379"/>
                        <a:pt x="3656" y="31736"/>
                        <a:pt x="3553" y="31092"/>
                      </a:cubicBezTo>
                      <a:cubicBezTo>
                        <a:pt x="3218" y="28519"/>
                        <a:pt x="2909" y="26048"/>
                        <a:pt x="2678" y="23705"/>
                      </a:cubicBezTo>
                      <a:cubicBezTo>
                        <a:pt x="2137" y="19098"/>
                        <a:pt x="1622" y="14903"/>
                        <a:pt x="1288" y="11480"/>
                      </a:cubicBezTo>
                      <a:lnTo>
                        <a:pt x="335" y="3423"/>
                      </a:ln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8"/>
                <p:cNvSpPr/>
                <p:nvPr/>
              </p:nvSpPr>
              <p:spPr>
                <a:xfrm>
                  <a:off x="8999250" y="3520900"/>
                  <a:ext cx="2139550" cy="1063200"/>
                </a:xfrm>
                <a:custGeom>
                  <a:avLst/>
                  <a:gdLst/>
                  <a:ahLst/>
                  <a:cxnLst/>
                  <a:rect l="l" t="t" r="r" b="b"/>
                  <a:pathLst>
                    <a:path w="85582" h="42528" extrusionOk="0">
                      <a:moveTo>
                        <a:pt x="83904" y="1"/>
                      </a:moveTo>
                      <a:cubicBezTo>
                        <a:pt x="83575" y="1"/>
                        <a:pt x="83238" y="135"/>
                        <a:pt x="83007" y="366"/>
                      </a:cubicBezTo>
                      <a:cubicBezTo>
                        <a:pt x="81823" y="1447"/>
                        <a:pt x="80433" y="2528"/>
                        <a:pt x="79018" y="3377"/>
                      </a:cubicBezTo>
                      <a:cubicBezTo>
                        <a:pt x="78812" y="3583"/>
                        <a:pt x="78606" y="3712"/>
                        <a:pt x="78271" y="3815"/>
                      </a:cubicBezTo>
                      <a:cubicBezTo>
                        <a:pt x="73021" y="6389"/>
                        <a:pt x="9420" y="38124"/>
                        <a:pt x="7928" y="38871"/>
                      </a:cubicBezTo>
                      <a:cubicBezTo>
                        <a:pt x="6538" y="39617"/>
                        <a:pt x="3526" y="39617"/>
                        <a:pt x="1493" y="39617"/>
                      </a:cubicBezTo>
                      <a:cubicBezTo>
                        <a:pt x="1287" y="39617"/>
                        <a:pt x="1158" y="39617"/>
                        <a:pt x="952" y="39746"/>
                      </a:cubicBezTo>
                      <a:cubicBezTo>
                        <a:pt x="309" y="39952"/>
                        <a:pt x="0" y="40698"/>
                        <a:pt x="206" y="41445"/>
                      </a:cubicBezTo>
                      <a:cubicBezTo>
                        <a:pt x="412" y="41882"/>
                        <a:pt x="850" y="42320"/>
                        <a:pt x="1390" y="42320"/>
                      </a:cubicBezTo>
                      <a:cubicBezTo>
                        <a:pt x="2034" y="42320"/>
                        <a:pt x="3089" y="42423"/>
                        <a:pt x="4607" y="42526"/>
                      </a:cubicBezTo>
                      <a:cubicBezTo>
                        <a:pt x="4645" y="42527"/>
                        <a:pt x="4684" y="42528"/>
                        <a:pt x="4723" y="42528"/>
                      </a:cubicBezTo>
                      <a:cubicBezTo>
                        <a:pt x="7670" y="42528"/>
                        <a:pt x="14362" y="38768"/>
                        <a:pt x="14362" y="38768"/>
                      </a:cubicBezTo>
                      <a:cubicBezTo>
                        <a:pt x="14362" y="38768"/>
                        <a:pt x="76778" y="7341"/>
                        <a:pt x="80099" y="5642"/>
                      </a:cubicBezTo>
                      <a:cubicBezTo>
                        <a:pt x="82029" y="4664"/>
                        <a:pt x="83754" y="3377"/>
                        <a:pt x="85246" y="1781"/>
                      </a:cubicBezTo>
                      <a:lnTo>
                        <a:pt x="85246" y="1653"/>
                      </a:lnTo>
                      <a:cubicBezTo>
                        <a:pt x="85581" y="1447"/>
                        <a:pt x="85452" y="906"/>
                        <a:pt x="85143" y="700"/>
                      </a:cubicBezTo>
                      <a:lnTo>
                        <a:pt x="84603" y="263"/>
                      </a:lnTo>
                      <a:cubicBezTo>
                        <a:pt x="84411" y="82"/>
                        <a:pt x="84160" y="1"/>
                        <a:pt x="839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8"/>
                <p:cNvSpPr/>
                <p:nvPr/>
              </p:nvSpPr>
              <p:spPr>
                <a:xfrm>
                  <a:off x="10856925" y="3706975"/>
                  <a:ext cx="88825" cy="93975"/>
                </a:xfrm>
                <a:custGeom>
                  <a:avLst/>
                  <a:gdLst/>
                  <a:ahLst/>
                  <a:cxnLst/>
                  <a:rect l="l" t="t" r="r" b="b"/>
                  <a:pathLst>
                    <a:path w="3553" h="3759" extrusionOk="0">
                      <a:moveTo>
                        <a:pt x="2266" y="1"/>
                      </a:moveTo>
                      <a:lnTo>
                        <a:pt x="1" y="1082"/>
                      </a:lnTo>
                      <a:lnTo>
                        <a:pt x="1287" y="3759"/>
                      </a:lnTo>
                      <a:lnTo>
                        <a:pt x="3552" y="2806"/>
                      </a:lnTo>
                      <a:lnTo>
                        <a:pt x="226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8"/>
                <p:cNvSpPr/>
                <p:nvPr/>
              </p:nvSpPr>
              <p:spPr>
                <a:xfrm>
                  <a:off x="10840850" y="3731225"/>
                  <a:ext cx="158300" cy="139425"/>
                </a:xfrm>
                <a:custGeom>
                  <a:avLst/>
                  <a:gdLst/>
                  <a:ahLst/>
                  <a:cxnLst/>
                  <a:rect l="l" t="t" r="r" b="b"/>
                  <a:pathLst>
                    <a:path w="6332" h="5577" extrusionOk="0">
                      <a:moveTo>
                        <a:pt x="3195" y="1"/>
                      </a:moveTo>
                      <a:cubicBezTo>
                        <a:pt x="2769" y="1"/>
                        <a:pt x="2335" y="100"/>
                        <a:pt x="1930" y="318"/>
                      </a:cubicBezTo>
                      <a:cubicBezTo>
                        <a:pt x="541" y="961"/>
                        <a:pt x="0" y="2686"/>
                        <a:pt x="644" y="3973"/>
                      </a:cubicBezTo>
                      <a:lnTo>
                        <a:pt x="644" y="4076"/>
                      </a:lnTo>
                      <a:cubicBezTo>
                        <a:pt x="1173" y="4988"/>
                        <a:pt x="2141" y="5577"/>
                        <a:pt x="3155" y="5577"/>
                      </a:cubicBezTo>
                      <a:cubicBezTo>
                        <a:pt x="3572" y="5577"/>
                        <a:pt x="3996" y="5477"/>
                        <a:pt x="4401" y="5260"/>
                      </a:cubicBezTo>
                      <a:cubicBezTo>
                        <a:pt x="5791" y="4616"/>
                        <a:pt x="6332" y="2892"/>
                        <a:pt x="5688" y="1502"/>
                      </a:cubicBezTo>
                      <a:cubicBezTo>
                        <a:pt x="5232" y="590"/>
                        <a:pt x="4233" y="1"/>
                        <a:pt x="31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8"/>
                <p:cNvSpPr/>
                <p:nvPr/>
              </p:nvSpPr>
              <p:spPr>
                <a:xfrm>
                  <a:off x="9449675" y="4414800"/>
                  <a:ext cx="88175" cy="96550"/>
                </a:xfrm>
                <a:custGeom>
                  <a:avLst/>
                  <a:gdLst/>
                  <a:ahLst/>
                  <a:cxnLst/>
                  <a:rect l="l" t="t" r="r" b="b"/>
                  <a:pathLst>
                    <a:path w="3527" h="3862" extrusionOk="0">
                      <a:moveTo>
                        <a:pt x="2239" y="0"/>
                      </a:moveTo>
                      <a:lnTo>
                        <a:pt x="0" y="1184"/>
                      </a:lnTo>
                      <a:lnTo>
                        <a:pt x="1287" y="3861"/>
                      </a:lnTo>
                      <a:lnTo>
                        <a:pt x="3526" y="2909"/>
                      </a:lnTo>
                      <a:lnTo>
                        <a:pt x="2239"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8"/>
                <p:cNvSpPr/>
                <p:nvPr/>
              </p:nvSpPr>
              <p:spPr>
                <a:xfrm>
                  <a:off x="9433575" y="4440225"/>
                  <a:ext cx="157675" cy="139625"/>
                </a:xfrm>
                <a:custGeom>
                  <a:avLst/>
                  <a:gdLst/>
                  <a:ahLst/>
                  <a:cxnLst/>
                  <a:rect l="l" t="t" r="r" b="b"/>
                  <a:pathLst>
                    <a:path w="6307" h="5585" extrusionOk="0">
                      <a:moveTo>
                        <a:pt x="3155" y="1"/>
                      </a:moveTo>
                      <a:cubicBezTo>
                        <a:pt x="2743" y="1"/>
                        <a:pt x="2325" y="88"/>
                        <a:pt x="1931" y="270"/>
                      </a:cubicBezTo>
                      <a:cubicBezTo>
                        <a:pt x="515" y="914"/>
                        <a:pt x="1" y="2638"/>
                        <a:pt x="644" y="4028"/>
                      </a:cubicBezTo>
                      <a:cubicBezTo>
                        <a:pt x="1179" y="5025"/>
                        <a:pt x="2151" y="5584"/>
                        <a:pt x="3170" y="5584"/>
                      </a:cubicBezTo>
                      <a:cubicBezTo>
                        <a:pt x="3573" y="5584"/>
                        <a:pt x="3983" y="5497"/>
                        <a:pt x="4376" y="5315"/>
                      </a:cubicBezTo>
                      <a:cubicBezTo>
                        <a:pt x="5792" y="4569"/>
                        <a:pt x="6307" y="2973"/>
                        <a:pt x="5663" y="1557"/>
                      </a:cubicBezTo>
                      <a:cubicBezTo>
                        <a:pt x="5202" y="561"/>
                        <a:pt x="4198" y="1"/>
                        <a:pt x="31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8"/>
                <p:cNvSpPr/>
                <p:nvPr/>
              </p:nvSpPr>
              <p:spPr>
                <a:xfrm>
                  <a:off x="9473475" y="4473550"/>
                  <a:ext cx="80450" cy="70675"/>
                </a:xfrm>
                <a:custGeom>
                  <a:avLst/>
                  <a:gdLst/>
                  <a:ahLst/>
                  <a:cxnLst/>
                  <a:rect l="l" t="t" r="r" b="b"/>
                  <a:pathLst>
                    <a:path w="3218" h="2827" extrusionOk="0">
                      <a:moveTo>
                        <a:pt x="1525" y="1"/>
                      </a:moveTo>
                      <a:cubicBezTo>
                        <a:pt x="1336" y="1"/>
                        <a:pt x="1150" y="39"/>
                        <a:pt x="979" y="121"/>
                      </a:cubicBezTo>
                      <a:cubicBezTo>
                        <a:pt x="206" y="559"/>
                        <a:pt x="1" y="1408"/>
                        <a:pt x="335" y="2052"/>
                      </a:cubicBezTo>
                      <a:cubicBezTo>
                        <a:pt x="561" y="2522"/>
                        <a:pt x="1075" y="2827"/>
                        <a:pt x="1636" y="2827"/>
                      </a:cubicBezTo>
                      <a:cubicBezTo>
                        <a:pt x="1844" y="2827"/>
                        <a:pt x="2057" y="2785"/>
                        <a:pt x="2266" y="2695"/>
                      </a:cubicBezTo>
                      <a:cubicBezTo>
                        <a:pt x="2909" y="2386"/>
                        <a:pt x="3218" y="1511"/>
                        <a:pt x="2909" y="765"/>
                      </a:cubicBezTo>
                      <a:cubicBezTo>
                        <a:pt x="2588" y="293"/>
                        <a:pt x="2045" y="1"/>
                        <a:pt x="152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8"/>
                <p:cNvSpPr/>
                <p:nvPr/>
              </p:nvSpPr>
              <p:spPr>
                <a:xfrm>
                  <a:off x="10881375" y="3765750"/>
                  <a:ext cx="80450" cy="70675"/>
                </a:xfrm>
                <a:custGeom>
                  <a:avLst/>
                  <a:gdLst/>
                  <a:ahLst/>
                  <a:cxnLst/>
                  <a:rect l="l" t="t" r="r" b="b"/>
                  <a:pathLst>
                    <a:path w="3218" h="2827" extrusionOk="0">
                      <a:moveTo>
                        <a:pt x="1499" y="0"/>
                      </a:moveTo>
                      <a:cubicBezTo>
                        <a:pt x="1310" y="0"/>
                        <a:pt x="1124" y="39"/>
                        <a:pt x="953" y="121"/>
                      </a:cubicBezTo>
                      <a:cubicBezTo>
                        <a:pt x="206" y="558"/>
                        <a:pt x="1" y="1408"/>
                        <a:pt x="309" y="2051"/>
                      </a:cubicBezTo>
                      <a:cubicBezTo>
                        <a:pt x="554" y="2521"/>
                        <a:pt x="1073" y="2826"/>
                        <a:pt x="1626" y="2826"/>
                      </a:cubicBezTo>
                      <a:cubicBezTo>
                        <a:pt x="1830" y="2826"/>
                        <a:pt x="2039" y="2785"/>
                        <a:pt x="2240" y="2695"/>
                      </a:cubicBezTo>
                      <a:cubicBezTo>
                        <a:pt x="2883" y="2386"/>
                        <a:pt x="3218" y="1511"/>
                        <a:pt x="2883" y="764"/>
                      </a:cubicBezTo>
                      <a:cubicBezTo>
                        <a:pt x="2562" y="292"/>
                        <a:pt x="2019" y="0"/>
                        <a:pt x="149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8"/>
                <p:cNvSpPr/>
                <p:nvPr/>
              </p:nvSpPr>
              <p:spPr>
                <a:xfrm>
                  <a:off x="9012125" y="3527450"/>
                  <a:ext cx="2102200" cy="1021850"/>
                </a:xfrm>
                <a:custGeom>
                  <a:avLst/>
                  <a:gdLst/>
                  <a:ahLst/>
                  <a:cxnLst/>
                  <a:rect l="l" t="t" r="r" b="b"/>
                  <a:pathLst>
                    <a:path w="84088" h="40874" extrusionOk="0">
                      <a:moveTo>
                        <a:pt x="0" y="40333"/>
                      </a:moveTo>
                      <a:lnTo>
                        <a:pt x="232" y="40436"/>
                      </a:lnTo>
                      <a:cubicBezTo>
                        <a:pt x="248" y="40436"/>
                        <a:pt x="267" y="40439"/>
                        <a:pt x="290" y="40443"/>
                      </a:cubicBezTo>
                      <a:lnTo>
                        <a:pt x="290" y="40443"/>
                      </a:lnTo>
                      <a:cubicBezTo>
                        <a:pt x="184" y="40410"/>
                        <a:pt x="87" y="40372"/>
                        <a:pt x="0" y="40333"/>
                      </a:cubicBezTo>
                      <a:close/>
                      <a:moveTo>
                        <a:pt x="290" y="40443"/>
                      </a:moveTo>
                      <a:cubicBezTo>
                        <a:pt x="466" y="40499"/>
                        <a:pt x="666" y="40539"/>
                        <a:pt x="875" y="40539"/>
                      </a:cubicBezTo>
                      <a:cubicBezTo>
                        <a:pt x="594" y="40539"/>
                        <a:pt x="404" y="40467"/>
                        <a:pt x="290" y="40443"/>
                      </a:cubicBezTo>
                      <a:close/>
                      <a:moveTo>
                        <a:pt x="84088" y="1"/>
                      </a:moveTo>
                      <a:cubicBezTo>
                        <a:pt x="84088" y="5"/>
                        <a:pt x="84086" y="104"/>
                        <a:pt x="83985" y="104"/>
                      </a:cubicBezTo>
                      <a:lnTo>
                        <a:pt x="83445" y="644"/>
                      </a:lnTo>
                      <a:cubicBezTo>
                        <a:pt x="83007" y="1082"/>
                        <a:pt x="82363" y="1725"/>
                        <a:pt x="81514" y="2575"/>
                      </a:cubicBezTo>
                      <a:cubicBezTo>
                        <a:pt x="80974" y="3012"/>
                        <a:pt x="80433" y="3450"/>
                        <a:pt x="79918" y="3862"/>
                      </a:cubicBezTo>
                      <a:cubicBezTo>
                        <a:pt x="79275" y="4299"/>
                        <a:pt x="78631" y="4608"/>
                        <a:pt x="77859" y="4943"/>
                      </a:cubicBezTo>
                      <a:lnTo>
                        <a:pt x="72711" y="7516"/>
                      </a:lnTo>
                      <a:lnTo>
                        <a:pt x="42906" y="22419"/>
                      </a:lnTo>
                      <a:lnTo>
                        <a:pt x="12998" y="37322"/>
                      </a:lnTo>
                      <a:lnTo>
                        <a:pt x="10295" y="38712"/>
                      </a:lnTo>
                      <a:cubicBezTo>
                        <a:pt x="9549" y="39149"/>
                        <a:pt x="8700" y="39587"/>
                        <a:pt x="7850" y="39896"/>
                      </a:cubicBezTo>
                      <a:cubicBezTo>
                        <a:pt x="6563" y="40333"/>
                        <a:pt x="5045" y="40642"/>
                        <a:pt x="3655" y="40771"/>
                      </a:cubicBezTo>
                      <a:cubicBezTo>
                        <a:pt x="2702" y="40771"/>
                        <a:pt x="1827" y="40642"/>
                        <a:pt x="875" y="40539"/>
                      </a:cubicBezTo>
                      <a:lnTo>
                        <a:pt x="875" y="40539"/>
                      </a:lnTo>
                      <a:cubicBezTo>
                        <a:pt x="1827" y="40771"/>
                        <a:pt x="2702" y="40874"/>
                        <a:pt x="3655" y="40874"/>
                      </a:cubicBezTo>
                      <a:cubicBezTo>
                        <a:pt x="5045" y="40771"/>
                        <a:pt x="6563" y="40539"/>
                        <a:pt x="7953" y="39999"/>
                      </a:cubicBezTo>
                      <a:cubicBezTo>
                        <a:pt x="8803" y="39690"/>
                        <a:pt x="9549" y="39252"/>
                        <a:pt x="10424" y="38840"/>
                      </a:cubicBezTo>
                      <a:lnTo>
                        <a:pt x="13101" y="37553"/>
                      </a:lnTo>
                      <a:lnTo>
                        <a:pt x="43009" y="22625"/>
                      </a:lnTo>
                      <a:lnTo>
                        <a:pt x="72840" y="7619"/>
                      </a:lnTo>
                      <a:lnTo>
                        <a:pt x="77988" y="5046"/>
                      </a:lnTo>
                      <a:cubicBezTo>
                        <a:pt x="78631" y="4737"/>
                        <a:pt x="79378" y="4402"/>
                        <a:pt x="80021" y="3965"/>
                      </a:cubicBezTo>
                      <a:cubicBezTo>
                        <a:pt x="80562" y="3553"/>
                        <a:pt x="81077" y="3115"/>
                        <a:pt x="81514" y="2678"/>
                      </a:cubicBezTo>
                      <a:lnTo>
                        <a:pt x="83445" y="747"/>
                      </a:lnTo>
                      <a:lnTo>
                        <a:pt x="83985" y="232"/>
                      </a:lnTo>
                      <a:cubicBezTo>
                        <a:pt x="84086" y="107"/>
                        <a:pt x="84088" y="5"/>
                        <a:pt x="8408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 name="Google Shape;1394;p38"/>
              <p:cNvSpPr/>
              <p:nvPr/>
            </p:nvSpPr>
            <p:spPr>
              <a:xfrm>
                <a:off x="3446780" y="2147552"/>
                <a:ext cx="553331" cy="549271"/>
              </a:xfrm>
              <a:custGeom>
                <a:avLst/>
                <a:gdLst/>
                <a:ahLst/>
                <a:cxnLst/>
                <a:rect l="l" t="t" r="r" b="b"/>
                <a:pathLst>
                  <a:path w="27670" h="27467" extrusionOk="0">
                    <a:moveTo>
                      <a:pt x="13720" y="7080"/>
                    </a:moveTo>
                    <a:cubicBezTo>
                      <a:pt x="17374" y="7080"/>
                      <a:pt x="20360" y="9989"/>
                      <a:pt x="20463" y="13515"/>
                    </a:cubicBezTo>
                    <a:cubicBezTo>
                      <a:pt x="20463" y="17170"/>
                      <a:pt x="17580" y="20181"/>
                      <a:pt x="13925" y="20284"/>
                    </a:cubicBezTo>
                    <a:cubicBezTo>
                      <a:pt x="13863" y="20286"/>
                      <a:pt x="13801" y="20287"/>
                      <a:pt x="13739" y="20287"/>
                    </a:cubicBezTo>
                    <a:cubicBezTo>
                      <a:pt x="10197" y="20287"/>
                      <a:pt x="7386" y="17416"/>
                      <a:pt x="7285" y="13849"/>
                    </a:cubicBezTo>
                    <a:cubicBezTo>
                      <a:pt x="7182" y="10194"/>
                      <a:pt x="10065" y="7183"/>
                      <a:pt x="13720" y="7080"/>
                    </a:cubicBezTo>
                    <a:close/>
                    <a:moveTo>
                      <a:pt x="13909" y="1"/>
                    </a:moveTo>
                    <a:cubicBezTo>
                      <a:pt x="13846" y="1"/>
                      <a:pt x="13783" y="1"/>
                      <a:pt x="13720" y="2"/>
                    </a:cubicBezTo>
                    <a:cubicBezTo>
                      <a:pt x="6101" y="105"/>
                      <a:pt x="1" y="6334"/>
                      <a:pt x="104" y="13849"/>
                    </a:cubicBezTo>
                    <a:cubicBezTo>
                      <a:pt x="206" y="21405"/>
                      <a:pt x="6332" y="27466"/>
                      <a:pt x="13839" y="27466"/>
                    </a:cubicBezTo>
                    <a:cubicBezTo>
                      <a:pt x="13902" y="27466"/>
                      <a:pt x="13965" y="27466"/>
                      <a:pt x="14028" y="27465"/>
                    </a:cubicBezTo>
                    <a:cubicBezTo>
                      <a:pt x="21647" y="27362"/>
                      <a:pt x="27670" y="21133"/>
                      <a:pt x="27670" y="13618"/>
                    </a:cubicBezTo>
                    <a:cubicBezTo>
                      <a:pt x="27542" y="6088"/>
                      <a:pt x="21441" y="1"/>
                      <a:pt x="13909"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8"/>
              <p:cNvSpPr/>
              <p:nvPr/>
            </p:nvSpPr>
            <p:spPr>
              <a:xfrm>
                <a:off x="3446780" y="2145532"/>
                <a:ext cx="280545" cy="551291"/>
              </a:xfrm>
              <a:custGeom>
                <a:avLst/>
                <a:gdLst/>
                <a:ahLst/>
                <a:cxnLst/>
                <a:rect l="l" t="t" r="r" b="b"/>
                <a:pathLst>
                  <a:path w="14029" h="27568" extrusionOk="0">
                    <a:moveTo>
                      <a:pt x="13617" y="0"/>
                    </a:moveTo>
                    <a:cubicBezTo>
                      <a:pt x="5998" y="103"/>
                      <a:pt x="1" y="6332"/>
                      <a:pt x="104" y="13950"/>
                    </a:cubicBezTo>
                    <a:cubicBezTo>
                      <a:pt x="206" y="21506"/>
                      <a:pt x="6332" y="27567"/>
                      <a:pt x="13839" y="27567"/>
                    </a:cubicBezTo>
                    <a:cubicBezTo>
                      <a:pt x="13902" y="27567"/>
                      <a:pt x="13965" y="27567"/>
                      <a:pt x="14028" y="27566"/>
                    </a:cubicBezTo>
                    <a:lnTo>
                      <a:pt x="13925" y="20385"/>
                    </a:lnTo>
                    <a:cubicBezTo>
                      <a:pt x="10399" y="20385"/>
                      <a:pt x="7491" y="17579"/>
                      <a:pt x="7388" y="14053"/>
                    </a:cubicBezTo>
                    <a:cubicBezTo>
                      <a:pt x="7285" y="10398"/>
                      <a:pt x="10065" y="7284"/>
                      <a:pt x="13720" y="7181"/>
                    </a:cubicBezTo>
                    <a:lnTo>
                      <a:pt x="13617"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8"/>
              <p:cNvSpPr/>
              <p:nvPr/>
            </p:nvSpPr>
            <p:spPr>
              <a:xfrm>
                <a:off x="3695395" y="2121755"/>
                <a:ext cx="321720" cy="315621"/>
              </a:xfrm>
              <a:custGeom>
                <a:avLst/>
                <a:gdLst/>
                <a:ahLst/>
                <a:cxnLst/>
                <a:rect l="l" t="t" r="r" b="b"/>
                <a:pathLst>
                  <a:path w="16088" h="15783" extrusionOk="0">
                    <a:moveTo>
                      <a:pt x="380" y="1"/>
                    </a:moveTo>
                    <a:cubicBezTo>
                      <a:pt x="254" y="1"/>
                      <a:pt x="127" y="2"/>
                      <a:pt x="1" y="5"/>
                    </a:cubicBezTo>
                    <a:lnTo>
                      <a:pt x="104" y="8911"/>
                    </a:lnTo>
                    <a:cubicBezTo>
                      <a:pt x="4402" y="8911"/>
                      <a:pt x="7619" y="11587"/>
                      <a:pt x="7722" y="15783"/>
                    </a:cubicBezTo>
                    <a:lnTo>
                      <a:pt x="16087" y="15680"/>
                    </a:lnTo>
                    <a:lnTo>
                      <a:pt x="16087" y="15345"/>
                    </a:lnTo>
                    <a:cubicBezTo>
                      <a:pt x="15884" y="6798"/>
                      <a:pt x="8884" y="1"/>
                      <a:pt x="38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8"/>
              <p:cNvSpPr/>
              <p:nvPr/>
            </p:nvSpPr>
            <p:spPr>
              <a:xfrm>
                <a:off x="1873050" y="2236123"/>
                <a:ext cx="2946955" cy="2022408"/>
              </a:xfrm>
              <a:custGeom>
                <a:avLst/>
                <a:gdLst/>
                <a:ahLst/>
                <a:cxnLst/>
                <a:rect l="l" t="t" r="r" b="b"/>
                <a:pathLst>
                  <a:path w="262535" h="180170" extrusionOk="0">
                    <a:moveTo>
                      <a:pt x="257284" y="0"/>
                    </a:moveTo>
                    <a:lnTo>
                      <a:pt x="202152" y="31864"/>
                    </a:lnTo>
                    <a:lnTo>
                      <a:pt x="222434" y="38505"/>
                    </a:lnTo>
                    <a:cubicBezTo>
                      <a:pt x="176310" y="112606"/>
                      <a:pt x="61465" y="164521"/>
                      <a:pt x="1" y="180170"/>
                    </a:cubicBezTo>
                    <a:lnTo>
                      <a:pt x="55571" y="180067"/>
                    </a:lnTo>
                    <a:cubicBezTo>
                      <a:pt x="164728" y="160428"/>
                      <a:pt x="241094" y="47513"/>
                      <a:pt x="241094" y="47513"/>
                    </a:cubicBezTo>
                    <a:lnTo>
                      <a:pt x="262535" y="53845"/>
                    </a:lnTo>
                    <a:lnTo>
                      <a:pt x="257284"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8"/>
              <p:cNvSpPr/>
              <p:nvPr/>
            </p:nvSpPr>
            <p:spPr>
              <a:xfrm>
                <a:off x="1647950" y="4272806"/>
                <a:ext cx="1104842" cy="20950"/>
              </a:xfrm>
              <a:custGeom>
                <a:avLst/>
                <a:gdLst/>
                <a:ahLst/>
                <a:cxnLst/>
                <a:rect l="l" t="t" r="r" b="b"/>
                <a:pathLst>
                  <a:path w="204790" h="217" extrusionOk="0">
                    <a:moveTo>
                      <a:pt x="102436" y="0"/>
                    </a:moveTo>
                    <a:cubicBezTo>
                      <a:pt x="45876" y="0"/>
                      <a:pt x="1" y="0"/>
                      <a:pt x="1" y="108"/>
                    </a:cubicBezTo>
                    <a:cubicBezTo>
                      <a:pt x="1" y="108"/>
                      <a:pt x="45876" y="217"/>
                      <a:pt x="102436" y="217"/>
                    </a:cubicBezTo>
                    <a:cubicBezTo>
                      <a:pt x="159023" y="217"/>
                      <a:pt x="204790" y="108"/>
                      <a:pt x="204790" y="108"/>
                    </a:cubicBezTo>
                    <a:cubicBezTo>
                      <a:pt x="204790" y="0"/>
                      <a:pt x="159023" y="0"/>
                      <a:pt x="102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02"/>
        <p:cNvGrpSpPr/>
        <p:nvPr/>
      </p:nvGrpSpPr>
      <p:grpSpPr>
        <a:xfrm>
          <a:off x="0" y="0"/>
          <a:ext cx="0" cy="0"/>
          <a:chOff x="0" y="0"/>
          <a:chExt cx="0" cy="0"/>
        </a:xfrm>
      </p:grpSpPr>
      <p:sp>
        <p:nvSpPr>
          <p:cNvPr id="1403" name="Google Shape;1403;p39"/>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AUDIENCE DEMOGRAPHICS</a:t>
            </a:r>
            <a:endParaRPr/>
          </a:p>
        </p:txBody>
      </p:sp>
      <p:grpSp>
        <p:nvGrpSpPr>
          <p:cNvPr id="1404" name="Google Shape;1404;p39"/>
          <p:cNvGrpSpPr/>
          <p:nvPr/>
        </p:nvGrpSpPr>
        <p:grpSpPr>
          <a:xfrm>
            <a:off x="5851806" y="2019559"/>
            <a:ext cx="1812111" cy="207803"/>
            <a:chOff x="3200660" y="2180272"/>
            <a:chExt cx="2563824" cy="378237"/>
          </a:xfrm>
        </p:grpSpPr>
        <p:sp>
          <p:nvSpPr>
            <p:cNvPr id="1405" name="Google Shape;1405;p3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 name="Google Shape;1423;p39"/>
          <p:cNvGrpSpPr/>
          <p:nvPr/>
        </p:nvGrpSpPr>
        <p:grpSpPr>
          <a:xfrm>
            <a:off x="5851806" y="2524609"/>
            <a:ext cx="1812111" cy="207803"/>
            <a:chOff x="3200660" y="2180272"/>
            <a:chExt cx="2563824" cy="378237"/>
          </a:xfrm>
        </p:grpSpPr>
        <p:sp>
          <p:nvSpPr>
            <p:cNvPr id="1424" name="Google Shape;1424;p3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9"/>
          <p:cNvSpPr txBox="1">
            <a:spLocks noGrp="1"/>
          </p:cNvSpPr>
          <p:nvPr>
            <p:ph type="title" idx="4294967295"/>
          </p:nvPr>
        </p:nvSpPr>
        <p:spPr>
          <a:xfrm>
            <a:off x="5322775" y="1309158"/>
            <a:ext cx="1847100" cy="4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GENDER </a:t>
            </a:r>
            <a:endParaRPr sz="1800"/>
          </a:p>
        </p:txBody>
      </p:sp>
      <p:sp>
        <p:nvSpPr>
          <p:cNvPr id="1443" name="Google Shape;1443;p39"/>
          <p:cNvSpPr txBox="1">
            <a:spLocks noGrp="1"/>
          </p:cNvSpPr>
          <p:nvPr>
            <p:ph type="title" idx="4294967295"/>
          </p:nvPr>
        </p:nvSpPr>
        <p:spPr>
          <a:xfrm>
            <a:off x="5322775" y="3225032"/>
            <a:ext cx="1847100" cy="4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AGE </a:t>
            </a:r>
            <a:endParaRPr sz="1800"/>
          </a:p>
        </p:txBody>
      </p:sp>
      <p:sp>
        <p:nvSpPr>
          <p:cNvPr id="1444" name="Google Shape;1444;p39"/>
          <p:cNvSpPr txBox="1">
            <a:spLocks noGrp="1"/>
          </p:cNvSpPr>
          <p:nvPr>
            <p:ph type="title" idx="4294967295"/>
          </p:nvPr>
        </p:nvSpPr>
        <p:spPr>
          <a:xfrm>
            <a:off x="5322775" y="3770000"/>
            <a:ext cx="1847100" cy="4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t>18 - 25 </a:t>
            </a:r>
            <a:endParaRPr sz="1400"/>
          </a:p>
        </p:txBody>
      </p:sp>
      <p:sp>
        <p:nvSpPr>
          <p:cNvPr id="1445" name="Google Shape;1445;p39"/>
          <p:cNvSpPr txBox="1">
            <a:spLocks noGrp="1"/>
          </p:cNvSpPr>
          <p:nvPr>
            <p:ph type="title" idx="4294967295"/>
          </p:nvPr>
        </p:nvSpPr>
        <p:spPr>
          <a:xfrm>
            <a:off x="5322775" y="4158640"/>
            <a:ext cx="1847100" cy="4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t>26 - 35 </a:t>
            </a:r>
            <a:endParaRPr sz="1400"/>
          </a:p>
        </p:txBody>
      </p:sp>
      <p:grpSp>
        <p:nvGrpSpPr>
          <p:cNvPr id="1446" name="Google Shape;1446;p39"/>
          <p:cNvGrpSpPr/>
          <p:nvPr/>
        </p:nvGrpSpPr>
        <p:grpSpPr>
          <a:xfrm>
            <a:off x="6206519" y="3983443"/>
            <a:ext cx="1433821" cy="0"/>
            <a:chOff x="5224975" y="2962250"/>
            <a:chExt cx="1544400" cy="0"/>
          </a:xfrm>
        </p:grpSpPr>
        <p:cxnSp>
          <p:nvCxnSpPr>
            <p:cNvPr id="1447" name="Google Shape;1447;p39"/>
            <p:cNvCxnSpPr/>
            <p:nvPr/>
          </p:nvCxnSpPr>
          <p:spPr>
            <a:xfrm>
              <a:off x="5224975" y="2962250"/>
              <a:ext cx="1544400" cy="0"/>
            </a:xfrm>
            <a:prstGeom prst="straightConnector1">
              <a:avLst/>
            </a:prstGeom>
            <a:noFill/>
            <a:ln w="38100" cap="flat" cmpd="sng">
              <a:solidFill>
                <a:schemeClr val="accent3"/>
              </a:solidFill>
              <a:prstDash val="solid"/>
              <a:round/>
              <a:headEnd type="none" w="med" len="med"/>
              <a:tailEnd type="none" w="med" len="med"/>
            </a:ln>
          </p:spPr>
        </p:cxnSp>
        <p:cxnSp>
          <p:nvCxnSpPr>
            <p:cNvPr id="1448" name="Google Shape;1448;p39"/>
            <p:cNvCxnSpPr/>
            <p:nvPr/>
          </p:nvCxnSpPr>
          <p:spPr>
            <a:xfrm>
              <a:off x="5225150" y="2962250"/>
              <a:ext cx="1254000" cy="0"/>
            </a:xfrm>
            <a:prstGeom prst="straightConnector1">
              <a:avLst/>
            </a:prstGeom>
            <a:noFill/>
            <a:ln w="38100" cap="flat" cmpd="sng">
              <a:solidFill>
                <a:schemeClr val="accent1"/>
              </a:solidFill>
              <a:prstDash val="solid"/>
              <a:round/>
              <a:headEnd type="none" w="med" len="med"/>
              <a:tailEnd type="diamond" w="med" len="med"/>
            </a:ln>
          </p:spPr>
        </p:cxnSp>
      </p:grpSp>
      <p:grpSp>
        <p:nvGrpSpPr>
          <p:cNvPr id="1449" name="Google Shape;1449;p39"/>
          <p:cNvGrpSpPr/>
          <p:nvPr/>
        </p:nvGrpSpPr>
        <p:grpSpPr>
          <a:xfrm>
            <a:off x="6206474" y="4372090"/>
            <a:ext cx="1433865" cy="3"/>
            <a:chOff x="5224927" y="2962247"/>
            <a:chExt cx="1544448" cy="3"/>
          </a:xfrm>
        </p:grpSpPr>
        <p:cxnSp>
          <p:nvCxnSpPr>
            <p:cNvPr id="1450" name="Google Shape;1450;p39"/>
            <p:cNvCxnSpPr/>
            <p:nvPr/>
          </p:nvCxnSpPr>
          <p:spPr>
            <a:xfrm>
              <a:off x="5224975" y="2962250"/>
              <a:ext cx="1544400" cy="0"/>
            </a:xfrm>
            <a:prstGeom prst="straightConnector1">
              <a:avLst/>
            </a:prstGeom>
            <a:noFill/>
            <a:ln w="38100" cap="flat" cmpd="sng">
              <a:solidFill>
                <a:schemeClr val="accent3"/>
              </a:solidFill>
              <a:prstDash val="solid"/>
              <a:round/>
              <a:headEnd type="none" w="med" len="med"/>
              <a:tailEnd type="none" w="med" len="med"/>
            </a:ln>
          </p:spPr>
        </p:cxnSp>
        <p:cxnSp>
          <p:nvCxnSpPr>
            <p:cNvPr id="1451" name="Google Shape;1451;p39"/>
            <p:cNvCxnSpPr/>
            <p:nvPr/>
          </p:nvCxnSpPr>
          <p:spPr>
            <a:xfrm>
              <a:off x="5224927" y="2962247"/>
              <a:ext cx="567000" cy="0"/>
            </a:xfrm>
            <a:prstGeom prst="straightConnector1">
              <a:avLst/>
            </a:prstGeom>
            <a:noFill/>
            <a:ln w="38100" cap="flat" cmpd="sng">
              <a:solidFill>
                <a:schemeClr val="accent1"/>
              </a:solidFill>
              <a:prstDash val="solid"/>
              <a:round/>
              <a:headEnd type="none" w="med" len="med"/>
              <a:tailEnd type="diamond" w="med" len="med"/>
            </a:ln>
          </p:spPr>
        </p:cxnSp>
      </p:grpSp>
      <p:sp>
        <p:nvSpPr>
          <p:cNvPr id="1452" name="Google Shape;1452;p39"/>
          <p:cNvSpPr txBox="1">
            <a:spLocks noGrp="1"/>
          </p:cNvSpPr>
          <p:nvPr>
            <p:ph type="title" idx="4294967295"/>
          </p:nvPr>
        </p:nvSpPr>
        <p:spPr>
          <a:xfrm>
            <a:off x="1066800" y="1309158"/>
            <a:ext cx="1847100" cy="42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a:t>INTERESTS </a:t>
            </a:r>
            <a:endParaRPr sz="1800"/>
          </a:p>
        </p:txBody>
      </p:sp>
      <p:grpSp>
        <p:nvGrpSpPr>
          <p:cNvPr id="1453" name="Google Shape;1453;p39"/>
          <p:cNvGrpSpPr/>
          <p:nvPr/>
        </p:nvGrpSpPr>
        <p:grpSpPr>
          <a:xfrm>
            <a:off x="4080400" y="1991375"/>
            <a:ext cx="497700" cy="1992050"/>
            <a:chOff x="4080400" y="1991375"/>
            <a:chExt cx="497700" cy="1992050"/>
          </a:xfrm>
        </p:grpSpPr>
        <p:sp>
          <p:nvSpPr>
            <p:cNvPr id="1454" name="Google Shape;1454;p39"/>
            <p:cNvSpPr/>
            <p:nvPr/>
          </p:nvSpPr>
          <p:spPr>
            <a:xfrm>
              <a:off x="4080400" y="1991375"/>
              <a:ext cx="497700" cy="1992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9"/>
            <p:cNvSpPr/>
            <p:nvPr/>
          </p:nvSpPr>
          <p:spPr>
            <a:xfrm>
              <a:off x="4080400" y="2972725"/>
              <a:ext cx="497700" cy="1010700"/>
            </a:xfrm>
            <a:prstGeom prst="rect">
              <a:avLst/>
            </a:pr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39"/>
          <p:cNvGrpSpPr/>
          <p:nvPr/>
        </p:nvGrpSpPr>
        <p:grpSpPr>
          <a:xfrm>
            <a:off x="4137609" y="4143448"/>
            <a:ext cx="383281" cy="333947"/>
            <a:chOff x="1971819" y="4276854"/>
            <a:chExt cx="383281" cy="333947"/>
          </a:xfrm>
        </p:grpSpPr>
        <p:sp>
          <p:nvSpPr>
            <p:cNvPr id="1457" name="Google Shape;1457;p39"/>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9"/>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9"/>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9"/>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9"/>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9"/>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9"/>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9"/>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9"/>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9"/>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 name="Google Shape;1467;p39"/>
          <p:cNvGrpSpPr/>
          <p:nvPr/>
        </p:nvGrpSpPr>
        <p:grpSpPr>
          <a:xfrm>
            <a:off x="5360698" y="1872608"/>
            <a:ext cx="279054" cy="354754"/>
            <a:chOff x="5694073" y="1872424"/>
            <a:chExt cx="279054" cy="354754"/>
          </a:xfrm>
        </p:grpSpPr>
        <p:sp>
          <p:nvSpPr>
            <p:cNvPr id="1468" name="Google Shape;1468;p39"/>
            <p:cNvSpPr/>
            <p:nvPr/>
          </p:nvSpPr>
          <p:spPr>
            <a:xfrm>
              <a:off x="5694073" y="2115001"/>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9"/>
            <p:cNvSpPr/>
            <p:nvPr/>
          </p:nvSpPr>
          <p:spPr>
            <a:xfrm>
              <a:off x="5734529" y="2064281"/>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9"/>
            <p:cNvSpPr/>
            <p:nvPr/>
          </p:nvSpPr>
          <p:spPr>
            <a:xfrm>
              <a:off x="5753513" y="2081773"/>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9"/>
            <p:cNvSpPr/>
            <p:nvPr/>
          </p:nvSpPr>
          <p:spPr>
            <a:xfrm>
              <a:off x="5778756" y="2070277"/>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9"/>
            <p:cNvSpPr/>
            <p:nvPr/>
          </p:nvSpPr>
          <p:spPr>
            <a:xfrm>
              <a:off x="5792739" y="2070277"/>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9"/>
            <p:cNvSpPr/>
            <p:nvPr/>
          </p:nvSpPr>
          <p:spPr>
            <a:xfrm>
              <a:off x="5735786" y="1913141"/>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9"/>
            <p:cNvSpPr/>
            <p:nvPr/>
          </p:nvSpPr>
          <p:spPr>
            <a:xfrm>
              <a:off x="5739531" y="1919138"/>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9"/>
            <p:cNvSpPr/>
            <p:nvPr/>
          </p:nvSpPr>
          <p:spPr>
            <a:xfrm>
              <a:off x="5792739" y="1983029"/>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9"/>
            <p:cNvSpPr/>
            <p:nvPr/>
          </p:nvSpPr>
          <p:spPr>
            <a:xfrm>
              <a:off x="5862679" y="1983029"/>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9"/>
            <p:cNvSpPr/>
            <p:nvPr/>
          </p:nvSpPr>
          <p:spPr>
            <a:xfrm>
              <a:off x="5784752" y="1963259"/>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9"/>
            <p:cNvSpPr/>
            <p:nvPr/>
          </p:nvSpPr>
          <p:spPr>
            <a:xfrm>
              <a:off x="5854404" y="1963469"/>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9"/>
            <p:cNvSpPr/>
            <p:nvPr/>
          </p:nvSpPr>
          <p:spPr>
            <a:xfrm>
              <a:off x="5758017" y="1872424"/>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9"/>
            <p:cNvSpPr/>
            <p:nvPr/>
          </p:nvSpPr>
          <p:spPr>
            <a:xfrm>
              <a:off x="5804469" y="1872424"/>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9"/>
            <p:cNvSpPr/>
            <p:nvPr/>
          </p:nvSpPr>
          <p:spPr>
            <a:xfrm>
              <a:off x="5798735" y="2151687"/>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9"/>
            <p:cNvSpPr/>
            <p:nvPr/>
          </p:nvSpPr>
          <p:spPr>
            <a:xfrm>
              <a:off x="5856682" y="2151687"/>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9"/>
            <p:cNvSpPr/>
            <p:nvPr/>
          </p:nvSpPr>
          <p:spPr>
            <a:xfrm>
              <a:off x="5807533" y="2023537"/>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 name="Google Shape;1484;p39"/>
          <p:cNvGrpSpPr/>
          <p:nvPr/>
        </p:nvGrpSpPr>
        <p:grpSpPr>
          <a:xfrm>
            <a:off x="5368451" y="2377658"/>
            <a:ext cx="263552" cy="354754"/>
            <a:chOff x="5701826" y="2370692"/>
            <a:chExt cx="263552" cy="354754"/>
          </a:xfrm>
        </p:grpSpPr>
        <p:sp>
          <p:nvSpPr>
            <p:cNvPr id="1485" name="Google Shape;1485;p39"/>
            <p:cNvSpPr/>
            <p:nvPr/>
          </p:nvSpPr>
          <p:spPr>
            <a:xfrm>
              <a:off x="5701826" y="2571034"/>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9"/>
            <p:cNvSpPr/>
            <p:nvPr/>
          </p:nvSpPr>
          <p:spPr>
            <a:xfrm>
              <a:off x="5721543" y="2370692"/>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9"/>
            <p:cNvSpPr/>
            <p:nvPr/>
          </p:nvSpPr>
          <p:spPr>
            <a:xfrm>
              <a:off x="5736049" y="2576533"/>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9"/>
            <p:cNvSpPr/>
            <p:nvPr/>
          </p:nvSpPr>
          <p:spPr>
            <a:xfrm>
              <a:off x="5754431" y="2593762"/>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9"/>
            <p:cNvSpPr/>
            <p:nvPr/>
          </p:nvSpPr>
          <p:spPr>
            <a:xfrm>
              <a:off x="5787739" y="2370692"/>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9"/>
            <p:cNvSpPr/>
            <p:nvPr/>
          </p:nvSpPr>
          <p:spPr>
            <a:xfrm>
              <a:off x="5782266" y="2571034"/>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9"/>
            <p:cNvSpPr/>
            <p:nvPr/>
          </p:nvSpPr>
          <p:spPr>
            <a:xfrm>
              <a:off x="5799234" y="2571034"/>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9"/>
            <p:cNvSpPr/>
            <p:nvPr/>
          </p:nvSpPr>
          <p:spPr>
            <a:xfrm>
              <a:off x="5759014" y="2443827"/>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9"/>
            <p:cNvSpPr/>
            <p:nvPr/>
          </p:nvSpPr>
          <p:spPr>
            <a:xfrm>
              <a:off x="5759014" y="2443827"/>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9"/>
            <p:cNvSpPr/>
            <p:nvPr/>
          </p:nvSpPr>
          <p:spPr>
            <a:xfrm>
              <a:off x="5785749" y="2479124"/>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9"/>
            <p:cNvSpPr/>
            <p:nvPr/>
          </p:nvSpPr>
          <p:spPr>
            <a:xfrm>
              <a:off x="5854458" y="2479124"/>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9"/>
            <p:cNvSpPr/>
            <p:nvPr/>
          </p:nvSpPr>
          <p:spPr>
            <a:xfrm>
              <a:off x="5793499" y="2496799"/>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9"/>
            <p:cNvSpPr/>
            <p:nvPr/>
          </p:nvSpPr>
          <p:spPr>
            <a:xfrm>
              <a:off x="5862183" y="2496799"/>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9"/>
            <p:cNvSpPr/>
            <p:nvPr/>
          </p:nvSpPr>
          <p:spPr>
            <a:xfrm>
              <a:off x="5705073" y="2657235"/>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9"/>
            <p:cNvSpPr/>
            <p:nvPr/>
          </p:nvSpPr>
          <p:spPr>
            <a:xfrm>
              <a:off x="5913662" y="2657235"/>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9"/>
            <p:cNvSpPr/>
            <p:nvPr/>
          </p:nvSpPr>
          <p:spPr>
            <a:xfrm>
              <a:off x="5807744" y="2534087"/>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9"/>
            <p:cNvSpPr/>
            <p:nvPr/>
          </p:nvSpPr>
          <p:spPr>
            <a:xfrm>
              <a:off x="5799234" y="2662472"/>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9"/>
            <p:cNvSpPr/>
            <p:nvPr/>
          </p:nvSpPr>
          <p:spPr>
            <a:xfrm>
              <a:off x="5856448" y="2662472"/>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39"/>
          <p:cNvGrpSpPr/>
          <p:nvPr/>
        </p:nvGrpSpPr>
        <p:grpSpPr>
          <a:xfrm>
            <a:off x="3118075" y="1991375"/>
            <a:ext cx="497700" cy="1992075"/>
            <a:chOff x="3118075" y="1991375"/>
            <a:chExt cx="497700" cy="1992075"/>
          </a:xfrm>
        </p:grpSpPr>
        <p:sp>
          <p:nvSpPr>
            <p:cNvPr id="1504" name="Google Shape;1504;p39"/>
            <p:cNvSpPr/>
            <p:nvPr/>
          </p:nvSpPr>
          <p:spPr>
            <a:xfrm>
              <a:off x="3118075" y="1991375"/>
              <a:ext cx="497700" cy="1992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9"/>
            <p:cNvSpPr/>
            <p:nvPr/>
          </p:nvSpPr>
          <p:spPr>
            <a:xfrm>
              <a:off x="3118075" y="2643350"/>
              <a:ext cx="497700" cy="1340100"/>
            </a:xfrm>
            <a:prstGeom prst="rect">
              <a:avLst/>
            </a:pr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 name="Google Shape;1506;p39"/>
          <p:cNvGrpSpPr/>
          <p:nvPr/>
        </p:nvGrpSpPr>
        <p:grpSpPr>
          <a:xfrm>
            <a:off x="2149900" y="1991375"/>
            <a:ext cx="497850" cy="1992125"/>
            <a:chOff x="2149900" y="1991375"/>
            <a:chExt cx="497850" cy="1992125"/>
          </a:xfrm>
        </p:grpSpPr>
        <p:sp>
          <p:nvSpPr>
            <p:cNvPr id="1507" name="Google Shape;1507;p39"/>
            <p:cNvSpPr/>
            <p:nvPr/>
          </p:nvSpPr>
          <p:spPr>
            <a:xfrm>
              <a:off x="2149900" y="1991375"/>
              <a:ext cx="497700" cy="1992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9"/>
            <p:cNvSpPr/>
            <p:nvPr/>
          </p:nvSpPr>
          <p:spPr>
            <a:xfrm>
              <a:off x="2150050" y="2370700"/>
              <a:ext cx="497700" cy="1612800"/>
            </a:xfrm>
            <a:prstGeom prst="rect">
              <a:avLst/>
            </a:pr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 name="Google Shape;1509;p39"/>
          <p:cNvGrpSpPr/>
          <p:nvPr/>
        </p:nvGrpSpPr>
        <p:grpSpPr>
          <a:xfrm>
            <a:off x="1181725" y="1991375"/>
            <a:ext cx="498000" cy="1992150"/>
            <a:chOff x="1181725" y="1991375"/>
            <a:chExt cx="498000" cy="1992150"/>
          </a:xfrm>
        </p:grpSpPr>
        <p:sp>
          <p:nvSpPr>
            <p:cNvPr id="1510" name="Google Shape;1510;p39"/>
            <p:cNvSpPr/>
            <p:nvPr/>
          </p:nvSpPr>
          <p:spPr>
            <a:xfrm>
              <a:off x="1182025" y="1991375"/>
              <a:ext cx="497700" cy="1992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9"/>
            <p:cNvSpPr/>
            <p:nvPr/>
          </p:nvSpPr>
          <p:spPr>
            <a:xfrm>
              <a:off x="1181725" y="3281525"/>
              <a:ext cx="497700" cy="702000"/>
            </a:xfrm>
            <a:prstGeom prst="rect">
              <a:avLst/>
            </a:pr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9"/>
          <p:cNvGrpSpPr/>
          <p:nvPr/>
        </p:nvGrpSpPr>
        <p:grpSpPr>
          <a:xfrm>
            <a:off x="2219498" y="4151156"/>
            <a:ext cx="358803" cy="335749"/>
            <a:chOff x="2219498" y="4151156"/>
            <a:chExt cx="358803" cy="335749"/>
          </a:xfrm>
        </p:grpSpPr>
        <p:sp>
          <p:nvSpPr>
            <p:cNvPr id="1513" name="Google Shape;1513;p39"/>
            <p:cNvSpPr/>
            <p:nvPr/>
          </p:nvSpPr>
          <p:spPr>
            <a:xfrm>
              <a:off x="2283412" y="4214283"/>
              <a:ext cx="20011" cy="19986"/>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9"/>
            <p:cNvSpPr/>
            <p:nvPr/>
          </p:nvSpPr>
          <p:spPr>
            <a:xfrm>
              <a:off x="2408880" y="4214283"/>
              <a:ext cx="19986" cy="19986"/>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9"/>
            <p:cNvSpPr/>
            <p:nvPr/>
          </p:nvSpPr>
          <p:spPr>
            <a:xfrm>
              <a:off x="2219498" y="4151156"/>
              <a:ext cx="272495" cy="147052"/>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9"/>
            <p:cNvSpPr/>
            <p:nvPr/>
          </p:nvSpPr>
          <p:spPr>
            <a:xfrm>
              <a:off x="2282626" y="4402854"/>
              <a:ext cx="63153" cy="20797"/>
            </a:xfrm>
            <a:custGeom>
              <a:avLst/>
              <a:gdLst/>
              <a:ahLst/>
              <a:cxnLst/>
              <a:rect l="l" t="t" r="r" b="b"/>
              <a:pathLst>
                <a:path w="2490" h="820" extrusionOk="0">
                  <a:moveTo>
                    <a:pt x="0" y="0"/>
                  </a:moveTo>
                  <a:lnTo>
                    <a:pt x="0" y="819"/>
                  </a:lnTo>
                  <a:lnTo>
                    <a:pt x="2489" y="819"/>
                  </a:lnTo>
                  <a:lnTo>
                    <a:pt x="24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9"/>
            <p:cNvSpPr/>
            <p:nvPr/>
          </p:nvSpPr>
          <p:spPr>
            <a:xfrm>
              <a:off x="2219498" y="4298183"/>
              <a:ext cx="273306" cy="188596"/>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9"/>
            <p:cNvSpPr/>
            <p:nvPr/>
          </p:nvSpPr>
          <p:spPr>
            <a:xfrm>
              <a:off x="2514337" y="4298056"/>
              <a:ext cx="63964" cy="188849"/>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 name="Google Shape;1519;p39"/>
          <p:cNvGrpSpPr/>
          <p:nvPr/>
        </p:nvGrpSpPr>
        <p:grpSpPr>
          <a:xfrm>
            <a:off x="1282676" y="4143148"/>
            <a:ext cx="295799" cy="336960"/>
            <a:chOff x="1282676" y="4143148"/>
            <a:chExt cx="295799" cy="336960"/>
          </a:xfrm>
        </p:grpSpPr>
        <p:sp>
          <p:nvSpPr>
            <p:cNvPr id="1520" name="Google Shape;1520;p39"/>
            <p:cNvSpPr/>
            <p:nvPr/>
          </p:nvSpPr>
          <p:spPr>
            <a:xfrm>
              <a:off x="1282676" y="4143148"/>
              <a:ext cx="295799" cy="119601"/>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9"/>
            <p:cNvSpPr/>
            <p:nvPr/>
          </p:nvSpPr>
          <p:spPr>
            <a:xfrm>
              <a:off x="1360190" y="4340932"/>
              <a:ext cx="137759" cy="60206"/>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9"/>
            <p:cNvSpPr/>
            <p:nvPr/>
          </p:nvSpPr>
          <p:spPr>
            <a:xfrm>
              <a:off x="1385033" y="4413146"/>
              <a:ext cx="34637" cy="66962"/>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9"/>
            <p:cNvSpPr/>
            <p:nvPr/>
          </p:nvSpPr>
          <p:spPr>
            <a:xfrm>
              <a:off x="1439210" y="4413146"/>
              <a:ext cx="35401" cy="66962"/>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9"/>
            <p:cNvSpPr/>
            <p:nvPr/>
          </p:nvSpPr>
          <p:spPr>
            <a:xfrm>
              <a:off x="1371489" y="4282277"/>
              <a:ext cx="48181" cy="4891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9"/>
            <p:cNvSpPr/>
            <p:nvPr/>
          </p:nvSpPr>
          <p:spPr>
            <a:xfrm>
              <a:off x="1439210" y="4283041"/>
              <a:ext cx="48205" cy="48891"/>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9"/>
            <p:cNvSpPr/>
            <p:nvPr/>
          </p:nvSpPr>
          <p:spPr>
            <a:xfrm>
              <a:off x="1487391" y="4282277"/>
              <a:ext cx="88073" cy="197831"/>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9"/>
            <p:cNvSpPr/>
            <p:nvPr/>
          </p:nvSpPr>
          <p:spPr>
            <a:xfrm>
              <a:off x="1282676" y="4282277"/>
              <a:ext cx="88073" cy="197831"/>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 name="Google Shape;1528;p39"/>
          <p:cNvGrpSpPr/>
          <p:nvPr/>
        </p:nvGrpSpPr>
        <p:grpSpPr>
          <a:xfrm>
            <a:off x="3202277" y="4150067"/>
            <a:ext cx="329296" cy="327760"/>
            <a:chOff x="-9089725" y="3180200"/>
            <a:chExt cx="353550" cy="351900"/>
          </a:xfrm>
        </p:grpSpPr>
        <p:sp>
          <p:nvSpPr>
            <p:cNvPr id="1529" name="Google Shape;1529;p39"/>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9"/>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1" name="Google Shape;1531;p39"/>
          <p:cNvSpPr txBox="1"/>
          <p:nvPr/>
        </p:nvSpPr>
        <p:spPr>
          <a:xfrm>
            <a:off x="7730688" y="1960663"/>
            <a:ext cx="700200" cy="266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Spartan"/>
                <a:ea typeface="Spartan"/>
                <a:cs typeface="Spartan"/>
                <a:sym typeface="Spartan"/>
              </a:rPr>
              <a:t>60%</a:t>
            </a:r>
            <a:endParaRPr>
              <a:solidFill>
                <a:schemeClr val="lt2"/>
              </a:solidFill>
              <a:latin typeface="Spartan"/>
              <a:ea typeface="Spartan"/>
              <a:cs typeface="Spartan"/>
              <a:sym typeface="Spartan"/>
            </a:endParaRPr>
          </a:p>
        </p:txBody>
      </p:sp>
      <p:sp>
        <p:nvSpPr>
          <p:cNvPr id="1532" name="Google Shape;1532;p39"/>
          <p:cNvSpPr txBox="1"/>
          <p:nvPr/>
        </p:nvSpPr>
        <p:spPr>
          <a:xfrm>
            <a:off x="7730688" y="2465713"/>
            <a:ext cx="700200" cy="266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Spartan"/>
                <a:ea typeface="Spartan"/>
                <a:cs typeface="Spartan"/>
                <a:sym typeface="Spartan"/>
              </a:rPr>
              <a:t>40%</a:t>
            </a:r>
            <a:endParaRPr>
              <a:solidFill>
                <a:schemeClr val="lt2"/>
              </a:solidFill>
              <a:latin typeface="Spartan"/>
              <a:ea typeface="Spartan"/>
              <a:cs typeface="Spartan"/>
              <a:sym typeface="Spartan"/>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536"/>
        <p:cNvGrpSpPr/>
        <p:nvPr/>
      </p:nvGrpSpPr>
      <p:grpSpPr>
        <a:xfrm>
          <a:off x="0" y="0"/>
          <a:ext cx="0" cy="0"/>
          <a:chOff x="0" y="0"/>
          <a:chExt cx="0" cy="0"/>
        </a:xfrm>
      </p:grpSpPr>
      <p:sp>
        <p:nvSpPr>
          <p:cNvPr id="1537" name="Google Shape;1537;p40"/>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TOP SOCIAL NETWORKING SITES</a:t>
            </a:r>
            <a:endParaRPr/>
          </a:p>
        </p:txBody>
      </p:sp>
      <p:sp>
        <p:nvSpPr>
          <p:cNvPr id="1538" name="Google Shape;1538;p40"/>
          <p:cNvSpPr txBox="1">
            <a:spLocks noGrp="1"/>
          </p:cNvSpPr>
          <p:nvPr>
            <p:ph type="title"/>
          </p:nvPr>
        </p:nvSpPr>
        <p:spPr>
          <a:xfrm>
            <a:off x="1207500" y="1421808"/>
            <a:ext cx="1242900" cy="55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50%</a:t>
            </a:r>
            <a:endParaRPr/>
          </a:p>
        </p:txBody>
      </p:sp>
      <p:sp>
        <p:nvSpPr>
          <p:cNvPr id="1539" name="Google Shape;1539;p40"/>
          <p:cNvSpPr txBox="1">
            <a:spLocks noGrp="1"/>
          </p:cNvSpPr>
          <p:nvPr>
            <p:ph type="subTitle" idx="4294967295"/>
          </p:nvPr>
        </p:nvSpPr>
        <p:spPr>
          <a:xfrm>
            <a:off x="733627" y="3741826"/>
            <a:ext cx="2257800" cy="8583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Despite being red, Mars is actually a cold place</a:t>
            </a:r>
            <a:endParaRPr sz="1400"/>
          </a:p>
        </p:txBody>
      </p:sp>
      <p:sp>
        <p:nvSpPr>
          <p:cNvPr id="1540" name="Google Shape;1540;p40"/>
          <p:cNvSpPr txBox="1">
            <a:spLocks noGrp="1"/>
          </p:cNvSpPr>
          <p:nvPr>
            <p:ph type="subTitle" idx="4294967295"/>
          </p:nvPr>
        </p:nvSpPr>
        <p:spPr>
          <a:xfrm>
            <a:off x="3460613" y="3741826"/>
            <a:ext cx="2257800" cy="8583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Jupiter is a gas giant and the biggest planet</a:t>
            </a:r>
            <a:endParaRPr sz="1400"/>
          </a:p>
        </p:txBody>
      </p:sp>
      <p:sp>
        <p:nvSpPr>
          <p:cNvPr id="1541" name="Google Shape;1541;p40"/>
          <p:cNvSpPr txBox="1">
            <a:spLocks noGrp="1"/>
          </p:cNvSpPr>
          <p:nvPr>
            <p:ph type="title" idx="4294967295"/>
          </p:nvPr>
        </p:nvSpPr>
        <p:spPr>
          <a:xfrm>
            <a:off x="3968086" y="1421808"/>
            <a:ext cx="1242900" cy="55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90%</a:t>
            </a:r>
            <a:endParaRPr/>
          </a:p>
        </p:txBody>
      </p:sp>
      <p:sp>
        <p:nvSpPr>
          <p:cNvPr id="1542" name="Google Shape;1542;p40"/>
          <p:cNvSpPr txBox="1">
            <a:spLocks noGrp="1"/>
          </p:cNvSpPr>
          <p:nvPr>
            <p:ph type="subTitle" idx="4294967295"/>
          </p:nvPr>
        </p:nvSpPr>
        <p:spPr>
          <a:xfrm>
            <a:off x="6187600" y="3775126"/>
            <a:ext cx="2257800" cy="8250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Venus has a beautiful name, but also high temperatures</a:t>
            </a:r>
            <a:endParaRPr sz="1400"/>
          </a:p>
        </p:txBody>
      </p:sp>
      <p:sp>
        <p:nvSpPr>
          <p:cNvPr id="1543" name="Google Shape;1543;p40"/>
          <p:cNvSpPr txBox="1">
            <a:spLocks noGrp="1"/>
          </p:cNvSpPr>
          <p:nvPr>
            <p:ph type="title" idx="4294967295"/>
          </p:nvPr>
        </p:nvSpPr>
        <p:spPr>
          <a:xfrm>
            <a:off x="6695050" y="1421808"/>
            <a:ext cx="1242900" cy="55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30%</a:t>
            </a:r>
            <a:endParaRPr/>
          </a:p>
        </p:txBody>
      </p:sp>
      <p:grpSp>
        <p:nvGrpSpPr>
          <p:cNvPr id="1544" name="Google Shape;1544;p40"/>
          <p:cNvGrpSpPr/>
          <p:nvPr/>
        </p:nvGrpSpPr>
        <p:grpSpPr>
          <a:xfrm>
            <a:off x="1075257" y="2227522"/>
            <a:ext cx="1320161" cy="1382628"/>
            <a:chOff x="1667076" y="1726438"/>
            <a:chExt cx="1507550" cy="1579064"/>
          </a:xfrm>
        </p:grpSpPr>
        <p:grpSp>
          <p:nvGrpSpPr>
            <p:cNvPr id="1545" name="Google Shape;1545;p40"/>
            <p:cNvGrpSpPr/>
            <p:nvPr/>
          </p:nvGrpSpPr>
          <p:grpSpPr>
            <a:xfrm>
              <a:off x="1667076" y="1726438"/>
              <a:ext cx="1507550" cy="1579064"/>
              <a:chOff x="6039282" y="1042577"/>
              <a:chExt cx="734315" cy="731929"/>
            </a:xfrm>
          </p:grpSpPr>
          <p:sp>
            <p:nvSpPr>
              <p:cNvPr id="1546" name="Google Shape;1546;p4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40"/>
            <p:cNvGrpSpPr/>
            <p:nvPr/>
          </p:nvGrpSpPr>
          <p:grpSpPr>
            <a:xfrm>
              <a:off x="1989669" y="2085365"/>
              <a:ext cx="887014" cy="872213"/>
              <a:chOff x="2866317" y="3817357"/>
              <a:chExt cx="362920" cy="356865"/>
            </a:xfrm>
          </p:grpSpPr>
          <p:sp>
            <p:nvSpPr>
              <p:cNvPr id="1568" name="Google Shape;1568;p40"/>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0"/>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0"/>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1" name="Google Shape;1571;p40"/>
          <p:cNvGrpSpPr/>
          <p:nvPr/>
        </p:nvGrpSpPr>
        <p:grpSpPr>
          <a:xfrm>
            <a:off x="3929433" y="2227522"/>
            <a:ext cx="1320161" cy="1382628"/>
            <a:chOff x="3675515" y="1726438"/>
            <a:chExt cx="1507550" cy="1579064"/>
          </a:xfrm>
        </p:grpSpPr>
        <p:grpSp>
          <p:nvGrpSpPr>
            <p:cNvPr id="1572" name="Google Shape;1572;p40"/>
            <p:cNvGrpSpPr/>
            <p:nvPr/>
          </p:nvGrpSpPr>
          <p:grpSpPr>
            <a:xfrm>
              <a:off x="3675515" y="1726438"/>
              <a:ext cx="1507550" cy="1579064"/>
              <a:chOff x="6039282" y="1042577"/>
              <a:chExt cx="734315" cy="731929"/>
            </a:xfrm>
          </p:grpSpPr>
          <p:sp>
            <p:nvSpPr>
              <p:cNvPr id="1573" name="Google Shape;1573;p4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40"/>
            <p:cNvGrpSpPr/>
            <p:nvPr/>
          </p:nvGrpSpPr>
          <p:grpSpPr>
            <a:xfrm>
              <a:off x="3985783" y="2079863"/>
              <a:ext cx="887014" cy="872213"/>
              <a:chOff x="3314750" y="3817357"/>
              <a:chExt cx="362920" cy="356865"/>
            </a:xfrm>
          </p:grpSpPr>
          <p:sp>
            <p:nvSpPr>
              <p:cNvPr id="1595" name="Google Shape;1595;p40"/>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0"/>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0"/>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0"/>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0"/>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0" name="Google Shape;1600;p40"/>
          <p:cNvGrpSpPr/>
          <p:nvPr/>
        </p:nvGrpSpPr>
        <p:grpSpPr>
          <a:xfrm>
            <a:off x="6656419" y="2227518"/>
            <a:ext cx="1320161" cy="1382628"/>
            <a:chOff x="6656419" y="2227518"/>
            <a:chExt cx="1320161" cy="1382628"/>
          </a:xfrm>
        </p:grpSpPr>
        <p:grpSp>
          <p:nvGrpSpPr>
            <p:cNvPr id="1601" name="Google Shape;1601;p40"/>
            <p:cNvGrpSpPr/>
            <p:nvPr/>
          </p:nvGrpSpPr>
          <p:grpSpPr>
            <a:xfrm>
              <a:off x="6656419" y="2227518"/>
              <a:ext cx="1320161" cy="1382628"/>
              <a:chOff x="6039282" y="1042577"/>
              <a:chExt cx="734315" cy="731929"/>
            </a:xfrm>
          </p:grpSpPr>
          <p:sp>
            <p:nvSpPr>
              <p:cNvPr id="1602" name="Google Shape;1602;p4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1"/>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40"/>
            <p:cNvGrpSpPr/>
            <p:nvPr/>
          </p:nvGrpSpPr>
          <p:grpSpPr>
            <a:xfrm>
              <a:off x="6934164" y="2543144"/>
              <a:ext cx="764673" cy="751166"/>
              <a:chOff x="4211985" y="3817357"/>
              <a:chExt cx="362947" cy="356576"/>
            </a:xfrm>
          </p:grpSpPr>
          <p:sp>
            <p:nvSpPr>
              <p:cNvPr id="1624" name="Google Shape;1624;p40"/>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0"/>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0"/>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630"/>
        <p:cNvGrpSpPr/>
        <p:nvPr/>
      </p:nvGrpSpPr>
      <p:grpSpPr>
        <a:xfrm>
          <a:off x="0" y="0"/>
          <a:ext cx="0" cy="0"/>
          <a:chOff x="0" y="0"/>
          <a:chExt cx="0" cy="0"/>
        </a:xfrm>
      </p:grpSpPr>
      <p:sp>
        <p:nvSpPr>
          <p:cNvPr id="1631" name="Google Shape;1631;p41"/>
          <p:cNvSpPr/>
          <p:nvPr/>
        </p:nvSpPr>
        <p:spPr>
          <a:xfrm>
            <a:off x="3846950" y="663975"/>
            <a:ext cx="3500" cy="2775"/>
          </a:xfrm>
          <a:custGeom>
            <a:avLst/>
            <a:gdLst/>
            <a:ahLst/>
            <a:cxnLst/>
            <a:rect l="l" t="t" r="r" b="b"/>
            <a:pathLst>
              <a:path w="140" h="111" extrusionOk="0">
                <a:moveTo>
                  <a:pt x="1" y="0"/>
                </a:moveTo>
                <a:lnTo>
                  <a:pt x="139" y="111"/>
                </a:lnTo>
                <a:lnTo>
                  <a:pt x="139" y="0"/>
                </a:lnTo>
                <a:close/>
              </a:path>
            </a:pathLst>
          </a:custGeom>
          <a:solidFill>
            <a:srgbClr val="FAF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1"/>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BUYER PERSONA</a:t>
            </a:r>
            <a:endParaRPr/>
          </a:p>
        </p:txBody>
      </p:sp>
      <p:sp>
        <p:nvSpPr>
          <p:cNvPr id="1633" name="Google Shape;1633;p41"/>
          <p:cNvSpPr txBox="1">
            <a:spLocks noGrp="1"/>
          </p:cNvSpPr>
          <p:nvPr>
            <p:ph type="subTitle" idx="4294967295"/>
          </p:nvPr>
        </p:nvSpPr>
        <p:spPr>
          <a:xfrm>
            <a:off x="787564" y="1345950"/>
            <a:ext cx="2304000" cy="374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solidFill>
                  <a:schemeClr val="accent2"/>
                </a:solidFill>
                <a:latin typeface="Gugi"/>
                <a:ea typeface="Gugi"/>
                <a:cs typeface="Gugi"/>
                <a:sym typeface="Gugi"/>
              </a:rPr>
              <a:t>INTERESTS</a:t>
            </a:r>
            <a:endParaRPr sz="1400">
              <a:solidFill>
                <a:schemeClr val="accent2"/>
              </a:solidFill>
              <a:latin typeface="Gugi"/>
              <a:ea typeface="Gugi"/>
              <a:cs typeface="Gugi"/>
              <a:sym typeface="Gugi"/>
            </a:endParaRPr>
          </a:p>
        </p:txBody>
      </p:sp>
      <p:graphicFrame>
        <p:nvGraphicFramePr>
          <p:cNvPr id="1634" name="Google Shape;1634;p41"/>
          <p:cNvGraphicFramePr/>
          <p:nvPr/>
        </p:nvGraphicFramePr>
        <p:xfrm>
          <a:off x="5042261" y="2940739"/>
          <a:ext cx="3229350" cy="1584840"/>
        </p:xfrm>
        <a:graphic>
          <a:graphicData uri="http://schemas.openxmlformats.org/drawingml/2006/table">
            <a:tbl>
              <a:tblPr>
                <a:noFill/>
                <a:tableStyleId>{06C9BFDA-D533-4318-A00A-715C373CFB32}</a:tableStyleId>
              </a:tblPr>
              <a:tblGrid>
                <a:gridCol w="1628500">
                  <a:extLst>
                    <a:ext uri="{9D8B030D-6E8A-4147-A177-3AD203B41FA5}">
                      <a16:colId xmlns:a16="http://schemas.microsoft.com/office/drawing/2014/main" val="20000"/>
                    </a:ext>
                  </a:extLst>
                </a:gridCol>
                <a:gridCol w="1600850">
                  <a:extLst>
                    <a:ext uri="{9D8B030D-6E8A-4147-A177-3AD203B41FA5}">
                      <a16:colId xmlns:a16="http://schemas.microsoft.com/office/drawing/2014/main" val="20001"/>
                    </a:ext>
                  </a:extLst>
                </a:gridCol>
              </a:tblGrid>
              <a:tr h="375925">
                <a:tc>
                  <a:txBody>
                    <a:bodyPr/>
                    <a:lstStyle/>
                    <a:p>
                      <a:pPr marL="0" lvl="0" indent="0" algn="r" rtl="0">
                        <a:spcBef>
                          <a:spcPts val="0"/>
                        </a:spcBef>
                        <a:spcAft>
                          <a:spcPts val="0"/>
                        </a:spcAft>
                        <a:buNone/>
                      </a:pPr>
                      <a:r>
                        <a:rPr lang="en">
                          <a:solidFill>
                            <a:schemeClr val="accent2"/>
                          </a:solidFill>
                          <a:latin typeface="Gugi"/>
                          <a:ea typeface="Gugi"/>
                          <a:cs typeface="Gugi"/>
                          <a:sym typeface="Gugi"/>
                        </a:rPr>
                        <a:t>AGE</a:t>
                      </a:r>
                      <a:endParaRPr>
                        <a:solidFill>
                          <a:schemeClr val="accent2"/>
                        </a:solidFill>
                        <a:latin typeface="Gugi"/>
                        <a:ea typeface="Gugi"/>
                        <a:cs typeface="Gugi"/>
                        <a:sym typeface="Gugi"/>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18 - 25</a:t>
                      </a:r>
                      <a:endParaRPr>
                        <a:solidFill>
                          <a:schemeClr val="lt2"/>
                        </a:solidFill>
                        <a:latin typeface="Spartan"/>
                        <a:ea typeface="Spartan"/>
                        <a:cs typeface="Spartan"/>
                        <a:sym typeface="Spartan"/>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extLst>
                  <a:ext uri="{0D108BD9-81ED-4DB2-BD59-A6C34878D82A}">
                    <a16:rowId xmlns:a16="http://schemas.microsoft.com/office/drawing/2014/main" val="10000"/>
                  </a:ext>
                </a:extLst>
              </a:tr>
              <a:tr h="375925">
                <a:tc>
                  <a:txBody>
                    <a:bodyPr/>
                    <a:lstStyle/>
                    <a:p>
                      <a:pPr marL="0" lvl="0" indent="0" algn="r" rtl="0">
                        <a:spcBef>
                          <a:spcPts val="0"/>
                        </a:spcBef>
                        <a:spcAft>
                          <a:spcPts val="0"/>
                        </a:spcAft>
                        <a:buNone/>
                      </a:pPr>
                      <a:r>
                        <a:rPr lang="en">
                          <a:solidFill>
                            <a:schemeClr val="accent2"/>
                          </a:solidFill>
                          <a:latin typeface="Gugi"/>
                          <a:ea typeface="Gugi"/>
                          <a:cs typeface="Gugi"/>
                          <a:sym typeface="Gugi"/>
                        </a:rPr>
                        <a:t>GENDER</a:t>
                      </a:r>
                      <a:endParaRPr>
                        <a:solidFill>
                          <a:schemeClr val="accent2"/>
                        </a:solidFill>
                        <a:latin typeface="Gugi"/>
                        <a:ea typeface="Gugi"/>
                        <a:cs typeface="Gugi"/>
                        <a:sym typeface="Gugi"/>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Man</a:t>
                      </a:r>
                      <a:endParaRPr>
                        <a:solidFill>
                          <a:schemeClr val="lt2"/>
                        </a:solidFill>
                        <a:latin typeface="Spartan"/>
                        <a:ea typeface="Spartan"/>
                        <a:cs typeface="Spartan"/>
                        <a:sym typeface="Spartan"/>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extLst>
                  <a:ext uri="{0D108BD9-81ED-4DB2-BD59-A6C34878D82A}">
                    <a16:rowId xmlns:a16="http://schemas.microsoft.com/office/drawing/2014/main" val="10001"/>
                  </a:ext>
                </a:extLst>
              </a:tr>
              <a:tr h="375925">
                <a:tc>
                  <a:txBody>
                    <a:bodyPr/>
                    <a:lstStyle/>
                    <a:p>
                      <a:pPr marL="0" lvl="0" indent="0" algn="r" rtl="0">
                        <a:spcBef>
                          <a:spcPts val="0"/>
                        </a:spcBef>
                        <a:spcAft>
                          <a:spcPts val="0"/>
                        </a:spcAft>
                        <a:buNone/>
                      </a:pPr>
                      <a:r>
                        <a:rPr lang="en">
                          <a:solidFill>
                            <a:schemeClr val="accent2"/>
                          </a:solidFill>
                          <a:latin typeface="Gugi"/>
                          <a:ea typeface="Gugi"/>
                          <a:cs typeface="Gugi"/>
                          <a:sym typeface="Gugi"/>
                        </a:rPr>
                        <a:t>STUDIES</a:t>
                      </a:r>
                      <a:endParaRPr>
                        <a:solidFill>
                          <a:schemeClr val="accent2"/>
                        </a:solidFill>
                        <a:latin typeface="Gugi"/>
                        <a:ea typeface="Gugi"/>
                        <a:cs typeface="Gugi"/>
                        <a:sym typeface="Gugi"/>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Arts</a:t>
                      </a:r>
                      <a:endParaRPr>
                        <a:solidFill>
                          <a:schemeClr val="lt2"/>
                        </a:solidFill>
                        <a:latin typeface="Spartan"/>
                        <a:ea typeface="Spartan"/>
                        <a:cs typeface="Spartan"/>
                        <a:sym typeface="Spartan"/>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extLst>
                  <a:ext uri="{0D108BD9-81ED-4DB2-BD59-A6C34878D82A}">
                    <a16:rowId xmlns:a16="http://schemas.microsoft.com/office/drawing/2014/main" val="10002"/>
                  </a:ext>
                </a:extLst>
              </a:tr>
              <a:tr h="375925">
                <a:tc>
                  <a:txBody>
                    <a:bodyPr/>
                    <a:lstStyle/>
                    <a:p>
                      <a:pPr marL="0" lvl="0" indent="0" algn="r" rtl="0">
                        <a:spcBef>
                          <a:spcPts val="0"/>
                        </a:spcBef>
                        <a:spcAft>
                          <a:spcPts val="0"/>
                        </a:spcAft>
                        <a:buNone/>
                      </a:pPr>
                      <a:r>
                        <a:rPr lang="en">
                          <a:solidFill>
                            <a:schemeClr val="accent2"/>
                          </a:solidFill>
                          <a:latin typeface="Gugi"/>
                          <a:ea typeface="Gugi"/>
                          <a:cs typeface="Gugi"/>
                          <a:sym typeface="Gugi"/>
                        </a:rPr>
                        <a:t>LOCATION</a:t>
                      </a:r>
                      <a:endParaRPr>
                        <a:solidFill>
                          <a:schemeClr val="accent2"/>
                        </a:solidFill>
                        <a:latin typeface="Gugi"/>
                        <a:ea typeface="Gugi"/>
                        <a:cs typeface="Gugi"/>
                        <a:sym typeface="Gugi"/>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Madrid, Spain</a:t>
                      </a:r>
                      <a:endParaRPr>
                        <a:solidFill>
                          <a:schemeClr val="lt2"/>
                        </a:solidFill>
                        <a:latin typeface="Spartan"/>
                        <a:ea typeface="Spartan"/>
                        <a:cs typeface="Spartan"/>
                        <a:sym typeface="Spartan"/>
                      </a:endParaRPr>
                    </a:p>
                  </a:txBody>
                  <a:tcPr marL="91425" marR="91425" marT="91425" marB="91425" anchor="ctr">
                    <a:lnL w="19050" cap="flat" cmpd="sng">
                      <a:solidFill>
                        <a:srgbClr val="15A099">
                          <a:alpha val="0"/>
                        </a:srgbClr>
                      </a:solidFill>
                      <a:prstDash val="solid"/>
                      <a:round/>
                      <a:headEnd type="none" w="sm" len="sm"/>
                      <a:tailEnd type="none" w="sm" len="sm"/>
                    </a:lnL>
                    <a:lnR w="19050" cap="flat" cmpd="sng">
                      <a:solidFill>
                        <a:srgbClr val="15A099">
                          <a:alpha val="0"/>
                        </a:srgbClr>
                      </a:solidFill>
                      <a:prstDash val="solid"/>
                      <a:round/>
                      <a:headEnd type="none" w="sm" len="sm"/>
                      <a:tailEnd type="none" w="sm" len="sm"/>
                    </a:lnR>
                    <a:lnT w="19050" cap="flat" cmpd="sng">
                      <a:solidFill>
                        <a:srgbClr val="15A099">
                          <a:alpha val="0"/>
                        </a:srgbClr>
                      </a:solidFill>
                      <a:prstDash val="solid"/>
                      <a:round/>
                      <a:headEnd type="none" w="sm" len="sm"/>
                      <a:tailEnd type="none" w="sm" len="sm"/>
                    </a:lnT>
                    <a:lnB w="19050" cap="flat" cmpd="sng">
                      <a:solidFill>
                        <a:srgbClr val="15A099">
                          <a:alpha val="0"/>
                        </a:srgb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aphicFrame>
        <p:nvGraphicFramePr>
          <p:cNvPr id="1635" name="Google Shape;1635;p41"/>
          <p:cNvGraphicFramePr/>
          <p:nvPr/>
        </p:nvGraphicFramePr>
        <p:xfrm>
          <a:off x="4957436" y="1346502"/>
          <a:ext cx="3399000" cy="1584840"/>
        </p:xfrm>
        <a:graphic>
          <a:graphicData uri="http://schemas.openxmlformats.org/drawingml/2006/table">
            <a:tbl>
              <a:tblPr>
                <a:noFill/>
                <a:tableStyleId>{06C9BFDA-D533-4318-A00A-715C373CFB32}</a:tableStyleId>
              </a:tblPr>
              <a:tblGrid>
                <a:gridCol w="1714050">
                  <a:extLst>
                    <a:ext uri="{9D8B030D-6E8A-4147-A177-3AD203B41FA5}">
                      <a16:colId xmlns:a16="http://schemas.microsoft.com/office/drawing/2014/main" val="20000"/>
                    </a:ext>
                  </a:extLst>
                </a:gridCol>
                <a:gridCol w="1684950">
                  <a:extLst>
                    <a:ext uri="{9D8B030D-6E8A-4147-A177-3AD203B41FA5}">
                      <a16:colId xmlns:a16="http://schemas.microsoft.com/office/drawing/2014/main" val="20001"/>
                    </a:ext>
                  </a:extLst>
                </a:gridCol>
              </a:tblGrid>
              <a:tr h="220450">
                <a:tc>
                  <a:txBody>
                    <a:bodyPr/>
                    <a:lstStyle/>
                    <a:p>
                      <a:pPr marL="0" lvl="0" indent="0" algn="r" rtl="0">
                        <a:spcBef>
                          <a:spcPts val="0"/>
                        </a:spcBef>
                        <a:spcAft>
                          <a:spcPts val="0"/>
                        </a:spcAft>
                        <a:buNone/>
                      </a:pPr>
                      <a:r>
                        <a:rPr lang="en">
                          <a:solidFill>
                            <a:schemeClr val="accent2"/>
                          </a:solidFill>
                          <a:latin typeface="Gugi"/>
                          <a:ea typeface="Gugi"/>
                          <a:cs typeface="Gugi"/>
                          <a:sym typeface="Gugi"/>
                        </a:rPr>
                        <a:t>JOB</a:t>
                      </a:r>
                      <a:endParaRPr>
                        <a:solidFill>
                          <a:schemeClr val="accent2"/>
                        </a:solidFill>
                        <a:latin typeface="Gugi"/>
                        <a:ea typeface="Gugi"/>
                        <a:cs typeface="Gugi"/>
                        <a:sym typeface="Gugi"/>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Visual Artist</a:t>
                      </a:r>
                      <a:endParaRPr>
                        <a:solidFill>
                          <a:schemeClr val="lt2"/>
                        </a:solidFill>
                        <a:latin typeface="Spartan"/>
                        <a:ea typeface="Spartan"/>
                        <a:cs typeface="Spartan"/>
                        <a:sym typeface="Spartan"/>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extLst>
                  <a:ext uri="{0D108BD9-81ED-4DB2-BD59-A6C34878D82A}">
                    <a16:rowId xmlns:a16="http://schemas.microsoft.com/office/drawing/2014/main" val="10000"/>
                  </a:ext>
                </a:extLst>
              </a:tr>
              <a:tr h="220450">
                <a:tc>
                  <a:txBody>
                    <a:bodyPr/>
                    <a:lstStyle/>
                    <a:p>
                      <a:pPr marL="0" lvl="0" indent="0" algn="r" rtl="0">
                        <a:spcBef>
                          <a:spcPts val="0"/>
                        </a:spcBef>
                        <a:spcAft>
                          <a:spcPts val="0"/>
                        </a:spcAft>
                        <a:buNone/>
                      </a:pPr>
                      <a:r>
                        <a:rPr lang="en">
                          <a:solidFill>
                            <a:schemeClr val="accent2"/>
                          </a:solidFill>
                          <a:latin typeface="Gugi"/>
                          <a:ea typeface="Gugi"/>
                          <a:cs typeface="Gugi"/>
                          <a:sym typeface="Gugi"/>
                        </a:rPr>
                        <a:t>INCOME RANGE</a:t>
                      </a:r>
                      <a:endParaRPr>
                        <a:solidFill>
                          <a:schemeClr val="accent2"/>
                        </a:solidFill>
                        <a:latin typeface="Gugi"/>
                        <a:ea typeface="Gugi"/>
                        <a:cs typeface="Gugi"/>
                        <a:sym typeface="Gugi"/>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1100">
                          <a:solidFill>
                            <a:schemeClr val="lt2"/>
                          </a:solidFill>
                          <a:latin typeface="Spartan"/>
                          <a:ea typeface="Spartan"/>
                          <a:cs typeface="Spartan"/>
                          <a:sym typeface="Spartan"/>
                        </a:rPr>
                        <a:t>$2,000 - $3,000</a:t>
                      </a:r>
                      <a:endParaRPr sz="1100">
                        <a:solidFill>
                          <a:schemeClr val="lt2"/>
                        </a:solidFill>
                        <a:latin typeface="Spartan"/>
                        <a:ea typeface="Spartan"/>
                        <a:cs typeface="Spartan"/>
                        <a:sym typeface="Spartan"/>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extLst>
                  <a:ext uri="{0D108BD9-81ED-4DB2-BD59-A6C34878D82A}">
                    <a16:rowId xmlns:a16="http://schemas.microsoft.com/office/drawing/2014/main" val="10001"/>
                  </a:ext>
                </a:extLst>
              </a:tr>
              <a:tr h="220450">
                <a:tc>
                  <a:txBody>
                    <a:bodyPr/>
                    <a:lstStyle/>
                    <a:p>
                      <a:pPr marL="0" lvl="0" indent="0" algn="r" rtl="0">
                        <a:spcBef>
                          <a:spcPts val="0"/>
                        </a:spcBef>
                        <a:spcAft>
                          <a:spcPts val="0"/>
                        </a:spcAft>
                        <a:buNone/>
                      </a:pPr>
                      <a:r>
                        <a:rPr lang="en">
                          <a:solidFill>
                            <a:schemeClr val="accent2"/>
                          </a:solidFill>
                          <a:latin typeface="Gugi"/>
                          <a:ea typeface="Gugi"/>
                          <a:cs typeface="Gugi"/>
                          <a:sym typeface="Gugi"/>
                        </a:rPr>
                        <a:t>MARITAL STATUS</a:t>
                      </a:r>
                      <a:endParaRPr>
                        <a:solidFill>
                          <a:schemeClr val="accent2"/>
                        </a:solidFill>
                        <a:latin typeface="Gugi"/>
                        <a:ea typeface="Gugi"/>
                        <a:cs typeface="Gugi"/>
                        <a:sym typeface="Gugi"/>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Single</a:t>
                      </a:r>
                      <a:endParaRPr>
                        <a:solidFill>
                          <a:schemeClr val="lt2"/>
                        </a:solidFill>
                        <a:latin typeface="Spartan"/>
                        <a:ea typeface="Spartan"/>
                        <a:cs typeface="Spartan"/>
                        <a:sym typeface="Spartan"/>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extLst>
                  <a:ext uri="{0D108BD9-81ED-4DB2-BD59-A6C34878D82A}">
                    <a16:rowId xmlns:a16="http://schemas.microsoft.com/office/drawing/2014/main" val="10002"/>
                  </a:ext>
                </a:extLst>
              </a:tr>
              <a:tr h="235225">
                <a:tc>
                  <a:txBody>
                    <a:bodyPr/>
                    <a:lstStyle/>
                    <a:p>
                      <a:pPr marL="0" lvl="0" indent="0" algn="r" rtl="0">
                        <a:spcBef>
                          <a:spcPts val="0"/>
                        </a:spcBef>
                        <a:spcAft>
                          <a:spcPts val="0"/>
                        </a:spcAft>
                        <a:buNone/>
                      </a:pPr>
                      <a:r>
                        <a:rPr lang="en">
                          <a:solidFill>
                            <a:schemeClr val="accent2"/>
                          </a:solidFill>
                          <a:latin typeface="Gugi"/>
                          <a:ea typeface="Gugi"/>
                          <a:cs typeface="Gugi"/>
                          <a:sym typeface="Gugi"/>
                        </a:rPr>
                        <a:t>HOBBIES</a:t>
                      </a:r>
                      <a:endParaRPr>
                        <a:solidFill>
                          <a:schemeClr val="accent2"/>
                        </a:solidFill>
                        <a:latin typeface="Gugi"/>
                        <a:ea typeface="Gugi"/>
                        <a:cs typeface="Gugi"/>
                        <a:sym typeface="Gugi"/>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lt2"/>
                          </a:solidFill>
                          <a:latin typeface="Spartan"/>
                          <a:ea typeface="Spartan"/>
                          <a:cs typeface="Spartan"/>
                          <a:sym typeface="Spartan"/>
                        </a:rPr>
                        <a:t>Cinema</a:t>
                      </a:r>
                      <a:endParaRPr>
                        <a:solidFill>
                          <a:schemeClr val="lt2"/>
                        </a:solidFill>
                        <a:latin typeface="Spartan"/>
                        <a:ea typeface="Spartan"/>
                        <a:cs typeface="Spartan"/>
                        <a:sym typeface="Spartan"/>
                      </a:endParaRPr>
                    </a:p>
                  </a:txBody>
                  <a:tcPr marL="91425" marR="91425" marT="91425" marB="91425" anchor="ctr">
                    <a:lnL w="19050" cap="flat" cmpd="sng">
                      <a:solidFill>
                        <a:srgbClr val="453A76">
                          <a:alpha val="0"/>
                        </a:srgbClr>
                      </a:solidFill>
                      <a:prstDash val="solid"/>
                      <a:round/>
                      <a:headEnd type="none" w="sm" len="sm"/>
                      <a:tailEnd type="none" w="sm" len="sm"/>
                    </a:lnL>
                    <a:lnR w="19050" cap="flat" cmpd="sng">
                      <a:solidFill>
                        <a:srgbClr val="453A76">
                          <a:alpha val="0"/>
                        </a:srgbClr>
                      </a:solidFill>
                      <a:prstDash val="solid"/>
                      <a:round/>
                      <a:headEnd type="none" w="sm" len="sm"/>
                      <a:tailEnd type="none" w="sm" len="sm"/>
                    </a:lnR>
                    <a:lnT w="19050" cap="flat" cmpd="sng">
                      <a:solidFill>
                        <a:srgbClr val="453A76">
                          <a:alpha val="0"/>
                        </a:srgbClr>
                      </a:solidFill>
                      <a:prstDash val="solid"/>
                      <a:round/>
                      <a:headEnd type="none" w="sm" len="sm"/>
                      <a:tailEnd type="none" w="sm" len="sm"/>
                    </a:lnT>
                    <a:lnB w="19050" cap="flat" cmpd="sng">
                      <a:solidFill>
                        <a:srgbClr val="453A76">
                          <a:alpha val="0"/>
                        </a:srgb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1636" name="Google Shape;1636;p41"/>
          <p:cNvGrpSpPr/>
          <p:nvPr/>
        </p:nvGrpSpPr>
        <p:grpSpPr>
          <a:xfrm>
            <a:off x="2904518" y="2612211"/>
            <a:ext cx="1728866" cy="1976301"/>
            <a:chOff x="3368748" y="1964110"/>
            <a:chExt cx="2033721" cy="2324786"/>
          </a:xfrm>
        </p:grpSpPr>
        <p:sp>
          <p:nvSpPr>
            <p:cNvPr id="1637" name="Google Shape;1637;p41"/>
            <p:cNvSpPr/>
            <p:nvPr/>
          </p:nvSpPr>
          <p:spPr>
            <a:xfrm>
              <a:off x="4076336" y="2524727"/>
              <a:ext cx="315932" cy="307224"/>
            </a:xfrm>
            <a:custGeom>
              <a:avLst/>
              <a:gdLst/>
              <a:ahLst/>
              <a:cxnLst/>
              <a:rect l="l" t="t" r="r" b="b"/>
              <a:pathLst>
                <a:path w="16580" h="16123" extrusionOk="0">
                  <a:moveTo>
                    <a:pt x="16580" y="0"/>
                  </a:moveTo>
                  <a:cubicBezTo>
                    <a:pt x="15568" y="1398"/>
                    <a:pt x="14459" y="2820"/>
                    <a:pt x="13158" y="4025"/>
                  </a:cubicBezTo>
                  <a:cubicBezTo>
                    <a:pt x="11857" y="5229"/>
                    <a:pt x="10242" y="6217"/>
                    <a:pt x="8555" y="6434"/>
                  </a:cubicBezTo>
                  <a:cubicBezTo>
                    <a:pt x="7953" y="6531"/>
                    <a:pt x="7351" y="6531"/>
                    <a:pt x="6845" y="6531"/>
                  </a:cubicBezTo>
                  <a:cubicBezTo>
                    <a:pt x="6379" y="6531"/>
                    <a:pt x="5956" y="6488"/>
                    <a:pt x="5511" y="6488"/>
                  </a:cubicBezTo>
                  <a:cubicBezTo>
                    <a:pt x="5289" y="6488"/>
                    <a:pt x="5061" y="6499"/>
                    <a:pt x="4820" y="6531"/>
                  </a:cubicBezTo>
                  <a:cubicBezTo>
                    <a:pt x="1929" y="7037"/>
                    <a:pt x="1" y="9736"/>
                    <a:pt x="410" y="12651"/>
                  </a:cubicBezTo>
                  <a:cubicBezTo>
                    <a:pt x="603" y="13760"/>
                    <a:pt x="1109" y="14652"/>
                    <a:pt x="1808" y="15471"/>
                  </a:cubicBezTo>
                  <a:cubicBezTo>
                    <a:pt x="2146" y="15789"/>
                    <a:pt x="2549" y="16123"/>
                    <a:pt x="2963" y="16123"/>
                  </a:cubicBezTo>
                  <a:cubicBezTo>
                    <a:pt x="3052" y="16123"/>
                    <a:pt x="3141" y="16107"/>
                    <a:pt x="3230" y="16073"/>
                  </a:cubicBezTo>
                  <a:cubicBezTo>
                    <a:pt x="3615" y="16073"/>
                    <a:pt x="3832" y="15856"/>
                    <a:pt x="4025" y="15664"/>
                  </a:cubicBezTo>
                  <a:lnTo>
                    <a:pt x="10459" y="10145"/>
                  </a:lnTo>
                  <a:lnTo>
                    <a:pt x="16580"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1"/>
            <p:cNvSpPr/>
            <p:nvPr/>
          </p:nvSpPr>
          <p:spPr>
            <a:xfrm>
              <a:off x="4164504" y="2800224"/>
              <a:ext cx="17473" cy="13338"/>
            </a:xfrm>
            <a:custGeom>
              <a:avLst/>
              <a:gdLst/>
              <a:ahLst/>
              <a:cxnLst/>
              <a:rect l="l" t="t" r="r" b="b"/>
              <a:pathLst>
                <a:path w="917" h="700" extrusionOk="0">
                  <a:moveTo>
                    <a:pt x="1" y="1"/>
                  </a:moveTo>
                  <a:lnTo>
                    <a:pt x="1" y="700"/>
                  </a:lnTo>
                  <a:lnTo>
                    <a:pt x="916" y="700"/>
                  </a:lnTo>
                  <a:lnTo>
                    <a:pt x="916" y="1"/>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1"/>
            <p:cNvSpPr/>
            <p:nvPr/>
          </p:nvSpPr>
          <p:spPr>
            <a:xfrm>
              <a:off x="4090113" y="2741002"/>
              <a:ext cx="91864" cy="85881"/>
            </a:xfrm>
            <a:custGeom>
              <a:avLst/>
              <a:gdLst/>
              <a:ahLst/>
              <a:cxnLst/>
              <a:rect l="l" t="t" r="r" b="b"/>
              <a:pathLst>
                <a:path w="4821" h="4507" extrusionOk="0">
                  <a:moveTo>
                    <a:pt x="1398" y="0"/>
                  </a:moveTo>
                  <a:cubicBezTo>
                    <a:pt x="700" y="193"/>
                    <a:pt x="193" y="699"/>
                    <a:pt x="97" y="1398"/>
                  </a:cubicBezTo>
                  <a:cubicBezTo>
                    <a:pt x="1" y="2000"/>
                    <a:pt x="97" y="2699"/>
                    <a:pt x="483" y="3302"/>
                  </a:cubicBezTo>
                  <a:cubicBezTo>
                    <a:pt x="700" y="3711"/>
                    <a:pt x="1085" y="4121"/>
                    <a:pt x="1591" y="4410"/>
                  </a:cubicBezTo>
                  <a:cubicBezTo>
                    <a:pt x="1808" y="4410"/>
                    <a:pt x="2001" y="4506"/>
                    <a:pt x="2097" y="4506"/>
                  </a:cubicBezTo>
                  <a:cubicBezTo>
                    <a:pt x="2603" y="4506"/>
                    <a:pt x="3013" y="4314"/>
                    <a:pt x="3398" y="4121"/>
                  </a:cubicBezTo>
                  <a:cubicBezTo>
                    <a:pt x="3615" y="4000"/>
                    <a:pt x="3712" y="3904"/>
                    <a:pt x="3905" y="3808"/>
                  </a:cubicBezTo>
                  <a:lnTo>
                    <a:pt x="4820" y="3109"/>
                  </a:lnTo>
                  <a:lnTo>
                    <a:pt x="4700" y="3012"/>
                  </a:lnTo>
                  <a:cubicBezTo>
                    <a:pt x="4314" y="2410"/>
                    <a:pt x="3905" y="2000"/>
                    <a:pt x="3712" y="1711"/>
                  </a:cubicBezTo>
                  <a:cubicBezTo>
                    <a:pt x="3398" y="1398"/>
                    <a:pt x="3109" y="1109"/>
                    <a:pt x="2796" y="892"/>
                  </a:cubicBezTo>
                  <a:cubicBezTo>
                    <a:pt x="2410" y="506"/>
                    <a:pt x="2001" y="0"/>
                    <a:pt x="1495" y="0"/>
                  </a:cubicBezTo>
                  <a:close/>
                </a:path>
              </a:pathLst>
            </a:custGeom>
            <a:solidFill>
              <a:srgbClr val="303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1"/>
            <p:cNvSpPr/>
            <p:nvPr/>
          </p:nvSpPr>
          <p:spPr>
            <a:xfrm>
              <a:off x="4461133" y="3884816"/>
              <a:ext cx="304003" cy="241084"/>
            </a:xfrm>
            <a:custGeom>
              <a:avLst/>
              <a:gdLst/>
              <a:ahLst/>
              <a:cxnLst/>
              <a:rect l="l" t="t" r="r" b="b"/>
              <a:pathLst>
                <a:path w="15954" h="12652" extrusionOk="0">
                  <a:moveTo>
                    <a:pt x="2314" y="0"/>
                  </a:moveTo>
                  <a:lnTo>
                    <a:pt x="1" y="12651"/>
                  </a:lnTo>
                  <a:lnTo>
                    <a:pt x="15953" y="12651"/>
                  </a:lnTo>
                  <a:cubicBezTo>
                    <a:pt x="15857" y="11157"/>
                    <a:pt x="7640" y="8049"/>
                    <a:pt x="7640" y="8049"/>
                  </a:cubicBezTo>
                  <a:lnTo>
                    <a:pt x="9543" y="313"/>
                  </a:lnTo>
                  <a:lnTo>
                    <a:pt x="2314"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1"/>
            <p:cNvSpPr/>
            <p:nvPr/>
          </p:nvSpPr>
          <p:spPr>
            <a:xfrm>
              <a:off x="4501091" y="4022565"/>
              <a:ext cx="27096" cy="25267"/>
            </a:xfrm>
            <a:custGeom>
              <a:avLst/>
              <a:gdLst/>
              <a:ahLst/>
              <a:cxnLst/>
              <a:rect l="l" t="t" r="r" b="b"/>
              <a:pathLst>
                <a:path w="1422" h="1326" extrusionOk="0">
                  <a:moveTo>
                    <a:pt x="723" y="0"/>
                  </a:moveTo>
                  <a:cubicBezTo>
                    <a:pt x="603" y="0"/>
                    <a:pt x="603" y="121"/>
                    <a:pt x="506" y="121"/>
                  </a:cubicBezTo>
                  <a:cubicBezTo>
                    <a:pt x="217" y="217"/>
                    <a:pt x="0" y="506"/>
                    <a:pt x="121" y="820"/>
                  </a:cubicBezTo>
                  <a:cubicBezTo>
                    <a:pt x="217" y="1109"/>
                    <a:pt x="410" y="1326"/>
                    <a:pt x="723" y="1326"/>
                  </a:cubicBezTo>
                  <a:lnTo>
                    <a:pt x="819" y="1326"/>
                  </a:lnTo>
                  <a:cubicBezTo>
                    <a:pt x="1205" y="1205"/>
                    <a:pt x="1422" y="820"/>
                    <a:pt x="1325" y="506"/>
                  </a:cubicBezTo>
                  <a:cubicBezTo>
                    <a:pt x="1205" y="217"/>
                    <a:pt x="916" y="0"/>
                    <a:pt x="723" y="0"/>
                  </a:cubicBez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1"/>
            <p:cNvSpPr/>
            <p:nvPr/>
          </p:nvSpPr>
          <p:spPr>
            <a:xfrm>
              <a:off x="4753627" y="4110732"/>
              <a:ext cx="11509" cy="15168"/>
            </a:xfrm>
            <a:custGeom>
              <a:avLst/>
              <a:gdLst/>
              <a:ahLst/>
              <a:cxnLst/>
              <a:rect l="l" t="t" r="r" b="b"/>
              <a:pathLst>
                <a:path w="604" h="796" extrusionOk="0">
                  <a:moveTo>
                    <a:pt x="1" y="0"/>
                  </a:moveTo>
                  <a:lnTo>
                    <a:pt x="1" y="0"/>
                  </a:lnTo>
                  <a:cubicBezTo>
                    <a:pt x="314" y="313"/>
                    <a:pt x="507" y="506"/>
                    <a:pt x="603" y="795"/>
                  </a:cubicBezTo>
                  <a:cubicBezTo>
                    <a:pt x="603" y="410"/>
                    <a:pt x="218" y="9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1"/>
            <p:cNvSpPr/>
            <p:nvPr/>
          </p:nvSpPr>
          <p:spPr>
            <a:xfrm>
              <a:off x="4461133" y="4101090"/>
              <a:ext cx="304003" cy="24810"/>
            </a:xfrm>
            <a:custGeom>
              <a:avLst/>
              <a:gdLst/>
              <a:ahLst/>
              <a:cxnLst/>
              <a:rect l="l" t="t" r="r" b="b"/>
              <a:pathLst>
                <a:path w="15954" h="1302" extrusionOk="0">
                  <a:moveTo>
                    <a:pt x="193" y="0"/>
                  </a:moveTo>
                  <a:lnTo>
                    <a:pt x="1" y="1205"/>
                  </a:lnTo>
                  <a:lnTo>
                    <a:pt x="15953" y="1301"/>
                  </a:lnTo>
                  <a:cubicBezTo>
                    <a:pt x="15857" y="1012"/>
                    <a:pt x="15664" y="819"/>
                    <a:pt x="15351" y="506"/>
                  </a:cubicBezTo>
                  <a:lnTo>
                    <a:pt x="15254" y="506"/>
                  </a:lnTo>
                  <a:lnTo>
                    <a:pt x="193" y="0"/>
                  </a:ln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1"/>
            <p:cNvSpPr/>
            <p:nvPr/>
          </p:nvSpPr>
          <p:spPr>
            <a:xfrm>
              <a:off x="4577769" y="4038171"/>
              <a:ext cx="28945" cy="18845"/>
            </a:xfrm>
            <a:custGeom>
              <a:avLst/>
              <a:gdLst/>
              <a:ahLst/>
              <a:cxnLst/>
              <a:rect l="l" t="t" r="r" b="b"/>
              <a:pathLst>
                <a:path w="1519" h="989" extrusionOk="0">
                  <a:moveTo>
                    <a:pt x="1214" y="1"/>
                  </a:moveTo>
                  <a:cubicBezTo>
                    <a:pt x="1037" y="1"/>
                    <a:pt x="808" y="49"/>
                    <a:pt x="603" y="193"/>
                  </a:cubicBezTo>
                  <a:cubicBezTo>
                    <a:pt x="97" y="507"/>
                    <a:pt x="0" y="892"/>
                    <a:pt x="0" y="989"/>
                  </a:cubicBezTo>
                  <a:cubicBezTo>
                    <a:pt x="97" y="989"/>
                    <a:pt x="314" y="700"/>
                    <a:pt x="699" y="386"/>
                  </a:cubicBezTo>
                  <a:cubicBezTo>
                    <a:pt x="1109" y="193"/>
                    <a:pt x="1519" y="193"/>
                    <a:pt x="1519" y="97"/>
                  </a:cubicBezTo>
                  <a:cubicBezTo>
                    <a:pt x="1519" y="49"/>
                    <a:pt x="1392" y="1"/>
                    <a:pt x="12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1"/>
            <p:cNvSpPr/>
            <p:nvPr/>
          </p:nvSpPr>
          <p:spPr>
            <a:xfrm>
              <a:off x="4618184" y="4052672"/>
              <a:ext cx="22961" cy="23628"/>
            </a:xfrm>
            <a:custGeom>
              <a:avLst/>
              <a:gdLst/>
              <a:ahLst/>
              <a:cxnLst/>
              <a:rect l="l" t="t" r="r" b="b"/>
              <a:pathLst>
                <a:path w="1205" h="1240" extrusionOk="0">
                  <a:moveTo>
                    <a:pt x="1082" y="0"/>
                  </a:moveTo>
                  <a:cubicBezTo>
                    <a:pt x="909" y="0"/>
                    <a:pt x="626" y="130"/>
                    <a:pt x="386" y="445"/>
                  </a:cubicBezTo>
                  <a:cubicBezTo>
                    <a:pt x="0" y="830"/>
                    <a:pt x="96" y="1240"/>
                    <a:pt x="193" y="1240"/>
                  </a:cubicBezTo>
                  <a:cubicBezTo>
                    <a:pt x="193" y="1240"/>
                    <a:pt x="289" y="951"/>
                    <a:pt x="602" y="541"/>
                  </a:cubicBezTo>
                  <a:cubicBezTo>
                    <a:pt x="795" y="228"/>
                    <a:pt x="1205" y="131"/>
                    <a:pt x="1205" y="35"/>
                  </a:cubicBezTo>
                  <a:cubicBezTo>
                    <a:pt x="1177" y="12"/>
                    <a:pt x="1134" y="0"/>
                    <a:pt x="108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1"/>
            <p:cNvSpPr/>
            <p:nvPr/>
          </p:nvSpPr>
          <p:spPr>
            <a:xfrm>
              <a:off x="4654446" y="4066182"/>
              <a:ext cx="17016" cy="25267"/>
            </a:xfrm>
            <a:custGeom>
              <a:avLst/>
              <a:gdLst/>
              <a:ahLst/>
              <a:cxnLst/>
              <a:rect l="l" t="t" r="r" b="b"/>
              <a:pathLst>
                <a:path w="893" h="1326" extrusionOk="0">
                  <a:moveTo>
                    <a:pt x="763" y="0"/>
                  </a:moveTo>
                  <a:cubicBezTo>
                    <a:pt x="663" y="0"/>
                    <a:pt x="353" y="191"/>
                    <a:pt x="193" y="531"/>
                  </a:cubicBezTo>
                  <a:cubicBezTo>
                    <a:pt x="1" y="940"/>
                    <a:pt x="97" y="1326"/>
                    <a:pt x="193" y="1326"/>
                  </a:cubicBezTo>
                  <a:cubicBezTo>
                    <a:pt x="290" y="1326"/>
                    <a:pt x="290" y="1037"/>
                    <a:pt x="507" y="627"/>
                  </a:cubicBezTo>
                  <a:cubicBezTo>
                    <a:pt x="603" y="338"/>
                    <a:pt x="892" y="25"/>
                    <a:pt x="796" y="25"/>
                  </a:cubicBezTo>
                  <a:cubicBezTo>
                    <a:pt x="796" y="8"/>
                    <a:pt x="784" y="0"/>
                    <a:pt x="7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1"/>
            <p:cNvSpPr/>
            <p:nvPr/>
          </p:nvSpPr>
          <p:spPr>
            <a:xfrm>
              <a:off x="4581446" y="3999603"/>
              <a:ext cx="32622" cy="7832"/>
            </a:xfrm>
            <a:custGeom>
              <a:avLst/>
              <a:gdLst/>
              <a:ahLst/>
              <a:cxnLst/>
              <a:rect l="l" t="t" r="r" b="b"/>
              <a:pathLst>
                <a:path w="1712" h="411" extrusionOk="0">
                  <a:moveTo>
                    <a:pt x="916" y="1"/>
                  </a:moveTo>
                  <a:cubicBezTo>
                    <a:pt x="410" y="1"/>
                    <a:pt x="0" y="217"/>
                    <a:pt x="121" y="314"/>
                  </a:cubicBezTo>
                  <a:cubicBezTo>
                    <a:pt x="121" y="346"/>
                    <a:pt x="164" y="357"/>
                    <a:pt x="236" y="357"/>
                  </a:cubicBezTo>
                  <a:cubicBezTo>
                    <a:pt x="380" y="357"/>
                    <a:pt x="643" y="314"/>
                    <a:pt x="916" y="314"/>
                  </a:cubicBezTo>
                  <a:cubicBezTo>
                    <a:pt x="1326" y="314"/>
                    <a:pt x="1711" y="410"/>
                    <a:pt x="1711" y="410"/>
                  </a:cubicBezTo>
                  <a:cubicBezTo>
                    <a:pt x="1711" y="314"/>
                    <a:pt x="1422" y="1"/>
                    <a:pt x="91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1"/>
            <p:cNvSpPr/>
            <p:nvPr/>
          </p:nvSpPr>
          <p:spPr>
            <a:xfrm>
              <a:off x="3368748" y="3582661"/>
              <a:ext cx="296648" cy="342571"/>
            </a:xfrm>
            <a:custGeom>
              <a:avLst/>
              <a:gdLst/>
              <a:ahLst/>
              <a:cxnLst/>
              <a:rect l="l" t="t" r="r" b="b"/>
              <a:pathLst>
                <a:path w="15568" h="17978" extrusionOk="0">
                  <a:moveTo>
                    <a:pt x="12242" y="1"/>
                  </a:moveTo>
                  <a:lnTo>
                    <a:pt x="0" y="3808"/>
                  </a:lnTo>
                  <a:lnTo>
                    <a:pt x="7519" y="17978"/>
                  </a:lnTo>
                  <a:cubicBezTo>
                    <a:pt x="8820" y="17182"/>
                    <a:pt x="7615" y="8435"/>
                    <a:pt x="7615" y="8435"/>
                  </a:cubicBezTo>
                  <a:lnTo>
                    <a:pt x="15567" y="6025"/>
                  </a:lnTo>
                  <a:lnTo>
                    <a:pt x="1224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1"/>
            <p:cNvSpPr/>
            <p:nvPr/>
          </p:nvSpPr>
          <p:spPr>
            <a:xfrm>
              <a:off x="3460574" y="3649715"/>
              <a:ext cx="24829" cy="22980"/>
            </a:xfrm>
            <a:custGeom>
              <a:avLst/>
              <a:gdLst/>
              <a:ahLst/>
              <a:cxnLst/>
              <a:rect l="l" t="t" r="r" b="b"/>
              <a:pathLst>
                <a:path w="1303" h="1206" extrusionOk="0">
                  <a:moveTo>
                    <a:pt x="603" y="0"/>
                  </a:moveTo>
                  <a:cubicBezTo>
                    <a:pt x="507" y="0"/>
                    <a:pt x="386" y="97"/>
                    <a:pt x="194" y="193"/>
                  </a:cubicBezTo>
                  <a:cubicBezTo>
                    <a:pt x="1" y="410"/>
                    <a:pt x="1" y="795"/>
                    <a:pt x="194" y="1012"/>
                  </a:cubicBezTo>
                  <a:cubicBezTo>
                    <a:pt x="290" y="1205"/>
                    <a:pt x="507" y="1205"/>
                    <a:pt x="700" y="1205"/>
                  </a:cubicBezTo>
                  <a:cubicBezTo>
                    <a:pt x="796" y="1205"/>
                    <a:pt x="989" y="1205"/>
                    <a:pt x="1109" y="1109"/>
                  </a:cubicBezTo>
                  <a:cubicBezTo>
                    <a:pt x="1302" y="795"/>
                    <a:pt x="1302" y="410"/>
                    <a:pt x="1109" y="193"/>
                  </a:cubicBezTo>
                  <a:cubicBezTo>
                    <a:pt x="989" y="97"/>
                    <a:pt x="796" y="0"/>
                    <a:pt x="603" y="0"/>
                  </a:cubicBez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1"/>
            <p:cNvSpPr/>
            <p:nvPr/>
          </p:nvSpPr>
          <p:spPr>
            <a:xfrm>
              <a:off x="3512003" y="3910064"/>
              <a:ext cx="7832" cy="15168"/>
            </a:xfrm>
            <a:custGeom>
              <a:avLst/>
              <a:gdLst/>
              <a:ahLst/>
              <a:cxnLst/>
              <a:rect l="l" t="t" r="r" b="b"/>
              <a:pathLst>
                <a:path w="411" h="796" extrusionOk="0">
                  <a:moveTo>
                    <a:pt x="410" y="0"/>
                  </a:moveTo>
                  <a:cubicBezTo>
                    <a:pt x="314" y="386"/>
                    <a:pt x="97" y="699"/>
                    <a:pt x="1" y="796"/>
                  </a:cubicBezTo>
                  <a:cubicBezTo>
                    <a:pt x="314" y="699"/>
                    <a:pt x="410" y="193"/>
                    <a:pt x="4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1"/>
            <p:cNvSpPr/>
            <p:nvPr/>
          </p:nvSpPr>
          <p:spPr>
            <a:xfrm>
              <a:off x="3368748" y="3647867"/>
              <a:ext cx="151087" cy="277365"/>
            </a:xfrm>
            <a:custGeom>
              <a:avLst/>
              <a:gdLst/>
              <a:ahLst/>
              <a:cxnLst/>
              <a:rect l="l" t="t" r="r" b="b"/>
              <a:pathLst>
                <a:path w="7929" h="14556" extrusionOk="0">
                  <a:moveTo>
                    <a:pt x="1302" y="1"/>
                  </a:moveTo>
                  <a:lnTo>
                    <a:pt x="0" y="386"/>
                  </a:lnTo>
                  <a:lnTo>
                    <a:pt x="7519" y="14556"/>
                  </a:lnTo>
                  <a:cubicBezTo>
                    <a:pt x="7615" y="14459"/>
                    <a:pt x="7832" y="14146"/>
                    <a:pt x="7928" y="13760"/>
                  </a:cubicBezTo>
                  <a:lnTo>
                    <a:pt x="7928" y="13544"/>
                  </a:lnTo>
                  <a:lnTo>
                    <a:pt x="1302" y="1"/>
                  </a:lnTo>
                  <a:close/>
                </a:path>
              </a:pathLst>
            </a:custGeom>
            <a:solidFill>
              <a:srgbClr val="B5BD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1"/>
            <p:cNvSpPr/>
            <p:nvPr/>
          </p:nvSpPr>
          <p:spPr>
            <a:xfrm>
              <a:off x="3485384" y="3726221"/>
              <a:ext cx="28487" cy="19017"/>
            </a:xfrm>
            <a:custGeom>
              <a:avLst/>
              <a:gdLst/>
              <a:ahLst/>
              <a:cxnLst/>
              <a:rect l="l" t="t" r="r" b="b"/>
              <a:pathLst>
                <a:path w="1495" h="998" extrusionOk="0">
                  <a:moveTo>
                    <a:pt x="279" y="0"/>
                  </a:moveTo>
                  <a:cubicBezTo>
                    <a:pt x="109" y="0"/>
                    <a:pt x="0" y="56"/>
                    <a:pt x="0" y="106"/>
                  </a:cubicBezTo>
                  <a:cubicBezTo>
                    <a:pt x="0" y="202"/>
                    <a:pt x="410" y="202"/>
                    <a:pt x="795" y="395"/>
                  </a:cubicBezTo>
                  <a:cubicBezTo>
                    <a:pt x="1205" y="708"/>
                    <a:pt x="1398" y="997"/>
                    <a:pt x="1398" y="997"/>
                  </a:cubicBezTo>
                  <a:cubicBezTo>
                    <a:pt x="1494" y="901"/>
                    <a:pt x="1301" y="491"/>
                    <a:pt x="892" y="202"/>
                  </a:cubicBezTo>
                  <a:cubicBezTo>
                    <a:pt x="658" y="50"/>
                    <a:pt x="441" y="0"/>
                    <a:pt x="2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1"/>
            <p:cNvSpPr/>
            <p:nvPr/>
          </p:nvSpPr>
          <p:spPr>
            <a:xfrm>
              <a:off x="3485612" y="3769667"/>
              <a:ext cx="32393" cy="11852"/>
            </a:xfrm>
            <a:custGeom>
              <a:avLst/>
              <a:gdLst/>
              <a:ahLst/>
              <a:cxnLst/>
              <a:rect l="l" t="t" r="r" b="b"/>
              <a:pathLst>
                <a:path w="1700" h="622" extrusionOk="0">
                  <a:moveTo>
                    <a:pt x="695" y="1"/>
                  </a:moveTo>
                  <a:cubicBezTo>
                    <a:pt x="299" y="1"/>
                    <a:pt x="1" y="248"/>
                    <a:pt x="84" y="332"/>
                  </a:cubicBezTo>
                  <a:cubicBezTo>
                    <a:pt x="84" y="332"/>
                    <a:pt x="267" y="289"/>
                    <a:pt x="502" y="289"/>
                  </a:cubicBezTo>
                  <a:cubicBezTo>
                    <a:pt x="620" y="289"/>
                    <a:pt x="751" y="300"/>
                    <a:pt x="880" y="332"/>
                  </a:cubicBezTo>
                  <a:cubicBezTo>
                    <a:pt x="1289" y="428"/>
                    <a:pt x="1603" y="621"/>
                    <a:pt x="1603" y="621"/>
                  </a:cubicBezTo>
                  <a:cubicBezTo>
                    <a:pt x="1699" y="525"/>
                    <a:pt x="1386" y="236"/>
                    <a:pt x="880" y="19"/>
                  </a:cubicBezTo>
                  <a:cubicBezTo>
                    <a:pt x="817" y="6"/>
                    <a:pt x="755" y="1"/>
                    <a:pt x="6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1"/>
            <p:cNvSpPr/>
            <p:nvPr/>
          </p:nvSpPr>
          <p:spPr>
            <a:xfrm>
              <a:off x="3490890" y="3808577"/>
              <a:ext cx="28945" cy="7374"/>
            </a:xfrm>
            <a:custGeom>
              <a:avLst/>
              <a:gdLst/>
              <a:ahLst/>
              <a:cxnLst/>
              <a:rect l="l" t="t" r="r" b="b"/>
              <a:pathLst>
                <a:path w="1519" h="387" extrusionOk="0">
                  <a:moveTo>
                    <a:pt x="723" y="1"/>
                  </a:moveTo>
                  <a:cubicBezTo>
                    <a:pt x="314" y="1"/>
                    <a:pt x="0" y="290"/>
                    <a:pt x="0" y="386"/>
                  </a:cubicBezTo>
                  <a:cubicBezTo>
                    <a:pt x="121" y="386"/>
                    <a:pt x="410" y="290"/>
                    <a:pt x="723" y="290"/>
                  </a:cubicBezTo>
                  <a:cubicBezTo>
                    <a:pt x="852" y="258"/>
                    <a:pt x="972" y="247"/>
                    <a:pt x="1079" y="247"/>
                  </a:cubicBezTo>
                  <a:cubicBezTo>
                    <a:pt x="1293" y="247"/>
                    <a:pt x="1454" y="290"/>
                    <a:pt x="1518" y="290"/>
                  </a:cubicBezTo>
                  <a:cubicBezTo>
                    <a:pt x="1518" y="194"/>
                    <a:pt x="1205" y="1"/>
                    <a:pt x="7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1"/>
            <p:cNvSpPr/>
            <p:nvPr/>
          </p:nvSpPr>
          <p:spPr>
            <a:xfrm>
              <a:off x="3531287" y="3708481"/>
              <a:ext cx="17016" cy="27115"/>
            </a:xfrm>
            <a:custGeom>
              <a:avLst/>
              <a:gdLst/>
              <a:ahLst/>
              <a:cxnLst/>
              <a:rect l="l" t="t" r="r" b="b"/>
              <a:pathLst>
                <a:path w="893" h="1423" extrusionOk="0">
                  <a:moveTo>
                    <a:pt x="72" y="1"/>
                  </a:moveTo>
                  <a:cubicBezTo>
                    <a:pt x="41" y="1"/>
                    <a:pt x="17" y="9"/>
                    <a:pt x="1" y="25"/>
                  </a:cubicBezTo>
                  <a:cubicBezTo>
                    <a:pt x="1" y="25"/>
                    <a:pt x="194" y="338"/>
                    <a:pt x="411" y="724"/>
                  </a:cubicBezTo>
                  <a:cubicBezTo>
                    <a:pt x="603" y="1133"/>
                    <a:pt x="700" y="1422"/>
                    <a:pt x="700" y="1422"/>
                  </a:cubicBezTo>
                  <a:cubicBezTo>
                    <a:pt x="796" y="1422"/>
                    <a:pt x="892" y="1037"/>
                    <a:pt x="700" y="627"/>
                  </a:cubicBezTo>
                  <a:cubicBezTo>
                    <a:pt x="539" y="205"/>
                    <a:pt x="227" y="1"/>
                    <a:pt x="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1"/>
            <p:cNvSpPr/>
            <p:nvPr/>
          </p:nvSpPr>
          <p:spPr>
            <a:xfrm>
              <a:off x="4003794" y="3410480"/>
              <a:ext cx="118484" cy="40416"/>
            </a:xfrm>
            <a:custGeom>
              <a:avLst/>
              <a:gdLst/>
              <a:ahLst/>
              <a:cxnLst/>
              <a:rect l="l" t="t" r="r" b="b"/>
              <a:pathLst>
                <a:path w="6218" h="2121" extrusionOk="0">
                  <a:moveTo>
                    <a:pt x="6218" y="0"/>
                  </a:moveTo>
                  <a:cubicBezTo>
                    <a:pt x="5133" y="97"/>
                    <a:pt x="4121" y="314"/>
                    <a:pt x="3109" y="699"/>
                  </a:cubicBezTo>
                  <a:cubicBezTo>
                    <a:pt x="2314" y="916"/>
                    <a:pt x="1518" y="1205"/>
                    <a:pt x="796" y="1615"/>
                  </a:cubicBezTo>
                  <a:cubicBezTo>
                    <a:pt x="506" y="1711"/>
                    <a:pt x="193" y="1904"/>
                    <a:pt x="0" y="2121"/>
                  </a:cubicBezTo>
                  <a:cubicBezTo>
                    <a:pt x="314" y="2000"/>
                    <a:pt x="603" y="1904"/>
                    <a:pt x="916" y="1711"/>
                  </a:cubicBezTo>
                  <a:cubicBezTo>
                    <a:pt x="1615" y="1398"/>
                    <a:pt x="2314" y="1109"/>
                    <a:pt x="3109" y="916"/>
                  </a:cubicBezTo>
                  <a:cubicBezTo>
                    <a:pt x="4121" y="603"/>
                    <a:pt x="5230" y="314"/>
                    <a:pt x="6218" y="97"/>
                  </a:cubicBezTo>
                  <a:lnTo>
                    <a:pt x="6218"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1"/>
            <p:cNvSpPr/>
            <p:nvPr/>
          </p:nvSpPr>
          <p:spPr>
            <a:xfrm>
              <a:off x="4007472" y="3382012"/>
              <a:ext cx="73019" cy="61243"/>
            </a:xfrm>
            <a:custGeom>
              <a:avLst/>
              <a:gdLst/>
              <a:ahLst/>
              <a:cxnLst/>
              <a:rect l="l" t="t" r="r" b="b"/>
              <a:pathLst>
                <a:path w="3832" h="3214" extrusionOk="0">
                  <a:moveTo>
                    <a:pt x="3832" y="0"/>
                  </a:moveTo>
                  <a:cubicBezTo>
                    <a:pt x="3012" y="386"/>
                    <a:pt x="2313" y="892"/>
                    <a:pt x="1711" y="1398"/>
                  </a:cubicBezTo>
                  <a:cubicBezTo>
                    <a:pt x="1012" y="1904"/>
                    <a:pt x="410" y="2506"/>
                    <a:pt x="0" y="3205"/>
                  </a:cubicBezTo>
                  <a:cubicBezTo>
                    <a:pt x="0" y="3211"/>
                    <a:pt x="3" y="3213"/>
                    <a:pt x="8" y="3213"/>
                  </a:cubicBezTo>
                  <a:cubicBezTo>
                    <a:pt x="91" y="3213"/>
                    <a:pt x="874" y="2456"/>
                    <a:pt x="1807" y="1591"/>
                  </a:cubicBezTo>
                  <a:cubicBezTo>
                    <a:pt x="2916" y="699"/>
                    <a:pt x="3832" y="97"/>
                    <a:pt x="3832"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1"/>
            <p:cNvSpPr/>
            <p:nvPr/>
          </p:nvSpPr>
          <p:spPr>
            <a:xfrm>
              <a:off x="4076336" y="3382012"/>
              <a:ext cx="27115" cy="23247"/>
            </a:xfrm>
            <a:custGeom>
              <a:avLst/>
              <a:gdLst/>
              <a:ahLst/>
              <a:cxnLst/>
              <a:rect l="l" t="t" r="r" b="b"/>
              <a:pathLst>
                <a:path w="1423" h="1220" extrusionOk="0">
                  <a:moveTo>
                    <a:pt x="1" y="0"/>
                  </a:moveTo>
                  <a:cubicBezTo>
                    <a:pt x="1" y="0"/>
                    <a:pt x="410" y="193"/>
                    <a:pt x="724" y="603"/>
                  </a:cubicBezTo>
                  <a:cubicBezTo>
                    <a:pt x="1070" y="863"/>
                    <a:pt x="1280" y="1220"/>
                    <a:pt x="1319" y="1220"/>
                  </a:cubicBezTo>
                  <a:cubicBezTo>
                    <a:pt x="1324" y="1220"/>
                    <a:pt x="1326" y="1215"/>
                    <a:pt x="1326" y="1205"/>
                  </a:cubicBezTo>
                  <a:cubicBezTo>
                    <a:pt x="1423" y="1205"/>
                    <a:pt x="1326" y="796"/>
                    <a:pt x="916" y="386"/>
                  </a:cubicBezTo>
                  <a:cubicBezTo>
                    <a:pt x="724" y="193"/>
                    <a:pt x="314" y="0"/>
                    <a:pt x="1"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1"/>
            <p:cNvSpPr/>
            <p:nvPr/>
          </p:nvSpPr>
          <p:spPr>
            <a:xfrm>
              <a:off x="3998287" y="3448590"/>
              <a:ext cx="85881" cy="91845"/>
            </a:xfrm>
            <a:custGeom>
              <a:avLst/>
              <a:gdLst/>
              <a:ahLst/>
              <a:cxnLst/>
              <a:rect l="l" t="t" r="r" b="b"/>
              <a:pathLst>
                <a:path w="4507" h="4820" extrusionOk="0">
                  <a:moveTo>
                    <a:pt x="4506" y="0"/>
                  </a:moveTo>
                  <a:cubicBezTo>
                    <a:pt x="3615" y="603"/>
                    <a:pt x="2699" y="1326"/>
                    <a:pt x="2000" y="2025"/>
                  </a:cubicBezTo>
                  <a:cubicBezTo>
                    <a:pt x="1398" y="2627"/>
                    <a:pt x="892" y="3326"/>
                    <a:pt x="482" y="3928"/>
                  </a:cubicBezTo>
                  <a:cubicBezTo>
                    <a:pt x="289" y="4218"/>
                    <a:pt x="97" y="4531"/>
                    <a:pt x="0" y="4820"/>
                  </a:cubicBezTo>
                  <a:cubicBezTo>
                    <a:pt x="193" y="4627"/>
                    <a:pt x="386" y="4338"/>
                    <a:pt x="603" y="4025"/>
                  </a:cubicBezTo>
                  <a:cubicBezTo>
                    <a:pt x="1085" y="3422"/>
                    <a:pt x="1591" y="2820"/>
                    <a:pt x="2097" y="2217"/>
                  </a:cubicBezTo>
                  <a:cubicBezTo>
                    <a:pt x="2892" y="1422"/>
                    <a:pt x="3711" y="723"/>
                    <a:pt x="4506" y="121"/>
                  </a:cubicBezTo>
                  <a:lnTo>
                    <a:pt x="450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1"/>
            <p:cNvSpPr/>
            <p:nvPr/>
          </p:nvSpPr>
          <p:spPr>
            <a:xfrm>
              <a:off x="3998287" y="3443083"/>
              <a:ext cx="34451" cy="90016"/>
            </a:xfrm>
            <a:custGeom>
              <a:avLst/>
              <a:gdLst/>
              <a:ahLst/>
              <a:cxnLst/>
              <a:rect l="l" t="t" r="r" b="b"/>
              <a:pathLst>
                <a:path w="1808" h="4724" extrusionOk="0">
                  <a:moveTo>
                    <a:pt x="1807" y="0"/>
                  </a:moveTo>
                  <a:lnTo>
                    <a:pt x="1807" y="0"/>
                  </a:lnTo>
                  <a:cubicBezTo>
                    <a:pt x="1301" y="699"/>
                    <a:pt x="892" y="1494"/>
                    <a:pt x="603" y="2314"/>
                  </a:cubicBezTo>
                  <a:cubicBezTo>
                    <a:pt x="289" y="3013"/>
                    <a:pt x="97" y="3808"/>
                    <a:pt x="0" y="4723"/>
                  </a:cubicBezTo>
                  <a:cubicBezTo>
                    <a:pt x="0" y="4723"/>
                    <a:pt x="289" y="3615"/>
                    <a:pt x="795" y="2314"/>
                  </a:cubicBezTo>
                  <a:cubicBezTo>
                    <a:pt x="1301" y="1109"/>
                    <a:pt x="1807" y="97"/>
                    <a:pt x="180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1"/>
            <p:cNvSpPr/>
            <p:nvPr/>
          </p:nvSpPr>
          <p:spPr>
            <a:xfrm>
              <a:off x="4028584" y="3441883"/>
              <a:ext cx="34451" cy="11338"/>
            </a:xfrm>
            <a:custGeom>
              <a:avLst/>
              <a:gdLst/>
              <a:ahLst/>
              <a:cxnLst/>
              <a:rect l="l" t="t" r="r" b="b"/>
              <a:pathLst>
                <a:path w="1808" h="595" extrusionOk="0">
                  <a:moveTo>
                    <a:pt x="596" y="0"/>
                  </a:moveTo>
                  <a:cubicBezTo>
                    <a:pt x="392" y="0"/>
                    <a:pt x="184" y="47"/>
                    <a:pt x="1" y="160"/>
                  </a:cubicBezTo>
                  <a:cubicBezTo>
                    <a:pt x="1" y="160"/>
                    <a:pt x="507" y="160"/>
                    <a:pt x="916" y="256"/>
                  </a:cubicBezTo>
                  <a:cubicBezTo>
                    <a:pt x="1330" y="434"/>
                    <a:pt x="1664" y="595"/>
                    <a:pt x="1771" y="595"/>
                  </a:cubicBezTo>
                  <a:cubicBezTo>
                    <a:pt x="1795" y="595"/>
                    <a:pt x="1808" y="587"/>
                    <a:pt x="1808" y="569"/>
                  </a:cubicBezTo>
                  <a:cubicBezTo>
                    <a:pt x="1808" y="569"/>
                    <a:pt x="1519" y="256"/>
                    <a:pt x="1013" y="63"/>
                  </a:cubicBezTo>
                  <a:cubicBezTo>
                    <a:pt x="883" y="23"/>
                    <a:pt x="741" y="0"/>
                    <a:pt x="596"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1"/>
            <p:cNvSpPr/>
            <p:nvPr/>
          </p:nvSpPr>
          <p:spPr>
            <a:xfrm>
              <a:off x="3519816" y="2775434"/>
              <a:ext cx="1287565" cy="1193891"/>
            </a:xfrm>
            <a:custGeom>
              <a:avLst/>
              <a:gdLst/>
              <a:ahLst/>
              <a:cxnLst/>
              <a:rect l="l" t="t" r="r" b="b"/>
              <a:pathLst>
                <a:path w="67571" h="62655" extrusionOk="0">
                  <a:moveTo>
                    <a:pt x="33544" y="1"/>
                  </a:moveTo>
                  <a:cubicBezTo>
                    <a:pt x="33544" y="1"/>
                    <a:pt x="30412" y="3808"/>
                    <a:pt x="29713" y="4820"/>
                  </a:cubicBezTo>
                  <a:cubicBezTo>
                    <a:pt x="29110" y="5712"/>
                    <a:pt x="23086" y="28604"/>
                    <a:pt x="23086" y="28604"/>
                  </a:cubicBezTo>
                  <a:cubicBezTo>
                    <a:pt x="23086" y="28604"/>
                    <a:pt x="20291" y="30918"/>
                    <a:pt x="19977" y="32436"/>
                  </a:cubicBezTo>
                  <a:cubicBezTo>
                    <a:pt x="19568" y="33833"/>
                    <a:pt x="0" y="42677"/>
                    <a:pt x="0" y="42677"/>
                  </a:cubicBezTo>
                  <a:lnTo>
                    <a:pt x="2916" y="50605"/>
                  </a:lnTo>
                  <a:cubicBezTo>
                    <a:pt x="2916" y="50605"/>
                    <a:pt x="26917" y="42557"/>
                    <a:pt x="28412" y="40870"/>
                  </a:cubicBezTo>
                  <a:cubicBezTo>
                    <a:pt x="29809" y="39255"/>
                    <a:pt x="42460" y="20267"/>
                    <a:pt x="42460" y="20267"/>
                  </a:cubicBezTo>
                  <a:lnTo>
                    <a:pt x="55521" y="37858"/>
                  </a:lnTo>
                  <a:cubicBezTo>
                    <a:pt x="55521" y="37858"/>
                    <a:pt x="52606" y="46292"/>
                    <a:pt x="52003" y="49304"/>
                  </a:cubicBezTo>
                  <a:cubicBezTo>
                    <a:pt x="51401" y="52413"/>
                    <a:pt x="49087" y="62654"/>
                    <a:pt x="49087" y="62654"/>
                  </a:cubicBezTo>
                  <a:lnTo>
                    <a:pt x="58028" y="62244"/>
                  </a:lnTo>
                  <a:cubicBezTo>
                    <a:pt x="58028" y="62244"/>
                    <a:pt x="64269" y="43882"/>
                    <a:pt x="65956" y="40364"/>
                  </a:cubicBezTo>
                  <a:cubicBezTo>
                    <a:pt x="67570" y="36749"/>
                    <a:pt x="67064" y="34532"/>
                    <a:pt x="66173" y="32725"/>
                  </a:cubicBezTo>
                  <a:lnTo>
                    <a:pt x="55329" y="10941"/>
                  </a:lnTo>
                  <a:lnTo>
                    <a:pt x="55618" y="9543"/>
                  </a:lnTo>
                  <a:lnTo>
                    <a:pt x="33544"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1"/>
            <p:cNvSpPr/>
            <p:nvPr/>
          </p:nvSpPr>
          <p:spPr>
            <a:xfrm>
              <a:off x="3979003" y="3354916"/>
              <a:ext cx="24810" cy="124467"/>
            </a:xfrm>
            <a:custGeom>
              <a:avLst/>
              <a:gdLst/>
              <a:ahLst/>
              <a:cxnLst/>
              <a:rect l="l" t="t" r="r" b="b"/>
              <a:pathLst>
                <a:path w="1302" h="6532" extrusionOk="0">
                  <a:moveTo>
                    <a:pt x="96" y="1"/>
                  </a:moveTo>
                  <a:cubicBezTo>
                    <a:pt x="0" y="1109"/>
                    <a:pt x="96" y="2218"/>
                    <a:pt x="289" y="3230"/>
                  </a:cubicBezTo>
                  <a:cubicBezTo>
                    <a:pt x="410" y="4025"/>
                    <a:pt x="603" y="4820"/>
                    <a:pt x="892" y="5639"/>
                  </a:cubicBezTo>
                  <a:cubicBezTo>
                    <a:pt x="1012" y="5929"/>
                    <a:pt x="1109" y="6242"/>
                    <a:pt x="1301" y="6531"/>
                  </a:cubicBezTo>
                  <a:cubicBezTo>
                    <a:pt x="1301" y="6242"/>
                    <a:pt x="1205" y="5832"/>
                    <a:pt x="1109" y="5519"/>
                  </a:cubicBezTo>
                  <a:cubicBezTo>
                    <a:pt x="795" y="4820"/>
                    <a:pt x="603" y="4025"/>
                    <a:pt x="506" y="3230"/>
                  </a:cubicBezTo>
                  <a:cubicBezTo>
                    <a:pt x="289" y="2218"/>
                    <a:pt x="193" y="1109"/>
                    <a:pt x="9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1"/>
            <p:cNvSpPr/>
            <p:nvPr/>
          </p:nvSpPr>
          <p:spPr>
            <a:xfrm>
              <a:off x="3946400" y="3395198"/>
              <a:ext cx="51906" cy="80507"/>
            </a:xfrm>
            <a:custGeom>
              <a:avLst/>
              <a:gdLst/>
              <a:ahLst/>
              <a:cxnLst/>
              <a:rect l="l" t="t" r="r" b="b"/>
              <a:pathLst>
                <a:path w="2724" h="4225" extrusionOk="0">
                  <a:moveTo>
                    <a:pt x="3" y="1"/>
                  </a:moveTo>
                  <a:cubicBezTo>
                    <a:pt x="1" y="1"/>
                    <a:pt x="0" y="3"/>
                    <a:pt x="0" y="7"/>
                  </a:cubicBezTo>
                  <a:cubicBezTo>
                    <a:pt x="193" y="802"/>
                    <a:pt x="603" y="1501"/>
                    <a:pt x="1109" y="2200"/>
                  </a:cubicBezTo>
                  <a:cubicBezTo>
                    <a:pt x="1518" y="2923"/>
                    <a:pt x="2000" y="3622"/>
                    <a:pt x="2723" y="4224"/>
                  </a:cubicBezTo>
                  <a:cubicBezTo>
                    <a:pt x="2723" y="4128"/>
                    <a:pt x="2000" y="3212"/>
                    <a:pt x="1301" y="2104"/>
                  </a:cubicBezTo>
                  <a:cubicBezTo>
                    <a:pt x="542" y="953"/>
                    <a:pt x="47" y="1"/>
                    <a:pt x="3"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4604407" y="3474295"/>
              <a:ext cx="82661" cy="18388"/>
            </a:xfrm>
            <a:custGeom>
              <a:avLst/>
              <a:gdLst/>
              <a:ahLst/>
              <a:cxnLst/>
              <a:rect l="l" t="t" r="r" b="b"/>
              <a:pathLst>
                <a:path w="4338" h="965" extrusionOk="0">
                  <a:moveTo>
                    <a:pt x="2928" y="1"/>
                  </a:moveTo>
                  <a:cubicBezTo>
                    <a:pt x="2651" y="1"/>
                    <a:pt x="2374" y="25"/>
                    <a:pt x="2121" y="73"/>
                  </a:cubicBezTo>
                  <a:cubicBezTo>
                    <a:pt x="1518" y="170"/>
                    <a:pt x="1012" y="362"/>
                    <a:pt x="506" y="579"/>
                  </a:cubicBezTo>
                  <a:cubicBezTo>
                    <a:pt x="217" y="772"/>
                    <a:pt x="0" y="965"/>
                    <a:pt x="0" y="965"/>
                  </a:cubicBezTo>
                  <a:cubicBezTo>
                    <a:pt x="723" y="676"/>
                    <a:pt x="1422" y="362"/>
                    <a:pt x="2121" y="266"/>
                  </a:cubicBezTo>
                  <a:cubicBezTo>
                    <a:pt x="2470" y="218"/>
                    <a:pt x="2844" y="194"/>
                    <a:pt x="3220" y="194"/>
                  </a:cubicBezTo>
                  <a:cubicBezTo>
                    <a:pt x="3597" y="194"/>
                    <a:pt x="3976" y="218"/>
                    <a:pt x="4338" y="266"/>
                  </a:cubicBezTo>
                  <a:cubicBezTo>
                    <a:pt x="4121" y="170"/>
                    <a:pt x="3928" y="170"/>
                    <a:pt x="3735" y="73"/>
                  </a:cubicBezTo>
                  <a:cubicBezTo>
                    <a:pt x="3482" y="25"/>
                    <a:pt x="3205" y="1"/>
                    <a:pt x="292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4595223" y="3489006"/>
              <a:ext cx="66597" cy="8289"/>
            </a:xfrm>
            <a:custGeom>
              <a:avLst/>
              <a:gdLst/>
              <a:ahLst/>
              <a:cxnLst/>
              <a:rect l="l" t="t" r="r" b="b"/>
              <a:pathLst>
                <a:path w="3495" h="435" extrusionOk="0">
                  <a:moveTo>
                    <a:pt x="1687" y="0"/>
                  </a:moveTo>
                  <a:cubicBezTo>
                    <a:pt x="1085" y="0"/>
                    <a:pt x="482" y="96"/>
                    <a:pt x="0" y="410"/>
                  </a:cubicBezTo>
                  <a:cubicBezTo>
                    <a:pt x="0" y="427"/>
                    <a:pt x="26" y="434"/>
                    <a:pt x="75" y="434"/>
                  </a:cubicBezTo>
                  <a:cubicBezTo>
                    <a:pt x="292" y="434"/>
                    <a:pt x="957" y="289"/>
                    <a:pt x="1687" y="289"/>
                  </a:cubicBezTo>
                  <a:cubicBezTo>
                    <a:pt x="2515" y="289"/>
                    <a:pt x="3198" y="434"/>
                    <a:pt x="3419" y="434"/>
                  </a:cubicBezTo>
                  <a:cubicBezTo>
                    <a:pt x="3468" y="434"/>
                    <a:pt x="3494" y="427"/>
                    <a:pt x="3494" y="410"/>
                  </a:cubicBezTo>
                  <a:cubicBezTo>
                    <a:pt x="3012" y="96"/>
                    <a:pt x="2289" y="0"/>
                    <a:pt x="168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4317420" y="3054609"/>
              <a:ext cx="84490" cy="126297"/>
            </a:xfrm>
            <a:custGeom>
              <a:avLst/>
              <a:gdLst/>
              <a:ahLst/>
              <a:cxnLst/>
              <a:rect l="l" t="t" r="r" b="b"/>
              <a:pathLst>
                <a:path w="4434" h="6628" extrusionOk="0">
                  <a:moveTo>
                    <a:pt x="4434" y="1"/>
                  </a:moveTo>
                  <a:cubicBezTo>
                    <a:pt x="4217" y="314"/>
                    <a:pt x="3928" y="603"/>
                    <a:pt x="3735" y="1013"/>
                  </a:cubicBezTo>
                  <a:cubicBezTo>
                    <a:pt x="3326" y="1615"/>
                    <a:pt x="2819" y="2411"/>
                    <a:pt x="2217" y="3326"/>
                  </a:cubicBezTo>
                  <a:lnTo>
                    <a:pt x="723" y="5616"/>
                  </a:lnTo>
                  <a:cubicBezTo>
                    <a:pt x="410" y="5929"/>
                    <a:pt x="217" y="6218"/>
                    <a:pt x="0" y="6628"/>
                  </a:cubicBezTo>
                  <a:cubicBezTo>
                    <a:pt x="313" y="6338"/>
                    <a:pt x="602" y="6025"/>
                    <a:pt x="819" y="5736"/>
                  </a:cubicBezTo>
                  <a:cubicBezTo>
                    <a:pt x="1205" y="5134"/>
                    <a:pt x="1807" y="4314"/>
                    <a:pt x="2410" y="3423"/>
                  </a:cubicBezTo>
                  <a:cubicBezTo>
                    <a:pt x="3012" y="2507"/>
                    <a:pt x="3518" y="1712"/>
                    <a:pt x="3928" y="1109"/>
                  </a:cubicBezTo>
                  <a:cubicBezTo>
                    <a:pt x="4121" y="700"/>
                    <a:pt x="4338" y="410"/>
                    <a:pt x="443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3988645" y="2809866"/>
              <a:ext cx="195161" cy="552881"/>
            </a:xfrm>
            <a:custGeom>
              <a:avLst/>
              <a:gdLst/>
              <a:ahLst/>
              <a:cxnLst/>
              <a:rect l="l" t="t" r="r" b="b"/>
              <a:pathLst>
                <a:path w="10242" h="29015" extrusionOk="0">
                  <a:moveTo>
                    <a:pt x="10242" y="1"/>
                  </a:moveTo>
                  <a:cubicBezTo>
                    <a:pt x="10145" y="1"/>
                    <a:pt x="10025" y="97"/>
                    <a:pt x="10025" y="194"/>
                  </a:cubicBezTo>
                  <a:cubicBezTo>
                    <a:pt x="10145" y="194"/>
                    <a:pt x="10145" y="97"/>
                    <a:pt x="10242" y="1"/>
                  </a:cubicBezTo>
                  <a:close/>
                  <a:moveTo>
                    <a:pt x="10025" y="194"/>
                  </a:moveTo>
                  <a:cubicBezTo>
                    <a:pt x="9832" y="386"/>
                    <a:pt x="9639" y="603"/>
                    <a:pt x="9326" y="892"/>
                  </a:cubicBezTo>
                  <a:cubicBezTo>
                    <a:pt x="8627" y="1712"/>
                    <a:pt x="8025" y="2603"/>
                    <a:pt x="7422" y="3615"/>
                  </a:cubicBezTo>
                  <a:cubicBezTo>
                    <a:pt x="6627" y="5013"/>
                    <a:pt x="5928" y="6531"/>
                    <a:pt x="5326" y="8122"/>
                  </a:cubicBezTo>
                  <a:cubicBezTo>
                    <a:pt x="4723" y="10025"/>
                    <a:pt x="4121" y="11953"/>
                    <a:pt x="3615" y="13953"/>
                  </a:cubicBezTo>
                  <a:cubicBezTo>
                    <a:pt x="3109" y="15953"/>
                    <a:pt x="2795" y="17978"/>
                    <a:pt x="2410" y="19881"/>
                  </a:cubicBezTo>
                  <a:cubicBezTo>
                    <a:pt x="2000" y="21689"/>
                    <a:pt x="1591" y="23279"/>
                    <a:pt x="1301" y="24701"/>
                  </a:cubicBezTo>
                  <a:cubicBezTo>
                    <a:pt x="892" y="26002"/>
                    <a:pt x="603" y="27111"/>
                    <a:pt x="289" y="27809"/>
                  </a:cubicBezTo>
                  <a:cubicBezTo>
                    <a:pt x="193" y="28219"/>
                    <a:pt x="97" y="28508"/>
                    <a:pt x="0" y="28701"/>
                  </a:cubicBezTo>
                  <a:lnTo>
                    <a:pt x="0" y="29014"/>
                  </a:lnTo>
                  <a:cubicBezTo>
                    <a:pt x="0" y="28918"/>
                    <a:pt x="97" y="28821"/>
                    <a:pt x="97" y="28701"/>
                  </a:cubicBezTo>
                  <a:cubicBezTo>
                    <a:pt x="193" y="28508"/>
                    <a:pt x="289" y="28219"/>
                    <a:pt x="386" y="27906"/>
                  </a:cubicBezTo>
                  <a:cubicBezTo>
                    <a:pt x="699" y="27111"/>
                    <a:pt x="988" y="26098"/>
                    <a:pt x="1398" y="24701"/>
                  </a:cubicBezTo>
                  <a:cubicBezTo>
                    <a:pt x="1807" y="23279"/>
                    <a:pt x="2193" y="21689"/>
                    <a:pt x="2603" y="19881"/>
                  </a:cubicBezTo>
                  <a:cubicBezTo>
                    <a:pt x="3012" y="18074"/>
                    <a:pt x="3398" y="16050"/>
                    <a:pt x="3808" y="13953"/>
                  </a:cubicBezTo>
                  <a:cubicBezTo>
                    <a:pt x="4314" y="11953"/>
                    <a:pt x="4820" y="10025"/>
                    <a:pt x="5518" y="8122"/>
                  </a:cubicBezTo>
                  <a:cubicBezTo>
                    <a:pt x="6121" y="6628"/>
                    <a:pt x="6820" y="5110"/>
                    <a:pt x="7615" y="3712"/>
                  </a:cubicBezTo>
                  <a:cubicBezTo>
                    <a:pt x="8121" y="2700"/>
                    <a:pt x="8723" y="1808"/>
                    <a:pt x="9422" y="892"/>
                  </a:cubicBezTo>
                  <a:cubicBezTo>
                    <a:pt x="9639" y="603"/>
                    <a:pt x="9928" y="386"/>
                    <a:pt x="10025" y="194"/>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3942723" y="3374199"/>
              <a:ext cx="28487" cy="22980"/>
            </a:xfrm>
            <a:custGeom>
              <a:avLst/>
              <a:gdLst/>
              <a:ahLst/>
              <a:cxnLst/>
              <a:rect l="l" t="t" r="r" b="b"/>
              <a:pathLst>
                <a:path w="1495" h="1206" extrusionOk="0">
                  <a:moveTo>
                    <a:pt x="1494" y="1"/>
                  </a:moveTo>
                  <a:cubicBezTo>
                    <a:pt x="1205" y="1"/>
                    <a:pt x="892" y="193"/>
                    <a:pt x="603" y="410"/>
                  </a:cubicBezTo>
                  <a:cubicBezTo>
                    <a:pt x="193" y="796"/>
                    <a:pt x="0" y="1206"/>
                    <a:pt x="97" y="1206"/>
                  </a:cubicBezTo>
                  <a:cubicBezTo>
                    <a:pt x="97" y="1206"/>
                    <a:pt x="386" y="892"/>
                    <a:pt x="796" y="603"/>
                  </a:cubicBezTo>
                  <a:cubicBezTo>
                    <a:pt x="1109" y="290"/>
                    <a:pt x="1494" y="97"/>
                    <a:pt x="149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3546455" y="3410480"/>
              <a:ext cx="394439" cy="189654"/>
            </a:xfrm>
            <a:custGeom>
              <a:avLst/>
              <a:gdLst/>
              <a:ahLst/>
              <a:cxnLst/>
              <a:rect l="l" t="t" r="r" b="b"/>
              <a:pathLst>
                <a:path w="20700" h="9953" extrusionOk="0">
                  <a:moveTo>
                    <a:pt x="20700" y="0"/>
                  </a:moveTo>
                  <a:cubicBezTo>
                    <a:pt x="20579" y="0"/>
                    <a:pt x="20483" y="0"/>
                    <a:pt x="20387" y="97"/>
                  </a:cubicBezTo>
                  <a:lnTo>
                    <a:pt x="19881" y="410"/>
                  </a:lnTo>
                  <a:lnTo>
                    <a:pt x="17688" y="1615"/>
                  </a:lnTo>
                  <a:cubicBezTo>
                    <a:pt x="15880" y="2603"/>
                    <a:pt x="13350" y="4025"/>
                    <a:pt x="10555" y="5422"/>
                  </a:cubicBezTo>
                  <a:cubicBezTo>
                    <a:pt x="7639" y="6724"/>
                    <a:pt x="5036" y="7928"/>
                    <a:pt x="3109" y="8627"/>
                  </a:cubicBezTo>
                  <a:lnTo>
                    <a:pt x="819" y="9639"/>
                  </a:lnTo>
                  <a:lnTo>
                    <a:pt x="217" y="9832"/>
                  </a:lnTo>
                  <a:lnTo>
                    <a:pt x="916" y="9639"/>
                  </a:lnTo>
                  <a:cubicBezTo>
                    <a:pt x="1422" y="9447"/>
                    <a:pt x="2217" y="9133"/>
                    <a:pt x="3229" y="8844"/>
                  </a:cubicBezTo>
                  <a:cubicBezTo>
                    <a:pt x="5133" y="8025"/>
                    <a:pt x="7735" y="6940"/>
                    <a:pt x="10651" y="5519"/>
                  </a:cubicBezTo>
                  <a:cubicBezTo>
                    <a:pt x="13471" y="4217"/>
                    <a:pt x="15977" y="2820"/>
                    <a:pt x="17784" y="1711"/>
                  </a:cubicBezTo>
                  <a:cubicBezTo>
                    <a:pt x="18676" y="1205"/>
                    <a:pt x="19375" y="796"/>
                    <a:pt x="19881" y="506"/>
                  </a:cubicBezTo>
                  <a:lnTo>
                    <a:pt x="20483" y="97"/>
                  </a:lnTo>
                  <a:cubicBezTo>
                    <a:pt x="20483" y="97"/>
                    <a:pt x="20579" y="0"/>
                    <a:pt x="20700" y="0"/>
                  </a:cubicBezTo>
                  <a:close/>
                  <a:moveTo>
                    <a:pt x="217" y="9832"/>
                  </a:moveTo>
                  <a:lnTo>
                    <a:pt x="217" y="9832"/>
                  </a:lnTo>
                  <a:cubicBezTo>
                    <a:pt x="217" y="9832"/>
                    <a:pt x="96" y="9953"/>
                    <a:pt x="0" y="9953"/>
                  </a:cubicBezTo>
                  <a:cubicBezTo>
                    <a:pt x="96" y="9953"/>
                    <a:pt x="217" y="9953"/>
                    <a:pt x="217" y="9832"/>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4151184" y="2883914"/>
              <a:ext cx="101506" cy="31345"/>
            </a:xfrm>
            <a:custGeom>
              <a:avLst/>
              <a:gdLst/>
              <a:ahLst/>
              <a:cxnLst/>
              <a:rect l="l" t="t" r="r" b="b"/>
              <a:pathLst>
                <a:path w="5327" h="1645" extrusionOk="0">
                  <a:moveTo>
                    <a:pt x="5316" y="1"/>
                  </a:moveTo>
                  <a:cubicBezTo>
                    <a:pt x="5267" y="1"/>
                    <a:pt x="5049" y="272"/>
                    <a:pt x="4627" y="525"/>
                  </a:cubicBezTo>
                  <a:cubicBezTo>
                    <a:pt x="3731" y="1168"/>
                    <a:pt x="2709" y="1496"/>
                    <a:pt x="1598" y="1496"/>
                  </a:cubicBezTo>
                  <a:cubicBezTo>
                    <a:pt x="1336" y="1496"/>
                    <a:pt x="1068" y="1477"/>
                    <a:pt x="796" y="1440"/>
                  </a:cubicBezTo>
                  <a:cubicBezTo>
                    <a:pt x="290" y="1320"/>
                    <a:pt x="1" y="1224"/>
                    <a:pt x="1" y="1224"/>
                  </a:cubicBezTo>
                  <a:lnTo>
                    <a:pt x="1" y="1224"/>
                  </a:lnTo>
                  <a:cubicBezTo>
                    <a:pt x="290" y="1440"/>
                    <a:pt x="507" y="1537"/>
                    <a:pt x="796" y="1537"/>
                  </a:cubicBezTo>
                  <a:cubicBezTo>
                    <a:pt x="1148" y="1608"/>
                    <a:pt x="1498" y="1644"/>
                    <a:pt x="1843" y="1644"/>
                  </a:cubicBezTo>
                  <a:cubicBezTo>
                    <a:pt x="2892" y="1644"/>
                    <a:pt x="3890" y="1310"/>
                    <a:pt x="4724" y="621"/>
                  </a:cubicBezTo>
                  <a:cubicBezTo>
                    <a:pt x="5013" y="428"/>
                    <a:pt x="5230" y="236"/>
                    <a:pt x="5326" y="19"/>
                  </a:cubicBezTo>
                  <a:cubicBezTo>
                    <a:pt x="5326" y="6"/>
                    <a:pt x="5323" y="1"/>
                    <a:pt x="531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4369307" y="3119815"/>
              <a:ext cx="246591" cy="363226"/>
            </a:xfrm>
            <a:custGeom>
              <a:avLst/>
              <a:gdLst/>
              <a:ahLst/>
              <a:cxnLst/>
              <a:rect l="l" t="t" r="r" b="b"/>
              <a:pathLst>
                <a:path w="12941" h="19062" extrusionOk="0">
                  <a:moveTo>
                    <a:pt x="0" y="1"/>
                  </a:moveTo>
                  <a:cubicBezTo>
                    <a:pt x="0" y="97"/>
                    <a:pt x="96" y="97"/>
                    <a:pt x="96" y="193"/>
                  </a:cubicBezTo>
                  <a:cubicBezTo>
                    <a:pt x="96" y="97"/>
                    <a:pt x="96" y="97"/>
                    <a:pt x="0" y="1"/>
                  </a:cubicBezTo>
                  <a:close/>
                  <a:moveTo>
                    <a:pt x="96" y="193"/>
                  </a:moveTo>
                  <a:lnTo>
                    <a:pt x="410" y="796"/>
                  </a:lnTo>
                  <a:cubicBezTo>
                    <a:pt x="699" y="1302"/>
                    <a:pt x="1205" y="2001"/>
                    <a:pt x="1711" y="2916"/>
                  </a:cubicBezTo>
                  <a:cubicBezTo>
                    <a:pt x="2820" y="4724"/>
                    <a:pt x="4410" y="7134"/>
                    <a:pt x="6217" y="9736"/>
                  </a:cubicBezTo>
                  <a:cubicBezTo>
                    <a:pt x="7928" y="12435"/>
                    <a:pt x="9639" y="14748"/>
                    <a:pt x="10940" y="16459"/>
                  </a:cubicBezTo>
                  <a:cubicBezTo>
                    <a:pt x="11543" y="17254"/>
                    <a:pt x="12049" y="17977"/>
                    <a:pt x="12338" y="18363"/>
                  </a:cubicBezTo>
                  <a:lnTo>
                    <a:pt x="12748" y="18965"/>
                  </a:lnTo>
                  <a:cubicBezTo>
                    <a:pt x="12844" y="18965"/>
                    <a:pt x="12844" y="19062"/>
                    <a:pt x="12941" y="19062"/>
                  </a:cubicBezTo>
                  <a:cubicBezTo>
                    <a:pt x="12941" y="19062"/>
                    <a:pt x="12844" y="18965"/>
                    <a:pt x="12844" y="18869"/>
                  </a:cubicBezTo>
                  <a:lnTo>
                    <a:pt x="12459" y="18363"/>
                  </a:lnTo>
                  <a:lnTo>
                    <a:pt x="11037" y="16363"/>
                  </a:lnTo>
                  <a:cubicBezTo>
                    <a:pt x="9832" y="14652"/>
                    <a:pt x="8121" y="12339"/>
                    <a:pt x="6314" y="9640"/>
                  </a:cubicBezTo>
                  <a:cubicBezTo>
                    <a:pt x="4506" y="7013"/>
                    <a:pt x="3012" y="4603"/>
                    <a:pt x="1807" y="2796"/>
                  </a:cubicBezTo>
                  <a:lnTo>
                    <a:pt x="506" y="699"/>
                  </a:lnTo>
                  <a:lnTo>
                    <a:pt x="96" y="193"/>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4497414" y="3496799"/>
              <a:ext cx="122619" cy="464713"/>
            </a:xfrm>
            <a:custGeom>
              <a:avLst/>
              <a:gdLst/>
              <a:ahLst/>
              <a:cxnLst/>
              <a:rect l="l" t="t" r="r" b="b"/>
              <a:pathLst>
                <a:path w="6435" h="24388" extrusionOk="0">
                  <a:moveTo>
                    <a:pt x="6434" y="1"/>
                  </a:moveTo>
                  <a:cubicBezTo>
                    <a:pt x="6338" y="97"/>
                    <a:pt x="6338" y="194"/>
                    <a:pt x="6338" y="290"/>
                  </a:cubicBezTo>
                  <a:cubicBezTo>
                    <a:pt x="6434" y="194"/>
                    <a:pt x="6434" y="97"/>
                    <a:pt x="6434" y="1"/>
                  </a:cubicBezTo>
                  <a:close/>
                  <a:moveTo>
                    <a:pt x="6338" y="290"/>
                  </a:moveTo>
                  <a:lnTo>
                    <a:pt x="6338" y="290"/>
                  </a:lnTo>
                  <a:cubicBezTo>
                    <a:pt x="6218" y="386"/>
                    <a:pt x="6121" y="700"/>
                    <a:pt x="6025" y="989"/>
                  </a:cubicBezTo>
                  <a:cubicBezTo>
                    <a:pt x="5832" y="1591"/>
                    <a:pt x="5519" y="2410"/>
                    <a:pt x="5133" y="3495"/>
                  </a:cubicBezTo>
                  <a:cubicBezTo>
                    <a:pt x="4410" y="5712"/>
                    <a:pt x="3422" y="8724"/>
                    <a:pt x="2506" y="12146"/>
                  </a:cubicBezTo>
                  <a:cubicBezTo>
                    <a:pt x="1615" y="15544"/>
                    <a:pt x="1012" y="18676"/>
                    <a:pt x="603" y="20869"/>
                  </a:cubicBezTo>
                  <a:cubicBezTo>
                    <a:pt x="410" y="22074"/>
                    <a:pt x="193" y="22990"/>
                    <a:pt x="97" y="23592"/>
                  </a:cubicBezTo>
                  <a:lnTo>
                    <a:pt x="0" y="24387"/>
                  </a:lnTo>
                  <a:cubicBezTo>
                    <a:pt x="97" y="24195"/>
                    <a:pt x="97" y="23881"/>
                    <a:pt x="193" y="23592"/>
                  </a:cubicBezTo>
                  <a:cubicBezTo>
                    <a:pt x="314" y="22990"/>
                    <a:pt x="506" y="22074"/>
                    <a:pt x="699" y="20966"/>
                  </a:cubicBezTo>
                  <a:cubicBezTo>
                    <a:pt x="1205" y="18676"/>
                    <a:pt x="1808" y="15544"/>
                    <a:pt x="2723" y="12242"/>
                  </a:cubicBezTo>
                  <a:cubicBezTo>
                    <a:pt x="3615" y="8820"/>
                    <a:pt x="4531" y="5712"/>
                    <a:pt x="5326" y="3615"/>
                  </a:cubicBezTo>
                  <a:lnTo>
                    <a:pt x="6121" y="989"/>
                  </a:lnTo>
                  <a:lnTo>
                    <a:pt x="6338" y="29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4786230" y="2736867"/>
              <a:ext cx="219971" cy="534035"/>
            </a:xfrm>
            <a:custGeom>
              <a:avLst/>
              <a:gdLst/>
              <a:ahLst/>
              <a:cxnLst/>
              <a:rect l="l" t="t" r="r" b="b"/>
              <a:pathLst>
                <a:path w="11544" h="28026" extrusionOk="0">
                  <a:moveTo>
                    <a:pt x="1615" y="0"/>
                  </a:moveTo>
                  <a:lnTo>
                    <a:pt x="1615" y="0"/>
                  </a:lnTo>
                  <a:cubicBezTo>
                    <a:pt x="1808" y="1326"/>
                    <a:pt x="1" y="12362"/>
                    <a:pt x="700" y="15061"/>
                  </a:cubicBezTo>
                  <a:cubicBezTo>
                    <a:pt x="1423" y="17784"/>
                    <a:pt x="8146" y="28026"/>
                    <a:pt x="8146" y="28026"/>
                  </a:cubicBezTo>
                  <a:lnTo>
                    <a:pt x="11544" y="26411"/>
                  </a:lnTo>
                  <a:lnTo>
                    <a:pt x="7640" y="11664"/>
                  </a:lnTo>
                  <a:lnTo>
                    <a:pt x="9543" y="1615"/>
                  </a:lnTo>
                  <a:lnTo>
                    <a:pt x="1615"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4933640" y="3217167"/>
              <a:ext cx="168522" cy="235101"/>
            </a:xfrm>
            <a:custGeom>
              <a:avLst/>
              <a:gdLst/>
              <a:ahLst/>
              <a:cxnLst/>
              <a:rect l="l" t="t" r="r" b="b"/>
              <a:pathLst>
                <a:path w="8844" h="12338" extrusionOk="0">
                  <a:moveTo>
                    <a:pt x="3012" y="0"/>
                  </a:moveTo>
                  <a:lnTo>
                    <a:pt x="0" y="2410"/>
                  </a:lnTo>
                  <a:lnTo>
                    <a:pt x="506" y="4531"/>
                  </a:lnTo>
                  <a:lnTo>
                    <a:pt x="916" y="6121"/>
                  </a:lnTo>
                  <a:cubicBezTo>
                    <a:pt x="1012" y="6338"/>
                    <a:pt x="1012" y="6531"/>
                    <a:pt x="1109" y="6627"/>
                  </a:cubicBezTo>
                  <a:cubicBezTo>
                    <a:pt x="1301" y="7037"/>
                    <a:pt x="1711" y="7446"/>
                    <a:pt x="2217" y="7446"/>
                  </a:cubicBezTo>
                  <a:lnTo>
                    <a:pt x="2820" y="8049"/>
                  </a:lnTo>
                  <a:cubicBezTo>
                    <a:pt x="3006" y="8236"/>
                    <a:pt x="3283" y="8342"/>
                    <a:pt x="3567" y="8342"/>
                  </a:cubicBezTo>
                  <a:cubicBezTo>
                    <a:pt x="3722" y="8342"/>
                    <a:pt x="3879" y="8310"/>
                    <a:pt x="4024" y="8242"/>
                  </a:cubicBezTo>
                  <a:cubicBezTo>
                    <a:pt x="4314" y="9133"/>
                    <a:pt x="4627" y="10145"/>
                    <a:pt x="4820" y="11061"/>
                  </a:cubicBezTo>
                  <a:cubicBezTo>
                    <a:pt x="4954" y="11970"/>
                    <a:pt x="5101" y="12338"/>
                    <a:pt x="5349" y="12338"/>
                  </a:cubicBezTo>
                  <a:cubicBezTo>
                    <a:pt x="5456" y="12338"/>
                    <a:pt x="5583" y="12269"/>
                    <a:pt x="5735" y="12145"/>
                  </a:cubicBezTo>
                  <a:cubicBezTo>
                    <a:pt x="6217" y="11856"/>
                    <a:pt x="5519" y="7640"/>
                    <a:pt x="5518" y="7639"/>
                  </a:cubicBezTo>
                  <a:lnTo>
                    <a:pt x="5518" y="7639"/>
                  </a:lnTo>
                  <a:cubicBezTo>
                    <a:pt x="5519" y="7639"/>
                    <a:pt x="6531" y="8844"/>
                    <a:pt x="7422" y="9953"/>
                  </a:cubicBezTo>
                  <a:cubicBezTo>
                    <a:pt x="7847" y="10466"/>
                    <a:pt x="8162" y="10633"/>
                    <a:pt x="8379" y="10633"/>
                  </a:cubicBezTo>
                  <a:cubicBezTo>
                    <a:pt x="8630" y="10633"/>
                    <a:pt x="8748" y="10410"/>
                    <a:pt x="8748" y="10242"/>
                  </a:cubicBezTo>
                  <a:cubicBezTo>
                    <a:pt x="8844" y="9856"/>
                    <a:pt x="7543" y="7832"/>
                    <a:pt x="6723" y="6627"/>
                  </a:cubicBezTo>
                  <a:cubicBezTo>
                    <a:pt x="6338" y="5928"/>
                    <a:pt x="6025" y="5422"/>
                    <a:pt x="6025" y="5422"/>
                  </a:cubicBezTo>
                  <a:cubicBezTo>
                    <a:pt x="6025" y="5422"/>
                    <a:pt x="5928" y="4314"/>
                    <a:pt x="5832" y="3615"/>
                  </a:cubicBezTo>
                  <a:cubicBezTo>
                    <a:pt x="5832" y="3422"/>
                    <a:pt x="5832" y="3326"/>
                    <a:pt x="5735" y="3109"/>
                  </a:cubicBezTo>
                  <a:cubicBezTo>
                    <a:pt x="5518" y="2723"/>
                    <a:pt x="3711" y="916"/>
                    <a:pt x="3711" y="916"/>
                  </a:cubicBezTo>
                  <a:lnTo>
                    <a:pt x="3012"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4975885" y="3267205"/>
              <a:ext cx="64749" cy="72580"/>
            </a:xfrm>
            <a:custGeom>
              <a:avLst/>
              <a:gdLst/>
              <a:ahLst/>
              <a:cxnLst/>
              <a:rect l="l" t="t" r="r" b="b"/>
              <a:pathLst>
                <a:path w="3398" h="3809" extrusionOk="0">
                  <a:moveTo>
                    <a:pt x="289" y="1"/>
                  </a:moveTo>
                  <a:lnTo>
                    <a:pt x="289" y="1"/>
                  </a:lnTo>
                  <a:cubicBezTo>
                    <a:pt x="193" y="97"/>
                    <a:pt x="193" y="194"/>
                    <a:pt x="193" y="194"/>
                  </a:cubicBezTo>
                  <a:cubicBezTo>
                    <a:pt x="193" y="796"/>
                    <a:pt x="386" y="1302"/>
                    <a:pt x="699" y="1591"/>
                  </a:cubicBezTo>
                  <a:cubicBezTo>
                    <a:pt x="922" y="1833"/>
                    <a:pt x="1217" y="2003"/>
                    <a:pt x="1529" y="2068"/>
                  </a:cubicBezTo>
                  <a:lnTo>
                    <a:pt x="1529" y="2068"/>
                  </a:lnTo>
                  <a:cubicBezTo>
                    <a:pt x="1217" y="2148"/>
                    <a:pt x="922" y="2243"/>
                    <a:pt x="699" y="2411"/>
                  </a:cubicBezTo>
                  <a:cubicBezTo>
                    <a:pt x="289" y="2700"/>
                    <a:pt x="0" y="3206"/>
                    <a:pt x="0" y="3712"/>
                  </a:cubicBezTo>
                  <a:lnTo>
                    <a:pt x="96" y="3808"/>
                  </a:lnTo>
                  <a:lnTo>
                    <a:pt x="2193" y="3616"/>
                  </a:lnTo>
                  <a:lnTo>
                    <a:pt x="2699" y="3616"/>
                  </a:lnTo>
                  <a:cubicBezTo>
                    <a:pt x="2916" y="3495"/>
                    <a:pt x="3012" y="3399"/>
                    <a:pt x="3109" y="3302"/>
                  </a:cubicBezTo>
                  <a:cubicBezTo>
                    <a:pt x="3301" y="3110"/>
                    <a:pt x="3301" y="2796"/>
                    <a:pt x="3301" y="2507"/>
                  </a:cubicBezTo>
                  <a:lnTo>
                    <a:pt x="3301" y="1808"/>
                  </a:lnTo>
                  <a:lnTo>
                    <a:pt x="3301" y="1399"/>
                  </a:lnTo>
                  <a:cubicBezTo>
                    <a:pt x="3301" y="1206"/>
                    <a:pt x="3398" y="1085"/>
                    <a:pt x="3398" y="989"/>
                  </a:cubicBezTo>
                  <a:lnTo>
                    <a:pt x="3398" y="989"/>
                  </a:lnTo>
                  <a:cubicBezTo>
                    <a:pt x="3301" y="1085"/>
                    <a:pt x="3301" y="1206"/>
                    <a:pt x="3205" y="1302"/>
                  </a:cubicBezTo>
                  <a:lnTo>
                    <a:pt x="3205" y="1808"/>
                  </a:lnTo>
                  <a:lnTo>
                    <a:pt x="3205" y="2507"/>
                  </a:lnTo>
                  <a:cubicBezTo>
                    <a:pt x="3205" y="2796"/>
                    <a:pt x="3109" y="3013"/>
                    <a:pt x="3012" y="3206"/>
                  </a:cubicBezTo>
                  <a:cubicBezTo>
                    <a:pt x="2795" y="3399"/>
                    <a:pt x="2506" y="3495"/>
                    <a:pt x="2193" y="3495"/>
                  </a:cubicBezTo>
                  <a:lnTo>
                    <a:pt x="193" y="3702"/>
                  </a:lnTo>
                  <a:lnTo>
                    <a:pt x="193" y="3702"/>
                  </a:lnTo>
                  <a:lnTo>
                    <a:pt x="193" y="3616"/>
                  </a:lnTo>
                  <a:cubicBezTo>
                    <a:pt x="193" y="3206"/>
                    <a:pt x="386" y="2796"/>
                    <a:pt x="699" y="2507"/>
                  </a:cubicBezTo>
                  <a:cubicBezTo>
                    <a:pt x="1109" y="2290"/>
                    <a:pt x="1494" y="2194"/>
                    <a:pt x="1904" y="2097"/>
                  </a:cubicBezTo>
                  <a:lnTo>
                    <a:pt x="2313" y="2001"/>
                  </a:lnTo>
                  <a:lnTo>
                    <a:pt x="1807" y="2001"/>
                  </a:lnTo>
                  <a:cubicBezTo>
                    <a:pt x="1494" y="1905"/>
                    <a:pt x="1109" y="1808"/>
                    <a:pt x="795" y="1495"/>
                  </a:cubicBezTo>
                  <a:cubicBezTo>
                    <a:pt x="603" y="1302"/>
                    <a:pt x="386" y="1085"/>
                    <a:pt x="289" y="796"/>
                  </a:cubicBezTo>
                  <a:cubicBezTo>
                    <a:pt x="289" y="603"/>
                    <a:pt x="193" y="290"/>
                    <a:pt x="289"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4962565" y="3297522"/>
              <a:ext cx="26639" cy="45942"/>
            </a:xfrm>
            <a:custGeom>
              <a:avLst/>
              <a:gdLst/>
              <a:ahLst/>
              <a:cxnLst/>
              <a:rect l="l" t="t" r="r" b="b"/>
              <a:pathLst>
                <a:path w="1398" h="2411" extrusionOk="0">
                  <a:moveTo>
                    <a:pt x="699" y="0"/>
                  </a:moveTo>
                  <a:cubicBezTo>
                    <a:pt x="603" y="0"/>
                    <a:pt x="482" y="97"/>
                    <a:pt x="386" y="217"/>
                  </a:cubicBezTo>
                  <a:cubicBezTo>
                    <a:pt x="289" y="314"/>
                    <a:pt x="289" y="410"/>
                    <a:pt x="193" y="506"/>
                  </a:cubicBezTo>
                  <a:cubicBezTo>
                    <a:pt x="97" y="1109"/>
                    <a:pt x="0" y="1808"/>
                    <a:pt x="0" y="2410"/>
                  </a:cubicBezTo>
                  <a:cubicBezTo>
                    <a:pt x="97" y="1808"/>
                    <a:pt x="289" y="1205"/>
                    <a:pt x="386" y="603"/>
                  </a:cubicBezTo>
                  <a:cubicBezTo>
                    <a:pt x="386" y="314"/>
                    <a:pt x="482" y="97"/>
                    <a:pt x="699" y="97"/>
                  </a:cubicBezTo>
                  <a:cubicBezTo>
                    <a:pt x="892" y="97"/>
                    <a:pt x="1085" y="217"/>
                    <a:pt x="1205" y="410"/>
                  </a:cubicBezTo>
                  <a:cubicBezTo>
                    <a:pt x="1205" y="506"/>
                    <a:pt x="1302" y="603"/>
                    <a:pt x="1302" y="699"/>
                  </a:cubicBezTo>
                  <a:cubicBezTo>
                    <a:pt x="1302" y="785"/>
                    <a:pt x="1351" y="859"/>
                    <a:pt x="1379" y="859"/>
                  </a:cubicBezTo>
                  <a:cubicBezTo>
                    <a:pt x="1390" y="859"/>
                    <a:pt x="1398" y="847"/>
                    <a:pt x="1398" y="820"/>
                  </a:cubicBezTo>
                  <a:lnTo>
                    <a:pt x="1398" y="699"/>
                  </a:lnTo>
                  <a:cubicBezTo>
                    <a:pt x="1302" y="603"/>
                    <a:pt x="1302" y="410"/>
                    <a:pt x="1205" y="314"/>
                  </a:cubicBezTo>
                  <a:cubicBezTo>
                    <a:pt x="1085" y="97"/>
                    <a:pt x="892" y="0"/>
                    <a:pt x="699"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4981392" y="3337918"/>
              <a:ext cx="9661" cy="19493"/>
            </a:xfrm>
            <a:custGeom>
              <a:avLst/>
              <a:gdLst/>
              <a:ahLst/>
              <a:cxnLst/>
              <a:rect l="l" t="t" r="r" b="b"/>
              <a:pathLst>
                <a:path w="507" h="1023" extrusionOk="0">
                  <a:moveTo>
                    <a:pt x="506" y="1"/>
                  </a:moveTo>
                  <a:cubicBezTo>
                    <a:pt x="410" y="1"/>
                    <a:pt x="410" y="194"/>
                    <a:pt x="314" y="507"/>
                  </a:cubicBezTo>
                  <a:cubicBezTo>
                    <a:pt x="217" y="796"/>
                    <a:pt x="0" y="989"/>
                    <a:pt x="0" y="989"/>
                  </a:cubicBezTo>
                  <a:cubicBezTo>
                    <a:pt x="0" y="1012"/>
                    <a:pt x="12" y="1023"/>
                    <a:pt x="32" y="1023"/>
                  </a:cubicBezTo>
                  <a:cubicBezTo>
                    <a:pt x="113" y="1023"/>
                    <a:pt x="332" y="837"/>
                    <a:pt x="410" y="603"/>
                  </a:cubicBezTo>
                  <a:cubicBezTo>
                    <a:pt x="506" y="387"/>
                    <a:pt x="506" y="194"/>
                    <a:pt x="50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5010317" y="3337918"/>
              <a:ext cx="9661" cy="28506"/>
            </a:xfrm>
            <a:custGeom>
              <a:avLst/>
              <a:gdLst/>
              <a:ahLst/>
              <a:cxnLst/>
              <a:rect l="l" t="t" r="r" b="b"/>
              <a:pathLst>
                <a:path w="507" h="1496" extrusionOk="0">
                  <a:moveTo>
                    <a:pt x="386" y="1"/>
                  </a:moveTo>
                  <a:cubicBezTo>
                    <a:pt x="290" y="1"/>
                    <a:pt x="386" y="290"/>
                    <a:pt x="290" y="796"/>
                  </a:cubicBezTo>
                  <a:cubicBezTo>
                    <a:pt x="193" y="893"/>
                    <a:pt x="193" y="1109"/>
                    <a:pt x="97" y="1302"/>
                  </a:cubicBezTo>
                  <a:cubicBezTo>
                    <a:pt x="97" y="1399"/>
                    <a:pt x="0" y="1399"/>
                    <a:pt x="0" y="1495"/>
                  </a:cubicBezTo>
                  <a:lnTo>
                    <a:pt x="97" y="1495"/>
                  </a:lnTo>
                  <a:cubicBezTo>
                    <a:pt x="97" y="1399"/>
                    <a:pt x="193" y="1399"/>
                    <a:pt x="193" y="1302"/>
                  </a:cubicBezTo>
                  <a:cubicBezTo>
                    <a:pt x="290" y="1206"/>
                    <a:pt x="386" y="989"/>
                    <a:pt x="386" y="796"/>
                  </a:cubicBezTo>
                  <a:cubicBezTo>
                    <a:pt x="506" y="507"/>
                    <a:pt x="506" y="194"/>
                    <a:pt x="38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4933640" y="2135053"/>
              <a:ext cx="103335" cy="120580"/>
            </a:xfrm>
            <a:custGeom>
              <a:avLst/>
              <a:gdLst/>
              <a:ahLst/>
              <a:cxnLst/>
              <a:rect l="l" t="t" r="r" b="b"/>
              <a:pathLst>
                <a:path w="5423" h="6328" extrusionOk="0">
                  <a:moveTo>
                    <a:pt x="4717" y="0"/>
                  </a:moveTo>
                  <a:cubicBezTo>
                    <a:pt x="4552" y="0"/>
                    <a:pt x="4387" y="24"/>
                    <a:pt x="4217" y="64"/>
                  </a:cubicBezTo>
                  <a:cubicBezTo>
                    <a:pt x="3808" y="257"/>
                    <a:pt x="3422" y="473"/>
                    <a:pt x="3012" y="666"/>
                  </a:cubicBezTo>
                  <a:cubicBezTo>
                    <a:pt x="2772" y="779"/>
                    <a:pt x="2541" y="826"/>
                    <a:pt x="2288" y="826"/>
                  </a:cubicBezTo>
                  <a:cubicBezTo>
                    <a:pt x="2110" y="826"/>
                    <a:pt x="1921" y="803"/>
                    <a:pt x="1711" y="763"/>
                  </a:cubicBezTo>
                  <a:cubicBezTo>
                    <a:pt x="1615" y="666"/>
                    <a:pt x="1518" y="666"/>
                    <a:pt x="1398" y="570"/>
                  </a:cubicBezTo>
                  <a:cubicBezTo>
                    <a:pt x="1301" y="570"/>
                    <a:pt x="1205" y="570"/>
                    <a:pt x="1109" y="666"/>
                  </a:cubicBezTo>
                  <a:lnTo>
                    <a:pt x="1109" y="979"/>
                  </a:lnTo>
                  <a:cubicBezTo>
                    <a:pt x="1205" y="1365"/>
                    <a:pt x="1518" y="1678"/>
                    <a:pt x="1807" y="1871"/>
                  </a:cubicBezTo>
                  <a:lnTo>
                    <a:pt x="410" y="1775"/>
                  </a:lnTo>
                  <a:cubicBezTo>
                    <a:pt x="313" y="1775"/>
                    <a:pt x="193" y="1775"/>
                    <a:pt x="96" y="1871"/>
                  </a:cubicBezTo>
                  <a:cubicBezTo>
                    <a:pt x="0" y="1967"/>
                    <a:pt x="0" y="2064"/>
                    <a:pt x="96" y="2281"/>
                  </a:cubicBezTo>
                  <a:cubicBezTo>
                    <a:pt x="313" y="2980"/>
                    <a:pt x="795" y="3582"/>
                    <a:pt x="1398" y="3871"/>
                  </a:cubicBezTo>
                  <a:cubicBezTo>
                    <a:pt x="1109" y="4088"/>
                    <a:pt x="699" y="4377"/>
                    <a:pt x="506" y="4787"/>
                  </a:cubicBezTo>
                  <a:cubicBezTo>
                    <a:pt x="193" y="5197"/>
                    <a:pt x="193" y="5582"/>
                    <a:pt x="506" y="5992"/>
                  </a:cubicBezTo>
                  <a:cubicBezTo>
                    <a:pt x="720" y="6206"/>
                    <a:pt x="1053" y="6327"/>
                    <a:pt x="1338" y="6327"/>
                  </a:cubicBezTo>
                  <a:cubicBezTo>
                    <a:pt x="1439" y="6327"/>
                    <a:pt x="1533" y="6312"/>
                    <a:pt x="1615" y="6281"/>
                  </a:cubicBezTo>
                  <a:cubicBezTo>
                    <a:pt x="2506" y="5992"/>
                    <a:pt x="3205" y="5293"/>
                    <a:pt x="3615" y="4474"/>
                  </a:cubicBezTo>
                  <a:cubicBezTo>
                    <a:pt x="4121" y="3678"/>
                    <a:pt x="4530" y="2787"/>
                    <a:pt x="5229" y="2184"/>
                  </a:cubicBezTo>
                  <a:lnTo>
                    <a:pt x="5422" y="160"/>
                  </a:lnTo>
                  <a:cubicBezTo>
                    <a:pt x="5182" y="47"/>
                    <a:pt x="4950" y="0"/>
                    <a:pt x="47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4914337" y="2008870"/>
              <a:ext cx="390323" cy="492915"/>
            </a:xfrm>
            <a:custGeom>
              <a:avLst/>
              <a:gdLst/>
              <a:ahLst/>
              <a:cxnLst/>
              <a:rect l="l" t="t" r="r" b="b"/>
              <a:pathLst>
                <a:path w="20484" h="25868" extrusionOk="0">
                  <a:moveTo>
                    <a:pt x="12776" y="0"/>
                  </a:moveTo>
                  <a:cubicBezTo>
                    <a:pt x="9895" y="0"/>
                    <a:pt x="7176" y="1729"/>
                    <a:pt x="6146" y="4589"/>
                  </a:cubicBezTo>
                  <a:cubicBezTo>
                    <a:pt x="6146" y="4686"/>
                    <a:pt x="6146" y="4782"/>
                    <a:pt x="6025" y="4782"/>
                  </a:cubicBezTo>
                  <a:lnTo>
                    <a:pt x="3013" y="13722"/>
                  </a:lnTo>
                  <a:lnTo>
                    <a:pt x="1" y="16927"/>
                  </a:lnTo>
                  <a:lnTo>
                    <a:pt x="5736" y="25867"/>
                  </a:lnTo>
                  <a:cubicBezTo>
                    <a:pt x="6339" y="24566"/>
                    <a:pt x="11062" y="20132"/>
                    <a:pt x="11062" y="20132"/>
                  </a:cubicBezTo>
                  <a:cubicBezTo>
                    <a:pt x="11062" y="20132"/>
                    <a:pt x="11513" y="20243"/>
                    <a:pt x="12164" y="20243"/>
                  </a:cubicBezTo>
                  <a:cubicBezTo>
                    <a:pt x="13380" y="20243"/>
                    <a:pt x="15294" y="19855"/>
                    <a:pt x="16267" y="17626"/>
                  </a:cubicBezTo>
                  <a:cubicBezTo>
                    <a:pt x="16990" y="16036"/>
                    <a:pt x="18195" y="12421"/>
                    <a:pt x="19279" y="9192"/>
                  </a:cubicBezTo>
                  <a:cubicBezTo>
                    <a:pt x="20484" y="5577"/>
                    <a:pt x="18580" y="1770"/>
                    <a:pt x="15062" y="372"/>
                  </a:cubicBezTo>
                  <a:cubicBezTo>
                    <a:pt x="14308" y="121"/>
                    <a:pt x="13536" y="0"/>
                    <a:pt x="12776"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5040634" y="2331414"/>
              <a:ext cx="84490" cy="76696"/>
            </a:xfrm>
            <a:custGeom>
              <a:avLst/>
              <a:gdLst/>
              <a:ahLst/>
              <a:cxnLst/>
              <a:rect l="l" t="t" r="r" b="b"/>
              <a:pathLst>
                <a:path w="4434" h="4025" extrusionOk="0">
                  <a:moveTo>
                    <a:pt x="410" y="0"/>
                  </a:moveTo>
                  <a:lnTo>
                    <a:pt x="410" y="0"/>
                  </a:lnTo>
                  <a:cubicBezTo>
                    <a:pt x="409" y="1"/>
                    <a:pt x="0" y="2820"/>
                    <a:pt x="3614" y="4025"/>
                  </a:cubicBezTo>
                  <a:lnTo>
                    <a:pt x="4434" y="3205"/>
                  </a:lnTo>
                  <a:cubicBezTo>
                    <a:pt x="2819" y="2603"/>
                    <a:pt x="1422" y="1518"/>
                    <a:pt x="410"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5220627" y="2210225"/>
              <a:ext cx="22961" cy="18579"/>
            </a:xfrm>
            <a:custGeom>
              <a:avLst/>
              <a:gdLst/>
              <a:ahLst/>
              <a:cxnLst/>
              <a:rect l="l" t="t" r="r" b="b"/>
              <a:pathLst>
                <a:path w="1205" h="975" extrusionOk="0">
                  <a:moveTo>
                    <a:pt x="569" y="0"/>
                  </a:moveTo>
                  <a:cubicBezTo>
                    <a:pt x="358" y="0"/>
                    <a:pt x="168" y="122"/>
                    <a:pt x="97" y="336"/>
                  </a:cubicBezTo>
                  <a:cubicBezTo>
                    <a:pt x="0" y="649"/>
                    <a:pt x="193" y="938"/>
                    <a:pt x="506" y="938"/>
                  </a:cubicBezTo>
                  <a:cubicBezTo>
                    <a:pt x="554" y="962"/>
                    <a:pt x="610" y="974"/>
                    <a:pt x="668" y="974"/>
                  </a:cubicBezTo>
                  <a:cubicBezTo>
                    <a:pt x="842" y="974"/>
                    <a:pt x="1036" y="866"/>
                    <a:pt x="1109" y="649"/>
                  </a:cubicBezTo>
                  <a:cubicBezTo>
                    <a:pt x="1205" y="432"/>
                    <a:pt x="1109" y="143"/>
                    <a:pt x="795" y="47"/>
                  </a:cubicBezTo>
                  <a:cubicBezTo>
                    <a:pt x="720" y="15"/>
                    <a:pt x="643" y="0"/>
                    <a:pt x="56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5216950" y="2191817"/>
              <a:ext cx="38129" cy="19531"/>
            </a:xfrm>
            <a:custGeom>
              <a:avLst/>
              <a:gdLst/>
              <a:ahLst/>
              <a:cxnLst/>
              <a:rect l="l" t="t" r="r" b="b"/>
              <a:pathLst>
                <a:path w="2001" h="1025" extrusionOk="0">
                  <a:moveTo>
                    <a:pt x="290" y="1"/>
                  </a:moveTo>
                  <a:cubicBezTo>
                    <a:pt x="97" y="97"/>
                    <a:pt x="0" y="97"/>
                    <a:pt x="0" y="193"/>
                  </a:cubicBezTo>
                  <a:cubicBezTo>
                    <a:pt x="0" y="290"/>
                    <a:pt x="506" y="193"/>
                    <a:pt x="988" y="410"/>
                  </a:cubicBezTo>
                  <a:cubicBezTo>
                    <a:pt x="1539" y="587"/>
                    <a:pt x="1768" y="1025"/>
                    <a:pt x="1877" y="1025"/>
                  </a:cubicBezTo>
                  <a:cubicBezTo>
                    <a:pt x="1887" y="1025"/>
                    <a:pt x="1896" y="1021"/>
                    <a:pt x="1904" y="1013"/>
                  </a:cubicBezTo>
                  <a:cubicBezTo>
                    <a:pt x="2000" y="1013"/>
                    <a:pt x="2000" y="892"/>
                    <a:pt x="1808" y="699"/>
                  </a:cubicBezTo>
                  <a:cubicBezTo>
                    <a:pt x="1711" y="410"/>
                    <a:pt x="1494" y="193"/>
                    <a:pt x="1205" y="97"/>
                  </a:cubicBezTo>
                  <a:cubicBezTo>
                    <a:pt x="892" y="1"/>
                    <a:pt x="603" y="1"/>
                    <a:pt x="29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5123275" y="2173696"/>
              <a:ext cx="22980" cy="18826"/>
            </a:xfrm>
            <a:custGeom>
              <a:avLst/>
              <a:gdLst/>
              <a:ahLst/>
              <a:cxnLst/>
              <a:rect l="l" t="t" r="r" b="b"/>
              <a:pathLst>
                <a:path w="1206" h="988" extrusionOk="0">
                  <a:moveTo>
                    <a:pt x="571" y="0"/>
                  </a:moveTo>
                  <a:cubicBezTo>
                    <a:pt x="352" y="0"/>
                    <a:pt x="169" y="113"/>
                    <a:pt x="97" y="349"/>
                  </a:cubicBezTo>
                  <a:cubicBezTo>
                    <a:pt x="0" y="638"/>
                    <a:pt x="193" y="855"/>
                    <a:pt x="386" y="952"/>
                  </a:cubicBezTo>
                  <a:cubicBezTo>
                    <a:pt x="463" y="975"/>
                    <a:pt x="539" y="987"/>
                    <a:pt x="610" y="987"/>
                  </a:cubicBezTo>
                  <a:cubicBezTo>
                    <a:pt x="830" y="987"/>
                    <a:pt x="1012" y="874"/>
                    <a:pt x="1085" y="638"/>
                  </a:cubicBezTo>
                  <a:cubicBezTo>
                    <a:pt x="1205" y="446"/>
                    <a:pt x="1085" y="156"/>
                    <a:pt x="796" y="36"/>
                  </a:cubicBezTo>
                  <a:cubicBezTo>
                    <a:pt x="719" y="12"/>
                    <a:pt x="643" y="0"/>
                    <a:pt x="5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5115463" y="2150659"/>
              <a:ext cx="38129" cy="20294"/>
            </a:xfrm>
            <a:custGeom>
              <a:avLst/>
              <a:gdLst/>
              <a:ahLst/>
              <a:cxnLst/>
              <a:rect l="l" t="t" r="r" b="b"/>
              <a:pathLst>
                <a:path w="2001" h="1065" extrusionOk="0">
                  <a:moveTo>
                    <a:pt x="554" y="1"/>
                  </a:moveTo>
                  <a:cubicBezTo>
                    <a:pt x="467" y="1"/>
                    <a:pt x="379" y="12"/>
                    <a:pt x="290" y="40"/>
                  </a:cubicBezTo>
                  <a:cubicBezTo>
                    <a:pt x="97" y="160"/>
                    <a:pt x="1" y="160"/>
                    <a:pt x="1" y="257"/>
                  </a:cubicBezTo>
                  <a:cubicBezTo>
                    <a:pt x="97" y="353"/>
                    <a:pt x="603" y="257"/>
                    <a:pt x="1109" y="450"/>
                  </a:cubicBezTo>
                  <a:cubicBezTo>
                    <a:pt x="1572" y="626"/>
                    <a:pt x="1853" y="1064"/>
                    <a:pt x="1972" y="1064"/>
                  </a:cubicBezTo>
                  <a:cubicBezTo>
                    <a:pt x="1983" y="1064"/>
                    <a:pt x="1993" y="1060"/>
                    <a:pt x="2001" y="1052"/>
                  </a:cubicBezTo>
                  <a:cubicBezTo>
                    <a:pt x="2001" y="1052"/>
                    <a:pt x="2001" y="956"/>
                    <a:pt x="1904" y="763"/>
                  </a:cubicBezTo>
                  <a:cubicBezTo>
                    <a:pt x="1712" y="450"/>
                    <a:pt x="1495" y="257"/>
                    <a:pt x="1206" y="160"/>
                  </a:cubicBezTo>
                  <a:cubicBezTo>
                    <a:pt x="982" y="74"/>
                    <a:pt x="770" y="1"/>
                    <a:pt x="55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5157708" y="2176669"/>
              <a:ext cx="32165" cy="93693"/>
            </a:xfrm>
            <a:custGeom>
              <a:avLst/>
              <a:gdLst/>
              <a:ahLst/>
              <a:cxnLst/>
              <a:rect l="l" t="t" r="r" b="b"/>
              <a:pathLst>
                <a:path w="1688" h="4917" extrusionOk="0">
                  <a:moveTo>
                    <a:pt x="1688" y="0"/>
                  </a:moveTo>
                  <a:cubicBezTo>
                    <a:pt x="1591" y="0"/>
                    <a:pt x="1495" y="1302"/>
                    <a:pt x="1398" y="3013"/>
                  </a:cubicBezTo>
                  <a:lnTo>
                    <a:pt x="1398" y="4217"/>
                  </a:lnTo>
                  <a:cubicBezTo>
                    <a:pt x="1398" y="4410"/>
                    <a:pt x="1398" y="4603"/>
                    <a:pt x="1302" y="4699"/>
                  </a:cubicBezTo>
                  <a:cubicBezTo>
                    <a:pt x="1270" y="4740"/>
                    <a:pt x="1235" y="4753"/>
                    <a:pt x="1196" y="4753"/>
                  </a:cubicBezTo>
                  <a:cubicBezTo>
                    <a:pt x="1117" y="4753"/>
                    <a:pt x="1021" y="4699"/>
                    <a:pt x="892" y="4699"/>
                  </a:cubicBezTo>
                  <a:cubicBezTo>
                    <a:pt x="603" y="4603"/>
                    <a:pt x="290" y="4507"/>
                    <a:pt x="1" y="4507"/>
                  </a:cubicBezTo>
                  <a:cubicBezTo>
                    <a:pt x="290" y="4603"/>
                    <a:pt x="603" y="4820"/>
                    <a:pt x="892" y="4916"/>
                  </a:cubicBezTo>
                  <a:lnTo>
                    <a:pt x="1085" y="4916"/>
                  </a:lnTo>
                  <a:cubicBezTo>
                    <a:pt x="1206" y="4916"/>
                    <a:pt x="1398" y="4916"/>
                    <a:pt x="1398" y="4820"/>
                  </a:cubicBezTo>
                  <a:cubicBezTo>
                    <a:pt x="1591" y="4699"/>
                    <a:pt x="1591" y="4507"/>
                    <a:pt x="1591" y="4314"/>
                  </a:cubicBezTo>
                  <a:cubicBezTo>
                    <a:pt x="1591" y="3904"/>
                    <a:pt x="1591" y="3495"/>
                    <a:pt x="1688" y="3109"/>
                  </a:cubicBezTo>
                  <a:lnTo>
                    <a:pt x="168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1"/>
            <p:cNvSpPr/>
            <p:nvPr/>
          </p:nvSpPr>
          <p:spPr>
            <a:xfrm>
              <a:off x="5117311" y="2257024"/>
              <a:ext cx="28945" cy="41349"/>
            </a:xfrm>
            <a:custGeom>
              <a:avLst/>
              <a:gdLst/>
              <a:ahLst/>
              <a:cxnLst/>
              <a:rect l="l" t="t" r="r" b="b"/>
              <a:pathLst>
                <a:path w="1519" h="2170" extrusionOk="0">
                  <a:moveTo>
                    <a:pt x="410" y="0"/>
                  </a:moveTo>
                  <a:cubicBezTo>
                    <a:pt x="410" y="0"/>
                    <a:pt x="193" y="97"/>
                    <a:pt x="97" y="290"/>
                  </a:cubicBezTo>
                  <a:cubicBezTo>
                    <a:pt x="0" y="699"/>
                    <a:pt x="97" y="988"/>
                    <a:pt x="193" y="1302"/>
                  </a:cubicBezTo>
                  <a:cubicBezTo>
                    <a:pt x="410" y="1687"/>
                    <a:pt x="699" y="1904"/>
                    <a:pt x="1012" y="2097"/>
                  </a:cubicBezTo>
                  <a:cubicBezTo>
                    <a:pt x="1157" y="2145"/>
                    <a:pt x="1283" y="2169"/>
                    <a:pt x="1374" y="2169"/>
                  </a:cubicBezTo>
                  <a:cubicBezTo>
                    <a:pt x="1464" y="2169"/>
                    <a:pt x="1518" y="2145"/>
                    <a:pt x="1518" y="2097"/>
                  </a:cubicBezTo>
                  <a:cubicBezTo>
                    <a:pt x="1518" y="2001"/>
                    <a:pt x="916" y="1808"/>
                    <a:pt x="603" y="1205"/>
                  </a:cubicBezTo>
                  <a:cubicBezTo>
                    <a:pt x="193" y="603"/>
                    <a:pt x="506" y="0"/>
                    <a:pt x="4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1"/>
            <p:cNvSpPr/>
            <p:nvPr/>
          </p:nvSpPr>
          <p:spPr>
            <a:xfrm>
              <a:off x="5125104" y="2112834"/>
              <a:ext cx="47771" cy="20103"/>
            </a:xfrm>
            <a:custGeom>
              <a:avLst/>
              <a:gdLst/>
              <a:ahLst/>
              <a:cxnLst/>
              <a:rect l="l" t="t" r="r" b="b"/>
              <a:pathLst>
                <a:path w="2507" h="1055" extrusionOk="0">
                  <a:moveTo>
                    <a:pt x="743" y="1"/>
                  </a:moveTo>
                  <a:cubicBezTo>
                    <a:pt x="625" y="1"/>
                    <a:pt x="506" y="9"/>
                    <a:pt x="386" y="25"/>
                  </a:cubicBezTo>
                  <a:cubicBezTo>
                    <a:pt x="97" y="121"/>
                    <a:pt x="1" y="218"/>
                    <a:pt x="1" y="218"/>
                  </a:cubicBezTo>
                  <a:cubicBezTo>
                    <a:pt x="1" y="435"/>
                    <a:pt x="603" y="531"/>
                    <a:pt x="1206" y="627"/>
                  </a:cubicBezTo>
                  <a:cubicBezTo>
                    <a:pt x="1815" y="795"/>
                    <a:pt x="2278" y="1055"/>
                    <a:pt x="2450" y="1055"/>
                  </a:cubicBezTo>
                  <a:cubicBezTo>
                    <a:pt x="2475" y="1055"/>
                    <a:pt x="2495" y="1049"/>
                    <a:pt x="2507" y="1037"/>
                  </a:cubicBezTo>
                  <a:cubicBezTo>
                    <a:pt x="2507" y="941"/>
                    <a:pt x="2507" y="820"/>
                    <a:pt x="2314" y="627"/>
                  </a:cubicBezTo>
                  <a:cubicBezTo>
                    <a:pt x="1892" y="205"/>
                    <a:pt x="1335" y="1"/>
                    <a:pt x="74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5228421" y="2160720"/>
              <a:ext cx="34470" cy="20008"/>
            </a:xfrm>
            <a:custGeom>
              <a:avLst/>
              <a:gdLst/>
              <a:ahLst/>
              <a:cxnLst/>
              <a:rect l="l" t="t" r="r" b="b"/>
              <a:pathLst>
                <a:path w="1809" h="1050" extrusionOk="0">
                  <a:moveTo>
                    <a:pt x="509" y="0"/>
                  </a:moveTo>
                  <a:cubicBezTo>
                    <a:pt x="438" y="0"/>
                    <a:pt x="365" y="6"/>
                    <a:pt x="290" y="18"/>
                  </a:cubicBezTo>
                  <a:cubicBezTo>
                    <a:pt x="97" y="18"/>
                    <a:pt x="1" y="114"/>
                    <a:pt x="1" y="235"/>
                  </a:cubicBezTo>
                  <a:cubicBezTo>
                    <a:pt x="1" y="428"/>
                    <a:pt x="386" y="428"/>
                    <a:pt x="892" y="620"/>
                  </a:cubicBezTo>
                  <a:cubicBezTo>
                    <a:pt x="1246" y="808"/>
                    <a:pt x="1510" y="1049"/>
                    <a:pt x="1716" y="1049"/>
                  </a:cubicBezTo>
                  <a:cubicBezTo>
                    <a:pt x="1748" y="1049"/>
                    <a:pt x="1779" y="1043"/>
                    <a:pt x="1808" y="1030"/>
                  </a:cubicBezTo>
                  <a:cubicBezTo>
                    <a:pt x="1808" y="1030"/>
                    <a:pt x="1808" y="837"/>
                    <a:pt x="1712" y="620"/>
                  </a:cubicBezTo>
                  <a:cubicBezTo>
                    <a:pt x="1437" y="283"/>
                    <a:pt x="1015" y="0"/>
                    <a:pt x="5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5098027" y="2144066"/>
              <a:ext cx="82661" cy="73781"/>
            </a:xfrm>
            <a:custGeom>
              <a:avLst/>
              <a:gdLst/>
              <a:ahLst/>
              <a:cxnLst/>
              <a:rect l="l" t="t" r="r" b="b"/>
              <a:pathLst>
                <a:path w="4338" h="3872" extrusionOk="0">
                  <a:moveTo>
                    <a:pt x="723" y="0"/>
                  </a:moveTo>
                  <a:lnTo>
                    <a:pt x="217" y="97"/>
                  </a:lnTo>
                  <a:cubicBezTo>
                    <a:pt x="121" y="603"/>
                    <a:pt x="0" y="1205"/>
                    <a:pt x="0" y="1711"/>
                  </a:cubicBezTo>
                  <a:cubicBezTo>
                    <a:pt x="0" y="2193"/>
                    <a:pt x="217" y="2603"/>
                    <a:pt x="410" y="3013"/>
                  </a:cubicBezTo>
                  <a:cubicBezTo>
                    <a:pt x="819" y="3398"/>
                    <a:pt x="1205" y="3711"/>
                    <a:pt x="1711" y="3808"/>
                  </a:cubicBezTo>
                  <a:cubicBezTo>
                    <a:pt x="1921" y="3848"/>
                    <a:pt x="2114" y="3871"/>
                    <a:pt x="2295" y="3871"/>
                  </a:cubicBezTo>
                  <a:cubicBezTo>
                    <a:pt x="2552" y="3871"/>
                    <a:pt x="2786" y="3824"/>
                    <a:pt x="3012" y="3711"/>
                  </a:cubicBezTo>
                  <a:cubicBezTo>
                    <a:pt x="3615" y="3398"/>
                    <a:pt x="3928" y="2699"/>
                    <a:pt x="4121" y="2097"/>
                  </a:cubicBezTo>
                  <a:cubicBezTo>
                    <a:pt x="4217" y="1808"/>
                    <a:pt x="4338" y="1494"/>
                    <a:pt x="4217" y="1302"/>
                  </a:cubicBezTo>
                  <a:cubicBezTo>
                    <a:pt x="4121" y="1109"/>
                    <a:pt x="3928" y="988"/>
                    <a:pt x="3735" y="892"/>
                  </a:cubicBezTo>
                  <a:lnTo>
                    <a:pt x="723"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5103991" y="2153707"/>
              <a:ext cx="67055" cy="58785"/>
            </a:xfrm>
            <a:custGeom>
              <a:avLst/>
              <a:gdLst/>
              <a:ahLst/>
              <a:cxnLst/>
              <a:rect l="l" t="t" r="r" b="b"/>
              <a:pathLst>
                <a:path w="3519" h="3085" extrusionOk="0">
                  <a:moveTo>
                    <a:pt x="289" y="0"/>
                  </a:moveTo>
                  <a:cubicBezTo>
                    <a:pt x="193" y="386"/>
                    <a:pt x="97" y="892"/>
                    <a:pt x="97" y="1302"/>
                  </a:cubicBezTo>
                  <a:cubicBezTo>
                    <a:pt x="0" y="2193"/>
                    <a:pt x="603" y="2892"/>
                    <a:pt x="1494" y="3013"/>
                  </a:cubicBezTo>
                  <a:cubicBezTo>
                    <a:pt x="1651" y="3061"/>
                    <a:pt x="1802" y="3085"/>
                    <a:pt x="1964" y="3085"/>
                  </a:cubicBezTo>
                  <a:cubicBezTo>
                    <a:pt x="2127" y="3085"/>
                    <a:pt x="2302" y="3061"/>
                    <a:pt x="2506" y="3013"/>
                  </a:cubicBezTo>
                  <a:cubicBezTo>
                    <a:pt x="3013" y="2699"/>
                    <a:pt x="3205" y="2193"/>
                    <a:pt x="3422" y="1687"/>
                  </a:cubicBezTo>
                  <a:cubicBezTo>
                    <a:pt x="3519" y="1495"/>
                    <a:pt x="3519" y="1205"/>
                    <a:pt x="3422" y="988"/>
                  </a:cubicBezTo>
                  <a:cubicBezTo>
                    <a:pt x="3422" y="892"/>
                    <a:pt x="3205" y="796"/>
                    <a:pt x="3109" y="796"/>
                  </a:cubicBezTo>
                  <a:cubicBezTo>
                    <a:pt x="2314" y="386"/>
                    <a:pt x="1494" y="193"/>
                    <a:pt x="60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5195818" y="2180346"/>
              <a:ext cx="82222" cy="73762"/>
            </a:xfrm>
            <a:custGeom>
              <a:avLst/>
              <a:gdLst/>
              <a:ahLst/>
              <a:cxnLst/>
              <a:rect l="l" t="t" r="r" b="b"/>
              <a:pathLst>
                <a:path w="4315" h="3871" extrusionOk="0">
                  <a:moveTo>
                    <a:pt x="603" y="0"/>
                  </a:moveTo>
                  <a:lnTo>
                    <a:pt x="290" y="97"/>
                  </a:lnTo>
                  <a:cubicBezTo>
                    <a:pt x="194" y="603"/>
                    <a:pt x="97" y="1205"/>
                    <a:pt x="97" y="1711"/>
                  </a:cubicBezTo>
                  <a:cubicBezTo>
                    <a:pt x="1" y="2820"/>
                    <a:pt x="796" y="3711"/>
                    <a:pt x="1808" y="3808"/>
                  </a:cubicBezTo>
                  <a:cubicBezTo>
                    <a:pt x="2018" y="3847"/>
                    <a:pt x="2207" y="3871"/>
                    <a:pt x="2385" y="3871"/>
                  </a:cubicBezTo>
                  <a:cubicBezTo>
                    <a:pt x="2638" y="3871"/>
                    <a:pt x="2869" y="3824"/>
                    <a:pt x="3109" y="3711"/>
                  </a:cubicBezTo>
                  <a:cubicBezTo>
                    <a:pt x="3712" y="3422"/>
                    <a:pt x="4025" y="2699"/>
                    <a:pt x="4218" y="2097"/>
                  </a:cubicBezTo>
                  <a:cubicBezTo>
                    <a:pt x="4314" y="1807"/>
                    <a:pt x="4314" y="1494"/>
                    <a:pt x="4218" y="1301"/>
                  </a:cubicBezTo>
                  <a:cubicBezTo>
                    <a:pt x="4122" y="1109"/>
                    <a:pt x="4025" y="1012"/>
                    <a:pt x="3808" y="892"/>
                  </a:cubicBezTo>
                  <a:cubicBezTo>
                    <a:pt x="2917" y="603"/>
                    <a:pt x="1905" y="289"/>
                    <a:pt x="89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5205459" y="2188140"/>
              <a:ext cx="64768" cy="58804"/>
            </a:xfrm>
            <a:custGeom>
              <a:avLst/>
              <a:gdLst/>
              <a:ahLst/>
              <a:cxnLst/>
              <a:rect l="l" t="t" r="r" b="b"/>
              <a:pathLst>
                <a:path w="3399" h="3086" extrusionOk="0">
                  <a:moveTo>
                    <a:pt x="194" y="1"/>
                  </a:moveTo>
                  <a:cubicBezTo>
                    <a:pt x="97" y="386"/>
                    <a:pt x="1" y="892"/>
                    <a:pt x="1" y="1302"/>
                  </a:cubicBezTo>
                  <a:cubicBezTo>
                    <a:pt x="1" y="1688"/>
                    <a:pt x="97" y="2097"/>
                    <a:pt x="290" y="2411"/>
                  </a:cubicBezTo>
                  <a:cubicBezTo>
                    <a:pt x="603" y="2700"/>
                    <a:pt x="989" y="2893"/>
                    <a:pt x="1399" y="3013"/>
                  </a:cubicBezTo>
                  <a:cubicBezTo>
                    <a:pt x="1555" y="3061"/>
                    <a:pt x="1706" y="3085"/>
                    <a:pt x="1868" y="3085"/>
                  </a:cubicBezTo>
                  <a:cubicBezTo>
                    <a:pt x="2031" y="3085"/>
                    <a:pt x="2206" y="3061"/>
                    <a:pt x="2411" y="3013"/>
                  </a:cubicBezTo>
                  <a:cubicBezTo>
                    <a:pt x="2917" y="2700"/>
                    <a:pt x="3110" y="2194"/>
                    <a:pt x="3302" y="1688"/>
                  </a:cubicBezTo>
                  <a:cubicBezTo>
                    <a:pt x="3399" y="1495"/>
                    <a:pt x="3399" y="1206"/>
                    <a:pt x="3302" y="989"/>
                  </a:cubicBezTo>
                  <a:cubicBezTo>
                    <a:pt x="3206" y="892"/>
                    <a:pt x="3110" y="796"/>
                    <a:pt x="3013" y="796"/>
                  </a:cubicBezTo>
                  <a:cubicBezTo>
                    <a:pt x="2194" y="483"/>
                    <a:pt x="1399" y="194"/>
                    <a:pt x="50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5025466" y="2144066"/>
              <a:ext cx="86338" cy="11490"/>
            </a:xfrm>
            <a:custGeom>
              <a:avLst/>
              <a:gdLst/>
              <a:ahLst/>
              <a:cxnLst/>
              <a:rect l="l" t="t" r="r" b="b"/>
              <a:pathLst>
                <a:path w="4531" h="603" extrusionOk="0">
                  <a:moveTo>
                    <a:pt x="193" y="0"/>
                  </a:moveTo>
                  <a:lnTo>
                    <a:pt x="1" y="603"/>
                  </a:lnTo>
                  <a:lnTo>
                    <a:pt x="4314" y="603"/>
                  </a:lnTo>
                  <a:lnTo>
                    <a:pt x="453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5176534" y="2168856"/>
              <a:ext cx="34470" cy="21151"/>
            </a:xfrm>
            <a:custGeom>
              <a:avLst/>
              <a:gdLst/>
              <a:ahLst/>
              <a:cxnLst/>
              <a:rect l="l" t="t" r="r" b="b"/>
              <a:pathLst>
                <a:path w="1809" h="1110" extrusionOk="0">
                  <a:moveTo>
                    <a:pt x="97" y="1"/>
                  </a:moveTo>
                  <a:lnTo>
                    <a:pt x="1" y="603"/>
                  </a:lnTo>
                  <a:lnTo>
                    <a:pt x="1302" y="1109"/>
                  </a:lnTo>
                  <a:lnTo>
                    <a:pt x="1808" y="700"/>
                  </a:lnTo>
                  <a:lnTo>
                    <a:pt x="9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4998827" y="1964110"/>
              <a:ext cx="403642" cy="183652"/>
            </a:xfrm>
            <a:custGeom>
              <a:avLst/>
              <a:gdLst/>
              <a:ahLst/>
              <a:cxnLst/>
              <a:rect l="l" t="t" r="r" b="b"/>
              <a:pathLst>
                <a:path w="21183" h="9638" extrusionOk="0">
                  <a:moveTo>
                    <a:pt x="10875" y="1"/>
                  </a:moveTo>
                  <a:cubicBezTo>
                    <a:pt x="9815" y="1"/>
                    <a:pt x="8292" y="240"/>
                    <a:pt x="6025" y="793"/>
                  </a:cubicBezTo>
                  <a:cubicBezTo>
                    <a:pt x="1" y="2312"/>
                    <a:pt x="893" y="9637"/>
                    <a:pt x="893" y="9637"/>
                  </a:cubicBezTo>
                  <a:lnTo>
                    <a:pt x="4411" y="7324"/>
                  </a:lnTo>
                  <a:cubicBezTo>
                    <a:pt x="4507" y="7324"/>
                    <a:pt x="4507" y="7324"/>
                    <a:pt x="4604" y="7227"/>
                  </a:cubicBezTo>
                  <a:cubicBezTo>
                    <a:pt x="5352" y="7014"/>
                    <a:pt x="6101" y="6892"/>
                    <a:pt x="6889" y="6892"/>
                  </a:cubicBezTo>
                  <a:cubicBezTo>
                    <a:pt x="7166" y="6892"/>
                    <a:pt x="7448" y="6907"/>
                    <a:pt x="7736" y="6938"/>
                  </a:cubicBezTo>
                  <a:cubicBezTo>
                    <a:pt x="9640" y="6938"/>
                    <a:pt x="12652" y="7035"/>
                    <a:pt x="13954" y="7227"/>
                  </a:cubicBezTo>
                  <a:cubicBezTo>
                    <a:pt x="15062" y="7324"/>
                    <a:pt x="16170" y="7637"/>
                    <a:pt x="17158" y="8023"/>
                  </a:cubicBezTo>
                  <a:cubicBezTo>
                    <a:pt x="17158" y="8023"/>
                    <a:pt x="21183" y="6818"/>
                    <a:pt x="21086" y="6023"/>
                  </a:cubicBezTo>
                  <a:cubicBezTo>
                    <a:pt x="20994" y="5643"/>
                    <a:pt x="19960" y="5534"/>
                    <a:pt x="18803" y="5534"/>
                  </a:cubicBezTo>
                  <a:cubicBezTo>
                    <a:pt x="17238" y="5534"/>
                    <a:pt x="15448" y="5733"/>
                    <a:pt x="15448" y="5733"/>
                  </a:cubicBezTo>
                  <a:cubicBezTo>
                    <a:pt x="15448" y="5733"/>
                    <a:pt x="14556" y="3324"/>
                    <a:pt x="13640" y="1709"/>
                  </a:cubicBezTo>
                  <a:cubicBezTo>
                    <a:pt x="13140" y="693"/>
                    <a:pt x="12677" y="1"/>
                    <a:pt x="10875"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4971750" y="2121352"/>
              <a:ext cx="74867" cy="78297"/>
            </a:xfrm>
            <a:custGeom>
              <a:avLst/>
              <a:gdLst/>
              <a:ahLst/>
              <a:cxnLst/>
              <a:rect l="l" t="t" r="r" b="b"/>
              <a:pathLst>
                <a:path w="3929" h="4109" extrusionOk="0">
                  <a:moveTo>
                    <a:pt x="2466" y="1"/>
                  </a:moveTo>
                  <a:cubicBezTo>
                    <a:pt x="1921" y="1"/>
                    <a:pt x="1334" y="293"/>
                    <a:pt x="916" y="1289"/>
                  </a:cubicBezTo>
                  <a:cubicBezTo>
                    <a:pt x="0" y="3699"/>
                    <a:pt x="2627" y="4108"/>
                    <a:pt x="2627" y="4108"/>
                  </a:cubicBezTo>
                  <a:cubicBezTo>
                    <a:pt x="2627" y="3988"/>
                    <a:pt x="3928" y="590"/>
                    <a:pt x="3928" y="590"/>
                  </a:cubicBezTo>
                  <a:cubicBezTo>
                    <a:pt x="3928" y="590"/>
                    <a:pt x="3239" y="1"/>
                    <a:pt x="2466"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4996998" y="2135529"/>
              <a:ext cx="28487" cy="41978"/>
            </a:xfrm>
            <a:custGeom>
              <a:avLst/>
              <a:gdLst/>
              <a:ahLst/>
              <a:cxnLst/>
              <a:rect l="l" t="t" r="r" b="b"/>
              <a:pathLst>
                <a:path w="1495" h="2203" extrusionOk="0">
                  <a:moveTo>
                    <a:pt x="1398" y="352"/>
                  </a:moveTo>
                  <a:cubicBezTo>
                    <a:pt x="1398" y="448"/>
                    <a:pt x="1302" y="448"/>
                    <a:pt x="1398" y="448"/>
                  </a:cubicBezTo>
                  <a:lnTo>
                    <a:pt x="1398" y="352"/>
                  </a:lnTo>
                  <a:close/>
                  <a:moveTo>
                    <a:pt x="1036" y="1"/>
                  </a:moveTo>
                  <a:cubicBezTo>
                    <a:pt x="885" y="1"/>
                    <a:pt x="744" y="90"/>
                    <a:pt x="603" y="232"/>
                  </a:cubicBezTo>
                  <a:cubicBezTo>
                    <a:pt x="386" y="352"/>
                    <a:pt x="290" y="545"/>
                    <a:pt x="193" y="834"/>
                  </a:cubicBezTo>
                  <a:cubicBezTo>
                    <a:pt x="1" y="1244"/>
                    <a:pt x="97" y="1750"/>
                    <a:pt x="386" y="2159"/>
                  </a:cubicBezTo>
                  <a:cubicBezTo>
                    <a:pt x="450" y="2159"/>
                    <a:pt x="568" y="2202"/>
                    <a:pt x="668" y="2202"/>
                  </a:cubicBezTo>
                  <a:cubicBezTo>
                    <a:pt x="718" y="2202"/>
                    <a:pt x="764" y="2191"/>
                    <a:pt x="796" y="2159"/>
                  </a:cubicBezTo>
                  <a:cubicBezTo>
                    <a:pt x="699" y="2159"/>
                    <a:pt x="603" y="2039"/>
                    <a:pt x="483" y="2039"/>
                  </a:cubicBezTo>
                  <a:cubicBezTo>
                    <a:pt x="290" y="1653"/>
                    <a:pt x="193" y="1244"/>
                    <a:pt x="386" y="834"/>
                  </a:cubicBezTo>
                  <a:cubicBezTo>
                    <a:pt x="483" y="641"/>
                    <a:pt x="603" y="448"/>
                    <a:pt x="699" y="352"/>
                  </a:cubicBezTo>
                  <a:cubicBezTo>
                    <a:pt x="796" y="232"/>
                    <a:pt x="989" y="135"/>
                    <a:pt x="1205" y="135"/>
                  </a:cubicBezTo>
                  <a:cubicBezTo>
                    <a:pt x="1302" y="135"/>
                    <a:pt x="1398" y="232"/>
                    <a:pt x="1398" y="352"/>
                  </a:cubicBezTo>
                  <a:cubicBezTo>
                    <a:pt x="1495" y="232"/>
                    <a:pt x="1398" y="232"/>
                    <a:pt x="1398" y="135"/>
                  </a:cubicBezTo>
                  <a:cubicBezTo>
                    <a:pt x="1398" y="135"/>
                    <a:pt x="1302" y="39"/>
                    <a:pt x="1205" y="39"/>
                  </a:cubicBezTo>
                  <a:cubicBezTo>
                    <a:pt x="1147" y="13"/>
                    <a:pt x="1091" y="1"/>
                    <a:pt x="103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5006182" y="2099991"/>
              <a:ext cx="84509" cy="89959"/>
            </a:xfrm>
            <a:custGeom>
              <a:avLst/>
              <a:gdLst/>
              <a:ahLst/>
              <a:cxnLst/>
              <a:rect l="l" t="t" r="r" b="b"/>
              <a:pathLst>
                <a:path w="4435" h="4721" extrusionOk="0">
                  <a:moveTo>
                    <a:pt x="4434" y="0"/>
                  </a:moveTo>
                  <a:lnTo>
                    <a:pt x="4121" y="96"/>
                  </a:lnTo>
                  <a:cubicBezTo>
                    <a:pt x="3150" y="738"/>
                    <a:pt x="2507" y="1191"/>
                    <a:pt x="1714" y="1191"/>
                  </a:cubicBezTo>
                  <a:cubicBezTo>
                    <a:pt x="1523" y="1191"/>
                    <a:pt x="1324" y="1165"/>
                    <a:pt x="1109" y="1109"/>
                  </a:cubicBezTo>
                  <a:cubicBezTo>
                    <a:pt x="916" y="1109"/>
                    <a:pt x="723" y="1109"/>
                    <a:pt x="603" y="1301"/>
                  </a:cubicBezTo>
                  <a:cubicBezTo>
                    <a:pt x="410" y="1494"/>
                    <a:pt x="410" y="1711"/>
                    <a:pt x="603" y="1904"/>
                  </a:cubicBezTo>
                  <a:lnTo>
                    <a:pt x="723" y="1904"/>
                  </a:lnTo>
                  <a:cubicBezTo>
                    <a:pt x="916" y="2097"/>
                    <a:pt x="1205" y="2217"/>
                    <a:pt x="1519" y="2217"/>
                  </a:cubicBezTo>
                  <a:cubicBezTo>
                    <a:pt x="1615" y="2217"/>
                    <a:pt x="1711" y="2217"/>
                    <a:pt x="1711" y="2313"/>
                  </a:cubicBezTo>
                  <a:cubicBezTo>
                    <a:pt x="1808" y="2410"/>
                    <a:pt x="1711" y="2506"/>
                    <a:pt x="1615" y="2603"/>
                  </a:cubicBezTo>
                  <a:lnTo>
                    <a:pt x="507" y="3615"/>
                  </a:lnTo>
                  <a:cubicBezTo>
                    <a:pt x="314" y="3711"/>
                    <a:pt x="217" y="3904"/>
                    <a:pt x="121" y="4024"/>
                  </a:cubicBezTo>
                  <a:cubicBezTo>
                    <a:pt x="1" y="4121"/>
                    <a:pt x="1" y="4314"/>
                    <a:pt x="121" y="4506"/>
                  </a:cubicBezTo>
                  <a:cubicBezTo>
                    <a:pt x="220" y="4668"/>
                    <a:pt x="377" y="4720"/>
                    <a:pt x="545" y="4720"/>
                  </a:cubicBezTo>
                  <a:cubicBezTo>
                    <a:pt x="704" y="4720"/>
                    <a:pt x="872" y="4674"/>
                    <a:pt x="1013" y="4627"/>
                  </a:cubicBezTo>
                  <a:cubicBezTo>
                    <a:pt x="1928" y="4217"/>
                    <a:pt x="2627" y="3615"/>
                    <a:pt x="3133" y="2699"/>
                  </a:cubicBezTo>
                  <a:cubicBezTo>
                    <a:pt x="3736" y="1904"/>
                    <a:pt x="4121" y="1012"/>
                    <a:pt x="44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1"/>
            <p:cNvSpPr/>
            <p:nvPr/>
          </p:nvSpPr>
          <p:spPr>
            <a:xfrm>
              <a:off x="5084708" y="2071047"/>
              <a:ext cx="219952" cy="31155"/>
            </a:xfrm>
            <a:custGeom>
              <a:avLst/>
              <a:gdLst/>
              <a:ahLst/>
              <a:cxnLst/>
              <a:rect l="l" t="t" r="r" b="b"/>
              <a:pathLst>
                <a:path w="11543" h="1635" extrusionOk="0">
                  <a:moveTo>
                    <a:pt x="9856" y="1"/>
                  </a:moveTo>
                  <a:cubicBezTo>
                    <a:pt x="8434" y="1"/>
                    <a:pt x="7037" y="121"/>
                    <a:pt x="5735" y="218"/>
                  </a:cubicBezTo>
                  <a:cubicBezTo>
                    <a:pt x="4314" y="411"/>
                    <a:pt x="2916" y="603"/>
                    <a:pt x="1615" y="1013"/>
                  </a:cubicBezTo>
                  <a:cubicBezTo>
                    <a:pt x="1205" y="1109"/>
                    <a:pt x="820" y="1326"/>
                    <a:pt x="410" y="1423"/>
                  </a:cubicBezTo>
                  <a:cubicBezTo>
                    <a:pt x="313" y="1519"/>
                    <a:pt x="217" y="1615"/>
                    <a:pt x="0" y="1615"/>
                  </a:cubicBezTo>
                  <a:cubicBezTo>
                    <a:pt x="13" y="1628"/>
                    <a:pt x="35" y="1634"/>
                    <a:pt x="66" y="1634"/>
                  </a:cubicBezTo>
                  <a:cubicBezTo>
                    <a:pt x="265" y="1634"/>
                    <a:pt x="834" y="1381"/>
                    <a:pt x="1711" y="1109"/>
                  </a:cubicBezTo>
                  <a:cubicBezTo>
                    <a:pt x="3012" y="820"/>
                    <a:pt x="4314" y="507"/>
                    <a:pt x="5735" y="411"/>
                  </a:cubicBezTo>
                  <a:cubicBezTo>
                    <a:pt x="7326" y="218"/>
                    <a:pt x="8844" y="218"/>
                    <a:pt x="9856" y="121"/>
                  </a:cubicBezTo>
                  <a:lnTo>
                    <a:pt x="11061" y="121"/>
                  </a:lnTo>
                  <a:cubicBezTo>
                    <a:pt x="11254" y="121"/>
                    <a:pt x="11447" y="121"/>
                    <a:pt x="1154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1"/>
            <p:cNvSpPr/>
            <p:nvPr/>
          </p:nvSpPr>
          <p:spPr>
            <a:xfrm>
              <a:off x="5155421" y="2096314"/>
              <a:ext cx="124448" cy="7355"/>
            </a:xfrm>
            <a:custGeom>
              <a:avLst/>
              <a:gdLst/>
              <a:ahLst/>
              <a:cxnLst/>
              <a:rect l="l" t="t" r="r" b="b"/>
              <a:pathLst>
                <a:path w="6531" h="386" extrusionOk="0">
                  <a:moveTo>
                    <a:pt x="0" y="0"/>
                  </a:moveTo>
                  <a:cubicBezTo>
                    <a:pt x="1205" y="0"/>
                    <a:pt x="2217" y="97"/>
                    <a:pt x="3422" y="97"/>
                  </a:cubicBezTo>
                  <a:cubicBezTo>
                    <a:pt x="4423" y="184"/>
                    <a:pt x="5345" y="271"/>
                    <a:pt x="6242" y="358"/>
                  </a:cubicBezTo>
                  <a:lnTo>
                    <a:pt x="6242" y="358"/>
                  </a:lnTo>
                  <a:cubicBezTo>
                    <a:pt x="6077" y="329"/>
                    <a:pt x="5921" y="289"/>
                    <a:pt x="5736" y="289"/>
                  </a:cubicBezTo>
                  <a:cubicBezTo>
                    <a:pt x="4531" y="97"/>
                    <a:pt x="2024" y="0"/>
                    <a:pt x="0" y="0"/>
                  </a:cubicBezTo>
                  <a:close/>
                  <a:moveTo>
                    <a:pt x="6242" y="358"/>
                  </a:moveTo>
                  <a:cubicBezTo>
                    <a:pt x="6333" y="374"/>
                    <a:pt x="6427" y="386"/>
                    <a:pt x="6531" y="386"/>
                  </a:cubicBezTo>
                  <a:cubicBezTo>
                    <a:pt x="6435" y="376"/>
                    <a:pt x="6339" y="367"/>
                    <a:pt x="6242" y="358"/>
                  </a:cubicBezTo>
                  <a:close/>
                </a:path>
              </a:pathLst>
            </a:custGeom>
            <a:solidFill>
              <a:srgbClr val="B28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5335414" y="2105498"/>
              <a:ext cx="21151" cy="7813"/>
            </a:xfrm>
            <a:custGeom>
              <a:avLst/>
              <a:gdLst/>
              <a:ahLst/>
              <a:cxnLst/>
              <a:rect l="l" t="t" r="r" b="b"/>
              <a:pathLst>
                <a:path w="1110" h="410" extrusionOk="0">
                  <a:moveTo>
                    <a:pt x="1109" y="0"/>
                  </a:moveTo>
                  <a:lnTo>
                    <a:pt x="1109" y="0"/>
                  </a:lnTo>
                  <a:cubicBezTo>
                    <a:pt x="699" y="217"/>
                    <a:pt x="314" y="314"/>
                    <a:pt x="1" y="410"/>
                  </a:cubicBezTo>
                  <a:cubicBezTo>
                    <a:pt x="410" y="410"/>
                    <a:pt x="796" y="217"/>
                    <a:pt x="1109"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5126953" y="2077030"/>
              <a:ext cx="250726" cy="38129"/>
            </a:xfrm>
            <a:custGeom>
              <a:avLst/>
              <a:gdLst/>
              <a:ahLst/>
              <a:cxnLst/>
              <a:rect l="l" t="t" r="r" b="b"/>
              <a:pathLst>
                <a:path w="13158" h="2001" extrusionOk="0">
                  <a:moveTo>
                    <a:pt x="9446" y="0"/>
                  </a:moveTo>
                  <a:cubicBezTo>
                    <a:pt x="6314" y="0"/>
                    <a:pt x="3109" y="289"/>
                    <a:pt x="0" y="892"/>
                  </a:cubicBezTo>
                  <a:cubicBezTo>
                    <a:pt x="506" y="892"/>
                    <a:pt x="1012" y="1012"/>
                    <a:pt x="1494" y="1012"/>
                  </a:cubicBezTo>
                  <a:cubicBezTo>
                    <a:pt x="3518" y="1012"/>
                    <a:pt x="6025" y="1109"/>
                    <a:pt x="7230" y="1301"/>
                  </a:cubicBezTo>
                  <a:cubicBezTo>
                    <a:pt x="7519" y="1301"/>
                    <a:pt x="7736" y="1398"/>
                    <a:pt x="8025" y="1398"/>
                  </a:cubicBezTo>
                  <a:cubicBezTo>
                    <a:pt x="8940" y="1615"/>
                    <a:pt x="9736" y="1711"/>
                    <a:pt x="10434" y="2000"/>
                  </a:cubicBezTo>
                  <a:cubicBezTo>
                    <a:pt x="10651" y="2000"/>
                    <a:pt x="10748" y="2000"/>
                    <a:pt x="10941" y="1904"/>
                  </a:cubicBezTo>
                  <a:cubicBezTo>
                    <a:pt x="11254" y="1808"/>
                    <a:pt x="11639" y="1711"/>
                    <a:pt x="12049" y="1494"/>
                  </a:cubicBezTo>
                  <a:cubicBezTo>
                    <a:pt x="12242" y="1398"/>
                    <a:pt x="12459" y="1301"/>
                    <a:pt x="12651" y="1205"/>
                  </a:cubicBezTo>
                  <a:cubicBezTo>
                    <a:pt x="12844" y="1109"/>
                    <a:pt x="12941" y="892"/>
                    <a:pt x="13061" y="795"/>
                  </a:cubicBezTo>
                  <a:cubicBezTo>
                    <a:pt x="13158" y="699"/>
                    <a:pt x="13158" y="506"/>
                    <a:pt x="13061" y="289"/>
                  </a:cubicBezTo>
                  <a:cubicBezTo>
                    <a:pt x="12941" y="97"/>
                    <a:pt x="12748" y="97"/>
                    <a:pt x="12555" y="97"/>
                  </a:cubicBezTo>
                  <a:lnTo>
                    <a:pt x="12459" y="97"/>
                  </a:lnTo>
                  <a:cubicBezTo>
                    <a:pt x="11447" y="0"/>
                    <a:pt x="10434" y="0"/>
                    <a:pt x="9446" y="0"/>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5212815" y="2086672"/>
              <a:ext cx="143751" cy="84528"/>
            </a:xfrm>
            <a:custGeom>
              <a:avLst/>
              <a:gdLst/>
              <a:ahLst/>
              <a:cxnLst/>
              <a:rect l="l" t="t" r="r" b="b"/>
              <a:pathLst>
                <a:path w="7544" h="4436" extrusionOk="0">
                  <a:moveTo>
                    <a:pt x="1205" y="0"/>
                  </a:moveTo>
                  <a:cubicBezTo>
                    <a:pt x="723" y="0"/>
                    <a:pt x="314" y="289"/>
                    <a:pt x="0" y="603"/>
                  </a:cubicBezTo>
                  <a:cubicBezTo>
                    <a:pt x="314" y="699"/>
                    <a:pt x="603" y="795"/>
                    <a:pt x="916" y="892"/>
                  </a:cubicBezTo>
                  <a:cubicBezTo>
                    <a:pt x="1326" y="988"/>
                    <a:pt x="1615" y="1109"/>
                    <a:pt x="1928" y="1398"/>
                  </a:cubicBezTo>
                  <a:cubicBezTo>
                    <a:pt x="2724" y="2000"/>
                    <a:pt x="2410" y="3302"/>
                    <a:pt x="3133" y="4000"/>
                  </a:cubicBezTo>
                  <a:cubicBezTo>
                    <a:pt x="3400" y="4281"/>
                    <a:pt x="3771" y="4436"/>
                    <a:pt x="4151" y="4436"/>
                  </a:cubicBezTo>
                  <a:cubicBezTo>
                    <a:pt x="4457" y="4436"/>
                    <a:pt x="4768" y="4336"/>
                    <a:pt x="5037" y="4121"/>
                  </a:cubicBezTo>
                  <a:cubicBezTo>
                    <a:pt x="5230" y="3904"/>
                    <a:pt x="5422" y="3615"/>
                    <a:pt x="5422" y="3302"/>
                  </a:cubicBezTo>
                  <a:cubicBezTo>
                    <a:pt x="5646" y="3473"/>
                    <a:pt x="5927" y="3550"/>
                    <a:pt x="6203" y="3550"/>
                  </a:cubicBezTo>
                  <a:cubicBezTo>
                    <a:pt x="6432" y="3550"/>
                    <a:pt x="6658" y="3496"/>
                    <a:pt x="6844" y="3398"/>
                  </a:cubicBezTo>
                  <a:cubicBezTo>
                    <a:pt x="7133" y="3302"/>
                    <a:pt x="7350" y="3012"/>
                    <a:pt x="7230" y="2699"/>
                  </a:cubicBezTo>
                  <a:cubicBezTo>
                    <a:pt x="7133" y="2314"/>
                    <a:pt x="6531" y="2193"/>
                    <a:pt x="6338" y="1711"/>
                  </a:cubicBezTo>
                  <a:cubicBezTo>
                    <a:pt x="6844" y="1711"/>
                    <a:pt x="7350" y="1302"/>
                    <a:pt x="7543" y="795"/>
                  </a:cubicBezTo>
                  <a:lnTo>
                    <a:pt x="7543" y="795"/>
                  </a:lnTo>
                  <a:cubicBezTo>
                    <a:pt x="7242" y="844"/>
                    <a:pt x="6941" y="868"/>
                    <a:pt x="6639" y="868"/>
                  </a:cubicBezTo>
                  <a:cubicBezTo>
                    <a:pt x="6338" y="868"/>
                    <a:pt x="6037" y="844"/>
                    <a:pt x="5736" y="795"/>
                  </a:cubicBezTo>
                  <a:cubicBezTo>
                    <a:pt x="6242" y="795"/>
                    <a:pt x="6531" y="506"/>
                    <a:pt x="6844" y="193"/>
                  </a:cubicBezTo>
                  <a:lnTo>
                    <a:pt x="6844" y="193"/>
                  </a:lnTo>
                  <a:cubicBezTo>
                    <a:pt x="6301" y="364"/>
                    <a:pt x="5720" y="426"/>
                    <a:pt x="5133" y="426"/>
                  </a:cubicBezTo>
                  <a:cubicBezTo>
                    <a:pt x="4313" y="426"/>
                    <a:pt x="3482" y="305"/>
                    <a:pt x="2724" y="193"/>
                  </a:cubicBezTo>
                  <a:cubicBezTo>
                    <a:pt x="2217" y="97"/>
                    <a:pt x="1711" y="0"/>
                    <a:pt x="120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5069540" y="1977391"/>
              <a:ext cx="57432" cy="103316"/>
            </a:xfrm>
            <a:custGeom>
              <a:avLst/>
              <a:gdLst/>
              <a:ahLst/>
              <a:cxnLst/>
              <a:rect l="l" t="t" r="r" b="b"/>
              <a:pathLst>
                <a:path w="3014" h="5422" extrusionOk="0">
                  <a:moveTo>
                    <a:pt x="3013" y="0"/>
                  </a:moveTo>
                  <a:lnTo>
                    <a:pt x="3013" y="0"/>
                  </a:lnTo>
                  <a:cubicBezTo>
                    <a:pt x="2700" y="96"/>
                    <a:pt x="2411" y="217"/>
                    <a:pt x="2097" y="410"/>
                  </a:cubicBezTo>
                  <a:cubicBezTo>
                    <a:pt x="1495" y="916"/>
                    <a:pt x="1013" y="1518"/>
                    <a:pt x="700" y="2217"/>
                  </a:cubicBezTo>
                  <a:cubicBezTo>
                    <a:pt x="411" y="3012"/>
                    <a:pt x="194" y="3711"/>
                    <a:pt x="97" y="4530"/>
                  </a:cubicBezTo>
                  <a:cubicBezTo>
                    <a:pt x="1" y="4820"/>
                    <a:pt x="1" y="5133"/>
                    <a:pt x="1" y="5422"/>
                  </a:cubicBezTo>
                  <a:cubicBezTo>
                    <a:pt x="97" y="5133"/>
                    <a:pt x="194" y="4820"/>
                    <a:pt x="194" y="4530"/>
                  </a:cubicBezTo>
                  <a:cubicBezTo>
                    <a:pt x="411" y="3832"/>
                    <a:pt x="603" y="3012"/>
                    <a:pt x="893" y="2313"/>
                  </a:cubicBezTo>
                  <a:cubicBezTo>
                    <a:pt x="1206" y="1615"/>
                    <a:pt x="1616" y="1012"/>
                    <a:pt x="2218" y="506"/>
                  </a:cubicBezTo>
                  <a:cubicBezTo>
                    <a:pt x="2700" y="217"/>
                    <a:pt x="3013" y="0"/>
                    <a:pt x="30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5155421" y="1970036"/>
              <a:ext cx="51906" cy="82203"/>
            </a:xfrm>
            <a:custGeom>
              <a:avLst/>
              <a:gdLst/>
              <a:ahLst/>
              <a:cxnLst/>
              <a:rect l="l" t="t" r="r" b="b"/>
              <a:pathLst>
                <a:path w="2724" h="4314" extrusionOk="0">
                  <a:moveTo>
                    <a:pt x="0" y="0"/>
                  </a:moveTo>
                  <a:cubicBezTo>
                    <a:pt x="0" y="0"/>
                    <a:pt x="314" y="97"/>
                    <a:pt x="723" y="386"/>
                  </a:cubicBezTo>
                  <a:cubicBezTo>
                    <a:pt x="1205" y="796"/>
                    <a:pt x="1615" y="1302"/>
                    <a:pt x="1808" y="1808"/>
                  </a:cubicBezTo>
                  <a:cubicBezTo>
                    <a:pt x="2121" y="2410"/>
                    <a:pt x="2314" y="3013"/>
                    <a:pt x="2410" y="3615"/>
                  </a:cubicBezTo>
                  <a:cubicBezTo>
                    <a:pt x="2531" y="3808"/>
                    <a:pt x="2627" y="4097"/>
                    <a:pt x="2723" y="4314"/>
                  </a:cubicBezTo>
                  <a:cubicBezTo>
                    <a:pt x="2723" y="4097"/>
                    <a:pt x="2627" y="3808"/>
                    <a:pt x="2627" y="3615"/>
                  </a:cubicBezTo>
                  <a:cubicBezTo>
                    <a:pt x="2531" y="2892"/>
                    <a:pt x="2314" y="2290"/>
                    <a:pt x="2024" y="1687"/>
                  </a:cubicBezTo>
                  <a:cubicBezTo>
                    <a:pt x="1711" y="1205"/>
                    <a:pt x="1326" y="699"/>
                    <a:pt x="820" y="290"/>
                  </a:cubicBezTo>
                  <a:cubicBezTo>
                    <a:pt x="506" y="97"/>
                    <a:pt x="314"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5119140" y="2182176"/>
              <a:ext cx="30793" cy="7832"/>
            </a:xfrm>
            <a:custGeom>
              <a:avLst/>
              <a:gdLst/>
              <a:ahLst/>
              <a:cxnLst/>
              <a:rect l="l" t="t" r="r" b="b"/>
              <a:pathLst>
                <a:path w="1616" h="411" extrusionOk="0">
                  <a:moveTo>
                    <a:pt x="1615" y="1"/>
                  </a:moveTo>
                  <a:cubicBezTo>
                    <a:pt x="1109" y="1"/>
                    <a:pt x="507" y="97"/>
                    <a:pt x="1" y="410"/>
                  </a:cubicBezTo>
                  <a:cubicBezTo>
                    <a:pt x="603" y="410"/>
                    <a:pt x="1109" y="314"/>
                    <a:pt x="161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5126953" y="2174935"/>
              <a:ext cx="32622" cy="7260"/>
            </a:xfrm>
            <a:custGeom>
              <a:avLst/>
              <a:gdLst/>
              <a:ahLst/>
              <a:cxnLst/>
              <a:rect l="l" t="t" r="r" b="b"/>
              <a:pathLst>
                <a:path w="1712" h="381" extrusionOk="0">
                  <a:moveTo>
                    <a:pt x="1253" y="1"/>
                  </a:moveTo>
                  <a:cubicBezTo>
                    <a:pt x="1103" y="1"/>
                    <a:pt x="952" y="31"/>
                    <a:pt x="795" y="91"/>
                  </a:cubicBezTo>
                  <a:cubicBezTo>
                    <a:pt x="410" y="188"/>
                    <a:pt x="0" y="284"/>
                    <a:pt x="0" y="381"/>
                  </a:cubicBezTo>
                  <a:cubicBezTo>
                    <a:pt x="289" y="381"/>
                    <a:pt x="603" y="381"/>
                    <a:pt x="892" y="284"/>
                  </a:cubicBezTo>
                  <a:cubicBezTo>
                    <a:pt x="1301" y="188"/>
                    <a:pt x="1711" y="91"/>
                    <a:pt x="1711" y="91"/>
                  </a:cubicBezTo>
                  <a:cubicBezTo>
                    <a:pt x="1555" y="31"/>
                    <a:pt x="1404" y="1"/>
                    <a:pt x="12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5224286" y="2220857"/>
              <a:ext cx="25286" cy="5412"/>
            </a:xfrm>
            <a:custGeom>
              <a:avLst/>
              <a:gdLst/>
              <a:ahLst/>
              <a:cxnLst/>
              <a:rect l="l" t="t" r="r" b="b"/>
              <a:pathLst>
                <a:path w="1327" h="284" extrusionOk="0">
                  <a:moveTo>
                    <a:pt x="1133" y="1"/>
                  </a:moveTo>
                  <a:cubicBezTo>
                    <a:pt x="1019" y="1"/>
                    <a:pt x="868" y="31"/>
                    <a:pt x="724" y="91"/>
                  </a:cubicBezTo>
                  <a:cubicBezTo>
                    <a:pt x="314" y="91"/>
                    <a:pt x="1" y="188"/>
                    <a:pt x="121" y="284"/>
                  </a:cubicBezTo>
                  <a:lnTo>
                    <a:pt x="724" y="284"/>
                  </a:lnTo>
                  <a:cubicBezTo>
                    <a:pt x="1109" y="188"/>
                    <a:pt x="1326" y="91"/>
                    <a:pt x="1326" y="91"/>
                  </a:cubicBezTo>
                  <a:cubicBezTo>
                    <a:pt x="1326" y="31"/>
                    <a:pt x="1248" y="1"/>
                    <a:pt x="11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5218779" y="2212187"/>
              <a:ext cx="39977" cy="5831"/>
            </a:xfrm>
            <a:custGeom>
              <a:avLst/>
              <a:gdLst/>
              <a:ahLst/>
              <a:cxnLst/>
              <a:rect l="l" t="t" r="r" b="b"/>
              <a:pathLst>
                <a:path w="2098" h="306" extrusionOk="0">
                  <a:moveTo>
                    <a:pt x="1818" y="0"/>
                  </a:moveTo>
                  <a:cubicBezTo>
                    <a:pt x="1578" y="0"/>
                    <a:pt x="1314" y="68"/>
                    <a:pt x="1109" y="136"/>
                  </a:cubicBezTo>
                  <a:cubicBezTo>
                    <a:pt x="700" y="136"/>
                    <a:pt x="410" y="136"/>
                    <a:pt x="1" y="233"/>
                  </a:cubicBezTo>
                  <a:cubicBezTo>
                    <a:pt x="206" y="281"/>
                    <a:pt x="380" y="305"/>
                    <a:pt x="555" y="305"/>
                  </a:cubicBezTo>
                  <a:cubicBezTo>
                    <a:pt x="730" y="305"/>
                    <a:pt x="904" y="281"/>
                    <a:pt x="1109" y="233"/>
                  </a:cubicBezTo>
                  <a:cubicBezTo>
                    <a:pt x="1495" y="233"/>
                    <a:pt x="1808" y="136"/>
                    <a:pt x="2097" y="40"/>
                  </a:cubicBezTo>
                  <a:cubicBezTo>
                    <a:pt x="2013" y="12"/>
                    <a:pt x="1918" y="0"/>
                    <a:pt x="181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5199495" y="2191817"/>
              <a:ext cx="32622" cy="53735"/>
            </a:xfrm>
            <a:custGeom>
              <a:avLst/>
              <a:gdLst/>
              <a:ahLst/>
              <a:cxnLst/>
              <a:rect l="l" t="t" r="r" b="b"/>
              <a:pathLst>
                <a:path w="1712" h="2820" extrusionOk="0">
                  <a:moveTo>
                    <a:pt x="507" y="1"/>
                  </a:moveTo>
                  <a:cubicBezTo>
                    <a:pt x="410" y="97"/>
                    <a:pt x="314" y="290"/>
                    <a:pt x="314" y="507"/>
                  </a:cubicBezTo>
                  <a:cubicBezTo>
                    <a:pt x="1" y="1302"/>
                    <a:pt x="410" y="2218"/>
                    <a:pt x="1206" y="2700"/>
                  </a:cubicBezTo>
                  <a:cubicBezTo>
                    <a:pt x="1302" y="2700"/>
                    <a:pt x="1519" y="2820"/>
                    <a:pt x="1712" y="2820"/>
                  </a:cubicBezTo>
                  <a:cubicBezTo>
                    <a:pt x="1712" y="2820"/>
                    <a:pt x="1519" y="2700"/>
                    <a:pt x="1206" y="2603"/>
                  </a:cubicBezTo>
                  <a:cubicBezTo>
                    <a:pt x="916" y="2410"/>
                    <a:pt x="603" y="2097"/>
                    <a:pt x="507" y="1712"/>
                  </a:cubicBezTo>
                  <a:cubicBezTo>
                    <a:pt x="314" y="1302"/>
                    <a:pt x="314" y="892"/>
                    <a:pt x="410" y="507"/>
                  </a:cubicBezTo>
                  <a:cubicBezTo>
                    <a:pt x="410" y="193"/>
                    <a:pt x="507" y="1"/>
                    <a:pt x="5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5103991" y="2159214"/>
              <a:ext cx="9661" cy="38129"/>
            </a:xfrm>
            <a:custGeom>
              <a:avLst/>
              <a:gdLst/>
              <a:ahLst/>
              <a:cxnLst/>
              <a:rect l="l" t="t" r="r" b="b"/>
              <a:pathLst>
                <a:path w="507" h="2001" extrusionOk="0">
                  <a:moveTo>
                    <a:pt x="289" y="1"/>
                  </a:moveTo>
                  <a:lnTo>
                    <a:pt x="289" y="1"/>
                  </a:lnTo>
                  <a:cubicBezTo>
                    <a:pt x="0" y="603"/>
                    <a:pt x="0" y="1398"/>
                    <a:pt x="506" y="2001"/>
                  </a:cubicBezTo>
                  <a:cubicBezTo>
                    <a:pt x="410" y="1712"/>
                    <a:pt x="289" y="1302"/>
                    <a:pt x="193" y="1013"/>
                  </a:cubicBezTo>
                  <a:cubicBezTo>
                    <a:pt x="193" y="699"/>
                    <a:pt x="289" y="314"/>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4805514" y="2639515"/>
              <a:ext cx="227783" cy="164407"/>
            </a:xfrm>
            <a:custGeom>
              <a:avLst/>
              <a:gdLst/>
              <a:ahLst/>
              <a:cxnLst/>
              <a:rect l="l" t="t" r="r" b="b"/>
              <a:pathLst>
                <a:path w="11954" h="8628" extrusionOk="0">
                  <a:moveTo>
                    <a:pt x="11953" y="1"/>
                  </a:moveTo>
                  <a:lnTo>
                    <a:pt x="892" y="3615"/>
                  </a:lnTo>
                  <a:lnTo>
                    <a:pt x="1" y="6917"/>
                  </a:lnTo>
                  <a:lnTo>
                    <a:pt x="10146" y="8628"/>
                  </a:lnTo>
                  <a:lnTo>
                    <a:pt x="11953"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4158997" y="2256147"/>
              <a:ext cx="883942" cy="714448"/>
            </a:xfrm>
            <a:custGeom>
              <a:avLst/>
              <a:gdLst/>
              <a:ahLst/>
              <a:cxnLst/>
              <a:rect l="l" t="t" r="r" b="b"/>
              <a:pathLst>
                <a:path w="46389" h="37494" extrusionOk="0">
                  <a:moveTo>
                    <a:pt x="37491" y="0"/>
                  </a:moveTo>
                  <a:cubicBezTo>
                    <a:pt x="36807" y="0"/>
                    <a:pt x="36340" y="46"/>
                    <a:pt x="36340" y="46"/>
                  </a:cubicBezTo>
                  <a:cubicBezTo>
                    <a:pt x="28918" y="46"/>
                    <a:pt x="17664" y="8481"/>
                    <a:pt x="16869" y="9565"/>
                  </a:cubicBezTo>
                  <a:cubicBezTo>
                    <a:pt x="16049" y="10770"/>
                    <a:pt x="13254" y="12577"/>
                    <a:pt x="10844" y="15806"/>
                  </a:cubicBezTo>
                  <a:cubicBezTo>
                    <a:pt x="8435" y="19108"/>
                    <a:pt x="0" y="26939"/>
                    <a:pt x="0" y="26939"/>
                  </a:cubicBezTo>
                  <a:cubicBezTo>
                    <a:pt x="0" y="26939"/>
                    <a:pt x="4217" y="32674"/>
                    <a:pt x="6724" y="34385"/>
                  </a:cubicBezTo>
                  <a:cubicBezTo>
                    <a:pt x="9133" y="35976"/>
                    <a:pt x="22580" y="37494"/>
                    <a:pt x="22580" y="37494"/>
                  </a:cubicBezTo>
                  <a:lnTo>
                    <a:pt x="30604" y="28241"/>
                  </a:lnTo>
                  <a:lnTo>
                    <a:pt x="45882" y="20120"/>
                  </a:lnTo>
                  <a:cubicBezTo>
                    <a:pt x="45882" y="20120"/>
                    <a:pt x="46388" y="12481"/>
                    <a:pt x="46171" y="11975"/>
                  </a:cubicBezTo>
                  <a:cubicBezTo>
                    <a:pt x="45882" y="11589"/>
                    <a:pt x="42171" y="1251"/>
                    <a:pt x="42171" y="1251"/>
                  </a:cubicBezTo>
                  <a:cubicBezTo>
                    <a:pt x="41036" y="180"/>
                    <a:pt x="38841" y="0"/>
                    <a:pt x="3749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4499243" y="2415447"/>
              <a:ext cx="334758" cy="296648"/>
            </a:xfrm>
            <a:custGeom>
              <a:avLst/>
              <a:gdLst/>
              <a:ahLst/>
              <a:cxnLst/>
              <a:rect l="l" t="t" r="r" b="b"/>
              <a:pathLst>
                <a:path w="17568" h="15568" extrusionOk="0">
                  <a:moveTo>
                    <a:pt x="17568" y="0"/>
                  </a:moveTo>
                  <a:lnTo>
                    <a:pt x="10845" y="1711"/>
                  </a:lnTo>
                  <a:cubicBezTo>
                    <a:pt x="10652" y="1807"/>
                    <a:pt x="10459" y="1807"/>
                    <a:pt x="10146" y="1807"/>
                  </a:cubicBezTo>
                  <a:lnTo>
                    <a:pt x="9857" y="1807"/>
                  </a:lnTo>
                  <a:cubicBezTo>
                    <a:pt x="9447" y="1615"/>
                    <a:pt x="9134" y="1422"/>
                    <a:pt x="8748" y="1109"/>
                  </a:cubicBezTo>
                  <a:cubicBezTo>
                    <a:pt x="8146" y="723"/>
                    <a:pt x="7543" y="506"/>
                    <a:pt x="6844" y="506"/>
                  </a:cubicBezTo>
                  <a:cubicBezTo>
                    <a:pt x="5929" y="506"/>
                    <a:pt x="5037" y="723"/>
                    <a:pt x="4218" y="1012"/>
                  </a:cubicBezTo>
                  <a:cubicBezTo>
                    <a:pt x="3013" y="1325"/>
                    <a:pt x="1615" y="1711"/>
                    <a:pt x="1013" y="2819"/>
                  </a:cubicBezTo>
                  <a:cubicBezTo>
                    <a:pt x="410" y="3615"/>
                    <a:pt x="507" y="4723"/>
                    <a:pt x="507" y="5735"/>
                  </a:cubicBezTo>
                  <a:cubicBezTo>
                    <a:pt x="507" y="8844"/>
                    <a:pt x="410" y="11856"/>
                    <a:pt x="1" y="14868"/>
                  </a:cubicBezTo>
                  <a:lnTo>
                    <a:pt x="1" y="15567"/>
                  </a:lnTo>
                  <a:cubicBezTo>
                    <a:pt x="2218" y="13061"/>
                    <a:pt x="1519" y="8940"/>
                    <a:pt x="3615" y="6338"/>
                  </a:cubicBezTo>
                  <a:cubicBezTo>
                    <a:pt x="4627" y="5036"/>
                    <a:pt x="6122" y="4217"/>
                    <a:pt x="7736" y="3832"/>
                  </a:cubicBezTo>
                  <a:cubicBezTo>
                    <a:pt x="9351" y="3326"/>
                    <a:pt x="10941" y="3012"/>
                    <a:pt x="12556" y="2627"/>
                  </a:cubicBezTo>
                  <a:cubicBezTo>
                    <a:pt x="14363" y="2024"/>
                    <a:pt x="16074" y="1109"/>
                    <a:pt x="17568" y="0"/>
                  </a:cubicBezTo>
                  <a:close/>
                </a:path>
              </a:pathLst>
            </a:custGeom>
            <a:solidFill>
              <a:srgbClr val="303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4654446" y="2235587"/>
              <a:ext cx="315475" cy="231766"/>
            </a:xfrm>
            <a:custGeom>
              <a:avLst/>
              <a:gdLst/>
              <a:ahLst/>
              <a:cxnLst/>
              <a:rect l="l" t="t" r="r" b="b"/>
              <a:pathLst>
                <a:path w="16556" h="12163" extrusionOk="0">
                  <a:moveTo>
                    <a:pt x="10918" y="1"/>
                  </a:moveTo>
                  <a:cubicBezTo>
                    <a:pt x="7946" y="1"/>
                    <a:pt x="1" y="1824"/>
                    <a:pt x="1" y="1824"/>
                  </a:cubicBezTo>
                  <a:lnTo>
                    <a:pt x="1398" y="12162"/>
                  </a:lnTo>
                  <a:lnTo>
                    <a:pt x="16556" y="9054"/>
                  </a:lnTo>
                  <a:lnTo>
                    <a:pt x="16556" y="3222"/>
                  </a:lnTo>
                  <a:cubicBezTo>
                    <a:pt x="16556" y="3222"/>
                    <a:pt x="14556" y="113"/>
                    <a:pt x="11351" y="17"/>
                  </a:cubicBezTo>
                  <a:cubicBezTo>
                    <a:pt x="11222" y="6"/>
                    <a:pt x="11077" y="1"/>
                    <a:pt x="1091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1"/>
            <p:cNvSpPr/>
            <p:nvPr/>
          </p:nvSpPr>
          <p:spPr>
            <a:xfrm>
              <a:off x="4910679" y="2257024"/>
              <a:ext cx="36281" cy="126297"/>
            </a:xfrm>
            <a:custGeom>
              <a:avLst/>
              <a:gdLst/>
              <a:ahLst/>
              <a:cxnLst/>
              <a:rect l="l" t="t" r="r" b="b"/>
              <a:pathLst>
                <a:path w="1904" h="6628" extrusionOk="0">
                  <a:moveTo>
                    <a:pt x="97" y="0"/>
                  </a:moveTo>
                  <a:cubicBezTo>
                    <a:pt x="0" y="0"/>
                    <a:pt x="313" y="290"/>
                    <a:pt x="603" y="892"/>
                  </a:cubicBezTo>
                  <a:cubicBezTo>
                    <a:pt x="1301" y="2290"/>
                    <a:pt x="1615" y="4001"/>
                    <a:pt x="1398" y="5615"/>
                  </a:cubicBezTo>
                  <a:cubicBezTo>
                    <a:pt x="1301" y="6218"/>
                    <a:pt x="1205" y="6627"/>
                    <a:pt x="1205" y="6627"/>
                  </a:cubicBezTo>
                  <a:cubicBezTo>
                    <a:pt x="1398" y="6314"/>
                    <a:pt x="1518" y="6025"/>
                    <a:pt x="1615" y="5615"/>
                  </a:cubicBezTo>
                  <a:cubicBezTo>
                    <a:pt x="1904" y="4001"/>
                    <a:pt x="1615" y="2193"/>
                    <a:pt x="699" y="796"/>
                  </a:cubicBezTo>
                  <a:cubicBezTo>
                    <a:pt x="506" y="482"/>
                    <a:pt x="313" y="193"/>
                    <a:pt x="9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1"/>
            <p:cNvSpPr/>
            <p:nvPr/>
          </p:nvSpPr>
          <p:spPr>
            <a:xfrm>
              <a:off x="4091961" y="2740239"/>
              <a:ext cx="95523" cy="73324"/>
            </a:xfrm>
            <a:custGeom>
              <a:avLst/>
              <a:gdLst/>
              <a:ahLst/>
              <a:cxnLst/>
              <a:rect l="l" t="t" r="r" b="b"/>
              <a:pathLst>
                <a:path w="5013" h="3848" extrusionOk="0">
                  <a:moveTo>
                    <a:pt x="96" y="1438"/>
                  </a:moveTo>
                  <a:cubicBezTo>
                    <a:pt x="0" y="1534"/>
                    <a:pt x="0" y="1631"/>
                    <a:pt x="0" y="1751"/>
                  </a:cubicBezTo>
                  <a:cubicBezTo>
                    <a:pt x="96" y="1631"/>
                    <a:pt x="96" y="1534"/>
                    <a:pt x="96" y="1438"/>
                  </a:cubicBezTo>
                  <a:close/>
                  <a:moveTo>
                    <a:pt x="1744" y="0"/>
                  </a:moveTo>
                  <a:cubicBezTo>
                    <a:pt x="1667" y="0"/>
                    <a:pt x="1586" y="12"/>
                    <a:pt x="1494" y="40"/>
                  </a:cubicBezTo>
                  <a:cubicBezTo>
                    <a:pt x="1109" y="40"/>
                    <a:pt x="699" y="329"/>
                    <a:pt x="506" y="643"/>
                  </a:cubicBezTo>
                  <a:cubicBezTo>
                    <a:pt x="289" y="932"/>
                    <a:pt x="193" y="1149"/>
                    <a:pt x="96" y="1438"/>
                  </a:cubicBezTo>
                  <a:cubicBezTo>
                    <a:pt x="289" y="1245"/>
                    <a:pt x="386" y="932"/>
                    <a:pt x="603" y="739"/>
                  </a:cubicBezTo>
                  <a:cubicBezTo>
                    <a:pt x="795" y="426"/>
                    <a:pt x="1109" y="233"/>
                    <a:pt x="1494" y="233"/>
                  </a:cubicBezTo>
                  <a:cubicBezTo>
                    <a:pt x="1558" y="205"/>
                    <a:pt x="1627" y="193"/>
                    <a:pt x="1697" y="193"/>
                  </a:cubicBezTo>
                  <a:cubicBezTo>
                    <a:pt x="1864" y="193"/>
                    <a:pt x="2028" y="261"/>
                    <a:pt x="2097" y="329"/>
                  </a:cubicBezTo>
                  <a:cubicBezTo>
                    <a:pt x="2313" y="426"/>
                    <a:pt x="2506" y="643"/>
                    <a:pt x="2699" y="835"/>
                  </a:cubicBezTo>
                  <a:cubicBezTo>
                    <a:pt x="3301" y="1751"/>
                    <a:pt x="3904" y="2450"/>
                    <a:pt x="4314" y="3052"/>
                  </a:cubicBezTo>
                  <a:cubicBezTo>
                    <a:pt x="4506" y="3342"/>
                    <a:pt x="4723" y="3655"/>
                    <a:pt x="5012" y="3848"/>
                  </a:cubicBezTo>
                  <a:cubicBezTo>
                    <a:pt x="4820" y="3558"/>
                    <a:pt x="4603" y="3245"/>
                    <a:pt x="4410" y="2956"/>
                  </a:cubicBezTo>
                  <a:cubicBezTo>
                    <a:pt x="4000" y="2354"/>
                    <a:pt x="3518" y="1534"/>
                    <a:pt x="2795" y="739"/>
                  </a:cubicBezTo>
                  <a:cubicBezTo>
                    <a:pt x="2699" y="546"/>
                    <a:pt x="2506" y="329"/>
                    <a:pt x="2313" y="137"/>
                  </a:cubicBezTo>
                  <a:cubicBezTo>
                    <a:pt x="2092" y="68"/>
                    <a:pt x="1931" y="0"/>
                    <a:pt x="174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1"/>
            <p:cNvSpPr/>
            <p:nvPr/>
          </p:nvSpPr>
          <p:spPr>
            <a:xfrm>
              <a:off x="4681085" y="2438389"/>
              <a:ext cx="141445" cy="28964"/>
            </a:xfrm>
            <a:custGeom>
              <a:avLst/>
              <a:gdLst/>
              <a:ahLst/>
              <a:cxnLst/>
              <a:rect l="l" t="t" r="r" b="b"/>
              <a:pathLst>
                <a:path w="7423" h="1520" extrusionOk="0">
                  <a:moveTo>
                    <a:pt x="7422" y="1"/>
                  </a:moveTo>
                  <a:cubicBezTo>
                    <a:pt x="6121" y="218"/>
                    <a:pt x="4916" y="411"/>
                    <a:pt x="3711" y="724"/>
                  </a:cubicBezTo>
                  <a:cubicBezTo>
                    <a:pt x="2410" y="917"/>
                    <a:pt x="1205" y="1206"/>
                    <a:pt x="0" y="1519"/>
                  </a:cubicBezTo>
                  <a:cubicBezTo>
                    <a:pt x="1302" y="1423"/>
                    <a:pt x="2507" y="1109"/>
                    <a:pt x="3711" y="917"/>
                  </a:cubicBezTo>
                  <a:cubicBezTo>
                    <a:pt x="5013" y="603"/>
                    <a:pt x="6218" y="411"/>
                    <a:pt x="74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1"/>
            <p:cNvSpPr/>
            <p:nvPr/>
          </p:nvSpPr>
          <p:spPr>
            <a:xfrm>
              <a:off x="4765117" y="2652739"/>
              <a:ext cx="252555" cy="124543"/>
            </a:xfrm>
            <a:custGeom>
              <a:avLst/>
              <a:gdLst/>
              <a:ahLst/>
              <a:cxnLst/>
              <a:rect l="l" t="t" r="r" b="b"/>
              <a:pathLst>
                <a:path w="13254" h="6536" extrusionOk="0">
                  <a:moveTo>
                    <a:pt x="13236" y="1"/>
                  </a:moveTo>
                  <a:cubicBezTo>
                    <a:pt x="12966" y="1"/>
                    <a:pt x="10121" y="1366"/>
                    <a:pt x="6531" y="3114"/>
                  </a:cubicBezTo>
                  <a:cubicBezTo>
                    <a:pt x="2916" y="4921"/>
                    <a:pt x="0" y="6536"/>
                    <a:pt x="0" y="6536"/>
                  </a:cubicBezTo>
                  <a:cubicBezTo>
                    <a:pt x="0" y="6536"/>
                    <a:pt x="3012" y="5138"/>
                    <a:pt x="6627" y="3331"/>
                  </a:cubicBezTo>
                  <a:cubicBezTo>
                    <a:pt x="10362" y="1524"/>
                    <a:pt x="13254" y="5"/>
                    <a:pt x="13254" y="5"/>
                  </a:cubicBezTo>
                  <a:cubicBezTo>
                    <a:pt x="13251" y="2"/>
                    <a:pt x="13245" y="1"/>
                    <a:pt x="132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1"/>
            <p:cNvSpPr/>
            <p:nvPr/>
          </p:nvSpPr>
          <p:spPr>
            <a:xfrm>
              <a:off x="4392249" y="2279985"/>
              <a:ext cx="287006" cy="510617"/>
            </a:xfrm>
            <a:custGeom>
              <a:avLst/>
              <a:gdLst/>
              <a:ahLst/>
              <a:cxnLst/>
              <a:rect l="l" t="t" r="r" b="b"/>
              <a:pathLst>
                <a:path w="15062" h="26797" extrusionOk="0">
                  <a:moveTo>
                    <a:pt x="13857" y="0"/>
                  </a:moveTo>
                  <a:cubicBezTo>
                    <a:pt x="13857" y="0"/>
                    <a:pt x="2097" y="2410"/>
                    <a:pt x="1302" y="4097"/>
                  </a:cubicBezTo>
                  <a:cubicBezTo>
                    <a:pt x="411" y="5904"/>
                    <a:pt x="1" y="26604"/>
                    <a:pt x="1" y="26604"/>
                  </a:cubicBezTo>
                  <a:lnTo>
                    <a:pt x="4820" y="26797"/>
                  </a:lnTo>
                  <a:cubicBezTo>
                    <a:pt x="4820" y="26797"/>
                    <a:pt x="7929" y="10435"/>
                    <a:pt x="7929" y="10242"/>
                  </a:cubicBezTo>
                  <a:lnTo>
                    <a:pt x="15062" y="8724"/>
                  </a:lnTo>
                  <a:lnTo>
                    <a:pt x="13857"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1"/>
            <p:cNvSpPr/>
            <p:nvPr/>
          </p:nvSpPr>
          <p:spPr>
            <a:xfrm>
              <a:off x="4369307" y="2777263"/>
              <a:ext cx="181842" cy="250878"/>
            </a:xfrm>
            <a:custGeom>
              <a:avLst/>
              <a:gdLst/>
              <a:ahLst/>
              <a:cxnLst/>
              <a:rect l="l" t="t" r="r" b="b"/>
              <a:pathLst>
                <a:path w="9543" h="13166" extrusionOk="0">
                  <a:moveTo>
                    <a:pt x="1205" y="1"/>
                  </a:moveTo>
                  <a:cubicBezTo>
                    <a:pt x="1205" y="1"/>
                    <a:pt x="506" y="4314"/>
                    <a:pt x="603" y="4724"/>
                  </a:cubicBezTo>
                  <a:cubicBezTo>
                    <a:pt x="795" y="5230"/>
                    <a:pt x="0" y="9640"/>
                    <a:pt x="603" y="9833"/>
                  </a:cubicBezTo>
                  <a:cubicBezTo>
                    <a:pt x="679" y="9845"/>
                    <a:pt x="742" y="9851"/>
                    <a:pt x="795" y="9851"/>
                  </a:cubicBezTo>
                  <a:cubicBezTo>
                    <a:pt x="1162" y="9851"/>
                    <a:pt x="1037" y="9564"/>
                    <a:pt x="1205" y="9037"/>
                  </a:cubicBezTo>
                  <a:cubicBezTo>
                    <a:pt x="1398" y="8339"/>
                    <a:pt x="1494" y="6628"/>
                    <a:pt x="1807" y="6628"/>
                  </a:cubicBezTo>
                  <a:cubicBezTo>
                    <a:pt x="2097" y="6724"/>
                    <a:pt x="1711" y="12050"/>
                    <a:pt x="1904" y="12242"/>
                  </a:cubicBezTo>
                  <a:cubicBezTo>
                    <a:pt x="2028" y="12382"/>
                    <a:pt x="2122" y="12631"/>
                    <a:pt x="2250" y="12631"/>
                  </a:cubicBezTo>
                  <a:cubicBezTo>
                    <a:pt x="2321" y="12631"/>
                    <a:pt x="2403" y="12554"/>
                    <a:pt x="2506" y="12339"/>
                  </a:cubicBezTo>
                  <a:cubicBezTo>
                    <a:pt x="2506" y="12339"/>
                    <a:pt x="2680" y="13165"/>
                    <a:pt x="3131" y="13165"/>
                  </a:cubicBezTo>
                  <a:cubicBezTo>
                    <a:pt x="3155" y="13165"/>
                    <a:pt x="3180" y="13163"/>
                    <a:pt x="3205" y="13158"/>
                  </a:cubicBezTo>
                  <a:cubicBezTo>
                    <a:pt x="3711" y="13158"/>
                    <a:pt x="4121" y="12845"/>
                    <a:pt x="4314" y="12339"/>
                  </a:cubicBezTo>
                  <a:cubicBezTo>
                    <a:pt x="4314" y="11953"/>
                    <a:pt x="5108" y="8027"/>
                    <a:pt x="5109" y="8025"/>
                  </a:cubicBezTo>
                  <a:lnTo>
                    <a:pt x="5109" y="8025"/>
                  </a:lnTo>
                  <a:cubicBezTo>
                    <a:pt x="5108" y="8028"/>
                    <a:pt x="4314" y="12339"/>
                    <a:pt x="4723" y="12339"/>
                  </a:cubicBezTo>
                  <a:cubicBezTo>
                    <a:pt x="4976" y="12399"/>
                    <a:pt x="5073" y="12477"/>
                    <a:pt x="5157" y="12477"/>
                  </a:cubicBezTo>
                  <a:cubicBezTo>
                    <a:pt x="5241" y="12477"/>
                    <a:pt x="5314" y="12399"/>
                    <a:pt x="5518" y="12146"/>
                  </a:cubicBezTo>
                  <a:cubicBezTo>
                    <a:pt x="5928" y="11736"/>
                    <a:pt x="6627" y="8941"/>
                    <a:pt x="6627" y="8941"/>
                  </a:cubicBezTo>
                  <a:lnTo>
                    <a:pt x="6723" y="5616"/>
                  </a:lnTo>
                  <a:cubicBezTo>
                    <a:pt x="6723" y="5616"/>
                    <a:pt x="7229" y="8122"/>
                    <a:pt x="7639" y="8531"/>
                  </a:cubicBezTo>
                  <a:cubicBezTo>
                    <a:pt x="7909" y="8751"/>
                    <a:pt x="8393" y="9006"/>
                    <a:pt x="8758" y="9006"/>
                  </a:cubicBezTo>
                  <a:cubicBezTo>
                    <a:pt x="8913" y="9006"/>
                    <a:pt x="9047" y="8960"/>
                    <a:pt x="9133" y="8845"/>
                  </a:cubicBezTo>
                  <a:cubicBezTo>
                    <a:pt x="9543" y="8435"/>
                    <a:pt x="9229" y="8242"/>
                    <a:pt x="8940" y="7833"/>
                  </a:cubicBezTo>
                  <a:cubicBezTo>
                    <a:pt x="8627" y="7423"/>
                    <a:pt x="7928" y="4314"/>
                    <a:pt x="7735" y="3712"/>
                  </a:cubicBezTo>
                  <a:cubicBezTo>
                    <a:pt x="7519" y="3109"/>
                    <a:pt x="5711" y="97"/>
                    <a:pt x="5711" y="97"/>
                  </a:cubicBezTo>
                  <a:lnTo>
                    <a:pt x="1205"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1"/>
            <p:cNvSpPr/>
            <p:nvPr/>
          </p:nvSpPr>
          <p:spPr>
            <a:xfrm>
              <a:off x="3500532" y="4085332"/>
              <a:ext cx="1530917" cy="84833"/>
            </a:xfrm>
            <a:custGeom>
              <a:avLst/>
              <a:gdLst/>
              <a:ahLst/>
              <a:cxnLst/>
              <a:rect l="l" t="t" r="r" b="b"/>
              <a:pathLst>
                <a:path w="80342" h="4452" extrusionOk="0">
                  <a:moveTo>
                    <a:pt x="813" y="0"/>
                  </a:moveTo>
                  <a:cubicBezTo>
                    <a:pt x="715" y="0"/>
                    <a:pt x="644" y="10"/>
                    <a:pt x="603" y="32"/>
                  </a:cubicBezTo>
                  <a:cubicBezTo>
                    <a:pt x="0" y="441"/>
                    <a:pt x="5133" y="3550"/>
                    <a:pt x="10242" y="4249"/>
                  </a:cubicBezTo>
                  <a:cubicBezTo>
                    <a:pt x="11254" y="4399"/>
                    <a:pt x="17484" y="4451"/>
                    <a:pt x="25756" y="4451"/>
                  </a:cubicBezTo>
                  <a:cubicBezTo>
                    <a:pt x="45452" y="4451"/>
                    <a:pt x="76727" y="4153"/>
                    <a:pt x="76727" y="4153"/>
                  </a:cubicBezTo>
                  <a:cubicBezTo>
                    <a:pt x="76727" y="4153"/>
                    <a:pt x="80342" y="4153"/>
                    <a:pt x="79836" y="3237"/>
                  </a:cubicBezTo>
                  <a:cubicBezTo>
                    <a:pt x="79400" y="2551"/>
                    <a:pt x="77477" y="2224"/>
                    <a:pt x="75796" y="2224"/>
                  </a:cubicBezTo>
                  <a:cubicBezTo>
                    <a:pt x="75528" y="2224"/>
                    <a:pt x="75265" y="2232"/>
                    <a:pt x="75016" y="2249"/>
                  </a:cubicBezTo>
                  <a:cubicBezTo>
                    <a:pt x="74277" y="2249"/>
                    <a:pt x="47920" y="2334"/>
                    <a:pt x="29573" y="2334"/>
                  </a:cubicBezTo>
                  <a:cubicBezTo>
                    <a:pt x="20400" y="2334"/>
                    <a:pt x="13230" y="2313"/>
                    <a:pt x="12266" y="2249"/>
                  </a:cubicBezTo>
                  <a:cubicBezTo>
                    <a:pt x="8517" y="1867"/>
                    <a:pt x="2153" y="0"/>
                    <a:pt x="813"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1"/>
            <p:cNvSpPr/>
            <p:nvPr/>
          </p:nvSpPr>
          <p:spPr>
            <a:xfrm>
              <a:off x="3516138" y="4084093"/>
              <a:ext cx="1442311" cy="61090"/>
            </a:xfrm>
            <a:custGeom>
              <a:avLst/>
              <a:gdLst/>
              <a:ahLst/>
              <a:cxnLst/>
              <a:rect l="l" t="t" r="r" b="b"/>
              <a:pathLst>
                <a:path w="75692" h="3206" extrusionOk="0">
                  <a:moveTo>
                    <a:pt x="1" y="0"/>
                  </a:moveTo>
                  <a:lnTo>
                    <a:pt x="97" y="97"/>
                  </a:lnTo>
                  <a:lnTo>
                    <a:pt x="258" y="158"/>
                  </a:lnTo>
                  <a:lnTo>
                    <a:pt x="258" y="158"/>
                  </a:lnTo>
                  <a:cubicBezTo>
                    <a:pt x="171" y="107"/>
                    <a:pt x="85" y="54"/>
                    <a:pt x="1" y="0"/>
                  </a:cubicBezTo>
                  <a:close/>
                  <a:moveTo>
                    <a:pt x="258" y="158"/>
                  </a:moveTo>
                  <a:cubicBezTo>
                    <a:pt x="986" y="588"/>
                    <a:pt x="1785" y="925"/>
                    <a:pt x="2603" y="1205"/>
                  </a:cubicBezTo>
                  <a:cubicBezTo>
                    <a:pt x="1808" y="796"/>
                    <a:pt x="1085" y="506"/>
                    <a:pt x="603" y="290"/>
                  </a:cubicBezTo>
                  <a:lnTo>
                    <a:pt x="258" y="158"/>
                  </a:lnTo>
                  <a:close/>
                  <a:moveTo>
                    <a:pt x="2603" y="1205"/>
                  </a:moveTo>
                  <a:lnTo>
                    <a:pt x="2603" y="1205"/>
                  </a:lnTo>
                  <a:cubicBezTo>
                    <a:pt x="5109" y="2314"/>
                    <a:pt x="7712" y="2916"/>
                    <a:pt x="10435" y="3109"/>
                  </a:cubicBezTo>
                  <a:lnTo>
                    <a:pt x="39159" y="3205"/>
                  </a:lnTo>
                  <a:lnTo>
                    <a:pt x="67161" y="3205"/>
                  </a:lnTo>
                  <a:lnTo>
                    <a:pt x="75691" y="3109"/>
                  </a:lnTo>
                  <a:lnTo>
                    <a:pt x="67257" y="3013"/>
                  </a:lnTo>
                  <a:lnTo>
                    <a:pt x="10435" y="3013"/>
                  </a:lnTo>
                  <a:cubicBezTo>
                    <a:pt x="7832" y="2796"/>
                    <a:pt x="5109" y="2193"/>
                    <a:pt x="2603" y="120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1"/>
            <p:cNvSpPr/>
            <p:nvPr/>
          </p:nvSpPr>
          <p:spPr>
            <a:xfrm>
              <a:off x="4610372" y="4169955"/>
              <a:ext cx="118484" cy="118941"/>
            </a:xfrm>
            <a:custGeom>
              <a:avLst/>
              <a:gdLst/>
              <a:ahLst/>
              <a:cxnLst/>
              <a:rect l="l" t="t" r="r" b="b"/>
              <a:pathLst>
                <a:path w="6218" h="6242" extrusionOk="0">
                  <a:moveTo>
                    <a:pt x="3109" y="1"/>
                  </a:moveTo>
                  <a:cubicBezTo>
                    <a:pt x="1398" y="1"/>
                    <a:pt x="0" y="1422"/>
                    <a:pt x="0" y="3109"/>
                  </a:cubicBezTo>
                  <a:cubicBezTo>
                    <a:pt x="0" y="4820"/>
                    <a:pt x="1398" y="6242"/>
                    <a:pt x="3109" y="6242"/>
                  </a:cubicBezTo>
                  <a:cubicBezTo>
                    <a:pt x="4820" y="6242"/>
                    <a:pt x="6218" y="4820"/>
                    <a:pt x="6218" y="3109"/>
                  </a:cubicBezTo>
                  <a:cubicBezTo>
                    <a:pt x="6218" y="1422"/>
                    <a:pt x="4820" y="1"/>
                    <a:pt x="310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1"/>
            <p:cNvSpPr/>
            <p:nvPr/>
          </p:nvSpPr>
          <p:spPr>
            <a:xfrm>
              <a:off x="4610372" y="4175462"/>
              <a:ext cx="112977" cy="110062"/>
            </a:xfrm>
            <a:custGeom>
              <a:avLst/>
              <a:gdLst/>
              <a:ahLst/>
              <a:cxnLst/>
              <a:rect l="l" t="t" r="r" b="b"/>
              <a:pathLst>
                <a:path w="5929" h="5776" extrusionOk="0">
                  <a:moveTo>
                    <a:pt x="4820" y="627"/>
                  </a:moveTo>
                  <a:lnTo>
                    <a:pt x="4820" y="627"/>
                  </a:lnTo>
                  <a:cubicBezTo>
                    <a:pt x="5326" y="1013"/>
                    <a:pt x="5615" y="1519"/>
                    <a:pt x="5832" y="2121"/>
                  </a:cubicBezTo>
                  <a:cubicBezTo>
                    <a:pt x="5928" y="2627"/>
                    <a:pt x="5928" y="2820"/>
                    <a:pt x="5928" y="2820"/>
                  </a:cubicBezTo>
                  <a:lnTo>
                    <a:pt x="5928" y="2724"/>
                  </a:lnTo>
                  <a:lnTo>
                    <a:pt x="5928" y="2218"/>
                  </a:lnTo>
                  <a:cubicBezTo>
                    <a:pt x="5711" y="1519"/>
                    <a:pt x="5422" y="1013"/>
                    <a:pt x="4820" y="627"/>
                  </a:cubicBezTo>
                  <a:close/>
                  <a:moveTo>
                    <a:pt x="3132" y="0"/>
                  </a:moveTo>
                  <a:cubicBezTo>
                    <a:pt x="2233" y="0"/>
                    <a:pt x="1351" y="403"/>
                    <a:pt x="796" y="1133"/>
                  </a:cubicBezTo>
                  <a:cubicBezTo>
                    <a:pt x="0" y="2218"/>
                    <a:pt x="0" y="3543"/>
                    <a:pt x="796" y="4628"/>
                  </a:cubicBezTo>
                  <a:cubicBezTo>
                    <a:pt x="1109" y="5037"/>
                    <a:pt x="1615" y="5447"/>
                    <a:pt x="2097" y="5640"/>
                  </a:cubicBezTo>
                  <a:cubicBezTo>
                    <a:pt x="2455" y="5708"/>
                    <a:pt x="2813" y="5776"/>
                    <a:pt x="3170" y="5776"/>
                  </a:cubicBezTo>
                  <a:cubicBezTo>
                    <a:pt x="3319" y="5776"/>
                    <a:pt x="3467" y="5764"/>
                    <a:pt x="3615" y="5736"/>
                  </a:cubicBezTo>
                  <a:cubicBezTo>
                    <a:pt x="4121" y="5640"/>
                    <a:pt x="4507" y="5447"/>
                    <a:pt x="4820" y="5134"/>
                  </a:cubicBezTo>
                  <a:cubicBezTo>
                    <a:pt x="5422" y="4748"/>
                    <a:pt x="5711" y="4242"/>
                    <a:pt x="5928" y="3543"/>
                  </a:cubicBezTo>
                  <a:lnTo>
                    <a:pt x="5928" y="3037"/>
                  </a:lnTo>
                  <a:lnTo>
                    <a:pt x="5928" y="2820"/>
                  </a:lnTo>
                  <a:cubicBezTo>
                    <a:pt x="5928" y="2820"/>
                    <a:pt x="5928" y="3134"/>
                    <a:pt x="5832" y="3543"/>
                  </a:cubicBezTo>
                  <a:cubicBezTo>
                    <a:pt x="5615" y="4146"/>
                    <a:pt x="5326" y="4628"/>
                    <a:pt x="4820" y="5037"/>
                  </a:cubicBezTo>
                  <a:cubicBezTo>
                    <a:pt x="4410" y="5230"/>
                    <a:pt x="4025" y="5447"/>
                    <a:pt x="3615" y="5543"/>
                  </a:cubicBezTo>
                  <a:cubicBezTo>
                    <a:pt x="3495" y="5572"/>
                    <a:pt x="3367" y="5583"/>
                    <a:pt x="3233" y="5583"/>
                  </a:cubicBezTo>
                  <a:cubicBezTo>
                    <a:pt x="2911" y="5583"/>
                    <a:pt x="2558" y="5515"/>
                    <a:pt x="2217" y="5447"/>
                  </a:cubicBezTo>
                  <a:cubicBezTo>
                    <a:pt x="1711" y="5230"/>
                    <a:pt x="1302" y="4844"/>
                    <a:pt x="1012" y="4435"/>
                  </a:cubicBezTo>
                  <a:cubicBezTo>
                    <a:pt x="603" y="4025"/>
                    <a:pt x="410" y="3423"/>
                    <a:pt x="410" y="2820"/>
                  </a:cubicBezTo>
                  <a:cubicBezTo>
                    <a:pt x="410" y="2218"/>
                    <a:pt x="603" y="1736"/>
                    <a:pt x="1012" y="1230"/>
                  </a:cubicBezTo>
                  <a:cubicBezTo>
                    <a:pt x="1302" y="820"/>
                    <a:pt x="1711" y="531"/>
                    <a:pt x="2217" y="314"/>
                  </a:cubicBezTo>
                  <a:cubicBezTo>
                    <a:pt x="2548" y="207"/>
                    <a:pt x="2882" y="153"/>
                    <a:pt x="3211" y="153"/>
                  </a:cubicBezTo>
                  <a:cubicBezTo>
                    <a:pt x="3771" y="153"/>
                    <a:pt x="4319" y="309"/>
                    <a:pt x="4820" y="627"/>
                  </a:cubicBezTo>
                  <a:lnTo>
                    <a:pt x="4820" y="531"/>
                  </a:lnTo>
                  <a:cubicBezTo>
                    <a:pt x="4307" y="170"/>
                    <a:pt x="3716" y="0"/>
                    <a:pt x="31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1"/>
            <p:cNvSpPr/>
            <p:nvPr/>
          </p:nvSpPr>
          <p:spPr>
            <a:xfrm>
              <a:off x="3766388" y="4169955"/>
              <a:ext cx="118960" cy="118941"/>
            </a:xfrm>
            <a:custGeom>
              <a:avLst/>
              <a:gdLst/>
              <a:ahLst/>
              <a:cxnLst/>
              <a:rect l="l" t="t" r="r" b="b"/>
              <a:pathLst>
                <a:path w="6243" h="6242" extrusionOk="0">
                  <a:moveTo>
                    <a:pt x="3134" y="1"/>
                  </a:moveTo>
                  <a:cubicBezTo>
                    <a:pt x="1423" y="1"/>
                    <a:pt x="1" y="1422"/>
                    <a:pt x="1" y="3109"/>
                  </a:cubicBezTo>
                  <a:cubicBezTo>
                    <a:pt x="1" y="4820"/>
                    <a:pt x="1423" y="6242"/>
                    <a:pt x="3134" y="6242"/>
                  </a:cubicBezTo>
                  <a:cubicBezTo>
                    <a:pt x="4820" y="6242"/>
                    <a:pt x="6242" y="4820"/>
                    <a:pt x="6242" y="3109"/>
                  </a:cubicBezTo>
                  <a:cubicBezTo>
                    <a:pt x="6242" y="1422"/>
                    <a:pt x="4820" y="1"/>
                    <a:pt x="313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1"/>
            <p:cNvSpPr/>
            <p:nvPr/>
          </p:nvSpPr>
          <p:spPr>
            <a:xfrm>
              <a:off x="3766388" y="4174852"/>
              <a:ext cx="112977" cy="109280"/>
            </a:xfrm>
            <a:custGeom>
              <a:avLst/>
              <a:gdLst/>
              <a:ahLst/>
              <a:cxnLst/>
              <a:rect l="l" t="t" r="r" b="b"/>
              <a:pathLst>
                <a:path w="5929" h="5735" extrusionOk="0">
                  <a:moveTo>
                    <a:pt x="5832" y="2153"/>
                  </a:moveTo>
                  <a:lnTo>
                    <a:pt x="5832" y="2153"/>
                  </a:lnTo>
                  <a:cubicBezTo>
                    <a:pt x="5929" y="2659"/>
                    <a:pt x="5929" y="2852"/>
                    <a:pt x="5929" y="2852"/>
                  </a:cubicBezTo>
                  <a:lnTo>
                    <a:pt x="5929" y="2659"/>
                  </a:lnTo>
                  <a:cubicBezTo>
                    <a:pt x="5929" y="2563"/>
                    <a:pt x="5929" y="2370"/>
                    <a:pt x="5832" y="2153"/>
                  </a:cubicBezTo>
                  <a:close/>
                  <a:moveTo>
                    <a:pt x="5929" y="2852"/>
                  </a:moveTo>
                  <a:cubicBezTo>
                    <a:pt x="5929" y="2852"/>
                    <a:pt x="5929" y="3069"/>
                    <a:pt x="5832" y="3575"/>
                  </a:cubicBezTo>
                  <a:cubicBezTo>
                    <a:pt x="5929" y="3358"/>
                    <a:pt x="5929" y="3262"/>
                    <a:pt x="5929" y="3069"/>
                  </a:cubicBezTo>
                  <a:lnTo>
                    <a:pt x="5929" y="2852"/>
                  </a:lnTo>
                  <a:close/>
                  <a:moveTo>
                    <a:pt x="3043" y="0"/>
                  </a:moveTo>
                  <a:cubicBezTo>
                    <a:pt x="2156" y="0"/>
                    <a:pt x="1317" y="411"/>
                    <a:pt x="820" y="1165"/>
                  </a:cubicBezTo>
                  <a:cubicBezTo>
                    <a:pt x="1" y="2153"/>
                    <a:pt x="1" y="3575"/>
                    <a:pt x="820" y="4563"/>
                  </a:cubicBezTo>
                  <a:cubicBezTo>
                    <a:pt x="1109" y="5069"/>
                    <a:pt x="1615" y="5383"/>
                    <a:pt x="2121" y="5575"/>
                  </a:cubicBezTo>
                  <a:cubicBezTo>
                    <a:pt x="2418" y="5688"/>
                    <a:pt x="2714" y="5735"/>
                    <a:pt x="3006" y="5735"/>
                  </a:cubicBezTo>
                  <a:cubicBezTo>
                    <a:pt x="3212" y="5735"/>
                    <a:pt x="3416" y="5712"/>
                    <a:pt x="3615" y="5672"/>
                  </a:cubicBezTo>
                  <a:cubicBezTo>
                    <a:pt x="4122" y="5672"/>
                    <a:pt x="4531" y="5479"/>
                    <a:pt x="4820" y="5166"/>
                  </a:cubicBezTo>
                  <a:cubicBezTo>
                    <a:pt x="5326" y="4780"/>
                    <a:pt x="5736" y="4178"/>
                    <a:pt x="5832" y="3575"/>
                  </a:cubicBezTo>
                  <a:lnTo>
                    <a:pt x="5832" y="3575"/>
                  </a:lnTo>
                  <a:cubicBezTo>
                    <a:pt x="5640" y="4178"/>
                    <a:pt x="5326" y="4660"/>
                    <a:pt x="4820" y="5069"/>
                  </a:cubicBezTo>
                  <a:cubicBezTo>
                    <a:pt x="4435" y="5262"/>
                    <a:pt x="4025" y="5479"/>
                    <a:pt x="3615" y="5479"/>
                  </a:cubicBezTo>
                  <a:cubicBezTo>
                    <a:pt x="3416" y="5519"/>
                    <a:pt x="3229" y="5542"/>
                    <a:pt x="3042" y="5542"/>
                  </a:cubicBezTo>
                  <a:cubicBezTo>
                    <a:pt x="2778" y="5542"/>
                    <a:pt x="2514" y="5495"/>
                    <a:pt x="2218" y="5383"/>
                  </a:cubicBezTo>
                  <a:cubicBezTo>
                    <a:pt x="1712" y="5166"/>
                    <a:pt x="1326" y="4876"/>
                    <a:pt x="1013" y="4467"/>
                  </a:cubicBezTo>
                  <a:cubicBezTo>
                    <a:pt x="314" y="3455"/>
                    <a:pt x="314" y="2250"/>
                    <a:pt x="1013" y="1262"/>
                  </a:cubicBezTo>
                  <a:cubicBezTo>
                    <a:pt x="1326" y="852"/>
                    <a:pt x="1712" y="563"/>
                    <a:pt x="2218" y="346"/>
                  </a:cubicBezTo>
                  <a:cubicBezTo>
                    <a:pt x="2557" y="239"/>
                    <a:pt x="2893" y="185"/>
                    <a:pt x="3223" y="185"/>
                  </a:cubicBezTo>
                  <a:cubicBezTo>
                    <a:pt x="3781" y="185"/>
                    <a:pt x="4320" y="341"/>
                    <a:pt x="4820" y="659"/>
                  </a:cubicBezTo>
                  <a:cubicBezTo>
                    <a:pt x="5326" y="1045"/>
                    <a:pt x="5640" y="1551"/>
                    <a:pt x="5832" y="2153"/>
                  </a:cubicBezTo>
                  <a:cubicBezTo>
                    <a:pt x="5640" y="1045"/>
                    <a:pt x="4724" y="250"/>
                    <a:pt x="3615" y="57"/>
                  </a:cubicBezTo>
                  <a:cubicBezTo>
                    <a:pt x="3425" y="19"/>
                    <a:pt x="3233" y="0"/>
                    <a:pt x="304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 name="Google Shape;1730;p41"/>
          <p:cNvGrpSpPr/>
          <p:nvPr/>
        </p:nvGrpSpPr>
        <p:grpSpPr>
          <a:xfrm>
            <a:off x="1487346" y="1997106"/>
            <a:ext cx="1383503" cy="119761"/>
            <a:chOff x="3465975" y="2270258"/>
            <a:chExt cx="1986364" cy="171947"/>
          </a:xfrm>
        </p:grpSpPr>
        <p:sp>
          <p:nvSpPr>
            <p:cNvPr id="1731" name="Google Shape;1731;p41"/>
            <p:cNvSpPr/>
            <p:nvPr/>
          </p:nvSpPr>
          <p:spPr>
            <a:xfrm rot="-5400000">
              <a:off x="372518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1"/>
            <p:cNvSpPr/>
            <p:nvPr/>
          </p:nvSpPr>
          <p:spPr>
            <a:xfrm rot="-5400000">
              <a:off x="398439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1"/>
            <p:cNvSpPr/>
            <p:nvPr/>
          </p:nvSpPr>
          <p:spPr>
            <a:xfrm rot="-5400000">
              <a:off x="4243603" y="2270305"/>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1"/>
            <p:cNvSpPr/>
            <p:nvPr/>
          </p:nvSpPr>
          <p:spPr>
            <a:xfrm rot="-5400000">
              <a:off x="4502812" y="2270305"/>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1"/>
            <p:cNvSpPr/>
            <p:nvPr/>
          </p:nvSpPr>
          <p:spPr>
            <a:xfrm rot="-5400000">
              <a:off x="4762021" y="2270305"/>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1"/>
            <p:cNvSpPr/>
            <p:nvPr/>
          </p:nvSpPr>
          <p:spPr>
            <a:xfrm rot="-5400000">
              <a:off x="3465975"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1"/>
            <p:cNvSpPr/>
            <p:nvPr/>
          </p:nvSpPr>
          <p:spPr>
            <a:xfrm rot="-5400000">
              <a:off x="502123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1"/>
            <p:cNvSpPr/>
            <p:nvPr/>
          </p:nvSpPr>
          <p:spPr>
            <a:xfrm rot="-5400000">
              <a:off x="528044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 name="Google Shape;1739;p41"/>
          <p:cNvGrpSpPr/>
          <p:nvPr/>
        </p:nvGrpSpPr>
        <p:grpSpPr>
          <a:xfrm>
            <a:off x="1487346" y="2510531"/>
            <a:ext cx="1383503" cy="119761"/>
            <a:chOff x="3465975" y="2270258"/>
            <a:chExt cx="1986364" cy="171947"/>
          </a:xfrm>
        </p:grpSpPr>
        <p:sp>
          <p:nvSpPr>
            <p:cNvPr id="1740" name="Google Shape;1740;p41"/>
            <p:cNvSpPr/>
            <p:nvPr/>
          </p:nvSpPr>
          <p:spPr>
            <a:xfrm rot="-5400000">
              <a:off x="372518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1"/>
            <p:cNvSpPr/>
            <p:nvPr/>
          </p:nvSpPr>
          <p:spPr>
            <a:xfrm rot="-5400000">
              <a:off x="398439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1"/>
            <p:cNvSpPr/>
            <p:nvPr/>
          </p:nvSpPr>
          <p:spPr>
            <a:xfrm rot="-5400000">
              <a:off x="4243603"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1"/>
            <p:cNvSpPr/>
            <p:nvPr/>
          </p:nvSpPr>
          <p:spPr>
            <a:xfrm rot="-5400000">
              <a:off x="4502812"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1"/>
            <p:cNvSpPr/>
            <p:nvPr/>
          </p:nvSpPr>
          <p:spPr>
            <a:xfrm rot="-5400000">
              <a:off x="4762021" y="2270305"/>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1"/>
            <p:cNvSpPr/>
            <p:nvPr/>
          </p:nvSpPr>
          <p:spPr>
            <a:xfrm rot="-5400000">
              <a:off x="3465975"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1"/>
            <p:cNvSpPr/>
            <p:nvPr/>
          </p:nvSpPr>
          <p:spPr>
            <a:xfrm rot="-5400000">
              <a:off x="502123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1"/>
            <p:cNvSpPr/>
            <p:nvPr/>
          </p:nvSpPr>
          <p:spPr>
            <a:xfrm rot="-5400000">
              <a:off x="528044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41"/>
          <p:cNvGrpSpPr/>
          <p:nvPr/>
        </p:nvGrpSpPr>
        <p:grpSpPr>
          <a:xfrm>
            <a:off x="880786" y="1886812"/>
            <a:ext cx="341579" cy="340348"/>
            <a:chOff x="-13947000" y="3212800"/>
            <a:chExt cx="353675" cy="352400"/>
          </a:xfrm>
        </p:grpSpPr>
        <p:sp>
          <p:nvSpPr>
            <p:cNvPr id="1749" name="Google Shape;1749;p41"/>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1"/>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 name="Google Shape;1751;p41"/>
          <p:cNvGrpSpPr/>
          <p:nvPr/>
        </p:nvGrpSpPr>
        <p:grpSpPr>
          <a:xfrm>
            <a:off x="1487346" y="3084621"/>
            <a:ext cx="1383503" cy="119761"/>
            <a:chOff x="3465975" y="2270258"/>
            <a:chExt cx="1986364" cy="171947"/>
          </a:xfrm>
        </p:grpSpPr>
        <p:sp>
          <p:nvSpPr>
            <p:cNvPr id="1752" name="Google Shape;1752;p41"/>
            <p:cNvSpPr/>
            <p:nvPr/>
          </p:nvSpPr>
          <p:spPr>
            <a:xfrm rot="-5400000">
              <a:off x="372518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1"/>
            <p:cNvSpPr/>
            <p:nvPr/>
          </p:nvSpPr>
          <p:spPr>
            <a:xfrm rot="-5400000">
              <a:off x="3984394"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1"/>
            <p:cNvSpPr/>
            <p:nvPr/>
          </p:nvSpPr>
          <p:spPr>
            <a:xfrm rot="-5400000">
              <a:off x="4243603"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1"/>
            <p:cNvSpPr/>
            <p:nvPr/>
          </p:nvSpPr>
          <p:spPr>
            <a:xfrm rot="-5400000">
              <a:off x="4502812"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1"/>
            <p:cNvSpPr/>
            <p:nvPr/>
          </p:nvSpPr>
          <p:spPr>
            <a:xfrm rot="-5400000">
              <a:off x="4762021"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1"/>
            <p:cNvSpPr/>
            <p:nvPr/>
          </p:nvSpPr>
          <p:spPr>
            <a:xfrm rot="-5400000">
              <a:off x="3465975" y="2270305"/>
              <a:ext cx="171900" cy="1719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1"/>
            <p:cNvSpPr/>
            <p:nvPr/>
          </p:nvSpPr>
          <p:spPr>
            <a:xfrm rot="-5400000">
              <a:off x="502123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1"/>
            <p:cNvSpPr/>
            <p:nvPr/>
          </p:nvSpPr>
          <p:spPr>
            <a:xfrm rot="-5400000">
              <a:off x="5280440" y="2270258"/>
              <a:ext cx="171900" cy="171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 name="Google Shape;1760;p41"/>
          <p:cNvGrpSpPr/>
          <p:nvPr/>
        </p:nvGrpSpPr>
        <p:grpSpPr>
          <a:xfrm>
            <a:off x="880786" y="2399622"/>
            <a:ext cx="341579" cy="341579"/>
            <a:chOff x="-13512225" y="3211525"/>
            <a:chExt cx="353675" cy="353675"/>
          </a:xfrm>
        </p:grpSpPr>
        <p:sp>
          <p:nvSpPr>
            <p:cNvPr id="1761" name="Google Shape;1761;p41"/>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1"/>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1"/>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1"/>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1"/>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 name="Google Shape;1766;p41"/>
          <p:cNvGrpSpPr/>
          <p:nvPr/>
        </p:nvGrpSpPr>
        <p:grpSpPr>
          <a:xfrm>
            <a:off x="880786" y="2921711"/>
            <a:ext cx="341579" cy="340807"/>
            <a:chOff x="-13512225" y="4080275"/>
            <a:chExt cx="353675" cy="352875"/>
          </a:xfrm>
        </p:grpSpPr>
        <p:sp>
          <p:nvSpPr>
            <p:cNvPr id="1767" name="Google Shape;1767;p41"/>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1"/>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1"/>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1"/>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1"/>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1"/>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1"/>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1"/>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1"/>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1"/>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1"/>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81"/>
        <p:cNvGrpSpPr/>
        <p:nvPr/>
      </p:nvGrpSpPr>
      <p:grpSpPr>
        <a:xfrm>
          <a:off x="0" y="0"/>
          <a:ext cx="0" cy="0"/>
          <a:chOff x="0" y="0"/>
          <a:chExt cx="0" cy="0"/>
        </a:xfrm>
      </p:grpSpPr>
      <p:sp>
        <p:nvSpPr>
          <p:cNvPr id="1782" name="Google Shape;1782;p42"/>
          <p:cNvSpPr txBox="1">
            <a:spLocks noGrp="1"/>
          </p:cNvSpPr>
          <p:nvPr>
            <p:ph type="title"/>
          </p:nvPr>
        </p:nvSpPr>
        <p:spPr>
          <a:xfrm>
            <a:off x="866100" y="488975"/>
            <a:ext cx="7411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ANALYZING THE COMPETITION</a:t>
            </a:r>
            <a:endParaRPr/>
          </a:p>
        </p:txBody>
      </p:sp>
      <p:sp>
        <p:nvSpPr>
          <p:cNvPr id="1783" name="Google Shape;1783;p42"/>
          <p:cNvSpPr txBox="1">
            <a:spLocks noGrp="1"/>
          </p:cNvSpPr>
          <p:nvPr>
            <p:ph type="subTitle" idx="1"/>
          </p:nvPr>
        </p:nvSpPr>
        <p:spPr>
          <a:xfrm>
            <a:off x="2285500" y="1980100"/>
            <a:ext cx="1952400" cy="834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t>Mercury is the smallest planet in the Solar System</a:t>
            </a:r>
            <a:endParaRPr sz="1400"/>
          </a:p>
        </p:txBody>
      </p:sp>
      <p:sp>
        <p:nvSpPr>
          <p:cNvPr id="1784" name="Google Shape;1784;p42"/>
          <p:cNvSpPr txBox="1">
            <a:spLocks noGrp="1"/>
          </p:cNvSpPr>
          <p:nvPr>
            <p:ph type="subTitle" idx="2"/>
          </p:nvPr>
        </p:nvSpPr>
        <p:spPr>
          <a:xfrm>
            <a:off x="2285500" y="1660300"/>
            <a:ext cx="1577100" cy="408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85" name="Google Shape;1785;p42"/>
          <p:cNvSpPr txBox="1">
            <a:spLocks noGrp="1"/>
          </p:cNvSpPr>
          <p:nvPr>
            <p:ph type="subTitle" idx="3"/>
          </p:nvPr>
        </p:nvSpPr>
        <p:spPr>
          <a:xfrm>
            <a:off x="4914500" y="1980100"/>
            <a:ext cx="1944000" cy="795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has a beautiful name, but it’s too hot</a:t>
            </a:r>
            <a:endParaRPr/>
          </a:p>
        </p:txBody>
      </p:sp>
      <p:sp>
        <p:nvSpPr>
          <p:cNvPr id="1786" name="Google Shape;1786;p42"/>
          <p:cNvSpPr txBox="1">
            <a:spLocks noGrp="1"/>
          </p:cNvSpPr>
          <p:nvPr>
            <p:ph type="subTitle" idx="4"/>
          </p:nvPr>
        </p:nvSpPr>
        <p:spPr>
          <a:xfrm>
            <a:off x="5281400" y="1660300"/>
            <a:ext cx="1577100" cy="408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VENUS</a:t>
            </a:r>
            <a:endParaRPr/>
          </a:p>
        </p:txBody>
      </p:sp>
      <p:sp>
        <p:nvSpPr>
          <p:cNvPr id="1787" name="Google Shape;1787;p42"/>
          <p:cNvSpPr txBox="1">
            <a:spLocks noGrp="1"/>
          </p:cNvSpPr>
          <p:nvPr>
            <p:ph type="subTitle" idx="5"/>
          </p:nvPr>
        </p:nvSpPr>
        <p:spPr>
          <a:xfrm>
            <a:off x="2285500" y="3637850"/>
            <a:ext cx="1952400" cy="79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1788" name="Google Shape;1788;p42"/>
          <p:cNvSpPr txBox="1">
            <a:spLocks noGrp="1"/>
          </p:cNvSpPr>
          <p:nvPr>
            <p:ph type="subTitle" idx="6"/>
          </p:nvPr>
        </p:nvSpPr>
        <p:spPr>
          <a:xfrm>
            <a:off x="2285500" y="3318050"/>
            <a:ext cx="1577100" cy="408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89" name="Google Shape;1789;p42"/>
          <p:cNvSpPr txBox="1">
            <a:spLocks noGrp="1"/>
          </p:cNvSpPr>
          <p:nvPr>
            <p:ph type="subTitle" idx="7"/>
          </p:nvPr>
        </p:nvSpPr>
        <p:spPr>
          <a:xfrm>
            <a:off x="4914400" y="3637850"/>
            <a:ext cx="1944000" cy="834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Neptune is the farthest planet from the Sun</a:t>
            </a:r>
            <a:endParaRPr/>
          </a:p>
        </p:txBody>
      </p:sp>
      <p:sp>
        <p:nvSpPr>
          <p:cNvPr id="1790" name="Google Shape;1790;p42"/>
          <p:cNvSpPr txBox="1">
            <a:spLocks noGrp="1"/>
          </p:cNvSpPr>
          <p:nvPr>
            <p:ph type="subTitle" idx="8"/>
          </p:nvPr>
        </p:nvSpPr>
        <p:spPr>
          <a:xfrm>
            <a:off x="5281400" y="3318050"/>
            <a:ext cx="1577100" cy="408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NEPTUNE</a:t>
            </a:r>
            <a:endParaRPr/>
          </a:p>
        </p:txBody>
      </p:sp>
      <p:grpSp>
        <p:nvGrpSpPr>
          <p:cNvPr id="1791" name="Google Shape;1791;p42"/>
          <p:cNvGrpSpPr/>
          <p:nvPr/>
        </p:nvGrpSpPr>
        <p:grpSpPr>
          <a:xfrm>
            <a:off x="1400886" y="1786627"/>
            <a:ext cx="656609" cy="795542"/>
            <a:chOff x="5480817" y="1464175"/>
            <a:chExt cx="891648" cy="1080312"/>
          </a:xfrm>
        </p:grpSpPr>
        <p:sp>
          <p:nvSpPr>
            <p:cNvPr id="1792" name="Google Shape;1792;p42"/>
            <p:cNvSpPr/>
            <p:nvPr/>
          </p:nvSpPr>
          <p:spPr>
            <a:xfrm>
              <a:off x="5480817" y="1464175"/>
              <a:ext cx="891648" cy="1080312"/>
            </a:xfrm>
            <a:custGeom>
              <a:avLst/>
              <a:gdLst/>
              <a:ahLst/>
              <a:cxnLst/>
              <a:rect l="l" t="t" r="r" b="b"/>
              <a:pathLst>
                <a:path w="38721" h="46914" extrusionOk="0">
                  <a:moveTo>
                    <a:pt x="25806" y="0"/>
                  </a:moveTo>
                  <a:cubicBezTo>
                    <a:pt x="25327" y="0"/>
                    <a:pt x="24876" y="285"/>
                    <a:pt x="24726" y="711"/>
                  </a:cubicBezTo>
                  <a:lnTo>
                    <a:pt x="19775" y="14565"/>
                  </a:lnTo>
                  <a:lnTo>
                    <a:pt x="14448" y="1492"/>
                  </a:lnTo>
                  <a:cubicBezTo>
                    <a:pt x="14247" y="1088"/>
                    <a:pt x="13819" y="811"/>
                    <a:pt x="13399" y="811"/>
                  </a:cubicBezTo>
                  <a:cubicBezTo>
                    <a:pt x="13267" y="811"/>
                    <a:pt x="13135" y="838"/>
                    <a:pt x="13011" y="898"/>
                  </a:cubicBezTo>
                  <a:cubicBezTo>
                    <a:pt x="12418" y="1164"/>
                    <a:pt x="12168" y="1742"/>
                    <a:pt x="12355" y="2335"/>
                  </a:cubicBezTo>
                  <a:lnTo>
                    <a:pt x="17572" y="14893"/>
                  </a:lnTo>
                  <a:cubicBezTo>
                    <a:pt x="8841" y="17299"/>
                    <a:pt x="1" y="33965"/>
                    <a:pt x="3187" y="38526"/>
                  </a:cubicBezTo>
                  <a:cubicBezTo>
                    <a:pt x="4030" y="39697"/>
                    <a:pt x="6108" y="40603"/>
                    <a:pt x="8904" y="41181"/>
                  </a:cubicBezTo>
                  <a:lnTo>
                    <a:pt x="7545" y="46398"/>
                  </a:lnTo>
                  <a:cubicBezTo>
                    <a:pt x="7482" y="46648"/>
                    <a:pt x="7670" y="46913"/>
                    <a:pt x="7998" y="46913"/>
                  </a:cubicBezTo>
                  <a:lnTo>
                    <a:pt x="9685" y="46913"/>
                  </a:lnTo>
                  <a:cubicBezTo>
                    <a:pt x="10013" y="46913"/>
                    <a:pt x="10341" y="46648"/>
                    <a:pt x="10403" y="46398"/>
                  </a:cubicBezTo>
                  <a:cubicBezTo>
                    <a:pt x="10403" y="46398"/>
                    <a:pt x="11246" y="43211"/>
                    <a:pt x="11637" y="41649"/>
                  </a:cubicBezTo>
                  <a:cubicBezTo>
                    <a:pt x="13881" y="41915"/>
                    <a:pt x="16354" y="42045"/>
                    <a:pt x="18847" y="42045"/>
                  </a:cubicBezTo>
                  <a:cubicBezTo>
                    <a:pt x="21786" y="42045"/>
                    <a:pt x="24752" y="41864"/>
                    <a:pt x="27397" y="41509"/>
                  </a:cubicBezTo>
                  <a:cubicBezTo>
                    <a:pt x="27787" y="43071"/>
                    <a:pt x="28631" y="46398"/>
                    <a:pt x="28631" y="46398"/>
                  </a:cubicBezTo>
                  <a:cubicBezTo>
                    <a:pt x="28693" y="46648"/>
                    <a:pt x="29021" y="46913"/>
                    <a:pt x="29349" y="46913"/>
                  </a:cubicBezTo>
                  <a:lnTo>
                    <a:pt x="31036" y="46913"/>
                  </a:lnTo>
                  <a:cubicBezTo>
                    <a:pt x="31364" y="46913"/>
                    <a:pt x="31552" y="46648"/>
                    <a:pt x="31489" y="46398"/>
                  </a:cubicBezTo>
                  <a:lnTo>
                    <a:pt x="30130" y="41181"/>
                  </a:lnTo>
                  <a:cubicBezTo>
                    <a:pt x="30130" y="41118"/>
                    <a:pt x="30130" y="41118"/>
                    <a:pt x="30068" y="41056"/>
                  </a:cubicBezTo>
                  <a:cubicBezTo>
                    <a:pt x="33051" y="40400"/>
                    <a:pt x="35269" y="39494"/>
                    <a:pt x="36050" y="38260"/>
                  </a:cubicBezTo>
                  <a:cubicBezTo>
                    <a:pt x="38721" y="33902"/>
                    <a:pt x="30521" y="17689"/>
                    <a:pt x="21993" y="15018"/>
                  </a:cubicBezTo>
                  <a:lnTo>
                    <a:pt x="26803" y="1492"/>
                  </a:lnTo>
                  <a:cubicBezTo>
                    <a:pt x="27006" y="898"/>
                    <a:pt x="26678" y="258"/>
                    <a:pt x="26163" y="55"/>
                  </a:cubicBezTo>
                  <a:cubicBezTo>
                    <a:pt x="26045" y="18"/>
                    <a:pt x="25925" y="0"/>
                    <a:pt x="258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2"/>
            <p:cNvSpPr/>
            <p:nvPr/>
          </p:nvSpPr>
          <p:spPr>
            <a:xfrm>
              <a:off x="5727914" y="2297327"/>
              <a:ext cx="78063" cy="77718"/>
            </a:xfrm>
            <a:custGeom>
              <a:avLst/>
              <a:gdLst/>
              <a:ahLst/>
              <a:cxnLst/>
              <a:rect l="l" t="t" r="r" b="b"/>
              <a:pathLst>
                <a:path w="3390" h="3375" extrusionOk="0">
                  <a:moveTo>
                    <a:pt x="1687" y="1"/>
                  </a:moveTo>
                  <a:cubicBezTo>
                    <a:pt x="781" y="1"/>
                    <a:pt x="0" y="782"/>
                    <a:pt x="0" y="1687"/>
                  </a:cubicBezTo>
                  <a:cubicBezTo>
                    <a:pt x="0" y="2656"/>
                    <a:pt x="781" y="3374"/>
                    <a:pt x="1687" y="3374"/>
                  </a:cubicBezTo>
                  <a:cubicBezTo>
                    <a:pt x="2671" y="3374"/>
                    <a:pt x="3389" y="2656"/>
                    <a:pt x="3389" y="1687"/>
                  </a:cubicBezTo>
                  <a:cubicBezTo>
                    <a:pt x="3389" y="782"/>
                    <a:pt x="2671" y="1"/>
                    <a:pt x="1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2"/>
            <p:cNvSpPr/>
            <p:nvPr/>
          </p:nvSpPr>
          <p:spPr>
            <a:xfrm>
              <a:off x="5832915" y="2297327"/>
              <a:ext cx="77718" cy="77718"/>
            </a:xfrm>
            <a:custGeom>
              <a:avLst/>
              <a:gdLst/>
              <a:ahLst/>
              <a:cxnLst/>
              <a:rect l="l" t="t" r="r" b="b"/>
              <a:pathLst>
                <a:path w="3375" h="3375" extrusionOk="0">
                  <a:moveTo>
                    <a:pt x="1688" y="1"/>
                  </a:moveTo>
                  <a:cubicBezTo>
                    <a:pt x="719" y="1"/>
                    <a:pt x="1" y="782"/>
                    <a:pt x="1" y="1687"/>
                  </a:cubicBezTo>
                  <a:cubicBezTo>
                    <a:pt x="1" y="2656"/>
                    <a:pt x="719" y="3374"/>
                    <a:pt x="1688" y="3374"/>
                  </a:cubicBezTo>
                  <a:cubicBezTo>
                    <a:pt x="2594" y="3374"/>
                    <a:pt x="3375" y="2656"/>
                    <a:pt x="3375" y="1687"/>
                  </a:cubicBezTo>
                  <a:cubicBezTo>
                    <a:pt x="3375" y="782"/>
                    <a:pt x="2594" y="1"/>
                    <a:pt x="16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2"/>
            <p:cNvSpPr/>
            <p:nvPr/>
          </p:nvSpPr>
          <p:spPr>
            <a:xfrm>
              <a:off x="5963129" y="2297327"/>
              <a:ext cx="78063" cy="77718"/>
            </a:xfrm>
            <a:custGeom>
              <a:avLst/>
              <a:gdLst/>
              <a:ahLst/>
              <a:cxnLst/>
              <a:rect l="l" t="t" r="r" b="b"/>
              <a:pathLst>
                <a:path w="3390" h="3375" extrusionOk="0">
                  <a:moveTo>
                    <a:pt x="1703" y="1"/>
                  </a:moveTo>
                  <a:cubicBezTo>
                    <a:pt x="781" y="1"/>
                    <a:pt x="0" y="782"/>
                    <a:pt x="0" y="1687"/>
                  </a:cubicBezTo>
                  <a:cubicBezTo>
                    <a:pt x="0" y="2656"/>
                    <a:pt x="781" y="3374"/>
                    <a:pt x="1703" y="3374"/>
                  </a:cubicBezTo>
                  <a:cubicBezTo>
                    <a:pt x="2671" y="3374"/>
                    <a:pt x="3389" y="2656"/>
                    <a:pt x="3389" y="1687"/>
                  </a:cubicBezTo>
                  <a:cubicBezTo>
                    <a:pt x="3389" y="782"/>
                    <a:pt x="2671" y="1"/>
                    <a:pt x="17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2"/>
            <p:cNvSpPr/>
            <p:nvPr/>
          </p:nvSpPr>
          <p:spPr>
            <a:xfrm>
              <a:off x="6068130" y="2297327"/>
              <a:ext cx="78086" cy="77718"/>
            </a:xfrm>
            <a:custGeom>
              <a:avLst/>
              <a:gdLst/>
              <a:ahLst/>
              <a:cxnLst/>
              <a:rect l="l" t="t" r="r" b="b"/>
              <a:pathLst>
                <a:path w="3391" h="3375" extrusionOk="0">
                  <a:moveTo>
                    <a:pt x="1688" y="1"/>
                  </a:moveTo>
                  <a:cubicBezTo>
                    <a:pt x="719" y="1"/>
                    <a:pt x="1" y="782"/>
                    <a:pt x="1" y="1687"/>
                  </a:cubicBezTo>
                  <a:cubicBezTo>
                    <a:pt x="1" y="2656"/>
                    <a:pt x="719" y="3374"/>
                    <a:pt x="1688" y="3374"/>
                  </a:cubicBezTo>
                  <a:cubicBezTo>
                    <a:pt x="2609" y="3374"/>
                    <a:pt x="3390" y="2656"/>
                    <a:pt x="3390" y="1687"/>
                  </a:cubicBezTo>
                  <a:cubicBezTo>
                    <a:pt x="3390" y="782"/>
                    <a:pt x="2609" y="1"/>
                    <a:pt x="16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2"/>
            <p:cNvSpPr/>
            <p:nvPr/>
          </p:nvSpPr>
          <p:spPr>
            <a:xfrm>
              <a:off x="5642670" y="1862491"/>
              <a:ext cx="588813" cy="396165"/>
            </a:xfrm>
            <a:custGeom>
              <a:avLst/>
              <a:gdLst/>
              <a:ahLst/>
              <a:cxnLst/>
              <a:rect l="l" t="t" r="r" b="b"/>
              <a:pathLst>
                <a:path w="25570" h="17204" extrusionOk="0">
                  <a:moveTo>
                    <a:pt x="12683" y="1"/>
                  </a:moveTo>
                  <a:cubicBezTo>
                    <a:pt x="7482" y="1"/>
                    <a:pt x="0" y="11325"/>
                    <a:pt x="2343" y="14714"/>
                  </a:cubicBezTo>
                  <a:cubicBezTo>
                    <a:pt x="3533" y="16391"/>
                    <a:pt x="8244" y="17204"/>
                    <a:pt x="12944" y="17204"/>
                  </a:cubicBezTo>
                  <a:cubicBezTo>
                    <a:pt x="17745" y="17204"/>
                    <a:pt x="22536" y="16356"/>
                    <a:pt x="23554" y="14714"/>
                  </a:cubicBezTo>
                  <a:cubicBezTo>
                    <a:pt x="25569" y="11387"/>
                    <a:pt x="17884" y="1"/>
                    <a:pt x="126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2"/>
          <p:cNvGrpSpPr/>
          <p:nvPr/>
        </p:nvGrpSpPr>
        <p:grpSpPr>
          <a:xfrm>
            <a:off x="7121559" y="1786625"/>
            <a:ext cx="624931" cy="795549"/>
            <a:chOff x="1302975" y="1786625"/>
            <a:chExt cx="624931" cy="795549"/>
          </a:xfrm>
        </p:grpSpPr>
        <p:grpSp>
          <p:nvGrpSpPr>
            <p:cNvPr id="1799" name="Google Shape;1799;p42"/>
            <p:cNvGrpSpPr/>
            <p:nvPr/>
          </p:nvGrpSpPr>
          <p:grpSpPr>
            <a:xfrm>
              <a:off x="1302975" y="1786625"/>
              <a:ext cx="624931" cy="795549"/>
              <a:chOff x="1302975" y="1786625"/>
              <a:chExt cx="624931" cy="795549"/>
            </a:xfrm>
          </p:grpSpPr>
          <p:sp>
            <p:nvSpPr>
              <p:cNvPr id="1800" name="Google Shape;1800;p42"/>
              <p:cNvSpPr/>
              <p:nvPr/>
            </p:nvSpPr>
            <p:spPr>
              <a:xfrm>
                <a:off x="1387703" y="1786625"/>
                <a:ext cx="389918" cy="265969"/>
              </a:xfrm>
              <a:custGeom>
                <a:avLst/>
                <a:gdLst/>
                <a:ahLst/>
                <a:cxnLst/>
                <a:rect l="l" t="t" r="r" b="b"/>
                <a:pathLst>
                  <a:path w="21275" h="14512" extrusionOk="0">
                    <a:moveTo>
                      <a:pt x="19775" y="1"/>
                    </a:moveTo>
                    <a:cubicBezTo>
                      <a:pt x="18869" y="1"/>
                      <a:pt x="18213" y="641"/>
                      <a:pt x="18213" y="1500"/>
                    </a:cubicBezTo>
                    <a:cubicBezTo>
                      <a:pt x="18213" y="1813"/>
                      <a:pt x="18275" y="2141"/>
                      <a:pt x="18478" y="2406"/>
                    </a:cubicBezTo>
                    <a:lnTo>
                      <a:pt x="12356" y="10669"/>
                    </a:lnTo>
                    <a:cubicBezTo>
                      <a:pt x="11903" y="10669"/>
                      <a:pt x="11450" y="10606"/>
                      <a:pt x="10997" y="10606"/>
                    </a:cubicBezTo>
                    <a:cubicBezTo>
                      <a:pt x="10794" y="10606"/>
                      <a:pt x="10606" y="10606"/>
                      <a:pt x="10466" y="10669"/>
                    </a:cubicBezTo>
                    <a:lnTo>
                      <a:pt x="3046" y="3453"/>
                    </a:lnTo>
                    <a:lnTo>
                      <a:pt x="3046" y="3312"/>
                    </a:lnTo>
                    <a:cubicBezTo>
                      <a:pt x="3046" y="2469"/>
                      <a:pt x="2406" y="1750"/>
                      <a:pt x="1563" y="1750"/>
                    </a:cubicBezTo>
                    <a:cubicBezTo>
                      <a:pt x="641" y="1750"/>
                      <a:pt x="1" y="2469"/>
                      <a:pt x="1" y="3312"/>
                    </a:cubicBezTo>
                    <a:cubicBezTo>
                      <a:pt x="1" y="4156"/>
                      <a:pt x="641" y="4874"/>
                      <a:pt x="1563" y="4874"/>
                    </a:cubicBezTo>
                    <a:cubicBezTo>
                      <a:pt x="1625" y="4874"/>
                      <a:pt x="1688" y="4874"/>
                      <a:pt x="1750" y="4812"/>
                    </a:cubicBezTo>
                    <a:lnTo>
                      <a:pt x="8263" y="10872"/>
                    </a:lnTo>
                    <a:cubicBezTo>
                      <a:pt x="5858" y="11325"/>
                      <a:pt x="4218" y="12293"/>
                      <a:pt x="4218" y="13402"/>
                    </a:cubicBezTo>
                    <a:cubicBezTo>
                      <a:pt x="4218" y="14183"/>
                      <a:pt x="4983" y="14378"/>
                      <a:pt x="6213" y="14378"/>
                    </a:cubicBezTo>
                    <a:cubicBezTo>
                      <a:pt x="7443" y="14378"/>
                      <a:pt x="9138" y="14183"/>
                      <a:pt x="10997" y="14183"/>
                    </a:cubicBezTo>
                    <a:lnTo>
                      <a:pt x="11778" y="14183"/>
                    </a:lnTo>
                    <a:lnTo>
                      <a:pt x="12168" y="14511"/>
                    </a:lnTo>
                    <a:lnTo>
                      <a:pt x="12356" y="14246"/>
                    </a:lnTo>
                    <a:cubicBezTo>
                      <a:pt x="13655" y="14304"/>
                      <a:pt x="14819" y="14406"/>
                      <a:pt x="15735" y="14406"/>
                    </a:cubicBezTo>
                    <a:cubicBezTo>
                      <a:pt x="17023" y="14406"/>
                      <a:pt x="17822" y="14205"/>
                      <a:pt x="17822" y="13402"/>
                    </a:cubicBezTo>
                    <a:cubicBezTo>
                      <a:pt x="17822" y="12434"/>
                      <a:pt x="16526" y="11512"/>
                      <a:pt x="14636" y="11059"/>
                    </a:cubicBezTo>
                    <a:lnTo>
                      <a:pt x="20306" y="2922"/>
                    </a:lnTo>
                    <a:cubicBezTo>
                      <a:pt x="20884" y="2734"/>
                      <a:pt x="21274" y="2141"/>
                      <a:pt x="21274" y="1500"/>
                    </a:cubicBezTo>
                    <a:cubicBezTo>
                      <a:pt x="21274" y="641"/>
                      <a:pt x="20618" y="1"/>
                      <a:pt x="19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2"/>
              <p:cNvSpPr/>
              <p:nvPr/>
            </p:nvSpPr>
            <p:spPr>
              <a:xfrm>
                <a:off x="1302975" y="2014487"/>
                <a:ext cx="624931" cy="491250"/>
              </a:xfrm>
              <a:custGeom>
                <a:avLst/>
                <a:gdLst/>
                <a:ahLst/>
                <a:cxnLst/>
                <a:rect l="l" t="t" r="r" b="b"/>
                <a:pathLst>
                  <a:path w="34098" h="26804" extrusionOk="0">
                    <a:moveTo>
                      <a:pt x="17041" y="1"/>
                    </a:moveTo>
                    <a:cubicBezTo>
                      <a:pt x="0" y="1"/>
                      <a:pt x="0" y="6046"/>
                      <a:pt x="0" y="13402"/>
                    </a:cubicBezTo>
                    <a:cubicBezTo>
                      <a:pt x="0" y="20822"/>
                      <a:pt x="3249" y="26804"/>
                      <a:pt x="17041" y="26804"/>
                    </a:cubicBezTo>
                    <a:cubicBezTo>
                      <a:pt x="30786" y="26804"/>
                      <a:pt x="34097" y="20822"/>
                      <a:pt x="34097" y="13402"/>
                    </a:cubicBezTo>
                    <a:cubicBezTo>
                      <a:pt x="34097" y="6046"/>
                      <a:pt x="34097" y="1"/>
                      <a:pt x="170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2"/>
              <p:cNvSpPr/>
              <p:nvPr/>
            </p:nvSpPr>
            <p:spPr>
              <a:xfrm>
                <a:off x="1386274" y="2468782"/>
                <a:ext cx="81026" cy="113392"/>
              </a:xfrm>
              <a:custGeom>
                <a:avLst/>
                <a:gdLst/>
                <a:ahLst/>
                <a:cxnLst/>
                <a:rect l="l" t="t" r="r" b="b"/>
                <a:pathLst>
                  <a:path w="4421" h="6187" extrusionOk="0">
                    <a:moveTo>
                      <a:pt x="4375" y="0"/>
                    </a:moveTo>
                    <a:lnTo>
                      <a:pt x="4375" y="0"/>
                    </a:lnTo>
                    <a:cubicBezTo>
                      <a:pt x="4375" y="0"/>
                      <a:pt x="4374" y="1"/>
                      <a:pt x="4374" y="1"/>
                    </a:cubicBezTo>
                    <a:cubicBezTo>
                      <a:pt x="4296" y="126"/>
                      <a:pt x="4046" y="204"/>
                      <a:pt x="3718" y="204"/>
                    </a:cubicBezTo>
                    <a:lnTo>
                      <a:pt x="2094" y="204"/>
                    </a:lnTo>
                    <a:cubicBezTo>
                      <a:pt x="1766" y="204"/>
                      <a:pt x="1563" y="63"/>
                      <a:pt x="1563" y="1"/>
                    </a:cubicBezTo>
                    <a:cubicBezTo>
                      <a:pt x="1563" y="1"/>
                      <a:pt x="1500" y="204"/>
                      <a:pt x="1438" y="516"/>
                    </a:cubicBezTo>
                    <a:lnTo>
                      <a:pt x="79" y="5671"/>
                    </a:lnTo>
                    <a:cubicBezTo>
                      <a:pt x="1" y="5921"/>
                      <a:pt x="204" y="6186"/>
                      <a:pt x="469" y="6186"/>
                    </a:cubicBezTo>
                    <a:lnTo>
                      <a:pt x="2219" y="6186"/>
                    </a:lnTo>
                    <a:cubicBezTo>
                      <a:pt x="2547" y="6186"/>
                      <a:pt x="2812" y="5983"/>
                      <a:pt x="2937" y="5671"/>
                    </a:cubicBezTo>
                    <a:cubicBezTo>
                      <a:pt x="2937" y="5671"/>
                      <a:pt x="4420" y="0"/>
                      <a:pt x="4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2"/>
              <p:cNvSpPr/>
              <p:nvPr/>
            </p:nvSpPr>
            <p:spPr>
              <a:xfrm>
                <a:off x="1746980" y="2468782"/>
                <a:ext cx="80733" cy="113392"/>
              </a:xfrm>
              <a:custGeom>
                <a:avLst/>
                <a:gdLst/>
                <a:ahLst/>
                <a:cxnLst/>
                <a:rect l="l" t="t" r="r" b="b"/>
                <a:pathLst>
                  <a:path w="4405" h="6187" extrusionOk="0">
                    <a:moveTo>
                      <a:pt x="46" y="0"/>
                    </a:moveTo>
                    <a:lnTo>
                      <a:pt x="46" y="0"/>
                    </a:lnTo>
                    <a:cubicBezTo>
                      <a:pt x="1" y="0"/>
                      <a:pt x="1484" y="5671"/>
                      <a:pt x="1484" y="5671"/>
                    </a:cubicBezTo>
                    <a:cubicBezTo>
                      <a:pt x="1546" y="5983"/>
                      <a:pt x="1874" y="6186"/>
                      <a:pt x="2187" y="6186"/>
                    </a:cubicBezTo>
                    <a:lnTo>
                      <a:pt x="3889" y="6186"/>
                    </a:lnTo>
                    <a:cubicBezTo>
                      <a:pt x="4217" y="6186"/>
                      <a:pt x="4405" y="5921"/>
                      <a:pt x="4280" y="5671"/>
                    </a:cubicBezTo>
                    <a:lnTo>
                      <a:pt x="2968" y="516"/>
                    </a:lnTo>
                    <a:cubicBezTo>
                      <a:pt x="2905" y="204"/>
                      <a:pt x="2843" y="1"/>
                      <a:pt x="2843" y="1"/>
                    </a:cubicBezTo>
                    <a:cubicBezTo>
                      <a:pt x="2843" y="63"/>
                      <a:pt x="2577" y="204"/>
                      <a:pt x="2327" y="204"/>
                    </a:cubicBezTo>
                    <a:lnTo>
                      <a:pt x="625" y="204"/>
                    </a:lnTo>
                    <a:cubicBezTo>
                      <a:pt x="375" y="204"/>
                      <a:pt x="47" y="126"/>
                      <a:pt x="47" y="1"/>
                    </a:cubicBezTo>
                    <a:cubicBezTo>
                      <a:pt x="46" y="1"/>
                      <a:pt x="46"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2"/>
            <p:cNvSpPr/>
            <p:nvPr/>
          </p:nvSpPr>
          <p:spPr>
            <a:xfrm>
              <a:off x="1370824" y="2068021"/>
              <a:ext cx="489234" cy="384181"/>
            </a:xfrm>
            <a:custGeom>
              <a:avLst/>
              <a:gdLst/>
              <a:ahLst/>
              <a:cxnLst/>
              <a:rect l="l" t="t" r="r" b="b"/>
              <a:pathLst>
                <a:path w="26694" h="20962" extrusionOk="0">
                  <a:moveTo>
                    <a:pt x="13339" y="1"/>
                  </a:moveTo>
                  <a:cubicBezTo>
                    <a:pt x="0" y="1"/>
                    <a:pt x="0" y="4687"/>
                    <a:pt x="0" y="10481"/>
                  </a:cubicBezTo>
                  <a:cubicBezTo>
                    <a:pt x="0" y="16276"/>
                    <a:pt x="2609" y="20962"/>
                    <a:pt x="13339" y="20962"/>
                  </a:cubicBezTo>
                  <a:cubicBezTo>
                    <a:pt x="24085" y="20962"/>
                    <a:pt x="26694" y="16276"/>
                    <a:pt x="26694" y="10481"/>
                  </a:cubicBezTo>
                  <a:cubicBezTo>
                    <a:pt x="26694" y="4687"/>
                    <a:pt x="26694" y="1"/>
                    <a:pt x="13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 name="Google Shape;1805;p42"/>
          <p:cNvGrpSpPr/>
          <p:nvPr/>
        </p:nvGrpSpPr>
        <p:grpSpPr>
          <a:xfrm>
            <a:off x="1480647" y="3444570"/>
            <a:ext cx="540565" cy="795545"/>
            <a:chOff x="1477075" y="1786625"/>
            <a:chExt cx="540565" cy="795545"/>
          </a:xfrm>
        </p:grpSpPr>
        <p:sp>
          <p:nvSpPr>
            <p:cNvPr id="1806" name="Google Shape;1806;p42"/>
            <p:cNvSpPr/>
            <p:nvPr/>
          </p:nvSpPr>
          <p:spPr>
            <a:xfrm>
              <a:off x="1620864" y="2426592"/>
              <a:ext cx="244584" cy="155577"/>
            </a:xfrm>
            <a:custGeom>
              <a:avLst/>
              <a:gdLst/>
              <a:ahLst/>
              <a:cxnLst/>
              <a:rect l="l" t="t" r="r" b="b"/>
              <a:pathLst>
                <a:path w="13605" h="8654" extrusionOk="0">
                  <a:moveTo>
                    <a:pt x="4686" y="0"/>
                  </a:moveTo>
                  <a:lnTo>
                    <a:pt x="4686" y="5857"/>
                  </a:lnTo>
                  <a:lnTo>
                    <a:pt x="1890" y="5857"/>
                  </a:lnTo>
                  <a:cubicBezTo>
                    <a:pt x="843" y="5857"/>
                    <a:pt x="0" y="6498"/>
                    <a:pt x="0" y="7279"/>
                  </a:cubicBezTo>
                  <a:cubicBezTo>
                    <a:pt x="0" y="7997"/>
                    <a:pt x="843" y="8653"/>
                    <a:pt x="1890" y="8653"/>
                  </a:cubicBezTo>
                  <a:lnTo>
                    <a:pt x="11715" y="8653"/>
                  </a:lnTo>
                  <a:cubicBezTo>
                    <a:pt x="12761" y="8653"/>
                    <a:pt x="13605" y="7997"/>
                    <a:pt x="13605" y="7279"/>
                  </a:cubicBezTo>
                  <a:cubicBezTo>
                    <a:pt x="13605" y="6498"/>
                    <a:pt x="12761" y="5857"/>
                    <a:pt x="11715" y="5857"/>
                  </a:cubicBezTo>
                  <a:lnTo>
                    <a:pt x="8856" y="5857"/>
                  </a:lnTo>
                  <a:lnTo>
                    <a:pt x="885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2"/>
            <p:cNvSpPr/>
            <p:nvPr/>
          </p:nvSpPr>
          <p:spPr>
            <a:xfrm>
              <a:off x="1477075" y="2060414"/>
              <a:ext cx="540565" cy="431604"/>
            </a:xfrm>
            <a:custGeom>
              <a:avLst/>
              <a:gdLst/>
              <a:ahLst/>
              <a:cxnLst/>
              <a:rect l="l" t="t" r="r" b="b"/>
              <a:pathLst>
                <a:path w="30069" h="24008" extrusionOk="0">
                  <a:moveTo>
                    <a:pt x="3062" y="0"/>
                  </a:moveTo>
                  <a:cubicBezTo>
                    <a:pt x="1688" y="0"/>
                    <a:pt x="844" y="1031"/>
                    <a:pt x="579" y="2468"/>
                  </a:cubicBezTo>
                  <a:cubicBezTo>
                    <a:pt x="329" y="3827"/>
                    <a:pt x="1" y="4358"/>
                    <a:pt x="1" y="12230"/>
                  </a:cubicBezTo>
                  <a:cubicBezTo>
                    <a:pt x="1" y="20102"/>
                    <a:pt x="391" y="20368"/>
                    <a:pt x="579" y="21602"/>
                  </a:cubicBezTo>
                  <a:cubicBezTo>
                    <a:pt x="844" y="22773"/>
                    <a:pt x="1688" y="24007"/>
                    <a:pt x="3062" y="24007"/>
                  </a:cubicBezTo>
                  <a:lnTo>
                    <a:pt x="27069" y="24007"/>
                  </a:lnTo>
                  <a:cubicBezTo>
                    <a:pt x="28444" y="24007"/>
                    <a:pt x="29287" y="22773"/>
                    <a:pt x="29537" y="21602"/>
                  </a:cubicBezTo>
                  <a:cubicBezTo>
                    <a:pt x="29740" y="20368"/>
                    <a:pt x="30068" y="20102"/>
                    <a:pt x="30068" y="12230"/>
                  </a:cubicBezTo>
                  <a:cubicBezTo>
                    <a:pt x="30068" y="4358"/>
                    <a:pt x="29803" y="3827"/>
                    <a:pt x="29537" y="2468"/>
                  </a:cubicBezTo>
                  <a:cubicBezTo>
                    <a:pt x="29225" y="1031"/>
                    <a:pt x="28444" y="0"/>
                    <a:pt x="270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2"/>
            <p:cNvSpPr/>
            <p:nvPr/>
          </p:nvSpPr>
          <p:spPr>
            <a:xfrm>
              <a:off x="1618617" y="2014642"/>
              <a:ext cx="244584" cy="67829"/>
            </a:xfrm>
            <a:custGeom>
              <a:avLst/>
              <a:gdLst/>
              <a:ahLst/>
              <a:cxnLst/>
              <a:rect l="l" t="t" r="r" b="b"/>
              <a:pathLst>
                <a:path w="13605" h="3773" extrusionOk="0">
                  <a:moveTo>
                    <a:pt x="6763" y="0"/>
                  </a:moveTo>
                  <a:cubicBezTo>
                    <a:pt x="2999" y="0"/>
                    <a:pt x="0" y="1297"/>
                    <a:pt x="0" y="2796"/>
                  </a:cubicBezTo>
                  <a:cubicBezTo>
                    <a:pt x="0" y="3577"/>
                    <a:pt x="750" y="3772"/>
                    <a:pt x="1970" y="3772"/>
                  </a:cubicBezTo>
                  <a:cubicBezTo>
                    <a:pt x="3190" y="3772"/>
                    <a:pt x="4881" y="3577"/>
                    <a:pt x="6763" y="3577"/>
                  </a:cubicBezTo>
                  <a:cubicBezTo>
                    <a:pt x="8653" y="3577"/>
                    <a:pt x="10364" y="3772"/>
                    <a:pt x="11601" y="3772"/>
                  </a:cubicBezTo>
                  <a:cubicBezTo>
                    <a:pt x="12839" y="3772"/>
                    <a:pt x="13605" y="3577"/>
                    <a:pt x="13605" y="2796"/>
                  </a:cubicBezTo>
                  <a:cubicBezTo>
                    <a:pt x="13605" y="1297"/>
                    <a:pt x="10543" y="0"/>
                    <a:pt x="67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2"/>
            <p:cNvSpPr/>
            <p:nvPr/>
          </p:nvSpPr>
          <p:spPr>
            <a:xfrm>
              <a:off x="1542515" y="1786625"/>
              <a:ext cx="307775" cy="299343"/>
            </a:xfrm>
            <a:custGeom>
              <a:avLst/>
              <a:gdLst/>
              <a:ahLst/>
              <a:cxnLst/>
              <a:rect l="l" t="t" r="r" b="b"/>
              <a:pathLst>
                <a:path w="17120" h="16651" extrusionOk="0">
                  <a:moveTo>
                    <a:pt x="15620" y="0"/>
                  </a:moveTo>
                  <a:cubicBezTo>
                    <a:pt x="14776" y="0"/>
                    <a:pt x="14058" y="703"/>
                    <a:pt x="14058" y="1562"/>
                  </a:cubicBezTo>
                  <a:cubicBezTo>
                    <a:pt x="14058" y="1875"/>
                    <a:pt x="14183" y="2203"/>
                    <a:pt x="14323" y="2468"/>
                  </a:cubicBezTo>
                  <a:lnTo>
                    <a:pt x="11199" y="13074"/>
                  </a:lnTo>
                  <a:lnTo>
                    <a:pt x="3062" y="5530"/>
                  </a:lnTo>
                  <a:lnTo>
                    <a:pt x="3062" y="5389"/>
                  </a:lnTo>
                  <a:cubicBezTo>
                    <a:pt x="3062" y="4546"/>
                    <a:pt x="2343" y="3905"/>
                    <a:pt x="1500" y="3905"/>
                  </a:cubicBezTo>
                  <a:cubicBezTo>
                    <a:pt x="656" y="3905"/>
                    <a:pt x="0" y="4546"/>
                    <a:pt x="0" y="5389"/>
                  </a:cubicBezTo>
                  <a:cubicBezTo>
                    <a:pt x="0" y="6248"/>
                    <a:pt x="656" y="6951"/>
                    <a:pt x="1500" y="6951"/>
                  </a:cubicBezTo>
                  <a:lnTo>
                    <a:pt x="1765" y="6951"/>
                  </a:lnTo>
                  <a:lnTo>
                    <a:pt x="12168" y="16651"/>
                  </a:lnTo>
                  <a:lnTo>
                    <a:pt x="16213" y="2984"/>
                  </a:lnTo>
                  <a:cubicBezTo>
                    <a:pt x="16729" y="2734"/>
                    <a:pt x="17119" y="2203"/>
                    <a:pt x="17119" y="1562"/>
                  </a:cubicBezTo>
                  <a:cubicBezTo>
                    <a:pt x="17119" y="703"/>
                    <a:pt x="16463" y="0"/>
                    <a:pt x="15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2"/>
            <p:cNvSpPr/>
            <p:nvPr/>
          </p:nvSpPr>
          <p:spPr>
            <a:xfrm>
              <a:off x="1534371" y="2105899"/>
              <a:ext cx="425977" cy="340620"/>
            </a:xfrm>
            <a:custGeom>
              <a:avLst/>
              <a:gdLst/>
              <a:ahLst/>
              <a:cxnLst/>
              <a:rect l="l" t="t" r="r" b="b"/>
              <a:pathLst>
                <a:path w="23695" h="18947" extrusionOk="0">
                  <a:moveTo>
                    <a:pt x="2406" y="1"/>
                  </a:moveTo>
                  <a:cubicBezTo>
                    <a:pt x="1359" y="1"/>
                    <a:pt x="719" y="844"/>
                    <a:pt x="453" y="1953"/>
                  </a:cubicBezTo>
                  <a:cubicBezTo>
                    <a:pt x="266" y="3062"/>
                    <a:pt x="0" y="3453"/>
                    <a:pt x="0" y="9638"/>
                  </a:cubicBezTo>
                  <a:cubicBezTo>
                    <a:pt x="0" y="15823"/>
                    <a:pt x="328" y="16073"/>
                    <a:pt x="453" y="16995"/>
                  </a:cubicBezTo>
                  <a:cubicBezTo>
                    <a:pt x="656" y="17963"/>
                    <a:pt x="1359" y="18947"/>
                    <a:pt x="2406" y="18947"/>
                  </a:cubicBezTo>
                  <a:lnTo>
                    <a:pt x="21352" y="18947"/>
                  </a:lnTo>
                  <a:cubicBezTo>
                    <a:pt x="22383" y="18947"/>
                    <a:pt x="23101" y="17963"/>
                    <a:pt x="23226" y="16995"/>
                  </a:cubicBezTo>
                  <a:cubicBezTo>
                    <a:pt x="23429" y="16073"/>
                    <a:pt x="23695" y="15823"/>
                    <a:pt x="23695" y="9638"/>
                  </a:cubicBezTo>
                  <a:cubicBezTo>
                    <a:pt x="23695" y="3453"/>
                    <a:pt x="23492" y="3062"/>
                    <a:pt x="23226" y="1953"/>
                  </a:cubicBezTo>
                  <a:cubicBezTo>
                    <a:pt x="23039" y="844"/>
                    <a:pt x="22383" y="1"/>
                    <a:pt x="213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 name="Google Shape;1811;p42"/>
          <p:cNvGrpSpPr/>
          <p:nvPr/>
        </p:nvGrpSpPr>
        <p:grpSpPr>
          <a:xfrm>
            <a:off x="7121550" y="3444200"/>
            <a:ext cx="663143" cy="795556"/>
            <a:chOff x="7121550" y="3444200"/>
            <a:chExt cx="663143" cy="795556"/>
          </a:xfrm>
        </p:grpSpPr>
        <p:sp>
          <p:nvSpPr>
            <p:cNvPr id="1812" name="Google Shape;1812;p42"/>
            <p:cNvSpPr/>
            <p:nvPr/>
          </p:nvSpPr>
          <p:spPr>
            <a:xfrm>
              <a:off x="7121550" y="3444200"/>
              <a:ext cx="663143" cy="691486"/>
            </a:xfrm>
            <a:custGeom>
              <a:avLst/>
              <a:gdLst/>
              <a:ahLst/>
              <a:cxnLst/>
              <a:rect l="l" t="t" r="r" b="b"/>
              <a:pathLst>
                <a:path w="33645" h="35083" extrusionOk="0">
                  <a:moveTo>
                    <a:pt x="17901" y="1"/>
                  </a:moveTo>
                  <a:cubicBezTo>
                    <a:pt x="17057" y="1"/>
                    <a:pt x="16401" y="719"/>
                    <a:pt x="16401" y="1563"/>
                  </a:cubicBezTo>
                  <a:cubicBezTo>
                    <a:pt x="16401" y="1891"/>
                    <a:pt x="16464" y="2219"/>
                    <a:pt x="16667" y="2406"/>
                  </a:cubicBezTo>
                  <a:lnTo>
                    <a:pt x="13605" y="12699"/>
                  </a:lnTo>
                  <a:lnTo>
                    <a:pt x="13090" y="12699"/>
                  </a:lnTo>
                  <a:lnTo>
                    <a:pt x="5405" y="5468"/>
                  </a:lnTo>
                  <a:lnTo>
                    <a:pt x="5405" y="5405"/>
                  </a:lnTo>
                  <a:cubicBezTo>
                    <a:pt x="5405" y="4562"/>
                    <a:pt x="4687" y="3843"/>
                    <a:pt x="3843" y="3843"/>
                  </a:cubicBezTo>
                  <a:cubicBezTo>
                    <a:pt x="3000" y="3843"/>
                    <a:pt x="2281" y="4562"/>
                    <a:pt x="2281" y="5405"/>
                  </a:cubicBezTo>
                  <a:cubicBezTo>
                    <a:pt x="2281" y="6249"/>
                    <a:pt x="3000" y="6967"/>
                    <a:pt x="3843" y="6967"/>
                  </a:cubicBezTo>
                  <a:cubicBezTo>
                    <a:pt x="3906" y="6967"/>
                    <a:pt x="4031" y="6967"/>
                    <a:pt x="4109" y="6905"/>
                  </a:cubicBezTo>
                  <a:lnTo>
                    <a:pt x="10544" y="12949"/>
                  </a:lnTo>
                  <a:cubicBezTo>
                    <a:pt x="8404" y="13340"/>
                    <a:pt x="6842" y="14199"/>
                    <a:pt x="6577" y="15167"/>
                  </a:cubicBezTo>
                  <a:cubicBezTo>
                    <a:pt x="1" y="16604"/>
                    <a:pt x="329" y="19978"/>
                    <a:pt x="329" y="24023"/>
                  </a:cubicBezTo>
                  <a:cubicBezTo>
                    <a:pt x="329" y="33395"/>
                    <a:pt x="63" y="35082"/>
                    <a:pt x="17635" y="35082"/>
                  </a:cubicBezTo>
                  <a:cubicBezTo>
                    <a:pt x="33067" y="35082"/>
                    <a:pt x="33645" y="33786"/>
                    <a:pt x="33645" y="24023"/>
                  </a:cubicBezTo>
                  <a:cubicBezTo>
                    <a:pt x="33645" y="15230"/>
                    <a:pt x="31240" y="14511"/>
                    <a:pt x="19650" y="14511"/>
                  </a:cubicBezTo>
                  <a:cubicBezTo>
                    <a:pt x="18947" y="13730"/>
                    <a:pt x="17448" y="13152"/>
                    <a:pt x="15558" y="12887"/>
                  </a:cubicBezTo>
                  <a:lnTo>
                    <a:pt x="18479" y="3000"/>
                  </a:lnTo>
                  <a:cubicBezTo>
                    <a:pt x="19072" y="2734"/>
                    <a:pt x="19463" y="2219"/>
                    <a:pt x="19463" y="1563"/>
                  </a:cubicBezTo>
                  <a:cubicBezTo>
                    <a:pt x="19463" y="719"/>
                    <a:pt x="18744" y="1"/>
                    <a:pt x="17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2"/>
            <p:cNvSpPr/>
            <p:nvPr/>
          </p:nvSpPr>
          <p:spPr>
            <a:xfrm>
              <a:off x="7219155" y="4117810"/>
              <a:ext cx="86823" cy="121946"/>
            </a:xfrm>
            <a:custGeom>
              <a:avLst/>
              <a:gdLst/>
              <a:ahLst/>
              <a:cxnLst/>
              <a:rect l="l" t="t" r="r" b="b"/>
              <a:pathLst>
                <a:path w="4405" h="6187" extrusionOk="0">
                  <a:moveTo>
                    <a:pt x="4359" y="1"/>
                  </a:moveTo>
                  <a:cubicBezTo>
                    <a:pt x="4359" y="1"/>
                    <a:pt x="4358" y="1"/>
                    <a:pt x="4358" y="1"/>
                  </a:cubicBezTo>
                  <a:cubicBezTo>
                    <a:pt x="4358" y="126"/>
                    <a:pt x="4030" y="189"/>
                    <a:pt x="3764" y="189"/>
                  </a:cubicBezTo>
                  <a:lnTo>
                    <a:pt x="2078" y="189"/>
                  </a:lnTo>
                  <a:cubicBezTo>
                    <a:pt x="1812" y="189"/>
                    <a:pt x="1562" y="64"/>
                    <a:pt x="1562" y="1"/>
                  </a:cubicBezTo>
                  <a:cubicBezTo>
                    <a:pt x="1562" y="1"/>
                    <a:pt x="1500" y="189"/>
                    <a:pt x="1422" y="517"/>
                  </a:cubicBezTo>
                  <a:lnTo>
                    <a:pt x="63" y="5655"/>
                  </a:lnTo>
                  <a:cubicBezTo>
                    <a:pt x="0" y="5921"/>
                    <a:pt x="188" y="6186"/>
                    <a:pt x="516" y="6186"/>
                  </a:cubicBezTo>
                  <a:lnTo>
                    <a:pt x="2203" y="6186"/>
                  </a:lnTo>
                  <a:cubicBezTo>
                    <a:pt x="2531" y="6186"/>
                    <a:pt x="2859" y="5921"/>
                    <a:pt x="2921" y="5655"/>
                  </a:cubicBezTo>
                  <a:cubicBezTo>
                    <a:pt x="2921" y="5655"/>
                    <a:pt x="4404" y="1"/>
                    <a:pt x="4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2"/>
            <p:cNvSpPr/>
            <p:nvPr/>
          </p:nvSpPr>
          <p:spPr>
            <a:xfrm>
              <a:off x="7606757" y="4117810"/>
              <a:ext cx="86823" cy="121946"/>
            </a:xfrm>
            <a:custGeom>
              <a:avLst/>
              <a:gdLst/>
              <a:ahLst/>
              <a:cxnLst/>
              <a:rect l="l" t="t" r="r" b="b"/>
              <a:pathLst>
                <a:path w="4405" h="6187" extrusionOk="0">
                  <a:moveTo>
                    <a:pt x="46" y="1"/>
                  </a:moveTo>
                  <a:cubicBezTo>
                    <a:pt x="1" y="1"/>
                    <a:pt x="1484" y="5655"/>
                    <a:pt x="1484" y="5655"/>
                  </a:cubicBezTo>
                  <a:cubicBezTo>
                    <a:pt x="1546" y="5921"/>
                    <a:pt x="1874" y="6186"/>
                    <a:pt x="2202" y="6186"/>
                  </a:cubicBezTo>
                  <a:lnTo>
                    <a:pt x="3889" y="6186"/>
                  </a:lnTo>
                  <a:cubicBezTo>
                    <a:pt x="4217" y="6186"/>
                    <a:pt x="4405" y="5921"/>
                    <a:pt x="4342" y="5655"/>
                  </a:cubicBezTo>
                  <a:lnTo>
                    <a:pt x="2983" y="517"/>
                  </a:lnTo>
                  <a:cubicBezTo>
                    <a:pt x="2921" y="189"/>
                    <a:pt x="2843" y="1"/>
                    <a:pt x="2843" y="1"/>
                  </a:cubicBezTo>
                  <a:cubicBezTo>
                    <a:pt x="2843" y="64"/>
                    <a:pt x="2655" y="189"/>
                    <a:pt x="2327" y="189"/>
                  </a:cubicBezTo>
                  <a:lnTo>
                    <a:pt x="703" y="189"/>
                  </a:lnTo>
                  <a:cubicBezTo>
                    <a:pt x="375" y="189"/>
                    <a:pt x="109" y="126"/>
                    <a:pt x="47" y="1"/>
                  </a:cubicBezTo>
                  <a:cubicBezTo>
                    <a:pt x="46" y="1"/>
                    <a:pt x="46"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2"/>
            <p:cNvSpPr/>
            <p:nvPr/>
          </p:nvSpPr>
          <p:spPr>
            <a:xfrm>
              <a:off x="7204984" y="3784090"/>
              <a:ext cx="432260" cy="266933"/>
            </a:xfrm>
            <a:custGeom>
              <a:avLst/>
              <a:gdLst/>
              <a:ahLst/>
              <a:cxnLst/>
              <a:rect l="l" t="t" r="r" b="b"/>
              <a:pathLst>
                <a:path w="21931" h="13543" extrusionOk="0">
                  <a:moveTo>
                    <a:pt x="10997" y="1"/>
                  </a:moveTo>
                  <a:cubicBezTo>
                    <a:pt x="1" y="1"/>
                    <a:pt x="391" y="3000"/>
                    <a:pt x="391" y="6779"/>
                  </a:cubicBezTo>
                  <a:cubicBezTo>
                    <a:pt x="391" y="10481"/>
                    <a:pt x="1172" y="13543"/>
                    <a:pt x="10997" y="13543"/>
                  </a:cubicBezTo>
                  <a:cubicBezTo>
                    <a:pt x="20759" y="13543"/>
                    <a:pt x="21602" y="10481"/>
                    <a:pt x="21602" y="6779"/>
                  </a:cubicBezTo>
                  <a:cubicBezTo>
                    <a:pt x="21602" y="3000"/>
                    <a:pt x="21930" y="1"/>
                    <a:pt x="109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2"/>
            <p:cNvSpPr/>
            <p:nvPr/>
          </p:nvSpPr>
          <p:spPr>
            <a:xfrm>
              <a:off x="7672018" y="3847203"/>
              <a:ext cx="81895" cy="70522"/>
            </a:xfrm>
            <a:custGeom>
              <a:avLst/>
              <a:gdLst/>
              <a:ahLst/>
              <a:cxnLst/>
              <a:rect l="l" t="t" r="r" b="b"/>
              <a:pathLst>
                <a:path w="4155" h="3578" extrusionOk="0">
                  <a:moveTo>
                    <a:pt x="2078" y="1"/>
                  </a:moveTo>
                  <a:cubicBezTo>
                    <a:pt x="453" y="1"/>
                    <a:pt x="0" y="782"/>
                    <a:pt x="0" y="1750"/>
                  </a:cubicBezTo>
                  <a:cubicBezTo>
                    <a:pt x="0" y="2734"/>
                    <a:pt x="844" y="3577"/>
                    <a:pt x="2078" y="3577"/>
                  </a:cubicBezTo>
                  <a:cubicBezTo>
                    <a:pt x="3374" y="3577"/>
                    <a:pt x="4155" y="2734"/>
                    <a:pt x="4155" y="1750"/>
                  </a:cubicBezTo>
                  <a:cubicBezTo>
                    <a:pt x="4155" y="782"/>
                    <a:pt x="3702" y="1"/>
                    <a:pt x="20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2"/>
            <p:cNvSpPr/>
            <p:nvPr/>
          </p:nvSpPr>
          <p:spPr>
            <a:xfrm>
              <a:off x="7672018" y="3947254"/>
              <a:ext cx="81895" cy="69300"/>
            </a:xfrm>
            <a:custGeom>
              <a:avLst/>
              <a:gdLst/>
              <a:ahLst/>
              <a:cxnLst/>
              <a:rect l="l" t="t" r="r" b="b"/>
              <a:pathLst>
                <a:path w="4155" h="3516" extrusionOk="0">
                  <a:moveTo>
                    <a:pt x="2078" y="1"/>
                  </a:moveTo>
                  <a:cubicBezTo>
                    <a:pt x="453" y="1"/>
                    <a:pt x="0" y="782"/>
                    <a:pt x="0" y="1750"/>
                  </a:cubicBezTo>
                  <a:cubicBezTo>
                    <a:pt x="0" y="2734"/>
                    <a:pt x="844" y="3515"/>
                    <a:pt x="2078" y="3515"/>
                  </a:cubicBezTo>
                  <a:cubicBezTo>
                    <a:pt x="3374" y="3515"/>
                    <a:pt x="4155" y="2734"/>
                    <a:pt x="4155" y="1750"/>
                  </a:cubicBezTo>
                  <a:cubicBezTo>
                    <a:pt x="4155" y="782"/>
                    <a:pt x="3702" y="1"/>
                    <a:pt x="20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2"/>
            <p:cNvSpPr/>
            <p:nvPr/>
          </p:nvSpPr>
          <p:spPr>
            <a:xfrm>
              <a:off x="7310276" y="4071648"/>
              <a:ext cx="51128" cy="43421"/>
            </a:xfrm>
            <a:custGeom>
              <a:avLst/>
              <a:gdLst/>
              <a:ahLst/>
              <a:cxnLst/>
              <a:rect l="l" t="t" r="r" b="b"/>
              <a:pathLst>
                <a:path w="2594" h="2203" extrusionOk="0">
                  <a:moveTo>
                    <a:pt x="1297" y="0"/>
                  </a:moveTo>
                  <a:cubicBezTo>
                    <a:pt x="313" y="0"/>
                    <a:pt x="1" y="453"/>
                    <a:pt x="1" y="1109"/>
                  </a:cubicBezTo>
                  <a:cubicBezTo>
                    <a:pt x="1" y="1687"/>
                    <a:pt x="516" y="2203"/>
                    <a:pt x="1297" y="2203"/>
                  </a:cubicBezTo>
                  <a:cubicBezTo>
                    <a:pt x="2078" y="2203"/>
                    <a:pt x="2593" y="1687"/>
                    <a:pt x="2593" y="1109"/>
                  </a:cubicBezTo>
                  <a:cubicBezTo>
                    <a:pt x="2593" y="453"/>
                    <a:pt x="2343"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2"/>
            <p:cNvSpPr/>
            <p:nvPr/>
          </p:nvSpPr>
          <p:spPr>
            <a:xfrm>
              <a:off x="7396173" y="4071648"/>
              <a:ext cx="51128" cy="43421"/>
            </a:xfrm>
            <a:custGeom>
              <a:avLst/>
              <a:gdLst/>
              <a:ahLst/>
              <a:cxnLst/>
              <a:rect l="l" t="t" r="r" b="b"/>
              <a:pathLst>
                <a:path w="2594" h="2203" extrusionOk="0">
                  <a:moveTo>
                    <a:pt x="1297" y="0"/>
                  </a:moveTo>
                  <a:cubicBezTo>
                    <a:pt x="250" y="0"/>
                    <a:pt x="0" y="453"/>
                    <a:pt x="0" y="1109"/>
                  </a:cubicBezTo>
                  <a:cubicBezTo>
                    <a:pt x="0" y="1687"/>
                    <a:pt x="453" y="2203"/>
                    <a:pt x="1297" y="2203"/>
                  </a:cubicBezTo>
                  <a:cubicBezTo>
                    <a:pt x="2078" y="2203"/>
                    <a:pt x="2593" y="1687"/>
                    <a:pt x="2593" y="1109"/>
                  </a:cubicBezTo>
                  <a:cubicBezTo>
                    <a:pt x="2593" y="453"/>
                    <a:pt x="2281"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2"/>
            <p:cNvSpPr/>
            <p:nvPr/>
          </p:nvSpPr>
          <p:spPr>
            <a:xfrm>
              <a:off x="7480829" y="4071648"/>
              <a:ext cx="51128" cy="43421"/>
            </a:xfrm>
            <a:custGeom>
              <a:avLst/>
              <a:gdLst/>
              <a:ahLst/>
              <a:cxnLst/>
              <a:rect l="l" t="t" r="r" b="b"/>
              <a:pathLst>
                <a:path w="2594" h="2203" extrusionOk="0">
                  <a:moveTo>
                    <a:pt x="1297" y="0"/>
                  </a:moveTo>
                  <a:cubicBezTo>
                    <a:pt x="329" y="0"/>
                    <a:pt x="1" y="453"/>
                    <a:pt x="1" y="1109"/>
                  </a:cubicBezTo>
                  <a:cubicBezTo>
                    <a:pt x="1" y="1687"/>
                    <a:pt x="516" y="2203"/>
                    <a:pt x="1297" y="2203"/>
                  </a:cubicBezTo>
                  <a:cubicBezTo>
                    <a:pt x="2078" y="2203"/>
                    <a:pt x="2593" y="1687"/>
                    <a:pt x="2593" y="1109"/>
                  </a:cubicBezTo>
                  <a:cubicBezTo>
                    <a:pt x="2593" y="453"/>
                    <a:pt x="2344"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2"/>
            <p:cNvSpPr/>
            <p:nvPr/>
          </p:nvSpPr>
          <p:spPr>
            <a:xfrm>
              <a:off x="7565484" y="4071648"/>
              <a:ext cx="52665" cy="43421"/>
            </a:xfrm>
            <a:custGeom>
              <a:avLst/>
              <a:gdLst/>
              <a:ahLst/>
              <a:cxnLst/>
              <a:rect l="l" t="t" r="r" b="b"/>
              <a:pathLst>
                <a:path w="2672" h="2203" extrusionOk="0">
                  <a:moveTo>
                    <a:pt x="1360" y="0"/>
                  </a:moveTo>
                  <a:cubicBezTo>
                    <a:pt x="329" y="0"/>
                    <a:pt x="1" y="453"/>
                    <a:pt x="1" y="1109"/>
                  </a:cubicBezTo>
                  <a:cubicBezTo>
                    <a:pt x="1" y="1687"/>
                    <a:pt x="516" y="2203"/>
                    <a:pt x="1360" y="2203"/>
                  </a:cubicBezTo>
                  <a:cubicBezTo>
                    <a:pt x="2141" y="2203"/>
                    <a:pt x="2672" y="1687"/>
                    <a:pt x="2672" y="1109"/>
                  </a:cubicBezTo>
                  <a:cubicBezTo>
                    <a:pt x="2672" y="453"/>
                    <a:pt x="2344" y="0"/>
                    <a:pt x="13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825"/>
        <p:cNvGrpSpPr/>
        <p:nvPr/>
      </p:nvGrpSpPr>
      <p:grpSpPr>
        <a:xfrm>
          <a:off x="0" y="0"/>
          <a:ext cx="0" cy="0"/>
          <a:chOff x="0" y="0"/>
          <a:chExt cx="0" cy="0"/>
        </a:xfrm>
      </p:grpSpPr>
      <p:sp>
        <p:nvSpPr>
          <p:cNvPr id="1826" name="Google Shape;1826;p43"/>
          <p:cNvSpPr txBox="1">
            <a:spLocks noGrp="1"/>
          </p:cNvSpPr>
          <p:nvPr>
            <p:ph type="title" idx="2"/>
          </p:nvPr>
        </p:nvSpPr>
        <p:spPr>
          <a:xfrm>
            <a:off x="1457725" y="2812000"/>
            <a:ext cx="3600300" cy="841800"/>
          </a:xfrm>
          <a:prstGeom prst="rect">
            <a:avLst/>
          </a:prstGeom>
        </p:spPr>
        <p:txBody>
          <a:bodyPr spcFirstLastPara="1" wrap="square" lIns="91425" tIns="91425" rIns="91425" bIns="91425" anchor="b" anchorCtr="0">
            <a:noAutofit/>
          </a:bodyPr>
          <a:lstStyle/>
          <a:p>
            <a:r>
              <a:rPr lang="en-US" dirty="0"/>
              <a:t>Solution of Problems</a:t>
            </a:r>
            <a:endParaRPr lang="en-US" dirty="0">
              <a:effectLst/>
            </a:endParaRPr>
          </a:p>
        </p:txBody>
      </p:sp>
      <p:sp>
        <p:nvSpPr>
          <p:cNvPr id="1827" name="Google Shape;1827;p43"/>
          <p:cNvSpPr txBox="1">
            <a:spLocks noGrp="1"/>
          </p:cNvSpPr>
          <p:nvPr>
            <p:ph type="title"/>
          </p:nvPr>
        </p:nvSpPr>
        <p:spPr>
          <a:xfrm>
            <a:off x="1457725" y="1259507"/>
            <a:ext cx="3738900" cy="10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1828" name="Google Shape;1828;p43"/>
          <p:cNvSpPr txBox="1">
            <a:spLocks noGrp="1"/>
          </p:cNvSpPr>
          <p:nvPr>
            <p:ph type="subTitle" idx="1"/>
          </p:nvPr>
        </p:nvSpPr>
        <p:spPr>
          <a:xfrm>
            <a:off x="1457725" y="3401725"/>
            <a:ext cx="2628600" cy="792600"/>
          </a:xfrm>
          <a:prstGeom prst="rect">
            <a:avLst/>
          </a:prstGeom>
        </p:spPr>
        <p:txBody>
          <a:bodyPr spcFirstLastPara="1" wrap="square" lIns="91425" tIns="91425" rIns="91425" bIns="91425" anchor="b" anchorCtr="0">
            <a:noAutofit/>
          </a:bodyPr>
          <a:lstStyle/>
          <a:p>
            <a:r>
              <a:rPr lang="en-US" dirty="0"/>
              <a:t>How I solved these problems</a:t>
            </a:r>
            <a:endParaRPr lang="en-US" dirty="0">
              <a:effectLst/>
            </a:endParaRPr>
          </a:p>
        </p:txBody>
      </p:sp>
      <p:grpSp>
        <p:nvGrpSpPr>
          <p:cNvPr id="1829" name="Google Shape;1829;p43"/>
          <p:cNvGrpSpPr/>
          <p:nvPr/>
        </p:nvGrpSpPr>
        <p:grpSpPr>
          <a:xfrm rot="-574160">
            <a:off x="5185608" y="1003808"/>
            <a:ext cx="2096256" cy="3342702"/>
            <a:chOff x="-3499275" y="1185725"/>
            <a:chExt cx="2184850" cy="3483975"/>
          </a:xfrm>
        </p:grpSpPr>
        <p:sp>
          <p:nvSpPr>
            <p:cNvPr id="1830" name="Google Shape;1830;p43"/>
            <p:cNvSpPr/>
            <p:nvPr/>
          </p:nvSpPr>
          <p:spPr>
            <a:xfrm>
              <a:off x="-2280125" y="2515800"/>
              <a:ext cx="443625" cy="1185275"/>
            </a:xfrm>
            <a:custGeom>
              <a:avLst/>
              <a:gdLst/>
              <a:ahLst/>
              <a:cxnLst/>
              <a:rect l="l" t="t" r="r" b="b"/>
              <a:pathLst>
                <a:path w="17745" h="47411" extrusionOk="0">
                  <a:moveTo>
                    <a:pt x="6941" y="0"/>
                  </a:moveTo>
                  <a:lnTo>
                    <a:pt x="0" y="7424"/>
                  </a:lnTo>
                  <a:lnTo>
                    <a:pt x="7424" y="16205"/>
                  </a:lnTo>
                  <a:cubicBezTo>
                    <a:pt x="7816" y="18106"/>
                    <a:pt x="10080" y="37963"/>
                    <a:pt x="10080" y="37963"/>
                  </a:cubicBezTo>
                  <a:cubicBezTo>
                    <a:pt x="9959" y="38084"/>
                    <a:pt x="9808" y="38355"/>
                    <a:pt x="9687" y="38597"/>
                  </a:cubicBezTo>
                  <a:cubicBezTo>
                    <a:pt x="9446" y="38989"/>
                    <a:pt x="9204" y="39351"/>
                    <a:pt x="8933" y="39593"/>
                  </a:cubicBezTo>
                  <a:cubicBezTo>
                    <a:pt x="8571" y="39985"/>
                    <a:pt x="8058" y="40347"/>
                    <a:pt x="7696" y="40619"/>
                  </a:cubicBezTo>
                  <a:cubicBezTo>
                    <a:pt x="7424" y="40739"/>
                    <a:pt x="7303" y="40981"/>
                    <a:pt x="7303" y="41252"/>
                  </a:cubicBezTo>
                  <a:cubicBezTo>
                    <a:pt x="7424" y="41373"/>
                    <a:pt x="7545" y="41494"/>
                    <a:pt x="7696" y="41494"/>
                  </a:cubicBezTo>
                  <a:cubicBezTo>
                    <a:pt x="7730" y="41505"/>
                    <a:pt x="7773" y="41511"/>
                    <a:pt x="7823" y="41511"/>
                  </a:cubicBezTo>
                  <a:cubicBezTo>
                    <a:pt x="8298" y="41511"/>
                    <a:pt x="9432" y="40995"/>
                    <a:pt x="10442" y="39985"/>
                  </a:cubicBezTo>
                  <a:cubicBezTo>
                    <a:pt x="10631" y="39773"/>
                    <a:pt x="10781" y="39682"/>
                    <a:pt x="10899" y="39682"/>
                  </a:cubicBezTo>
                  <a:cubicBezTo>
                    <a:pt x="11417" y="39682"/>
                    <a:pt x="11317" y="41436"/>
                    <a:pt x="11317" y="42248"/>
                  </a:cubicBezTo>
                  <a:cubicBezTo>
                    <a:pt x="11196" y="43123"/>
                    <a:pt x="11317" y="45900"/>
                    <a:pt x="11588" y="46141"/>
                  </a:cubicBezTo>
                  <a:cubicBezTo>
                    <a:pt x="11684" y="46244"/>
                    <a:pt x="11781" y="46293"/>
                    <a:pt x="11873" y="46293"/>
                  </a:cubicBezTo>
                  <a:cubicBezTo>
                    <a:pt x="12130" y="46293"/>
                    <a:pt x="12343" y="45910"/>
                    <a:pt x="12343" y="45266"/>
                  </a:cubicBezTo>
                  <a:cubicBezTo>
                    <a:pt x="12464" y="44270"/>
                    <a:pt x="12705" y="41614"/>
                    <a:pt x="13097" y="41614"/>
                  </a:cubicBezTo>
                  <a:cubicBezTo>
                    <a:pt x="13580" y="41735"/>
                    <a:pt x="13339" y="46262"/>
                    <a:pt x="13339" y="46262"/>
                  </a:cubicBezTo>
                  <a:cubicBezTo>
                    <a:pt x="13339" y="46262"/>
                    <a:pt x="13097" y="47288"/>
                    <a:pt x="13731" y="47408"/>
                  </a:cubicBezTo>
                  <a:cubicBezTo>
                    <a:pt x="13743" y="47410"/>
                    <a:pt x="13754" y="47411"/>
                    <a:pt x="13766" y="47411"/>
                  </a:cubicBezTo>
                  <a:cubicBezTo>
                    <a:pt x="14724" y="47411"/>
                    <a:pt x="14606" y="42485"/>
                    <a:pt x="14606" y="42127"/>
                  </a:cubicBezTo>
                  <a:cubicBezTo>
                    <a:pt x="14606" y="41931"/>
                    <a:pt x="14727" y="41833"/>
                    <a:pt x="14848" y="41833"/>
                  </a:cubicBezTo>
                  <a:cubicBezTo>
                    <a:pt x="14968" y="41833"/>
                    <a:pt x="15089" y="41931"/>
                    <a:pt x="15089" y="42127"/>
                  </a:cubicBezTo>
                  <a:cubicBezTo>
                    <a:pt x="15089" y="42490"/>
                    <a:pt x="14727" y="46775"/>
                    <a:pt x="15723" y="46895"/>
                  </a:cubicBezTo>
                  <a:cubicBezTo>
                    <a:pt x="15733" y="46897"/>
                    <a:pt x="15743" y="46898"/>
                    <a:pt x="15753" y="46898"/>
                  </a:cubicBezTo>
                  <a:cubicBezTo>
                    <a:pt x="16456" y="46898"/>
                    <a:pt x="15730" y="42751"/>
                    <a:pt x="16236" y="42007"/>
                  </a:cubicBezTo>
                  <a:cubicBezTo>
                    <a:pt x="16287" y="41916"/>
                    <a:pt x="16331" y="41875"/>
                    <a:pt x="16368" y="41875"/>
                  </a:cubicBezTo>
                  <a:cubicBezTo>
                    <a:pt x="16704" y="41875"/>
                    <a:pt x="16553" y="45157"/>
                    <a:pt x="17231" y="45266"/>
                  </a:cubicBezTo>
                  <a:cubicBezTo>
                    <a:pt x="17624" y="45266"/>
                    <a:pt x="17745" y="45266"/>
                    <a:pt x="17624" y="42882"/>
                  </a:cubicBezTo>
                  <a:cubicBezTo>
                    <a:pt x="17352" y="40981"/>
                    <a:pt x="16990" y="38989"/>
                    <a:pt x="16477" y="37088"/>
                  </a:cubicBezTo>
                  <a:cubicBezTo>
                    <a:pt x="16598" y="34825"/>
                    <a:pt x="16869" y="12584"/>
                    <a:pt x="14848" y="10170"/>
                  </a:cubicBezTo>
                  <a:lnTo>
                    <a:pt x="6941"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3"/>
            <p:cNvSpPr/>
            <p:nvPr/>
          </p:nvSpPr>
          <p:spPr>
            <a:xfrm>
              <a:off x="-1968550" y="2775625"/>
              <a:ext cx="62650" cy="54775"/>
            </a:xfrm>
            <a:custGeom>
              <a:avLst/>
              <a:gdLst/>
              <a:ahLst/>
              <a:cxnLst/>
              <a:rect l="l" t="t" r="r" b="b"/>
              <a:pathLst>
                <a:path w="2506" h="2191" extrusionOk="0">
                  <a:moveTo>
                    <a:pt x="1200" y="1"/>
                  </a:moveTo>
                  <a:cubicBezTo>
                    <a:pt x="990" y="1"/>
                    <a:pt x="797" y="61"/>
                    <a:pt x="634" y="169"/>
                  </a:cubicBezTo>
                  <a:cubicBezTo>
                    <a:pt x="363" y="290"/>
                    <a:pt x="242" y="411"/>
                    <a:pt x="121" y="682"/>
                  </a:cubicBezTo>
                  <a:cubicBezTo>
                    <a:pt x="1" y="924"/>
                    <a:pt x="1" y="1165"/>
                    <a:pt x="121" y="1437"/>
                  </a:cubicBezTo>
                  <a:cubicBezTo>
                    <a:pt x="199" y="1670"/>
                    <a:pt x="441" y="1804"/>
                    <a:pt x="700" y="1804"/>
                  </a:cubicBezTo>
                  <a:cubicBezTo>
                    <a:pt x="842" y="1804"/>
                    <a:pt x="989" y="1763"/>
                    <a:pt x="1117" y="1678"/>
                  </a:cubicBezTo>
                  <a:cubicBezTo>
                    <a:pt x="1389" y="1557"/>
                    <a:pt x="1509" y="1286"/>
                    <a:pt x="1389" y="1044"/>
                  </a:cubicBezTo>
                  <a:lnTo>
                    <a:pt x="1268" y="803"/>
                  </a:lnTo>
                  <a:lnTo>
                    <a:pt x="1268" y="1044"/>
                  </a:lnTo>
                  <a:cubicBezTo>
                    <a:pt x="1389" y="1286"/>
                    <a:pt x="1268" y="1437"/>
                    <a:pt x="996" y="1557"/>
                  </a:cubicBezTo>
                  <a:cubicBezTo>
                    <a:pt x="933" y="1589"/>
                    <a:pt x="859" y="1604"/>
                    <a:pt x="782" y="1604"/>
                  </a:cubicBezTo>
                  <a:cubicBezTo>
                    <a:pt x="567" y="1604"/>
                    <a:pt x="331" y="1486"/>
                    <a:pt x="242" y="1286"/>
                  </a:cubicBezTo>
                  <a:lnTo>
                    <a:pt x="242" y="803"/>
                  </a:lnTo>
                  <a:cubicBezTo>
                    <a:pt x="363" y="531"/>
                    <a:pt x="514" y="411"/>
                    <a:pt x="755" y="290"/>
                  </a:cubicBezTo>
                  <a:cubicBezTo>
                    <a:pt x="886" y="228"/>
                    <a:pt x="1024" y="198"/>
                    <a:pt x="1162" y="198"/>
                  </a:cubicBezTo>
                  <a:cubicBezTo>
                    <a:pt x="1563" y="198"/>
                    <a:pt x="1972" y="452"/>
                    <a:pt x="2264" y="924"/>
                  </a:cubicBezTo>
                  <a:lnTo>
                    <a:pt x="2264" y="1286"/>
                  </a:lnTo>
                  <a:cubicBezTo>
                    <a:pt x="2264" y="1493"/>
                    <a:pt x="2264" y="1754"/>
                    <a:pt x="2210" y="1986"/>
                  </a:cubicBezTo>
                  <a:lnTo>
                    <a:pt x="2210" y="1986"/>
                  </a:lnTo>
                  <a:cubicBezTo>
                    <a:pt x="2225" y="1963"/>
                    <a:pt x="2242" y="1941"/>
                    <a:pt x="2264" y="1919"/>
                  </a:cubicBezTo>
                  <a:cubicBezTo>
                    <a:pt x="2385" y="1678"/>
                    <a:pt x="2505" y="1437"/>
                    <a:pt x="2505" y="1165"/>
                  </a:cubicBezTo>
                  <a:cubicBezTo>
                    <a:pt x="2505" y="803"/>
                    <a:pt x="2264" y="531"/>
                    <a:pt x="2022" y="290"/>
                  </a:cubicBezTo>
                  <a:cubicBezTo>
                    <a:pt x="1740" y="90"/>
                    <a:pt x="1458" y="1"/>
                    <a:pt x="1200" y="1"/>
                  </a:cubicBezTo>
                  <a:close/>
                  <a:moveTo>
                    <a:pt x="2210" y="1986"/>
                  </a:moveTo>
                  <a:lnTo>
                    <a:pt x="2210" y="1986"/>
                  </a:lnTo>
                  <a:cubicBezTo>
                    <a:pt x="2143" y="2089"/>
                    <a:pt x="2143" y="2191"/>
                    <a:pt x="2143" y="2191"/>
                  </a:cubicBezTo>
                  <a:cubicBezTo>
                    <a:pt x="2172" y="2127"/>
                    <a:pt x="2193" y="2058"/>
                    <a:pt x="2210" y="1986"/>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3"/>
            <p:cNvSpPr/>
            <p:nvPr/>
          </p:nvSpPr>
          <p:spPr>
            <a:xfrm>
              <a:off x="-3499275" y="1185725"/>
              <a:ext cx="550000" cy="1154300"/>
            </a:xfrm>
            <a:custGeom>
              <a:avLst/>
              <a:gdLst/>
              <a:ahLst/>
              <a:cxnLst/>
              <a:rect l="l" t="t" r="r" b="b"/>
              <a:pathLst>
                <a:path w="22000" h="46172" extrusionOk="0">
                  <a:moveTo>
                    <a:pt x="3772" y="1"/>
                  </a:moveTo>
                  <a:cubicBezTo>
                    <a:pt x="2746" y="1"/>
                    <a:pt x="3501" y="4799"/>
                    <a:pt x="3501" y="5282"/>
                  </a:cubicBezTo>
                  <a:cubicBezTo>
                    <a:pt x="3576" y="5478"/>
                    <a:pt x="3455" y="5576"/>
                    <a:pt x="3316" y="5576"/>
                  </a:cubicBezTo>
                  <a:cubicBezTo>
                    <a:pt x="3176" y="5576"/>
                    <a:pt x="3018" y="5478"/>
                    <a:pt x="3018" y="5282"/>
                  </a:cubicBezTo>
                  <a:cubicBezTo>
                    <a:pt x="3018" y="4920"/>
                    <a:pt x="2897" y="635"/>
                    <a:pt x="1871" y="635"/>
                  </a:cubicBezTo>
                  <a:cubicBezTo>
                    <a:pt x="996" y="635"/>
                    <a:pt x="2384" y="4678"/>
                    <a:pt x="1871" y="5553"/>
                  </a:cubicBezTo>
                  <a:cubicBezTo>
                    <a:pt x="1819" y="5660"/>
                    <a:pt x="1771" y="5708"/>
                    <a:pt x="1726" y="5708"/>
                  </a:cubicBezTo>
                  <a:cubicBezTo>
                    <a:pt x="1349" y="5708"/>
                    <a:pt x="1156" y="2415"/>
                    <a:pt x="483" y="2415"/>
                  </a:cubicBezTo>
                  <a:cubicBezTo>
                    <a:pt x="242" y="2415"/>
                    <a:pt x="0" y="2536"/>
                    <a:pt x="362" y="4799"/>
                  </a:cubicBezTo>
                  <a:cubicBezTo>
                    <a:pt x="875" y="6791"/>
                    <a:pt x="1509" y="8692"/>
                    <a:pt x="2143" y="10563"/>
                  </a:cubicBezTo>
                  <a:cubicBezTo>
                    <a:pt x="2384" y="12705"/>
                    <a:pt x="4647" y="34855"/>
                    <a:pt x="6911" y="36968"/>
                  </a:cubicBezTo>
                  <a:lnTo>
                    <a:pt x="15964" y="46172"/>
                  </a:lnTo>
                  <a:lnTo>
                    <a:pt x="21999" y="37994"/>
                  </a:lnTo>
                  <a:lnTo>
                    <a:pt x="13580" y="30178"/>
                  </a:lnTo>
                  <a:cubicBezTo>
                    <a:pt x="12946" y="28428"/>
                    <a:pt x="8540" y="8933"/>
                    <a:pt x="8540" y="8933"/>
                  </a:cubicBezTo>
                  <a:lnTo>
                    <a:pt x="8420" y="8933"/>
                  </a:lnTo>
                  <a:cubicBezTo>
                    <a:pt x="8540" y="8692"/>
                    <a:pt x="8661" y="8450"/>
                    <a:pt x="8782" y="8179"/>
                  </a:cubicBezTo>
                  <a:cubicBezTo>
                    <a:pt x="8933" y="7817"/>
                    <a:pt x="9174" y="7424"/>
                    <a:pt x="9415" y="7062"/>
                  </a:cubicBezTo>
                  <a:cubicBezTo>
                    <a:pt x="9808" y="6670"/>
                    <a:pt x="10170" y="6308"/>
                    <a:pt x="10562" y="6036"/>
                  </a:cubicBezTo>
                  <a:cubicBezTo>
                    <a:pt x="10804" y="5916"/>
                    <a:pt x="10924" y="5553"/>
                    <a:pt x="10804" y="5282"/>
                  </a:cubicBezTo>
                  <a:cubicBezTo>
                    <a:pt x="10683" y="5161"/>
                    <a:pt x="10562" y="5040"/>
                    <a:pt x="10441" y="5040"/>
                  </a:cubicBezTo>
                  <a:cubicBezTo>
                    <a:pt x="10049" y="5040"/>
                    <a:pt x="8782" y="5674"/>
                    <a:pt x="7907" y="6942"/>
                  </a:cubicBezTo>
                  <a:cubicBezTo>
                    <a:pt x="7739" y="7179"/>
                    <a:pt x="7594" y="7278"/>
                    <a:pt x="7470" y="7278"/>
                  </a:cubicBezTo>
                  <a:cubicBezTo>
                    <a:pt x="6948" y="7278"/>
                    <a:pt x="6790" y="5506"/>
                    <a:pt x="6790" y="4799"/>
                  </a:cubicBezTo>
                  <a:cubicBezTo>
                    <a:pt x="6669" y="3924"/>
                    <a:pt x="6398" y="1148"/>
                    <a:pt x="6036" y="906"/>
                  </a:cubicBezTo>
                  <a:cubicBezTo>
                    <a:pt x="5953" y="849"/>
                    <a:pt x="5872" y="821"/>
                    <a:pt x="5795" y="821"/>
                  </a:cubicBezTo>
                  <a:cubicBezTo>
                    <a:pt x="5507" y="821"/>
                    <a:pt x="5281" y="1211"/>
                    <a:pt x="5281" y="1902"/>
                  </a:cubicBezTo>
                  <a:cubicBezTo>
                    <a:pt x="5402" y="2777"/>
                    <a:pt x="5523" y="5553"/>
                    <a:pt x="5010" y="5553"/>
                  </a:cubicBezTo>
                  <a:cubicBezTo>
                    <a:pt x="4527" y="5553"/>
                    <a:pt x="4255" y="1027"/>
                    <a:pt x="4255" y="1027"/>
                  </a:cubicBezTo>
                  <a:cubicBezTo>
                    <a:pt x="4255" y="1027"/>
                    <a:pt x="4406" y="1"/>
                    <a:pt x="3772"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3"/>
            <p:cNvSpPr/>
            <p:nvPr/>
          </p:nvSpPr>
          <p:spPr>
            <a:xfrm>
              <a:off x="-3336325" y="2053325"/>
              <a:ext cx="66400" cy="49075"/>
            </a:xfrm>
            <a:custGeom>
              <a:avLst/>
              <a:gdLst/>
              <a:ahLst/>
              <a:cxnLst/>
              <a:rect l="l" t="t" r="r" b="b"/>
              <a:pathLst>
                <a:path w="2656" h="1963" extrusionOk="0">
                  <a:moveTo>
                    <a:pt x="1268" y="1027"/>
                  </a:moveTo>
                  <a:cubicBezTo>
                    <a:pt x="1268" y="1112"/>
                    <a:pt x="1328" y="1197"/>
                    <a:pt x="1364" y="1197"/>
                  </a:cubicBezTo>
                  <a:cubicBezTo>
                    <a:pt x="1378" y="1197"/>
                    <a:pt x="1389" y="1183"/>
                    <a:pt x="1389" y="1147"/>
                  </a:cubicBezTo>
                  <a:lnTo>
                    <a:pt x="1268" y="1027"/>
                  </a:lnTo>
                  <a:close/>
                  <a:moveTo>
                    <a:pt x="393" y="1"/>
                  </a:moveTo>
                  <a:cubicBezTo>
                    <a:pt x="393" y="1"/>
                    <a:pt x="272" y="1"/>
                    <a:pt x="272" y="151"/>
                  </a:cubicBezTo>
                  <a:cubicBezTo>
                    <a:pt x="0" y="755"/>
                    <a:pt x="151" y="1509"/>
                    <a:pt x="755" y="1781"/>
                  </a:cubicBezTo>
                  <a:cubicBezTo>
                    <a:pt x="951" y="1902"/>
                    <a:pt x="1177" y="1962"/>
                    <a:pt x="1415" y="1962"/>
                  </a:cubicBezTo>
                  <a:cubicBezTo>
                    <a:pt x="1653" y="1962"/>
                    <a:pt x="1902" y="1902"/>
                    <a:pt x="2143" y="1781"/>
                  </a:cubicBezTo>
                  <a:cubicBezTo>
                    <a:pt x="2264" y="1660"/>
                    <a:pt x="2535" y="1389"/>
                    <a:pt x="2535" y="1147"/>
                  </a:cubicBezTo>
                  <a:cubicBezTo>
                    <a:pt x="2656" y="906"/>
                    <a:pt x="2535" y="755"/>
                    <a:pt x="2415" y="514"/>
                  </a:cubicBezTo>
                  <a:cubicBezTo>
                    <a:pt x="2317" y="279"/>
                    <a:pt x="2080" y="133"/>
                    <a:pt x="1819" y="133"/>
                  </a:cubicBezTo>
                  <a:cubicBezTo>
                    <a:pt x="1676" y="133"/>
                    <a:pt x="1527" y="176"/>
                    <a:pt x="1389" y="272"/>
                  </a:cubicBezTo>
                  <a:cubicBezTo>
                    <a:pt x="1147" y="514"/>
                    <a:pt x="1147" y="755"/>
                    <a:pt x="1268" y="1027"/>
                  </a:cubicBezTo>
                  <a:cubicBezTo>
                    <a:pt x="1268" y="755"/>
                    <a:pt x="1268" y="514"/>
                    <a:pt x="1509" y="393"/>
                  </a:cubicBezTo>
                  <a:cubicBezTo>
                    <a:pt x="1609" y="349"/>
                    <a:pt x="1720" y="321"/>
                    <a:pt x="1828" y="321"/>
                  </a:cubicBezTo>
                  <a:cubicBezTo>
                    <a:pt x="2014" y="321"/>
                    <a:pt x="2187" y="405"/>
                    <a:pt x="2264" y="634"/>
                  </a:cubicBezTo>
                  <a:cubicBezTo>
                    <a:pt x="2415" y="755"/>
                    <a:pt x="2415" y="906"/>
                    <a:pt x="2264" y="1147"/>
                  </a:cubicBezTo>
                  <a:cubicBezTo>
                    <a:pt x="2264" y="1268"/>
                    <a:pt x="2143" y="1509"/>
                    <a:pt x="2022" y="1660"/>
                  </a:cubicBezTo>
                  <a:cubicBezTo>
                    <a:pt x="1841" y="1721"/>
                    <a:pt x="1653" y="1751"/>
                    <a:pt x="1464" y="1751"/>
                  </a:cubicBezTo>
                  <a:cubicBezTo>
                    <a:pt x="1275" y="1751"/>
                    <a:pt x="1087" y="1721"/>
                    <a:pt x="906" y="1660"/>
                  </a:cubicBezTo>
                  <a:cubicBezTo>
                    <a:pt x="513" y="1509"/>
                    <a:pt x="393" y="1147"/>
                    <a:pt x="272" y="906"/>
                  </a:cubicBezTo>
                  <a:cubicBezTo>
                    <a:pt x="272" y="514"/>
                    <a:pt x="272" y="272"/>
                    <a:pt x="393"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3"/>
            <p:cNvSpPr/>
            <p:nvPr/>
          </p:nvSpPr>
          <p:spPr>
            <a:xfrm>
              <a:off x="-2386500" y="4307550"/>
              <a:ext cx="175800" cy="362150"/>
            </a:xfrm>
            <a:custGeom>
              <a:avLst/>
              <a:gdLst/>
              <a:ahLst/>
              <a:cxnLst/>
              <a:rect l="l" t="t" r="r" b="b"/>
              <a:pathLst>
                <a:path w="7032" h="14486" extrusionOk="0">
                  <a:moveTo>
                    <a:pt x="483" y="1"/>
                  </a:moveTo>
                  <a:lnTo>
                    <a:pt x="0" y="8300"/>
                  </a:lnTo>
                  <a:lnTo>
                    <a:pt x="4406" y="8662"/>
                  </a:lnTo>
                  <a:cubicBezTo>
                    <a:pt x="4406" y="8662"/>
                    <a:pt x="5200" y="14485"/>
                    <a:pt x="5908" y="14485"/>
                  </a:cubicBezTo>
                  <a:cubicBezTo>
                    <a:pt x="5992" y="14485"/>
                    <a:pt x="6076" y="14402"/>
                    <a:pt x="6157" y="14214"/>
                  </a:cubicBezTo>
                  <a:cubicBezTo>
                    <a:pt x="6790" y="12705"/>
                    <a:pt x="7032" y="3260"/>
                    <a:pt x="7032" y="997"/>
                  </a:cubicBezTo>
                  <a:lnTo>
                    <a:pt x="7032" y="514"/>
                  </a:lnTo>
                  <a:lnTo>
                    <a:pt x="483"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3"/>
            <p:cNvSpPr/>
            <p:nvPr/>
          </p:nvSpPr>
          <p:spPr>
            <a:xfrm>
              <a:off x="-2270325" y="4313600"/>
              <a:ext cx="56600" cy="6800"/>
            </a:xfrm>
            <a:custGeom>
              <a:avLst/>
              <a:gdLst/>
              <a:ahLst/>
              <a:cxnLst/>
              <a:rect l="l" t="t" r="r" b="b"/>
              <a:pathLst>
                <a:path w="2264" h="272" extrusionOk="0">
                  <a:moveTo>
                    <a:pt x="1" y="0"/>
                  </a:moveTo>
                  <a:lnTo>
                    <a:pt x="1" y="0"/>
                  </a:lnTo>
                  <a:lnTo>
                    <a:pt x="2264" y="272"/>
                  </a:lnTo>
                  <a:lnTo>
                    <a:pt x="2264" y="272"/>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3"/>
            <p:cNvSpPr/>
            <p:nvPr/>
          </p:nvSpPr>
          <p:spPr>
            <a:xfrm>
              <a:off x="-2273350" y="4313600"/>
              <a:ext cx="59625" cy="82250"/>
            </a:xfrm>
            <a:custGeom>
              <a:avLst/>
              <a:gdLst/>
              <a:ahLst/>
              <a:cxnLst/>
              <a:rect l="l" t="t" r="r" b="b"/>
              <a:pathLst>
                <a:path w="2385" h="3290" extrusionOk="0">
                  <a:moveTo>
                    <a:pt x="122" y="0"/>
                  </a:moveTo>
                  <a:lnTo>
                    <a:pt x="122" y="0"/>
                  </a:lnTo>
                  <a:cubicBezTo>
                    <a:pt x="1" y="755"/>
                    <a:pt x="122" y="1509"/>
                    <a:pt x="484" y="2022"/>
                  </a:cubicBezTo>
                  <a:cubicBezTo>
                    <a:pt x="876" y="2656"/>
                    <a:pt x="1510" y="3018"/>
                    <a:pt x="2144" y="3290"/>
                  </a:cubicBezTo>
                  <a:lnTo>
                    <a:pt x="2385" y="272"/>
                  </a:lnTo>
                  <a:lnTo>
                    <a:pt x="122" y="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3"/>
            <p:cNvSpPr/>
            <p:nvPr/>
          </p:nvSpPr>
          <p:spPr>
            <a:xfrm>
              <a:off x="-2261275" y="4612350"/>
              <a:ext cx="25675" cy="56600"/>
            </a:xfrm>
            <a:custGeom>
              <a:avLst/>
              <a:gdLst/>
              <a:ahLst/>
              <a:cxnLst/>
              <a:rect l="l" t="t" r="r" b="b"/>
              <a:pathLst>
                <a:path w="1027" h="2264" extrusionOk="0">
                  <a:moveTo>
                    <a:pt x="1" y="0"/>
                  </a:moveTo>
                  <a:lnTo>
                    <a:pt x="1" y="0"/>
                  </a:lnTo>
                  <a:cubicBezTo>
                    <a:pt x="272" y="1268"/>
                    <a:pt x="635" y="2264"/>
                    <a:pt x="906" y="2264"/>
                  </a:cubicBezTo>
                  <a:cubicBezTo>
                    <a:pt x="514" y="2264"/>
                    <a:pt x="1" y="2"/>
                    <a:pt x="1" y="0"/>
                  </a:cubicBezTo>
                  <a:close/>
                  <a:moveTo>
                    <a:pt x="1027" y="2143"/>
                  </a:moveTo>
                  <a:cubicBezTo>
                    <a:pt x="1027" y="2264"/>
                    <a:pt x="1027" y="2264"/>
                    <a:pt x="906" y="2264"/>
                  </a:cubicBezTo>
                  <a:lnTo>
                    <a:pt x="1027" y="2264"/>
                  </a:lnTo>
                  <a:lnTo>
                    <a:pt x="1027" y="2143"/>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3"/>
            <p:cNvSpPr/>
            <p:nvPr/>
          </p:nvSpPr>
          <p:spPr>
            <a:xfrm>
              <a:off x="-2261275" y="4320375"/>
              <a:ext cx="53600" cy="348575"/>
            </a:xfrm>
            <a:custGeom>
              <a:avLst/>
              <a:gdLst/>
              <a:ahLst/>
              <a:cxnLst/>
              <a:rect l="l" t="t" r="r" b="b"/>
              <a:pathLst>
                <a:path w="2144" h="13943" extrusionOk="0">
                  <a:moveTo>
                    <a:pt x="1902" y="1"/>
                  </a:moveTo>
                  <a:lnTo>
                    <a:pt x="1781" y="3019"/>
                  </a:lnTo>
                  <a:lnTo>
                    <a:pt x="1661" y="3019"/>
                  </a:lnTo>
                  <a:lnTo>
                    <a:pt x="1148" y="11046"/>
                  </a:lnTo>
                  <a:cubicBezTo>
                    <a:pt x="1148" y="11046"/>
                    <a:pt x="152" y="11166"/>
                    <a:pt x="1" y="11679"/>
                  </a:cubicBezTo>
                  <a:cubicBezTo>
                    <a:pt x="272" y="12947"/>
                    <a:pt x="635" y="13943"/>
                    <a:pt x="906" y="13943"/>
                  </a:cubicBezTo>
                  <a:cubicBezTo>
                    <a:pt x="1027" y="13943"/>
                    <a:pt x="1027" y="13943"/>
                    <a:pt x="1027" y="13822"/>
                  </a:cubicBezTo>
                  <a:cubicBezTo>
                    <a:pt x="1510" y="12675"/>
                    <a:pt x="2143" y="3894"/>
                    <a:pt x="2023" y="1"/>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3"/>
            <p:cNvSpPr/>
            <p:nvPr/>
          </p:nvSpPr>
          <p:spPr>
            <a:xfrm>
              <a:off x="-2219775" y="4320375"/>
              <a:ext cx="6050" cy="75475"/>
            </a:xfrm>
            <a:custGeom>
              <a:avLst/>
              <a:gdLst/>
              <a:ahLst/>
              <a:cxnLst/>
              <a:rect l="l" t="t" r="r" b="b"/>
              <a:pathLst>
                <a:path w="242" h="3019" extrusionOk="0">
                  <a:moveTo>
                    <a:pt x="242" y="1"/>
                  </a:moveTo>
                  <a:lnTo>
                    <a:pt x="1" y="3019"/>
                  </a:lnTo>
                  <a:lnTo>
                    <a:pt x="121" y="3019"/>
                  </a:lnTo>
                  <a:lnTo>
                    <a:pt x="242" y="1"/>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3"/>
            <p:cNvSpPr/>
            <p:nvPr/>
          </p:nvSpPr>
          <p:spPr>
            <a:xfrm>
              <a:off x="-2238625" y="4320375"/>
              <a:ext cx="24900" cy="335750"/>
            </a:xfrm>
            <a:custGeom>
              <a:avLst/>
              <a:gdLst/>
              <a:ahLst/>
              <a:cxnLst/>
              <a:rect l="l" t="t" r="r" b="b"/>
              <a:pathLst>
                <a:path w="996" h="13430" extrusionOk="0">
                  <a:moveTo>
                    <a:pt x="996" y="1"/>
                  </a:moveTo>
                  <a:cubicBezTo>
                    <a:pt x="875" y="122"/>
                    <a:pt x="875" y="242"/>
                    <a:pt x="875" y="363"/>
                  </a:cubicBezTo>
                  <a:lnTo>
                    <a:pt x="875" y="1872"/>
                  </a:lnTo>
                  <a:cubicBezTo>
                    <a:pt x="875" y="1238"/>
                    <a:pt x="996" y="755"/>
                    <a:pt x="996" y="363"/>
                  </a:cubicBezTo>
                  <a:lnTo>
                    <a:pt x="996" y="1"/>
                  </a:lnTo>
                  <a:close/>
                  <a:moveTo>
                    <a:pt x="875" y="1872"/>
                  </a:moveTo>
                  <a:lnTo>
                    <a:pt x="875" y="1872"/>
                  </a:lnTo>
                  <a:cubicBezTo>
                    <a:pt x="755" y="3139"/>
                    <a:pt x="604" y="4890"/>
                    <a:pt x="483" y="6911"/>
                  </a:cubicBezTo>
                  <a:cubicBezTo>
                    <a:pt x="362" y="8903"/>
                    <a:pt x="242" y="10684"/>
                    <a:pt x="121" y="11921"/>
                  </a:cubicBezTo>
                  <a:cubicBezTo>
                    <a:pt x="121" y="12434"/>
                    <a:pt x="0" y="13068"/>
                    <a:pt x="0" y="13430"/>
                  </a:cubicBezTo>
                  <a:cubicBezTo>
                    <a:pt x="121" y="13068"/>
                    <a:pt x="121" y="12555"/>
                    <a:pt x="242" y="11921"/>
                  </a:cubicBezTo>
                  <a:cubicBezTo>
                    <a:pt x="362" y="10684"/>
                    <a:pt x="483" y="8903"/>
                    <a:pt x="604" y="6911"/>
                  </a:cubicBezTo>
                  <a:cubicBezTo>
                    <a:pt x="755" y="4890"/>
                    <a:pt x="875" y="3139"/>
                    <a:pt x="875" y="187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3"/>
            <p:cNvSpPr/>
            <p:nvPr/>
          </p:nvSpPr>
          <p:spPr>
            <a:xfrm>
              <a:off x="-2264275" y="4596500"/>
              <a:ext cx="34725" cy="18900"/>
            </a:xfrm>
            <a:custGeom>
              <a:avLst/>
              <a:gdLst/>
              <a:ahLst/>
              <a:cxnLst/>
              <a:rect l="l" t="t" r="r" b="b"/>
              <a:pathLst>
                <a:path w="1389" h="756" extrusionOk="0">
                  <a:moveTo>
                    <a:pt x="1388" y="1"/>
                  </a:moveTo>
                  <a:cubicBezTo>
                    <a:pt x="875" y="1"/>
                    <a:pt x="272" y="272"/>
                    <a:pt x="0" y="755"/>
                  </a:cubicBezTo>
                  <a:cubicBezTo>
                    <a:pt x="272" y="514"/>
                    <a:pt x="392" y="393"/>
                    <a:pt x="634" y="272"/>
                  </a:cubicBezTo>
                  <a:cubicBezTo>
                    <a:pt x="875" y="121"/>
                    <a:pt x="1147" y="121"/>
                    <a:pt x="138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3"/>
            <p:cNvSpPr/>
            <p:nvPr/>
          </p:nvSpPr>
          <p:spPr>
            <a:xfrm>
              <a:off x="-2273350" y="4533875"/>
              <a:ext cx="18900" cy="9100"/>
            </a:xfrm>
            <a:custGeom>
              <a:avLst/>
              <a:gdLst/>
              <a:ahLst/>
              <a:cxnLst/>
              <a:rect l="l" t="t" r="r" b="b"/>
              <a:pathLst>
                <a:path w="756" h="364" extrusionOk="0">
                  <a:moveTo>
                    <a:pt x="755" y="1"/>
                  </a:moveTo>
                  <a:cubicBezTo>
                    <a:pt x="635" y="1"/>
                    <a:pt x="484" y="1"/>
                    <a:pt x="242" y="122"/>
                  </a:cubicBezTo>
                  <a:lnTo>
                    <a:pt x="1" y="363"/>
                  </a:lnTo>
                  <a:cubicBezTo>
                    <a:pt x="1" y="363"/>
                    <a:pt x="122" y="363"/>
                    <a:pt x="363" y="242"/>
                  </a:cubicBezTo>
                  <a:cubicBezTo>
                    <a:pt x="484" y="122"/>
                    <a:pt x="755" y="1"/>
                    <a:pt x="7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3"/>
            <p:cNvSpPr/>
            <p:nvPr/>
          </p:nvSpPr>
          <p:spPr>
            <a:xfrm>
              <a:off x="-2276350" y="4515025"/>
              <a:ext cx="12100" cy="12850"/>
            </a:xfrm>
            <a:custGeom>
              <a:avLst/>
              <a:gdLst/>
              <a:ahLst/>
              <a:cxnLst/>
              <a:rect l="l" t="t" r="r" b="b"/>
              <a:pathLst>
                <a:path w="484" h="514" extrusionOk="0">
                  <a:moveTo>
                    <a:pt x="483" y="1"/>
                  </a:moveTo>
                  <a:lnTo>
                    <a:pt x="242" y="242"/>
                  </a:lnTo>
                  <a:lnTo>
                    <a:pt x="0" y="514"/>
                  </a:lnTo>
                  <a:cubicBezTo>
                    <a:pt x="0" y="514"/>
                    <a:pt x="121" y="514"/>
                    <a:pt x="242" y="363"/>
                  </a:cubicBezTo>
                  <a:cubicBezTo>
                    <a:pt x="362" y="122"/>
                    <a:pt x="482" y="2"/>
                    <a:pt x="4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3"/>
            <p:cNvSpPr/>
            <p:nvPr/>
          </p:nvSpPr>
          <p:spPr>
            <a:xfrm>
              <a:off x="-2286175" y="4502200"/>
              <a:ext cx="3050" cy="21900"/>
            </a:xfrm>
            <a:custGeom>
              <a:avLst/>
              <a:gdLst/>
              <a:ahLst/>
              <a:cxnLst/>
              <a:rect l="l" t="t" r="r" b="b"/>
              <a:pathLst>
                <a:path w="122" h="876" extrusionOk="0">
                  <a:moveTo>
                    <a:pt x="122" y="1"/>
                  </a:moveTo>
                  <a:cubicBezTo>
                    <a:pt x="122" y="272"/>
                    <a:pt x="1" y="393"/>
                    <a:pt x="1" y="514"/>
                  </a:cubicBezTo>
                  <a:lnTo>
                    <a:pt x="1" y="876"/>
                  </a:lnTo>
                  <a:cubicBezTo>
                    <a:pt x="122" y="755"/>
                    <a:pt x="122" y="634"/>
                    <a:pt x="122" y="514"/>
                  </a:cubicBezTo>
                  <a:lnTo>
                    <a:pt x="12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3"/>
            <p:cNvSpPr/>
            <p:nvPr/>
          </p:nvSpPr>
          <p:spPr>
            <a:xfrm>
              <a:off x="-2295225" y="4499175"/>
              <a:ext cx="3050" cy="24925"/>
            </a:xfrm>
            <a:custGeom>
              <a:avLst/>
              <a:gdLst/>
              <a:ahLst/>
              <a:cxnLst/>
              <a:rect l="l" t="t" r="r" b="b"/>
              <a:pathLst>
                <a:path w="122" h="997" extrusionOk="0">
                  <a:moveTo>
                    <a:pt x="1" y="1"/>
                  </a:moveTo>
                  <a:lnTo>
                    <a:pt x="1" y="514"/>
                  </a:lnTo>
                  <a:lnTo>
                    <a:pt x="1" y="997"/>
                  </a:lnTo>
                  <a:cubicBezTo>
                    <a:pt x="1" y="876"/>
                    <a:pt x="122" y="635"/>
                    <a:pt x="122" y="514"/>
                  </a:cubicBezTo>
                  <a:cubicBezTo>
                    <a:pt x="122" y="393"/>
                    <a:pt x="1" y="122"/>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3"/>
            <p:cNvSpPr/>
            <p:nvPr/>
          </p:nvSpPr>
          <p:spPr>
            <a:xfrm>
              <a:off x="-2299000" y="4539925"/>
              <a:ext cx="28700" cy="37750"/>
            </a:xfrm>
            <a:custGeom>
              <a:avLst/>
              <a:gdLst/>
              <a:ahLst/>
              <a:cxnLst/>
              <a:rect l="l" t="t" r="r" b="b"/>
              <a:pathLst>
                <a:path w="1148" h="1510" extrusionOk="0">
                  <a:moveTo>
                    <a:pt x="922" y="96"/>
                  </a:moveTo>
                  <a:cubicBezTo>
                    <a:pt x="903" y="103"/>
                    <a:pt x="884" y="110"/>
                    <a:pt x="867" y="116"/>
                  </a:cubicBezTo>
                  <a:lnTo>
                    <a:pt x="867" y="116"/>
                  </a:lnTo>
                  <a:cubicBezTo>
                    <a:pt x="888" y="113"/>
                    <a:pt x="904" y="107"/>
                    <a:pt x="922" y="96"/>
                  </a:cubicBezTo>
                  <a:close/>
                  <a:moveTo>
                    <a:pt x="1027" y="0"/>
                  </a:moveTo>
                  <a:cubicBezTo>
                    <a:pt x="971" y="0"/>
                    <a:pt x="941" y="26"/>
                    <a:pt x="925" y="94"/>
                  </a:cubicBezTo>
                  <a:lnTo>
                    <a:pt x="925" y="94"/>
                  </a:lnTo>
                  <a:cubicBezTo>
                    <a:pt x="924" y="94"/>
                    <a:pt x="923" y="95"/>
                    <a:pt x="922" y="96"/>
                  </a:cubicBezTo>
                  <a:lnTo>
                    <a:pt x="922" y="96"/>
                  </a:lnTo>
                  <a:cubicBezTo>
                    <a:pt x="923" y="95"/>
                    <a:pt x="924" y="95"/>
                    <a:pt x="925" y="94"/>
                  </a:cubicBezTo>
                  <a:lnTo>
                    <a:pt x="925" y="94"/>
                  </a:lnTo>
                  <a:cubicBezTo>
                    <a:pt x="906" y="172"/>
                    <a:pt x="906" y="304"/>
                    <a:pt x="906" y="513"/>
                  </a:cubicBezTo>
                  <a:cubicBezTo>
                    <a:pt x="1011" y="409"/>
                    <a:pt x="1025" y="190"/>
                    <a:pt x="1027" y="55"/>
                  </a:cubicBezTo>
                  <a:lnTo>
                    <a:pt x="1027" y="55"/>
                  </a:lnTo>
                  <a:cubicBezTo>
                    <a:pt x="1064" y="40"/>
                    <a:pt x="1105" y="22"/>
                    <a:pt x="1148" y="0"/>
                  </a:cubicBezTo>
                  <a:close/>
                  <a:moveTo>
                    <a:pt x="867" y="116"/>
                  </a:moveTo>
                  <a:cubicBezTo>
                    <a:pt x="840" y="121"/>
                    <a:pt x="806" y="121"/>
                    <a:pt x="755" y="121"/>
                  </a:cubicBezTo>
                  <a:cubicBezTo>
                    <a:pt x="273" y="272"/>
                    <a:pt x="1" y="875"/>
                    <a:pt x="273" y="1389"/>
                  </a:cubicBezTo>
                  <a:lnTo>
                    <a:pt x="273" y="755"/>
                  </a:lnTo>
                  <a:cubicBezTo>
                    <a:pt x="393" y="513"/>
                    <a:pt x="514" y="393"/>
                    <a:pt x="635" y="272"/>
                  </a:cubicBezTo>
                  <a:cubicBezTo>
                    <a:pt x="700" y="190"/>
                    <a:pt x="774" y="153"/>
                    <a:pt x="867" y="116"/>
                  </a:cubicBezTo>
                  <a:close/>
                  <a:moveTo>
                    <a:pt x="906" y="513"/>
                  </a:moveTo>
                  <a:lnTo>
                    <a:pt x="906" y="513"/>
                  </a:lnTo>
                  <a:cubicBezTo>
                    <a:pt x="755" y="634"/>
                    <a:pt x="755" y="875"/>
                    <a:pt x="635" y="1026"/>
                  </a:cubicBezTo>
                  <a:cubicBezTo>
                    <a:pt x="635" y="1147"/>
                    <a:pt x="635" y="1268"/>
                    <a:pt x="514" y="1268"/>
                  </a:cubicBezTo>
                  <a:cubicBezTo>
                    <a:pt x="514" y="1389"/>
                    <a:pt x="393" y="1389"/>
                    <a:pt x="273" y="1389"/>
                  </a:cubicBezTo>
                  <a:cubicBezTo>
                    <a:pt x="273" y="1509"/>
                    <a:pt x="393" y="1509"/>
                    <a:pt x="393" y="1509"/>
                  </a:cubicBezTo>
                  <a:cubicBezTo>
                    <a:pt x="514" y="1509"/>
                    <a:pt x="514" y="1389"/>
                    <a:pt x="635" y="1389"/>
                  </a:cubicBezTo>
                  <a:cubicBezTo>
                    <a:pt x="635" y="1268"/>
                    <a:pt x="755" y="1147"/>
                    <a:pt x="755" y="1026"/>
                  </a:cubicBezTo>
                  <a:cubicBezTo>
                    <a:pt x="906" y="875"/>
                    <a:pt x="906" y="634"/>
                    <a:pt x="906" y="51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3"/>
            <p:cNvSpPr/>
            <p:nvPr/>
          </p:nvSpPr>
          <p:spPr>
            <a:xfrm>
              <a:off x="-2299000" y="4524075"/>
              <a:ext cx="25675" cy="20575"/>
            </a:xfrm>
            <a:custGeom>
              <a:avLst/>
              <a:gdLst/>
              <a:ahLst/>
              <a:cxnLst/>
              <a:rect l="l" t="t" r="r" b="b"/>
              <a:pathLst>
                <a:path w="1027" h="823" extrusionOk="0">
                  <a:moveTo>
                    <a:pt x="273" y="1"/>
                  </a:moveTo>
                  <a:cubicBezTo>
                    <a:pt x="152" y="1"/>
                    <a:pt x="1" y="1"/>
                    <a:pt x="1" y="152"/>
                  </a:cubicBezTo>
                  <a:cubicBezTo>
                    <a:pt x="1" y="393"/>
                    <a:pt x="1" y="514"/>
                    <a:pt x="273" y="634"/>
                  </a:cubicBezTo>
                  <a:cubicBezTo>
                    <a:pt x="393" y="755"/>
                    <a:pt x="514" y="755"/>
                    <a:pt x="635" y="755"/>
                  </a:cubicBezTo>
                  <a:cubicBezTo>
                    <a:pt x="514" y="755"/>
                    <a:pt x="393" y="634"/>
                    <a:pt x="273" y="514"/>
                  </a:cubicBezTo>
                  <a:cubicBezTo>
                    <a:pt x="152" y="514"/>
                    <a:pt x="1" y="393"/>
                    <a:pt x="152" y="152"/>
                  </a:cubicBezTo>
                  <a:cubicBezTo>
                    <a:pt x="152" y="101"/>
                    <a:pt x="165" y="84"/>
                    <a:pt x="188" y="84"/>
                  </a:cubicBezTo>
                  <a:cubicBezTo>
                    <a:pt x="232" y="84"/>
                    <a:pt x="313" y="152"/>
                    <a:pt x="393" y="152"/>
                  </a:cubicBezTo>
                  <a:cubicBezTo>
                    <a:pt x="514" y="272"/>
                    <a:pt x="635" y="393"/>
                    <a:pt x="755" y="393"/>
                  </a:cubicBezTo>
                  <a:lnTo>
                    <a:pt x="514" y="152"/>
                  </a:lnTo>
                  <a:cubicBezTo>
                    <a:pt x="393" y="1"/>
                    <a:pt x="393" y="1"/>
                    <a:pt x="273" y="1"/>
                  </a:cubicBezTo>
                  <a:close/>
                  <a:moveTo>
                    <a:pt x="635" y="755"/>
                  </a:moveTo>
                  <a:cubicBezTo>
                    <a:pt x="675" y="805"/>
                    <a:pt x="718" y="822"/>
                    <a:pt x="763" y="822"/>
                  </a:cubicBezTo>
                  <a:cubicBezTo>
                    <a:pt x="853" y="822"/>
                    <a:pt x="946" y="755"/>
                    <a:pt x="1027" y="75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3"/>
            <p:cNvSpPr/>
            <p:nvPr/>
          </p:nvSpPr>
          <p:spPr>
            <a:xfrm>
              <a:off x="-2273350" y="4332450"/>
              <a:ext cx="56625" cy="63400"/>
            </a:xfrm>
            <a:custGeom>
              <a:avLst/>
              <a:gdLst/>
              <a:ahLst/>
              <a:cxnLst/>
              <a:rect l="l" t="t" r="r" b="b"/>
              <a:pathLst>
                <a:path w="2265" h="2536" extrusionOk="0">
                  <a:moveTo>
                    <a:pt x="1" y="1"/>
                  </a:moveTo>
                  <a:cubicBezTo>
                    <a:pt x="1" y="1027"/>
                    <a:pt x="635" y="2023"/>
                    <a:pt x="1631" y="2385"/>
                  </a:cubicBezTo>
                  <a:cubicBezTo>
                    <a:pt x="1751" y="2385"/>
                    <a:pt x="1872" y="2385"/>
                    <a:pt x="1993" y="2536"/>
                  </a:cubicBezTo>
                  <a:lnTo>
                    <a:pt x="2264" y="2536"/>
                  </a:lnTo>
                  <a:cubicBezTo>
                    <a:pt x="1993" y="2385"/>
                    <a:pt x="1872" y="2385"/>
                    <a:pt x="1631" y="2264"/>
                  </a:cubicBezTo>
                  <a:cubicBezTo>
                    <a:pt x="1118" y="2023"/>
                    <a:pt x="755" y="1781"/>
                    <a:pt x="484" y="1389"/>
                  </a:cubicBezTo>
                  <a:cubicBezTo>
                    <a:pt x="242" y="876"/>
                    <a:pt x="122" y="514"/>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3"/>
            <p:cNvSpPr/>
            <p:nvPr/>
          </p:nvSpPr>
          <p:spPr>
            <a:xfrm>
              <a:off x="-2361600" y="4331125"/>
              <a:ext cx="88275" cy="4375"/>
            </a:xfrm>
            <a:custGeom>
              <a:avLst/>
              <a:gdLst/>
              <a:ahLst/>
              <a:cxnLst/>
              <a:rect l="l" t="t" r="r" b="b"/>
              <a:pathLst>
                <a:path w="3531" h="175" extrusionOk="0">
                  <a:moveTo>
                    <a:pt x="602" y="0"/>
                  </a:moveTo>
                  <a:cubicBezTo>
                    <a:pt x="409" y="0"/>
                    <a:pt x="211" y="13"/>
                    <a:pt x="0" y="54"/>
                  </a:cubicBezTo>
                  <a:cubicBezTo>
                    <a:pt x="634" y="54"/>
                    <a:pt x="1147" y="174"/>
                    <a:pt x="1751" y="174"/>
                  </a:cubicBezTo>
                  <a:lnTo>
                    <a:pt x="3531" y="174"/>
                  </a:lnTo>
                  <a:cubicBezTo>
                    <a:pt x="2897" y="174"/>
                    <a:pt x="2384" y="54"/>
                    <a:pt x="1751" y="54"/>
                  </a:cubicBezTo>
                  <a:cubicBezTo>
                    <a:pt x="1348" y="54"/>
                    <a:pt x="986" y="0"/>
                    <a:pt x="6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3"/>
            <p:cNvSpPr/>
            <p:nvPr/>
          </p:nvSpPr>
          <p:spPr>
            <a:xfrm>
              <a:off x="-2242400" y="4420725"/>
              <a:ext cx="6800" cy="59625"/>
            </a:xfrm>
            <a:custGeom>
              <a:avLst/>
              <a:gdLst/>
              <a:ahLst/>
              <a:cxnLst/>
              <a:rect l="l" t="t" r="r" b="b"/>
              <a:pathLst>
                <a:path w="272" h="2385" extrusionOk="0">
                  <a:moveTo>
                    <a:pt x="151" y="0"/>
                  </a:moveTo>
                  <a:cubicBezTo>
                    <a:pt x="151" y="0"/>
                    <a:pt x="151" y="513"/>
                    <a:pt x="0" y="1117"/>
                  </a:cubicBezTo>
                  <a:lnTo>
                    <a:pt x="0" y="2384"/>
                  </a:lnTo>
                  <a:cubicBezTo>
                    <a:pt x="151" y="2022"/>
                    <a:pt x="151" y="1630"/>
                    <a:pt x="151" y="1117"/>
                  </a:cubicBezTo>
                  <a:cubicBezTo>
                    <a:pt x="272" y="755"/>
                    <a:pt x="272" y="363"/>
                    <a:pt x="15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3"/>
            <p:cNvSpPr/>
            <p:nvPr/>
          </p:nvSpPr>
          <p:spPr>
            <a:xfrm>
              <a:off x="-2235625" y="4379975"/>
              <a:ext cx="9075" cy="6075"/>
            </a:xfrm>
            <a:custGeom>
              <a:avLst/>
              <a:gdLst/>
              <a:ahLst/>
              <a:cxnLst/>
              <a:rect l="l" t="t" r="r" b="b"/>
              <a:pathLst>
                <a:path w="363" h="243" extrusionOk="0">
                  <a:moveTo>
                    <a:pt x="1" y="1"/>
                  </a:moveTo>
                  <a:cubicBezTo>
                    <a:pt x="1" y="1"/>
                    <a:pt x="1" y="122"/>
                    <a:pt x="122" y="122"/>
                  </a:cubicBezTo>
                  <a:cubicBezTo>
                    <a:pt x="242" y="242"/>
                    <a:pt x="363" y="242"/>
                    <a:pt x="363" y="242"/>
                  </a:cubicBezTo>
                  <a:cubicBezTo>
                    <a:pt x="363" y="122"/>
                    <a:pt x="363" y="122"/>
                    <a:pt x="242" y="122"/>
                  </a:cubicBezTo>
                  <a:cubicBezTo>
                    <a:pt x="122" y="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3"/>
            <p:cNvSpPr/>
            <p:nvPr/>
          </p:nvSpPr>
          <p:spPr>
            <a:xfrm>
              <a:off x="-2254475" y="4361125"/>
              <a:ext cx="9075" cy="9075"/>
            </a:xfrm>
            <a:custGeom>
              <a:avLst/>
              <a:gdLst/>
              <a:ahLst/>
              <a:cxnLst/>
              <a:rect l="l" t="t" r="r" b="b"/>
              <a:pathLst>
                <a:path w="363" h="363" extrusionOk="0">
                  <a:moveTo>
                    <a:pt x="0" y="0"/>
                  </a:moveTo>
                  <a:cubicBezTo>
                    <a:pt x="0" y="0"/>
                    <a:pt x="0" y="121"/>
                    <a:pt x="121" y="242"/>
                  </a:cubicBezTo>
                  <a:lnTo>
                    <a:pt x="242" y="363"/>
                  </a:lnTo>
                  <a:cubicBezTo>
                    <a:pt x="363" y="363"/>
                    <a:pt x="242" y="242"/>
                    <a:pt x="121" y="121"/>
                  </a:cubicBezTo>
                  <a:lnTo>
                    <a:pt x="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3"/>
            <p:cNvSpPr/>
            <p:nvPr/>
          </p:nvSpPr>
          <p:spPr>
            <a:xfrm>
              <a:off x="-2264275" y="4339250"/>
              <a:ext cx="6800" cy="12100"/>
            </a:xfrm>
            <a:custGeom>
              <a:avLst/>
              <a:gdLst/>
              <a:ahLst/>
              <a:cxnLst/>
              <a:rect l="l" t="t" r="r" b="b"/>
              <a:pathLst>
                <a:path w="272" h="484" extrusionOk="0">
                  <a:moveTo>
                    <a:pt x="121" y="0"/>
                  </a:moveTo>
                  <a:cubicBezTo>
                    <a:pt x="121" y="0"/>
                    <a:pt x="0" y="121"/>
                    <a:pt x="0" y="242"/>
                  </a:cubicBezTo>
                  <a:cubicBezTo>
                    <a:pt x="121" y="362"/>
                    <a:pt x="272" y="483"/>
                    <a:pt x="272" y="483"/>
                  </a:cubicBezTo>
                  <a:cubicBezTo>
                    <a:pt x="272" y="483"/>
                    <a:pt x="272" y="362"/>
                    <a:pt x="121" y="242"/>
                  </a:cubicBezTo>
                  <a:lnTo>
                    <a:pt x="12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3"/>
            <p:cNvSpPr/>
            <p:nvPr/>
          </p:nvSpPr>
          <p:spPr>
            <a:xfrm>
              <a:off x="-2264275" y="4326425"/>
              <a:ext cx="3025" cy="3025"/>
            </a:xfrm>
            <a:custGeom>
              <a:avLst/>
              <a:gdLst/>
              <a:ahLst/>
              <a:cxnLst/>
              <a:rect l="l" t="t" r="r" b="b"/>
              <a:pathLst>
                <a:path w="121" h="121" extrusionOk="0">
                  <a:moveTo>
                    <a:pt x="0" y="0"/>
                  </a:moveTo>
                  <a:lnTo>
                    <a:pt x="0" y="121"/>
                  </a:lnTo>
                  <a:cubicBezTo>
                    <a:pt x="0" y="121"/>
                    <a:pt x="121"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3"/>
            <p:cNvSpPr/>
            <p:nvPr/>
          </p:nvSpPr>
          <p:spPr>
            <a:xfrm>
              <a:off x="-1647925" y="3647425"/>
              <a:ext cx="331550" cy="294275"/>
            </a:xfrm>
            <a:custGeom>
              <a:avLst/>
              <a:gdLst/>
              <a:ahLst/>
              <a:cxnLst/>
              <a:rect l="l" t="t" r="r" b="b"/>
              <a:pathLst>
                <a:path w="13262" h="11771" extrusionOk="0">
                  <a:moveTo>
                    <a:pt x="5402" y="1"/>
                  </a:moveTo>
                  <a:lnTo>
                    <a:pt x="1" y="3773"/>
                  </a:lnTo>
                  <a:lnTo>
                    <a:pt x="4769" y="10684"/>
                  </a:lnTo>
                  <a:lnTo>
                    <a:pt x="8420" y="8179"/>
                  </a:lnTo>
                  <a:cubicBezTo>
                    <a:pt x="8420" y="8179"/>
                    <a:pt x="12300" y="11771"/>
                    <a:pt x="13086" y="11771"/>
                  </a:cubicBezTo>
                  <a:cubicBezTo>
                    <a:pt x="13217" y="11771"/>
                    <a:pt x="13261" y="11671"/>
                    <a:pt x="13188" y="11438"/>
                  </a:cubicBezTo>
                  <a:cubicBezTo>
                    <a:pt x="12705" y="9808"/>
                    <a:pt x="7032" y="2264"/>
                    <a:pt x="5644" y="363"/>
                  </a:cubicBezTo>
                  <a:lnTo>
                    <a:pt x="5402"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3"/>
            <p:cNvSpPr/>
            <p:nvPr/>
          </p:nvSpPr>
          <p:spPr>
            <a:xfrm>
              <a:off x="-1563425" y="3650450"/>
              <a:ext cx="88300" cy="66425"/>
            </a:xfrm>
            <a:custGeom>
              <a:avLst/>
              <a:gdLst/>
              <a:ahLst/>
              <a:cxnLst/>
              <a:rect l="l" t="t" r="r" b="b"/>
              <a:pathLst>
                <a:path w="3532" h="2657" extrusionOk="0">
                  <a:moveTo>
                    <a:pt x="1902" y="1"/>
                  </a:moveTo>
                  <a:lnTo>
                    <a:pt x="1" y="1268"/>
                  </a:lnTo>
                  <a:cubicBezTo>
                    <a:pt x="393" y="1902"/>
                    <a:pt x="906" y="2385"/>
                    <a:pt x="1660" y="2505"/>
                  </a:cubicBezTo>
                  <a:cubicBezTo>
                    <a:pt x="1902" y="2656"/>
                    <a:pt x="2143" y="2656"/>
                    <a:pt x="2415" y="2656"/>
                  </a:cubicBezTo>
                  <a:cubicBezTo>
                    <a:pt x="2777" y="2656"/>
                    <a:pt x="3169" y="2656"/>
                    <a:pt x="3531" y="2505"/>
                  </a:cubicBezTo>
                  <a:lnTo>
                    <a:pt x="1902" y="1"/>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3"/>
            <p:cNvSpPr/>
            <p:nvPr/>
          </p:nvSpPr>
          <p:spPr>
            <a:xfrm>
              <a:off x="-1512875" y="3647425"/>
              <a:ext cx="198450" cy="292000"/>
            </a:xfrm>
            <a:custGeom>
              <a:avLst/>
              <a:gdLst/>
              <a:ahLst/>
              <a:cxnLst/>
              <a:rect l="l" t="t" r="r" b="b"/>
              <a:pathLst>
                <a:path w="7938" h="11680" extrusionOk="0">
                  <a:moveTo>
                    <a:pt x="0" y="1"/>
                  </a:moveTo>
                  <a:lnTo>
                    <a:pt x="242" y="363"/>
                  </a:lnTo>
                  <a:cubicBezTo>
                    <a:pt x="996" y="1389"/>
                    <a:pt x="3139" y="4135"/>
                    <a:pt x="4919" y="6791"/>
                  </a:cubicBezTo>
                  <a:cubicBezTo>
                    <a:pt x="3260" y="4286"/>
                    <a:pt x="1268" y="1630"/>
                    <a:pt x="0" y="1"/>
                  </a:cubicBezTo>
                  <a:close/>
                  <a:moveTo>
                    <a:pt x="5794" y="10442"/>
                  </a:moveTo>
                  <a:cubicBezTo>
                    <a:pt x="5794" y="10563"/>
                    <a:pt x="5915" y="10684"/>
                    <a:pt x="6036" y="10684"/>
                  </a:cubicBezTo>
                  <a:cubicBezTo>
                    <a:pt x="5795" y="10563"/>
                    <a:pt x="5794" y="10443"/>
                    <a:pt x="5794" y="10442"/>
                  </a:cubicBezTo>
                  <a:close/>
                  <a:moveTo>
                    <a:pt x="7786" y="11197"/>
                  </a:moveTo>
                  <a:lnTo>
                    <a:pt x="7786" y="11438"/>
                  </a:lnTo>
                  <a:cubicBezTo>
                    <a:pt x="7937" y="11559"/>
                    <a:pt x="7786" y="11679"/>
                    <a:pt x="7665" y="11679"/>
                  </a:cubicBezTo>
                  <a:lnTo>
                    <a:pt x="7937" y="11679"/>
                  </a:lnTo>
                  <a:cubicBezTo>
                    <a:pt x="7937" y="11559"/>
                    <a:pt x="7786" y="11438"/>
                    <a:pt x="7786" y="11197"/>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3"/>
            <p:cNvSpPr/>
            <p:nvPr/>
          </p:nvSpPr>
          <p:spPr>
            <a:xfrm>
              <a:off x="-1515900" y="3647425"/>
              <a:ext cx="201475" cy="292000"/>
            </a:xfrm>
            <a:custGeom>
              <a:avLst/>
              <a:gdLst/>
              <a:ahLst/>
              <a:cxnLst/>
              <a:rect l="l" t="t" r="r" b="b"/>
              <a:pathLst>
                <a:path w="8059" h="11680" extrusionOk="0">
                  <a:moveTo>
                    <a:pt x="121" y="1"/>
                  </a:moveTo>
                  <a:lnTo>
                    <a:pt x="1" y="122"/>
                  </a:lnTo>
                  <a:lnTo>
                    <a:pt x="1751" y="2506"/>
                  </a:lnTo>
                  <a:cubicBezTo>
                    <a:pt x="1751" y="2506"/>
                    <a:pt x="1751" y="2626"/>
                    <a:pt x="1630" y="2626"/>
                  </a:cubicBezTo>
                  <a:lnTo>
                    <a:pt x="6278" y="9295"/>
                  </a:lnTo>
                  <a:cubicBezTo>
                    <a:pt x="6278" y="9295"/>
                    <a:pt x="5644" y="10050"/>
                    <a:pt x="5915" y="10442"/>
                  </a:cubicBezTo>
                  <a:cubicBezTo>
                    <a:pt x="5915" y="10563"/>
                    <a:pt x="6036" y="10684"/>
                    <a:pt x="6157" y="10684"/>
                  </a:cubicBezTo>
                  <a:cubicBezTo>
                    <a:pt x="6549" y="11076"/>
                    <a:pt x="7424" y="11679"/>
                    <a:pt x="7786" y="11679"/>
                  </a:cubicBezTo>
                  <a:cubicBezTo>
                    <a:pt x="7907" y="11679"/>
                    <a:pt x="8058" y="11559"/>
                    <a:pt x="7907" y="11438"/>
                  </a:cubicBezTo>
                  <a:lnTo>
                    <a:pt x="7907" y="11197"/>
                  </a:lnTo>
                  <a:cubicBezTo>
                    <a:pt x="7424" y="10442"/>
                    <a:pt x="6398" y="8662"/>
                    <a:pt x="5040" y="6791"/>
                  </a:cubicBezTo>
                  <a:cubicBezTo>
                    <a:pt x="3260" y="4135"/>
                    <a:pt x="1117" y="1389"/>
                    <a:pt x="363" y="363"/>
                  </a:cubicBezTo>
                  <a:lnTo>
                    <a:pt x="121" y="1"/>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3"/>
            <p:cNvSpPr/>
            <p:nvPr/>
          </p:nvSpPr>
          <p:spPr>
            <a:xfrm>
              <a:off x="-1515900" y="3650450"/>
              <a:ext cx="43800" cy="62650"/>
            </a:xfrm>
            <a:custGeom>
              <a:avLst/>
              <a:gdLst/>
              <a:ahLst/>
              <a:cxnLst/>
              <a:rect l="l" t="t" r="r" b="b"/>
              <a:pathLst>
                <a:path w="1752" h="2506" extrusionOk="0">
                  <a:moveTo>
                    <a:pt x="1" y="1"/>
                  </a:moveTo>
                  <a:lnTo>
                    <a:pt x="1630" y="2505"/>
                  </a:lnTo>
                  <a:cubicBezTo>
                    <a:pt x="1751" y="2505"/>
                    <a:pt x="1751" y="2385"/>
                    <a:pt x="1751" y="2385"/>
                  </a:cubicBezTo>
                  <a:lnTo>
                    <a:pt x="1" y="1"/>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3"/>
            <p:cNvSpPr/>
            <p:nvPr/>
          </p:nvSpPr>
          <p:spPr>
            <a:xfrm>
              <a:off x="-1515900" y="3650450"/>
              <a:ext cx="194675" cy="285950"/>
            </a:xfrm>
            <a:custGeom>
              <a:avLst/>
              <a:gdLst/>
              <a:ahLst/>
              <a:cxnLst/>
              <a:rect l="l" t="t" r="r" b="b"/>
              <a:pathLst>
                <a:path w="7787" h="11438" extrusionOk="0">
                  <a:moveTo>
                    <a:pt x="1" y="1"/>
                  </a:moveTo>
                  <a:cubicBezTo>
                    <a:pt x="1" y="121"/>
                    <a:pt x="121" y="242"/>
                    <a:pt x="242" y="393"/>
                  </a:cubicBezTo>
                  <a:lnTo>
                    <a:pt x="1" y="1"/>
                  </a:lnTo>
                  <a:close/>
                  <a:moveTo>
                    <a:pt x="242" y="393"/>
                  </a:moveTo>
                  <a:lnTo>
                    <a:pt x="1117" y="1630"/>
                  </a:lnTo>
                  <a:cubicBezTo>
                    <a:pt x="1872" y="2656"/>
                    <a:pt x="2898" y="4165"/>
                    <a:pt x="4014" y="5674"/>
                  </a:cubicBezTo>
                  <a:cubicBezTo>
                    <a:pt x="2898" y="4014"/>
                    <a:pt x="1872" y="2505"/>
                    <a:pt x="1117" y="1509"/>
                  </a:cubicBezTo>
                  <a:lnTo>
                    <a:pt x="242" y="393"/>
                  </a:lnTo>
                  <a:close/>
                  <a:moveTo>
                    <a:pt x="4014" y="5674"/>
                  </a:moveTo>
                  <a:lnTo>
                    <a:pt x="4014" y="5674"/>
                  </a:lnTo>
                  <a:cubicBezTo>
                    <a:pt x="5040" y="7303"/>
                    <a:pt x="6036" y="8812"/>
                    <a:pt x="6791" y="9929"/>
                  </a:cubicBezTo>
                  <a:lnTo>
                    <a:pt x="7545" y="11196"/>
                  </a:lnTo>
                  <a:lnTo>
                    <a:pt x="7786" y="11438"/>
                  </a:lnTo>
                  <a:lnTo>
                    <a:pt x="7666" y="11076"/>
                  </a:lnTo>
                  <a:lnTo>
                    <a:pt x="6791" y="9808"/>
                  </a:lnTo>
                  <a:cubicBezTo>
                    <a:pt x="6157" y="8812"/>
                    <a:pt x="5161" y="7303"/>
                    <a:pt x="4014" y="567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3"/>
            <p:cNvSpPr/>
            <p:nvPr/>
          </p:nvSpPr>
          <p:spPr>
            <a:xfrm>
              <a:off x="-1371050" y="3876775"/>
              <a:ext cx="15125" cy="34725"/>
            </a:xfrm>
            <a:custGeom>
              <a:avLst/>
              <a:gdLst/>
              <a:ahLst/>
              <a:cxnLst/>
              <a:rect l="l" t="t" r="r" b="b"/>
              <a:pathLst>
                <a:path w="605" h="1389" extrusionOk="0">
                  <a:moveTo>
                    <a:pt x="604" y="1"/>
                  </a:moveTo>
                  <a:cubicBezTo>
                    <a:pt x="363" y="121"/>
                    <a:pt x="242" y="393"/>
                    <a:pt x="121" y="634"/>
                  </a:cubicBezTo>
                  <a:cubicBezTo>
                    <a:pt x="1" y="876"/>
                    <a:pt x="1" y="1147"/>
                    <a:pt x="1" y="1389"/>
                  </a:cubicBezTo>
                  <a:cubicBezTo>
                    <a:pt x="1" y="1147"/>
                    <a:pt x="121" y="876"/>
                    <a:pt x="242" y="634"/>
                  </a:cubicBezTo>
                  <a:cubicBezTo>
                    <a:pt x="363" y="393"/>
                    <a:pt x="484" y="242"/>
                    <a:pt x="60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3"/>
            <p:cNvSpPr/>
            <p:nvPr/>
          </p:nvSpPr>
          <p:spPr>
            <a:xfrm>
              <a:off x="-1424600" y="3844325"/>
              <a:ext cx="9075" cy="19650"/>
            </a:xfrm>
            <a:custGeom>
              <a:avLst/>
              <a:gdLst/>
              <a:ahLst/>
              <a:cxnLst/>
              <a:rect l="l" t="t" r="r" b="b"/>
              <a:pathLst>
                <a:path w="363" h="786" extrusionOk="0">
                  <a:moveTo>
                    <a:pt x="352" y="1"/>
                  </a:moveTo>
                  <a:cubicBezTo>
                    <a:pt x="320" y="1"/>
                    <a:pt x="220" y="203"/>
                    <a:pt x="121" y="303"/>
                  </a:cubicBezTo>
                  <a:cubicBezTo>
                    <a:pt x="121" y="424"/>
                    <a:pt x="0" y="544"/>
                    <a:pt x="0" y="786"/>
                  </a:cubicBezTo>
                  <a:cubicBezTo>
                    <a:pt x="0" y="786"/>
                    <a:pt x="121" y="544"/>
                    <a:pt x="242" y="424"/>
                  </a:cubicBezTo>
                  <a:cubicBezTo>
                    <a:pt x="362" y="182"/>
                    <a:pt x="362" y="31"/>
                    <a:pt x="362" y="31"/>
                  </a:cubicBezTo>
                  <a:cubicBezTo>
                    <a:pt x="362" y="10"/>
                    <a:pt x="359" y="1"/>
                    <a:pt x="35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3"/>
            <p:cNvSpPr/>
            <p:nvPr/>
          </p:nvSpPr>
          <p:spPr>
            <a:xfrm>
              <a:off x="-1437425" y="3836050"/>
              <a:ext cx="6050" cy="15850"/>
            </a:xfrm>
            <a:custGeom>
              <a:avLst/>
              <a:gdLst/>
              <a:ahLst/>
              <a:cxnLst/>
              <a:rect l="l" t="t" r="r" b="b"/>
              <a:pathLst>
                <a:path w="242" h="634" extrusionOk="0">
                  <a:moveTo>
                    <a:pt x="121" y="0"/>
                  </a:moveTo>
                  <a:lnTo>
                    <a:pt x="121" y="242"/>
                  </a:lnTo>
                  <a:cubicBezTo>
                    <a:pt x="0" y="362"/>
                    <a:pt x="0" y="513"/>
                    <a:pt x="121" y="634"/>
                  </a:cubicBezTo>
                  <a:lnTo>
                    <a:pt x="121" y="362"/>
                  </a:lnTo>
                  <a:cubicBezTo>
                    <a:pt x="242" y="242"/>
                    <a:pt x="242" y="121"/>
                    <a:pt x="1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3"/>
            <p:cNvSpPr/>
            <p:nvPr/>
          </p:nvSpPr>
          <p:spPr>
            <a:xfrm>
              <a:off x="-1456300" y="3836050"/>
              <a:ext cx="12850" cy="18875"/>
            </a:xfrm>
            <a:custGeom>
              <a:avLst/>
              <a:gdLst/>
              <a:ahLst/>
              <a:cxnLst/>
              <a:rect l="l" t="t" r="r" b="b"/>
              <a:pathLst>
                <a:path w="514" h="755" extrusionOk="0">
                  <a:moveTo>
                    <a:pt x="1" y="0"/>
                  </a:moveTo>
                  <a:lnTo>
                    <a:pt x="1" y="0"/>
                  </a:lnTo>
                  <a:cubicBezTo>
                    <a:pt x="121" y="242"/>
                    <a:pt x="121" y="362"/>
                    <a:pt x="242" y="513"/>
                  </a:cubicBezTo>
                  <a:cubicBezTo>
                    <a:pt x="393" y="634"/>
                    <a:pt x="514" y="755"/>
                    <a:pt x="514" y="755"/>
                  </a:cubicBezTo>
                  <a:cubicBezTo>
                    <a:pt x="514" y="634"/>
                    <a:pt x="393" y="513"/>
                    <a:pt x="393" y="362"/>
                  </a:cubicBezTo>
                  <a:cubicBezTo>
                    <a:pt x="242" y="242"/>
                    <a:pt x="1"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3"/>
            <p:cNvSpPr/>
            <p:nvPr/>
          </p:nvSpPr>
          <p:spPr>
            <a:xfrm>
              <a:off x="-1469125" y="3842075"/>
              <a:ext cx="15875" cy="18875"/>
            </a:xfrm>
            <a:custGeom>
              <a:avLst/>
              <a:gdLst/>
              <a:ahLst/>
              <a:cxnLst/>
              <a:rect l="l" t="t" r="r" b="b"/>
              <a:pathLst>
                <a:path w="635" h="755" extrusionOk="0">
                  <a:moveTo>
                    <a:pt x="1" y="1"/>
                  </a:moveTo>
                  <a:cubicBezTo>
                    <a:pt x="2" y="2"/>
                    <a:pt x="153" y="123"/>
                    <a:pt x="393" y="393"/>
                  </a:cubicBezTo>
                  <a:cubicBezTo>
                    <a:pt x="272" y="121"/>
                    <a:pt x="152" y="121"/>
                    <a:pt x="1" y="1"/>
                  </a:cubicBezTo>
                  <a:close/>
                  <a:moveTo>
                    <a:pt x="393" y="393"/>
                  </a:moveTo>
                  <a:lnTo>
                    <a:pt x="393" y="393"/>
                  </a:lnTo>
                  <a:cubicBezTo>
                    <a:pt x="514" y="634"/>
                    <a:pt x="634" y="755"/>
                    <a:pt x="634" y="755"/>
                  </a:cubicBezTo>
                  <a:cubicBezTo>
                    <a:pt x="634" y="634"/>
                    <a:pt x="514" y="514"/>
                    <a:pt x="393" y="39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3"/>
            <p:cNvSpPr/>
            <p:nvPr/>
          </p:nvSpPr>
          <p:spPr>
            <a:xfrm>
              <a:off x="-1434425" y="3860925"/>
              <a:ext cx="21925" cy="39100"/>
            </a:xfrm>
            <a:custGeom>
              <a:avLst/>
              <a:gdLst/>
              <a:ahLst/>
              <a:cxnLst/>
              <a:rect l="l" t="t" r="r" b="b"/>
              <a:pathLst>
                <a:path w="877" h="1564" extrusionOk="0">
                  <a:moveTo>
                    <a:pt x="393" y="1"/>
                  </a:moveTo>
                  <a:cubicBezTo>
                    <a:pt x="371" y="23"/>
                    <a:pt x="354" y="46"/>
                    <a:pt x="338" y="69"/>
                  </a:cubicBezTo>
                  <a:lnTo>
                    <a:pt x="338" y="69"/>
                  </a:lnTo>
                  <a:cubicBezTo>
                    <a:pt x="316" y="46"/>
                    <a:pt x="294" y="23"/>
                    <a:pt x="273" y="1"/>
                  </a:cubicBezTo>
                  <a:lnTo>
                    <a:pt x="273" y="1"/>
                  </a:lnTo>
                  <a:cubicBezTo>
                    <a:pt x="273" y="1"/>
                    <a:pt x="295" y="24"/>
                    <a:pt x="330" y="81"/>
                  </a:cubicBezTo>
                  <a:lnTo>
                    <a:pt x="330" y="81"/>
                  </a:lnTo>
                  <a:cubicBezTo>
                    <a:pt x="266" y="184"/>
                    <a:pt x="241" y="298"/>
                    <a:pt x="122" y="393"/>
                  </a:cubicBezTo>
                  <a:cubicBezTo>
                    <a:pt x="1" y="876"/>
                    <a:pt x="273" y="1389"/>
                    <a:pt x="635" y="1510"/>
                  </a:cubicBezTo>
                  <a:cubicBezTo>
                    <a:pt x="393" y="1389"/>
                    <a:pt x="273" y="1148"/>
                    <a:pt x="273" y="1027"/>
                  </a:cubicBezTo>
                  <a:cubicBezTo>
                    <a:pt x="122" y="755"/>
                    <a:pt x="122" y="635"/>
                    <a:pt x="273" y="393"/>
                  </a:cubicBezTo>
                  <a:cubicBezTo>
                    <a:pt x="273" y="322"/>
                    <a:pt x="315" y="240"/>
                    <a:pt x="375" y="159"/>
                  </a:cubicBezTo>
                  <a:lnTo>
                    <a:pt x="375" y="159"/>
                  </a:lnTo>
                  <a:cubicBezTo>
                    <a:pt x="416" y="239"/>
                    <a:pt x="465" y="354"/>
                    <a:pt x="514" y="514"/>
                  </a:cubicBezTo>
                  <a:cubicBezTo>
                    <a:pt x="635" y="635"/>
                    <a:pt x="635" y="755"/>
                    <a:pt x="755" y="1027"/>
                  </a:cubicBezTo>
                  <a:cubicBezTo>
                    <a:pt x="755" y="755"/>
                    <a:pt x="635" y="635"/>
                    <a:pt x="635" y="393"/>
                  </a:cubicBezTo>
                  <a:cubicBezTo>
                    <a:pt x="555" y="314"/>
                    <a:pt x="475" y="221"/>
                    <a:pt x="396" y="132"/>
                  </a:cubicBezTo>
                  <a:lnTo>
                    <a:pt x="396" y="132"/>
                  </a:lnTo>
                  <a:cubicBezTo>
                    <a:pt x="432" y="86"/>
                    <a:pt x="473" y="42"/>
                    <a:pt x="514" y="1"/>
                  </a:cubicBezTo>
                  <a:close/>
                  <a:moveTo>
                    <a:pt x="755" y="1027"/>
                  </a:moveTo>
                  <a:lnTo>
                    <a:pt x="755" y="1268"/>
                  </a:lnTo>
                  <a:cubicBezTo>
                    <a:pt x="755" y="1389"/>
                    <a:pt x="755" y="1510"/>
                    <a:pt x="635" y="1510"/>
                  </a:cubicBezTo>
                  <a:cubicBezTo>
                    <a:pt x="635" y="1550"/>
                    <a:pt x="648" y="1563"/>
                    <a:pt x="670" y="1563"/>
                  </a:cubicBezTo>
                  <a:cubicBezTo>
                    <a:pt x="715" y="1563"/>
                    <a:pt x="796" y="1510"/>
                    <a:pt x="876" y="1510"/>
                  </a:cubicBezTo>
                  <a:lnTo>
                    <a:pt x="876" y="1268"/>
                  </a:lnTo>
                  <a:cubicBezTo>
                    <a:pt x="876" y="1148"/>
                    <a:pt x="876" y="1027"/>
                    <a:pt x="755" y="1027"/>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3"/>
            <p:cNvSpPr/>
            <p:nvPr/>
          </p:nvSpPr>
          <p:spPr>
            <a:xfrm>
              <a:off x="-1456300" y="3857925"/>
              <a:ext cx="31725" cy="14100"/>
            </a:xfrm>
            <a:custGeom>
              <a:avLst/>
              <a:gdLst/>
              <a:ahLst/>
              <a:cxnLst/>
              <a:rect l="l" t="t" r="r" b="b"/>
              <a:pathLst>
                <a:path w="1269" h="564" extrusionOk="0">
                  <a:moveTo>
                    <a:pt x="1268" y="242"/>
                  </a:moveTo>
                  <a:cubicBezTo>
                    <a:pt x="1148" y="242"/>
                    <a:pt x="997" y="393"/>
                    <a:pt x="997" y="393"/>
                  </a:cubicBezTo>
                  <a:cubicBezTo>
                    <a:pt x="876" y="393"/>
                    <a:pt x="755" y="513"/>
                    <a:pt x="634" y="513"/>
                  </a:cubicBezTo>
                  <a:lnTo>
                    <a:pt x="997" y="513"/>
                  </a:lnTo>
                  <a:lnTo>
                    <a:pt x="1268" y="242"/>
                  </a:lnTo>
                  <a:close/>
                  <a:moveTo>
                    <a:pt x="242" y="0"/>
                  </a:moveTo>
                  <a:cubicBezTo>
                    <a:pt x="121" y="121"/>
                    <a:pt x="1" y="242"/>
                    <a:pt x="121" y="393"/>
                  </a:cubicBezTo>
                  <a:cubicBezTo>
                    <a:pt x="207" y="478"/>
                    <a:pt x="307" y="563"/>
                    <a:pt x="444" y="563"/>
                  </a:cubicBezTo>
                  <a:cubicBezTo>
                    <a:pt x="501" y="563"/>
                    <a:pt x="564" y="549"/>
                    <a:pt x="634" y="513"/>
                  </a:cubicBezTo>
                  <a:cubicBezTo>
                    <a:pt x="393" y="513"/>
                    <a:pt x="242" y="393"/>
                    <a:pt x="121" y="242"/>
                  </a:cubicBezTo>
                  <a:cubicBezTo>
                    <a:pt x="121" y="121"/>
                    <a:pt x="393" y="121"/>
                    <a:pt x="514" y="121"/>
                  </a:cubicBezTo>
                  <a:lnTo>
                    <a:pt x="1268" y="121"/>
                  </a:lnTo>
                  <a:cubicBezTo>
                    <a:pt x="1148" y="121"/>
                    <a:pt x="997" y="0"/>
                    <a:pt x="87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3"/>
            <p:cNvSpPr/>
            <p:nvPr/>
          </p:nvSpPr>
          <p:spPr>
            <a:xfrm>
              <a:off x="-1563425" y="3685150"/>
              <a:ext cx="91325" cy="36950"/>
            </a:xfrm>
            <a:custGeom>
              <a:avLst/>
              <a:gdLst/>
              <a:ahLst/>
              <a:cxnLst/>
              <a:rect l="l" t="t" r="r" b="b"/>
              <a:pathLst>
                <a:path w="3653" h="1478" extrusionOk="0">
                  <a:moveTo>
                    <a:pt x="1" y="1"/>
                  </a:moveTo>
                  <a:lnTo>
                    <a:pt x="1" y="121"/>
                  </a:lnTo>
                  <a:cubicBezTo>
                    <a:pt x="152" y="242"/>
                    <a:pt x="272" y="363"/>
                    <a:pt x="272" y="514"/>
                  </a:cubicBezTo>
                  <a:cubicBezTo>
                    <a:pt x="753" y="1178"/>
                    <a:pt x="1512" y="1477"/>
                    <a:pt x="2286" y="1477"/>
                  </a:cubicBezTo>
                  <a:cubicBezTo>
                    <a:pt x="2531" y="1477"/>
                    <a:pt x="2778" y="1447"/>
                    <a:pt x="3018" y="1389"/>
                  </a:cubicBezTo>
                  <a:cubicBezTo>
                    <a:pt x="3169" y="1268"/>
                    <a:pt x="3290" y="1268"/>
                    <a:pt x="3531" y="1117"/>
                  </a:cubicBezTo>
                  <a:lnTo>
                    <a:pt x="3652" y="1117"/>
                  </a:lnTo>
                  <a:cubicBezTo>
                    <a:pt x="3652" y="1083"/>
                    <a:pt x="3632" y="1068"/>
                    <a:pt x="3595" y="1068"/>
                  </a:cubicBezTo>
                  <a:cubicBezTo>
                    <a:pt x="3502" y="1068"/>
                    <a:pt x="3299" y="1160"/>
                    <a:pt x="3018" y="1268"/>
                  </a:cubicBezTo>
                  <a:cubicBezTo>
                    <a:pt x="2771" y="1328"/>
                    <a:pt x="2524" y="1358"/>
                    <a:pt x="2283" y="1358"/>
                  </a:cubicBezTo>
                  <a:cubicBezTo>
                    <a:pt x="1551" y="1358"/>
                    <a:pt x="869" y="1081"/>
                    <a:pt x="393" y="514"/>
                  </a:cubicBezTo>
                  <a:cubicBezTo>
                    <a:pt x="152" y="12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3"/>
            <p:cNvSpPr/>
            <p:nvPr/>
          </p:nvSpPr>
          <p:spPr>
            <a:xfrm>
              <a:off x="-1623025" y="3701000"/>
              <a:ext cx="69425" cy="49825"/>
            </a:xfrm>
            <a:custGeom>
              <a:avLst/>
              <a:gdLst/>
              <a:ahLst/>
              <a:cxnLst/>
              <a:rect l="l" t="t" r="r" b="b"/>
              <a:pathLst>
                <a:path w="2777" h="1993" extrusionOk="0">
                  <a:moveTo>
                    <a:pt x="2777" y="0"/>
                  </a:moveTo>
                  <a:lnTo>
                    <a:pt x="2777" y="0"/>
                  </a:lnTo>
                  <a:cubicBezTo>
                    <a:pt x="2264" y="363"/>
                    <a:pt x="1902" y="634"/>
                    <a:pt x="1389" y="996"/>
                  </a:cubicBezTo>
                  <a:cubicBezTo>
                    <a:pt x="1902" y="755"/>
                    <a:pt x="2385" y="363"/>
                    <a:pt x="2777" y="0"/>
                  </a:cubicBezTo>
                  <a:close/>
                  <a:moveTo>
                    <a:pt x="1389" y="996"/>
                  </a:moveTo>
                  <a:cubicBezTo>
                    <a:pt x="876" y="1238"/>
                    <a:pt x="393" y="1630"/>
                    <a:pt x="1" y="1992"/>
                  </a:cubicBezTo>
                  <a:cubicBezTo>
                    <a:pt x="514" y="1751"/>
                    <a:pt x="1027" y="1389"/>
                    <a:pt x="1389" y="99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3"/>
            <p:cNvSpPr/>
            <p:nvPr/>
          </p:nvSpPr>
          <p:spPr>
            <a:xfrm>
              <a:off x="-1475150" y="3744750"/>
              <a:ext cx="37750" cy="50575"/>
            </a:xfrm>
            <a:custGeom>
              <a:avLst/>
              <a:gdLst/>
              <a:ahLst/>
              <a:cxnLst/>
              <a:rect l="l" t="t" r="r" b="b"/>
              <a:pathLst>
                <a:path w="1510" h="2023" extrusionOk="0">
                  <a:moveTo>
                    <a:pt x="0" y="1"/>
                  </a:moveTo>
                  <a:lnTo>
                    <a:pt x="0" y="1"/>
                  </a:lnTo>
                  <a:cubicBezTo>
                    <a:pt x="0" y="1"/>
                    <a:pt x="393" y="393"/>
                    <a:pt x="755" y="997"/>
                  </a:cubicBezTo>
                  <a:lnTo>
                    <a:pt x="1509" y="2023"/>
                  </a:lnTo>
                  <a:cubicBezTo>
                    <a:pt x="1268" y="1630"/>
                    <a:pt x="1147" y="1268"/>
                    <a:pt x="875" y="876"/>
                  </a:cubicBezTo>
                  <a:cubicBezTo>
                    <a:pt x="634" y="634"/>
                    <a:pt x="393" y="242"/>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3"/>
            <p:cNvSpPr/>
            <p:nvPr/>
          </p:nvSpPr>
          <p:spPr>
            <a:xfrm>
              <a:off x="-1497025" y="3707025"/>
              <a:ext cx="12850" cy="6075"/>
            </a:xfrm>
            <a:custGeom>
              <a:avLst/>
              <a:gdLst/>
              <a:ahLst/>
              <a:cxnLst/>
              <a:rect l="l" t="t" r="r" b="b"/>
              <a:pathLst>
                <a:path w="514" h="243" extrusionOk="0">
                  <a:moveTo>
                    <a:pt x="513" y="1"/>
                  </a:moveTo>
                  <a:lnTo>
                    <a:pt x="513" y="1"/>
                  </a:lnTo>
                  <a:cubicBezTo>
                    <a:pt x="513" y="1"/>
                    <a:pt x="362" y="122"/>
                    <a:pt x="242" y="122"/>
                  </a:cubicBezTo>
                  <a:lnTo>
                    <a:pt x="0" y="122"/>
                  </a:lnTo>
                  <a:cubicBezTo>
                    <a:pt x="0" y="122"/>
                    <a:pt x="121" y="242"/>
                    <a:pt x="242" y="242"/>
                  </a:cubicBezTo>
                  <a:cubicBezTo>
                    <a:pt x="362" y="122"/>
                    <a:pt x="513" y="122"/>
                    <a:pt x="5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3"/>
            <p:cNvSpPr/>
            <p:nvPr/>
          </p:nvSpPr>
          <p:spPr>
            <a:xfrm>
              <a:off x="-1521925" y="3707775"/>
              <a:ext cx="12100" cy="3650"/>
            </a:xfrm>
            <a:custGeom>
              <a:avLst/>
              <a:gdLst/>
              <a:ahLst/>
              <a:cxnLst/>
              <a:rect l="l" t="t" r="r" b="b"/>
              <a:pathLst>
                <a:path w="484" h="146" extrusionOk="0">
                  <a:moveTo>
                    <a:pt x="76" y="1"/>
                  </a:moveTo>
                  <a:cubicBezTo>
                    <a:pt x="31" y="1"/>
                    <a:pt x="0" y="31"/>
                    <a:pt x="0" y="92"/>
                  </a:cubicBezTo>
                  <a:lnTo>
                    <a:pt x="242" y="92"/>
                  </a:lnTo>
                  <a:cubicBezTo>
                    <a:pt x="181" y="31"/>
                    <a:pt x="121" y="1"/>
                    <a:pt x="76" y="1"/>
                  </a:cubicBezTo>
                  <a:close/>
                  <a:moveTo>
                    <a:pt x="242" y="92"/>
                  </a:moveTo>
                  <a:cubicBezTo>
                    <a:pt x="282" y="132"/>
                    <a:pt x="322" y="145"/>
                    <a:pt x="358" y="145"/>
                  </a:cubicBezTo>
                  <a:cubicBezTo>
                    <a:pt x="430" y="145"/>
                    <a:pt x="483" y="92"/>
                    <a:pt x="483" y="9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3"/>
            <p:cNvSpPr/>
            <p:nvPr/>
          </p:nvSpPr>
          <p:spPr>
            <a:xfrm>
              <a:off x="-1540800" y="3694200"/>
              <a:ext cx="9100" cy="9850"/>
            </a:xfrm>
            <a:custGeom>
              <a:avLst/>
              <a:gdLst/>
              <a:ahLst/>
              <a:cxnLst/>
              <a:rect l="l" t="t" r="r" b="b"/>
              <a:pathLst>
                <a:path w="364" h="394" extrusionOk="0">
                  <a:moveTo>
                    <a:pt x="1" y="1"/>
                  </a:moveTo>
                  <a:cubicBezTo>
                    <a:pt x="1" y="1"/>
                    <a:pt x="1" y="152"/>
                    <a:pt x="122" y="272"/>
                  </a:cubicBezTo>
                  <a:cubicBezTo>
                    <a:pt x="122" y="152"/>
                    <a:pt x="1" y="1"/>
                    <a:pt x="1" y="1"/>
                  </a:cubicBezTo>
                  <a:close/>
                  <a:moveTo>
                    <a:pt x="122" y="272"/>
                  </a:moveTo>
                  <a:cubicBezTo>
                    <a:pt x="242" y="393"/>
                    <a:pt x="363" y="393"/>
                    <a:pt x="363" y="393"/>
                  </a:cubicBezTo>
                  <a:cubicBezTo>
                    <a:pt x="363" y="393"/>
                    <a:pt x="242" y="272"/>
                    <a:pt x="122" y="27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3"/>
            <p:cNvSpPr/>
            <p:nvPr/>
          </p:nvSpPr>
          <p:spPr>
            <a:xfrm>
              <a:off x="-1553625" y="3685150"/>
              <a:ext cx="6075" cy="3050"/>
            </a:xfrm>
            <a:custGeom>
              <a:avLst/>
              <a:gdLst/>
              <a:ahLst/>
              <a:cxnLst/>
              <a:rect l="l" t="t" r="r" b="b"/>
              <a:pathLst>
                <a:path w="243" h="122" extrusionOk="0">
                  <a:moveTo>
                    <a:pt x="1" y="1"/>
                  </a:moveTo>
                  <a:cubicBezTo>
                    <a:pt x="1" y="1"/>
                    <a:pt x="1" y="121"/>
                    <a:pt x="122" y="121"/>
                  </a:cubicBezTo>
                  <a:lnTo>
                    <a:pt x="242" y="121"/>
                  </a:lnTo>
                  <a:lnTo>
                    <a:pt x="12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3"/>
            <p:cNvSpPr/>
            <p:nvPr/>
          </p:nvSpPr>
          <p:spPr>
            <a:xfrm>
              <a:off x="-2789375" y="1656050"/>
              <a:ext cx="424775" cy="312800"/>
            </a:xfrm>
            <a:custGeom>
              <a:avLst/>
              <a:gdLst/>
              <a:ahLst/>
              <a:cxnLst/>
              <a:rect l="l" t="t" r="r" b="b"/>
              <a:pathLst>
                <a:path w="16991" h="12512" extrusionOk="0">
                  <a:moveTo>
                    <a:pt x="4044" y="0"/>
                  </a:moveTo>
                  <a:cubicBezTo>
                    <a:pt x="2674" y="0"/>
                    <a:pt x="1352" y="762"/>
                    <a:pt x="635" y="2070"/>
                  </a:cubicBezTo>
                  <a:cubicBezTo>
                    <a:pt x="1" y="3066"/>
                    <a:pt x="1" y="4334"/>
                    <a:pt x="514" y="5480"/>
                  </a:cubicBezTo>
                  <a:cubicBezTo>
                    <a:pt x="755" y="5963"/>
                    <a:pt x="1148" y="6476"/>
                    <a:pt x="1661" y="6718"/>
                  </a:cubicBezTo>
                  <a:lnTo>
                    <a:pt x="13581" y="11516"/>
                  </a:lnTo>
                  <a:cubicBezTo>
                    <a:pt x="13460" y="11878"/>
                    <a:pt x="13581" y="12270"/>
                    <a:pt x="13973" y="12512"/>
                  </a:cubicBezTo>
                  <a:lnTo>
                    <a:pt x="14607" y="12512"/>
                  </a:lnTo>
                  <a:cubicBezTo>
                    <a:pt x="15089" y="12270"/>
                    <a:pt x="15240" y="11516"/>
                    <a:pt x="15240" y="11003"/>
                  </a:cubicBezTo>
                  <a:cubicBezTo>
                    <a:pt x="15089" y="10369"/>
                    <a:pt x="14969" y="9735"/>
                    <a:pt x="15240" y="9253"/>
                  </a:cubicBezTo>
                  <a:cubicBezTo>
                    <a:pt x="15482" y="8860"/>
                    <a:pt x="15844" y="8619"/>
                    <a:pt x="16115" y="8347"/>
                  </a:cubicBezTo>
                  <a:cubicBezTo>
                    <a:pt x="16749" y="7864"/>
                    <a:pt x="16991" y="6989"/>
                    <a:pt x="16991" y="6235"/>
                  </a:cubicBezTo>
                  <a:cubicBezTo>
                    <a:pt x="16870" y="5480"/>
                    <a:pt x="16357" y="4847"/>
                    <a:pt x="15602" y="4575"/>
                  </a:cubicBezTo>
                  <a:cubicBezTo>
                    <a:pt x="14848" y="4334"/>
                    <a:pt x="13973" y="4454"/>
                    <a:pt x="13460" y="3821"/>
                  </a:cubicBezTo>
                  <a:cubicBezTo>
                    <a:pt x="12977" y="3459"/>
                    <a:pt x="13098" y="2825"/>
                    <a:pt x="12705" y="2312"/>
                  </a:cubicBezTo>
                  <a:cubicBezTo>
                    <a:pt x="12343" y="1557"/>
                    <a:pt x="11197" y="1437"/>
                    <a:pt x="10321" y="1437"/>
                  </a:cubicBezTo>
                  <a:cubicBezTo>
                    <a:pt x="9786" y="1511"/>
                    <a:pt x="9250" y="1641"/>
                    <a:pt x="8742" y="1641"/>
                  </a:cubicBezTo>
                  <a:cubicBezTo>
                    <a:pt x="8420" y="1641"/>
                    <a:pt x="8109" y="1589"/>
                    <a:pt x="7817" y="1437"/>
                  </a:cubicBezTo>
                  <a:cubicBezTo>
                    <a:pt x="7062" y="1316"/>
                    <a:pt x="6429" y="803"/>
                    <a:pt x="5795" y="441"/>
                  </a:cubicBezTo>
                  <a:cubicBezTo>
                    <a:pt x="5232" y="141"/>
                    <a:pt x="4633" y="0"/>
                    <a:pt x="404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3"/>
            <p:cNvSpPr/>
            <p:nvPr/>
          </p:nvSpPr>
          <p:spPr>
            <a:xfrm>
              <a:off x="-2770500" y="1772575"/>
              <a:ext cx="330450" cy="544825"/>
            </a:xfrm>
            <a:custGeom>
              <a:avLst/>
              <a:gdLst/>
              <a:ahLst/>
              <a:cxnLst/>
              <a:rect l="l" t="t" r="r" b="b"/>
              <a:pathLst>
                <a:path w="13218" h="21793" extrusionOk="0">
                  <a:moveTo>
                    <a:pt x="5448" y="1"/>
                  </a:moveTo>
                  <a:cubicBezTo>
                    <a:pt x="3825" y="1"/>
                    <a:pt x="2185" y="315"/>
                    <a:pt x="634" y="940"/>
                  </a:cubicBezTo>
                  <a:cubicBezTo>
                    <a:pt x="634" y="940"/>
                    <a:pt x="0" y="8847"/>
                    <a:pt x="151" y="12377"/>
                  </a:cubicBezTo>
                  <a:cubicBezTo>
                    <a:pt x="151" y="15908"/>
                    <a:pt x="3652" y="16391"/>
                    <a:pt x="3652" y="16391"/>
                  </a:cubicBezTo>
                  <a:cubicBezTo>
                    <a:pt x="3652" y="16391"/>
                    <a:pt x="3531" y="20163"/>
                    <a:pt x="3652" y="21189"/>
                  </a:cubicBezTo>
                  <a:lnTo>
                    <a:pt x="11950" y="21793"/>
                  </a:lnTo>
                  <a:lnTo>
                    <a:pt x="13218" y="2811"/>
                  </a:lnTo>
                  <a:lnTo>
                    <a:pt x="12705" y="2449"/>
                  </a:lnTo>
                  <a:cubicBezTo>
                    <a:pt x="10622" y="812"/>
                    <a:pt x="8057" y="1"/>
                    <a:pt x="5448"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3"/>
            <p:cNvSpPr/>
            <p:nvPr/>
          </p:nvSpPr>
          <p:spPr>
            <a:xfrm>
              <a:off x="-2735800" y="1924275"/>
              <a:ext cx="25675" cy="24975"/>
            </a:xfrm>
            <a:custGeom>
              <a:avLst/>
              <a:gdLst/>
              <a:ahLst/>
              <a:cxnLst/>
              <a:rect l="l" t="t" r="r" b="b"/>
              <a:pathLst>
                <a:path w="1027" h="999" extrusionOk="0">
                  <a:moveTo>
                    <a:pt x="444" y="1"/>
                  </a:moveTo>
                  <a:cubicBezTo>
                    <a:pt x="340" y="1"/>
                    <a:pt x="233" y="41"/>
                    <a:pt x="121" y="153"/>
                  </a:cubicBezTo>
                  <a:cubicBezTo>
                    <a:pt x="0" y="274"/>
                    <a:pt x="0" y="636"/>
                    <a:pt x="121" y="908"/>
                  </a:cubicBezTo>
                  <a:cubicBezTo>
                    <a:pt x="197" y="968"/>
                    <a:pt x="325" y="998"/>
                    <a:pt x="464" y="998"/>
                  </a:cubicBezTo>
                  <a:cubicBezTo>
                    <a:pt x="604" y="998"/>
                    <a:pt x="755" y="968"/>
                    <a:pt x="876" y="908"/>
                  </a:cubicBezTo>
                  <a:cubicBezTo>
                    <a:pt x="1026" y="636"/>
                    <a:pt x="1026" y="395"/>
                    <a:pt x="876" y="153"/>
                  </a:cubicBezTo>
                  <a:cubicBezTo>
                    <a:pt x="734" y="82"/>
                    <a:pt x="592" y="1"/>
                    <a:pt x="4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3"/>
            <p:cNvSpPr/>
            <p:nvPr/>
          </p:nvSpPr>
          <p:spPr>
            <a:xfrm>
              <a:off x="-2754675" y="1915275"/>
              <a:ext cx="44550" cy="10600"/>
            </a:xfrm>
            <a:custGeom>
              <a:avLst/>
              <a:gdLst/>
              <a:ahLst/>
              <a:cxnLst/>
              <a:rect l="l" t="t" r="r" b="b"/>
              <a:pathLst>
                <a:path w="1782" h="424" extrusionOk="0">
                  <a:moveTo>
                    <a:pt x="876" y="0"/>
                  </a:moveTo>
                  <a:cubicBezTo>
                    <a:pt x="635" y="0"/>
                    <a:pt x="393" y="0"/>
                    <a:pt x="122" y="121"/>
                  </a:cubicBezTo>
                  <a:cubicBezTo>
                    <a:pt x="1" y="242"/>
                    <a:pt x="1" y="392"/>
                    <a:pt x="1" y="392"/>
                  </a:cubicBezTo>
                  <a:cubicBezTo>
                    <a:pt x="1" y="414"/>
                    <a:pt x="14" y="423"/>
                    <a:pt x="38" y="423"/>
                  </a:cubicBezTo>
                  <a:cubicBezTo>
                    <a:pt x="147" y="423"/>
                    <a:pt x="481" y="242"/>
                    <a:pt x="876" y="242"/>
                  </a:cubicBezTo>
                  <a:cubicBezTo>
                    <a:pt x="1296" y="242"/>
                    <a:pt x="1534" y="423"/>
                    <a:pt x="1689" y="423"/>
                  </a:cubicBezTo>
                  <a:cubicBezTo>
                    <a:pt x="1724" y="423"/>
                    <a:pt x="1754" y="414"/>
                    <a:pt x="1781" y="392"/>
                  </a:cubicBezTo>
                  <a:cubicBezTo>
                    <a:pt x="1781" y="392"/>
                    <a:pt x="1781" y="242"/>
                    <a:pt x="1510" y="121"/>
                  </a:cubicBezTo>
                  <a:cubicBezTo>
                    <a:pt x="1389" y="0"/>
                    <a:pt x="1148" y="0"/>
                    <a:pt x="87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3"/>
            <p:cNvSpPr/>
            <p:nvPr/>
          </p:nvSpPr>
          <p:spPr>
            <a:xfrm>
              <a:off x="-2612825" y="1935150"/>
              <a:ext cx="27925" cy="25400"/>
            </a:xfrm>
            <a:custGeom>
              <a:avLst/>
              <a:gdLst/>
              <a:ahLst/>
              <a:cxnLst/>
              <a:rect l="l" t="t" r="r" b="b"/>
              <a:pathLst>
                <a:path w="1117" h="1016" extrusionOk="0">
                  <a:moveTo>
                    <a:pt x="678" y="1"/>
                  </a:moveTo>
                  <a:cubicBezTo>
                    <a:pt x="582" y="1"/>
                    <a:pt x="475" y="30"/>
                    <a:pt x="362" y="80"/>
                  </a:cubicBezTo>
                  <a:cubicBezTo>
                    <a:pt x="121" y="201"/>
                    <a:pt x="0" y="473"/>
                    <a:pt x="121" y="714"/>
                  </a:cubicBezTo>
                  <a:cubicBezTo>
                    <a:pt x="296" y="889"/>
                    <a:pt x="486" y="1016"/>
                    <a:pt x="669" y="1016"/>
                  </a:cubicBezTo>
                  <a:cubicBezTo>
                    <a:pt x="739" y="1016"/>
                    <a:pt x="809" y="997"/>
                    <a:pt x="875" y="955"/>
                  </a:cubicBezTo>
                  <a:cubicBezTo>
                    <a:pt x="1117" y="714"/>
                    <a:pt x="1117" y="473"/>
                    <a:pt x="996" y="201"/>
                  </a:cubicBezTo>
                  <a:cubicBezTo>
                    <a:pt x="925" y="60"/>
                    <a:pt x="813" y="1"/>
                    <a:pt x="67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3"/>
            <p:cNvSpPr/>
            <p:nvPr/>
          </p:nvSpPr>
          <p:spPr>
            <a:xfrm>
              <a:off x="-2625650" y="1925075"/>
              <a:ext cx="47550" cy="12100"/>
            </a:xfrm>
            <a:custGeom>
              <a:avLst/>
              <a:gdLst/>
              <a:ahLst/>
              <a:cxnLst/>
              <a:rect l="l" t="t" r="r" b="b"/>
              <a:pathLst>
                <a:path w="1902" h="484" extrusionOk="0">
                  <a:moveTo>
                    <a:pt x="875" y="0"/>
                  </a:moveTo>
                  <a:cubicBezTo>
                    <a:pt x="634" y="0"/>
                    <a:pt x="393" y="121"/>
                    <a:pt x="242" y="242"/>
                  </a:cubicBezTo>
                  <a:cubicBezTo>
                    <a:pt x="0" y="363"/>
                    <a:pt x="0" y="483"/>
                    <a:pt x="0" y="483"/>
                  </a:cubicBezTo>
                  <a:cubicBezTo>
                    <a:pt x="121" y="483"/>
                    <a:pt x="393" y="242"/>
                    <a:pt x="875" y="242"/>
                  </a:cubicBezTo>
                  <a:cubicBezTo>
                    <a:pt x="1388" y="242"/>
                    <a:pt x="1751" y="483"/>
                    <a:pt x="1751" y="483"/>
                  </a:cubicBezTo>
                  <a:cubicBezTo>
                    <a:pt x="1901" y="363"/>
                    <a:pt x="1751" y="363"/>
                    <a:pt x="1630" y="242"/>
                  </a:cubicBezTo>
                  <a:cubicBezTo>
                    <a:pt x="1388" y="0"/>
                    <a:pt x="1147" y="0"/>
                    <a:pt x="87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3"/>
            <p:cNvSpPr/>
            <p:nvPr/>
          </p:nvSpPr>
          <p:spPr>
            <a:xfrm>
              <a:off x="-2704125" y="1931100"/>
              <a:ext cx="37750" cy="105075"/>
            </a:xfrm>
            <a:custGeom>
              <a:avLst/>
              <a:gdLst/>
              <a:ahLst/>
              <a:cxnLst/>
              <a:rect l="l" t="t" r="r" b="b"/>
              <a:pathLst>
                <a:path w="1510" h="4203" extrusionOk="0">
                  <a:moveTo>
                    <a:pt x="1510" y="1"/>
                  </a:moveTo>
                  <a:cubicBezTo>
                    <a:pt x="1117" y="755"/>
                    <a:pt x="755" y="1630"/>
                    <a:pt x="514" y="2506"/>
                  </a:cubicBezTo>
                  <a:cubicBezTo>
                    <a:pt x="363" y="2777"/>
                    <a:pt x="242" y="3139"/>
                    <a:pt x="122" y="3381"/>
                  </a:cubicBezTo>
                  <a:cubicBezTo>
                    <a:pt x="1" y="3652"/>
                    <a:pt x="1" y="3773"/>
                    <a:pt x="1" y="3894"/>
                  </a:cubicBezTo>
                  <a:cubicBezTo>
                    <a:pt x="122" y="4014"/>
                    <a:pt x="122" y="4135"/>
                    <a:pt x="242" y="4135"/>
                  </a:cubicBezTo>
                  <a:lnTo>
                    <a:pt x="514" y="4135"/>
                  </a:lnTo>
                  <a:cubicBezTo>
                    <a:pt x="594" y="4185"/>
                    <a:pt x="675" y="4202"/>
                    <a:pt x="756" y="4202"/>
                  </a:cubicBezTo>
                  <a:cubicBezTo>
                    <a:pt x="920" y="4202"/>
                    <a:pt x="1087" y="4135"/>
                    <a:pt x="1268" y="4135"/>
                  </a:cubicBezTo>
                  <a:cubicBezTo>
                    <a:pt x="997" y="4014"/>
                    <a:pt x="755" y="4014"/>
                    <a:pt x="514" y="4014"/>
                  </a:cubicBezTo>
                  <a:cubicBezTo>
                    <a:pt x="363" y="4014"/>
                    <a:pt x="242" y="3894"/>
                    <a:pt x="242" y="3894"/>
                  </a:cubicBezTo>
                  <a:cubicBezTo>
                    <a:pt x="242" y="3773"/>
                    <a:pt x="242" y="3652"/>
                    <a:pt x="363" y="3532"/>
                  </a:cubicBezTo>
                  <a:cubicBezTo>
                    <a:pt x="514" y="3260"/>
                    <a:pt x="635" y="2898"/>
                    <a:pt x="755" y="2506"/>
                  </a:cubicBezTo>
                  <a:cubicBezTo>
                    <a:pt x="1117" y="1751"/>
                    <a:pt x="1389" y="876"/>
                    <a:pt x="15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3"/>
            <p:cNvSpPr/>
            <p:nvPr/>
          </p:nvSpPr>
          <p:spPr>
            <a:xfrm>
              <a:off x="-2691300" y="2047300"/>
              <a:ext cx="62650" cy="32775"/>
            </a:xfrm>
            <a:custGeom>
              <a:avLst/>
              <a:gdLst/>
              <a:ahLst/>
              <a:cxnLst/>
              <a:rect l="l" t="t" r="r" b="b"/>
              <a:pathLst>
                <a:path w="2506" h="1311" extrusionOk="0">
                  <a:moveTo>
                    <a:pt x="2264" y="0"/>
                  </a:moveTo>
                  <a:cubicBezTo>
                    <a:pt x="1510" y="392"/>
                    <a:pt x="755" y="634"/>
                    <a:pt x="1" y="755"/>
                  </a:cubicBezTo>
                  <a:cubicBezTo>
                    <a:pt x="186" y="1148"/>
                    <a:pt x="673" y="1311"/>
                    <a:pt x="1121" y="1311"/>
                  </a:cubicBezTo>
                  <a:cubicBezTo>
                    <a:pt x="1257" y="1311"/>
                    <a:pt x="1390" y="1296"/>
                    <a:pt x="1510" y="1268"/>
                  </a:cubicBezTo>
                  <a:cubicBezTo>
                    <a:pt x="2506" y="875"/>
                    <a:pt x="2264" y="0"/>
                    <a:pt x="22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3"/>
            <p:cNvSpPr/>
            <p:nvPr/>
          </p:nvSpPr>
          <p:spPr>
            <a:xfrm>
              <a:off x="-2679225" y="2147625"/>
              <a:ext cx="113200" cy="57125"/>
            </a:xfrm>
            <a:custGeom>
              <a:avLst/>
              <a:gdLst/>
              <a:ahLst/>
              <a:cxnLst/>
              <a:rect l="l" t="t" r="r" b="b"/>
              <a:pathLst>
                <a:path w="4528" h="2285" extrusionOk="0">
                  <a:moveTo>
                    <a:pt x="4527" y="1"/>
                  </a:moveTo>
                  <a:lnTo>
                    <a:pt x="4527" y="1"/>
                  </a:lnTo>
                  <a:cubicBezTo>
                    <a:pt x="3139" y="906"/>
                    <a:pt x="1630" y="1389"/>
                    <a:pt x="1" y="1389"/>
                  </a:cubicBezTo>
                  <a:lnTo>
                    <a:pt x="1" y="2264"/>
                  </a:lnTo>
                  <a:cubicBezTo>
                    <a:pt x="180" y="2278"/>
                    <a:pt x="353" y="2284"/>
                    <a:pt x="520" y="2284"/>
                  </a:cubicBezTo>
                  <a:cubicBezTo>
                    <a:pt x="3630" y="2284"/>
                    <a:pt x="4527" y="1"/>
                    <a:pt x="4527"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3"/>
            <p:cNvSpPr/>
            <p:nvPr/>
          </p:nvSpPr>
          <p:spPr>
            <a:xfrm>
              <a:off x="-2754675" y="1751550"/>
              <a:ext cx="346325" cy="211275"/>
            </a:xfrm>
            <a:custGeom>
              <a:avLst/>
              <a:gdLst/>
              <a:ahLst/>
              <a:cxnLst/>
              <a:rect l="l" t="t" r="r" b="b"/>
              <a:pathLst>
                <a:path w="13853" h="8451" extrusionOk="0">
                  <a:moveTo>
                    <a:pt x="6429" y="1"/>
                  </a:moveTo>
                  <a:lnTo>
                    <a:pt x="2777" y="272"/>
                  </a:lnTo>
                  <a:lnTo>
                    <a:pt x="1" y="755"/>
                  </a:lnTo>
                  <a:lnTo>
                    <a:pt x="1" y="2656"/>
                  </a:lnTo>
                  <a:cubicBezTo>
                    <a:pt x="1" y="2656"/>
                    <a:pt x="900" y="3220"/>
                    <a:pt x="2357" y="3220"/>
                  </a:cubicBezTo>
                  <a:cubicBezTo>
                    <a:pt x="3086" y="3220"/>
                    <a:pt x="3954" y="3079"/>
                    <a:pt x="4920" y="2656"/>
                  </a:cubicBezTo>
                  <a:cubicBezTo>
                    <a:pt x="6216" y="2134"/>
                    <a:pt x="7585" y="1857"/>
                    <a:pt x="8474" y="1857"/>
                  </a:cubicBezTo>
                  <a:cubicBezTo>
                    <a:pt x="8868" y="1857"/>
                    <a:pt x="9168" y="1911"/>
                    <a:pt x="9326" y="2023"/>
                  </a:cubicBezTo>
                  <a:cubicBezTo>
                    <a:pt x="9688" y="2415"/>
                    <a:pt x="9688" y="4286"/>
                    <a:pt x="11438" y="4920"/>
                  </a:cubicBezTo>
                  <a:cubicBezTo>
                    <a:pt x="11438" y="4920"/>
                    <a:pt x="11076" y="8450"/>
                    <a:pt x="12464" y="8450"/>
                  </a:cubicBezTo>
                  <a:cubicBezTo>
                    <a:pt x="13852" y="8450"/>
                    <a:pt x="13460" y="2898"/>
                    <a:pt x="13460" y="2898"/>
                  </a:cubicBezTo>
                  <a:lnTo>
                    <a:pt x="10080" y="1027"/>
                  </a:lnTo>
                  <a:lnTo>
                    <a:pt x="6429"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3"/>
            <p:cNvSpPr/>
            <p:nvPr/>
          </p:nvSpPr>
          <p:spPr>
            <a:xfrm>
              <a:off x="-2452900" y="1932075"/>
              <a:ext cx="63400" cy="90375"/>
            </a:xfrm>
            <a:custGeom>
              <a:avLst/>
              <a:gdLst/>
              <a:ahLst/>
              <a:cxnLst/>
              <a:rect l="l" t="t" r="r" b="b"/>
              <a:pathLst>
                <a:path w="2536" h="3615" extrusionOk="0">
                  <a:moveTo>
                    <a:pt x="898" y="1"/>
                  </a:moveTo>
                  <a:cubicBezTo>
                    <a:pt x="502" y="1"/>
                    <a:pt x="176" y="83"/>
                    <a:pt x="122" y="83"/>
                  </a:cubicBezTo>
                  <a:lnTo>
                    <a:pt x="1" y="3493"/>
                  </a:lnTo>
                  <a:cubicBezTo>
                    <a:pt x="1" y="3533"/>
                    <a:pt x="269" y="3614"/>
                    <a:pt x="632" y="3614"/>
                  </a:cubicBezTo>
                  <a:cubicBezTo>
                    <a:pt x="1350" y="3614"/>
                    <a:pt x="2435" y="3296"/>
                    <a:pt x="2536" y="1712"/>
                  </a:cubicBezTo>
                  <a:cubicBezTo>
                    <a:pt x="2536" y="261"/>
                    <a:pt x="1606" y="1"/>
                    <a:pt x="898"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3"/>
            <p:cNvSpPr/>
            <p:nvPr/>
          </p:nvSpPr>
          <p:spPr>
            <a:xfrm>
              <a:off x="-2434025" y="1949975"/>
              <a:ext cx="28675" cy="53575"/>
            </a:xfrm>
            <a:custGeom>
              <a:avLst/>
              <a:gdLst/>
              <a:ahLst/>
              <a:cxnLst/>
              <a:rect l="l" t="t" r="r" b="b"/>
              <a:pathLst>
                <a:path w="1147" h="2143" extrusionOk="0">
                  <a:moveTo>
                    <a:pt x="0" y="1871"/>
                  </a:moveTo>
                  <a:cubicBezTo>
                    <a:pt x="0" y="1871"/>
                    <a:pt x="0" y="2022"/>
                    <a:pt x="121" y="2022"/>
                  </a:cubicBezTo>
                  <a:lnTo>
                    <a:pt x="0" y="1871"/>
                  </a:lnTo>
                  <a:close/>
                  <a:moveTo>
                    <a:pt x="634" y="0"/>
                  </a:moveTo>
                  <a:cubicBezTo>
                    <a:pt x="513" y="0"/>
                    <a:pt x="393" y="0"/>
                    <a:pt x="393" y="121"/>
                  </a:cubicBezTo>
                  <a:cubicBezTo>
                    <a:pt x="272" y="121"/>
                    <a:pt x="272" y="121"/>
                    <a:pt x="272" y="242"/>
                  </a:cubicBezTo>
                  <a:cubicBezTo>
                    <a:pt x="393" y="121"/>
                    <a:pt x="513" y="121"/>
                    <a:pt x="513" y="121"/>
                  </a:cubicBezTo>
                  <a:cubicBezTo>
                    <a:pt x="755" y="242"/>
                    <a:pt x="755" y="362"/>
                    <a:pt x="875" y="513"/>
                  </a:cubicBezTo>
                  <a:cubicBezTo>
                    <a:pt x="875" y="634"/>
                    <a:pt x="1026" y="875"/>
                    <a:pt x="1026" y="1117"/>
                  </a:cubicBezTo>
                  <a:cubicBezTo>
                    <a:pt x="1026" y="1509"/>
                    <a:pt x="755" y="1751"/>
                    <a:pt x="513" y="2022"/>
                  </a:cubicBezTo>
                  <a:lnTo>
                    <a:pt x="121" y="2022"/>
                  </a:lnTo>
                  <a:cubicBezTo>
                    <a:pt x="272" y="2143"/>
                    <a:pt x="393" y="2143"/>
                    <a:pt x="513" y="2143"/>
                  </a:cubicBezTo>
                  <a:cubicBezTo>
                    <a:pt x="875" y="1871"/>
                    <a:pt x="1147" y="1509"/>
                    <a:pt x="1147" y="1117"/>
                  </a:cubicBezTo>
                  <a:cubicBezTo>
                    <a:pt x="1147" y="875"/>
                    <a:pt x="1147" y="634"/>
                    <a:pt x="1026" y="362"/>
                  </a:cubicBezTo>
                  <a:cubicBezTo>
                    <a:pt x="875" y="242"/>
                    <a:pt x="755" y="121"/>
                    <a:pt x="634"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3"/>
            <p:cNvSpPr/>
            <p:nvPr/>
          </p:nvSpPr>
          <p:spPr>
            <a:xfrm>
              <a:off x="-2446100" y="1747275"/>
              <a:ext cx="37750" cy="17125"/>
            </a:xfrm>
            <a:custGeom>
              <a:avLst/>
              <a:gdLst/>
              <a:ahLst/>
              <a:cxnLst/>
              <a:rect l="l" t="t" r="r" b="b"/>
              <a:pathLst>
                <a:path w="1510" h="685" extrusionOk="0">
                  <a:moveTo>
                    <a:pt x="1017" y="1"/>
                  </a:moveTo>
                  <a:cubicBezTo>
                    <a:pt x="894" y="1"/>
                    <a:pt x="754" y="16"/>
                    <a:pt x="604" y="51"/>
                  </a:cubicBezTo>
                  <a:cubicBezTo>
                    <a:pt x="242" y="172"/>
                    <a:pt x="0" y="564"/>
                    <a:pt x="0" y="685"/>
                  </a:cubicBezTo>
                  <a:cubicBezTo>
                    <a:pt x="121" y="685"/>
                    <a:pt x="363" y="443"/>
                    <a:pt x="755" y="323"/>
                  </a:cubicBezTo>
                  <a:cubicBezTo>
                    <a:pt x="936" y="247"/>
                    <a:pt x="1124" y="247"/>
                    <a:pt x="1268" y="247"/>
                  </a:cubicBezTo>
                  <a:cubicBezTo>
                    <a:pt x="1411" y="247"/>
                    <a:pt x="1509" y="247"/>
                    <a:pt x="1509" y="172"/>
                  </a:cubicBezTo>
                  <a:cubicBezTo>
                    <a:pt x="1509" y="86"/>
                    <a:pt x="1313" y="1"/>
                    <a:pt x="10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3"/>
            <p:cNvSpPr/>
            <p:nvPr/>
          </p:nvSpPr>
          <p:spPr>
            <a:xfrm>
              <a:off x="-2455900" y="1713825"/>
              <a:ext cx="18875" cy="53600"/>
            </a:xfrm>
            <a:custGeom>
              <a:avLst/>
              <a:gdLst/>
              <a:ahLst/>
              <a:cxnLst/>
              <a:rect l="l" t="t" r="r" b="b"/>
              <a:pathLst>
                <a:path w="755" h="2144" extrusionOk="0">
                  <a:moveTo>
                    <a:pt x="513" y="1"/>
                  </a:moveTo>
                  <a:cubicBezTo>
                    <a:pt x="513" y="1"/>
                    <a:pt x="513" y="514"/>
                    <a:pt x="392" y="1148"/>
                  </a:cubicBezTo>
                  <a:cubicBezTo>
                    <a:pt x="242" y="1661"/>
                    <a:pt x="0" y="2023"/>
                    <a:pt x="0" y="2143"/>
                  </a:cubicBezTo>
                  <a:cubicBezTo>
                    <a:pt x="121" y="2143"/>
                    <a:pt x="513" y="1781"/>
                    <a:pt x="634" y="1148"/>
                  </a:cubicBezTo>
                  <a:cubicBezTo>
                    <a:pt x="755" y="755"/>
                    <a:pt x="755" y="393"/>
                    <a:pt x="5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3"/>
            <p:cNvSpPr/>
            <p:nvPr/>
          </p:nvSpPr>
          <p:spPr>
            <a:xfrm>
              <a:off x="-2751650" y="1893375"/>
              <a:ext cx="56600" cy="14200"/>
            </a:xfrm>
            <a:custGeom>
              <a:avLst/>
              <a:gdLst/>
              <a:ahLst/>
              <a:cxnLst/>
              <a:rect l="l" t="t" r="r" b="b"/>
              <a:pathLst>
                <a:path w="2264" h="568" extrusionOk="0">
                  <a:moveTo>
                    <a:pt x="1147" y="1"/>
                  </a:moveTo>
                  <a:cubicBezTo>
                    <a:pt x="514" y="1"/>
                    <a:pt x="1" y="363"/>
                    <a:pt x="1" y="514"/>
                  </a:cubicBezTo>
                  <a:cubicBezTo>
                    <a:pt x="51" y="554"/>
                    <a:pt x="125" y="568"/>
                    <a:pt x="224" y="568"/>
                  </a:cubicBezTo>
                  <a:cubicBezTo>
                    <a:pt x="423" y="568"/>
                    <a:pt x="725" y="514"/>
                    <a:pt x="1147" y="514"/>
                  </a:cubicBezTo>
                  <a:cubicBezTo>
                    <a:pt x="1489" y="514"/>
                    <a:pt x="1818" y="568"/>
                    <a:pt x="1999" y="568"/>
                  </a:cubicBezTo>
                  <a:cubicBezTo>
                    <a:pt x="2090" y="568"/>
                    <a:pt x="2143" y="554"/>
                    <a:pt x="2143" y="514"/>
                  </a:cubicBezTo>
                  <a:cubicBezTo>
                    <a:pt x="2264" y="363"/>
                    <a:pt x="1902" y="1"/>
                    <a:pt x="114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3"/>
            <p:cNvSpPr/>
            <p:nvPr/>
          </p:nvSpPr>
          <p:spPr>
            <a:xfrm>
              <a:off x="-2619125" y="1883000"/>
              <a:ext cx="56100" cy="14775"/>
            </a:xfrm>
            <a:custGeom>
              <a:avLst/>
              <a:gdLst/>
              <a:ahLst/>
              <a:cxnLst/>
              <a:rect l="l" t="t" r="r" b="b"/>
              <a:pathLst>
                <a:path w="2244" h="591" extrusionOk="0">
                  <a:moveTo>
                    <a:pt x="886" y="1"/>
                  </a:moveTo>
                  <a:cubicBezTo>
                    <a:pt x="371" y="1"/>
                    <a:pt x="0" y="311"/>
                    <a:pt x="132" y="416"/>
                  </a:cubicBezTo>
                  <a:cubicBezTo>
                    <a:pt x="132" y="537"/>
                    <a:pt x="614" y="537"/>
                    <a:pt x="1127" y="537"/>
                  </a:cubicBezTo>
                  <a:cubicBezTo>
                    <a:pt x="1550" y="537"/>
                    <a:pt x="1852" y="590"/>
                    <a:pt x="2042" y="590"/>
                  </a:cubicBezTo>
                  <a:cubicBezTo>
                    <a:pt x="2137" y="590"/>
                    <a:pt x="2204" y="577"/>
                    <a:pt x="2244" y="537"/>
                  </a:cubicBezTo>
                  <a:cubicBezTo>
                    <a:pt x="2244" y="416"/>
                    <a:pt x="1882" y="24"/>
                    <a:pt x="1127" y="24"/>
                  </a:cubicBezTo>
                  <a:cubicBezTo>
                    <a:pt x="1045" y="8"/>
                    <a:pt x="964" y="1"/>
                    <a:pt x="88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3"/>
            <p:cNvSpPr/>
            <p:nvPr/>
          </p:nvSpPr>
          <p:spPr>
            <a:xfrm>
              <a:off x="-3150750" y="3172900"/>
              <a:ext cx="1697500" cy="1358000"/>
            </a:xfrm>
            <a:custGeom>
              <a:avLst/>
              <a:gdLst/>
              <a:ahLst/>
              <a:cxnLst/>
              <a:rect l="l" t="t" r="r" b="b"/>
              <a:pathLst>
                <a:path w="67900" h="54320" extrusionOk="0">
                  <a:moveTo>
                    <a:pt x="9175" y="0"/>
                  </a:moveTo>
                  <a:cubicBezTo>
                    <a:pt x="8933" y="363"/>
                    <a:pt x="3290" y="27522"/>
                    <a:pt x="755" y="42611"/>
                  </a:cubicBezTo>
                  <a:cubicBezTo>
                    <a:pt x="1" y="47016"/>
                    <a:pt x="3019" y="51181"/>
                    <a:pt x="7425" y="51935"/>
                  </a:cubicBezTo>
                  <a:cubicBezTo>
                    <a:pt x="7666" y="52056"/>
                    <a:pt x="7817" y="52056"/>
                    <a:pt x="8058" y="52056"/>
                  </a:cubicBezTo>
                  <a:lnTo>
                    <a:pt x="33196" y="54319"/>
                  </a:lnTo>
                  <a:lnTo>
                    <a:pt x="33830" y="44391"/>
                  </a:lnTo>
                  <a:lnTo>
                    <a:pt x="15482" y="41494"/>
                  </a:lnTo>
                  <a:lnTo>
                    <a:pt x="21246" y="15843"/>
                  </a:lnTo>
                  <a:lnTo>
                    <a:pt x="34825" y="39985"/>
                  </a:lnTo>
                  <a:cubicBezTo>
                    <a:pt x="36773" y="43272"/>
                    <a:pt x="40317" y="45154"/>
                    <a:pt x="43915" y="45154"/>
                  </a:cubicBezTo>
                  <a:cubicBezTo>
                    <a:pt x="45670" y="45154"/>
                    <a:pt x="47437" y="44707"/>
                    <a:pt x="49039" y="43757"/>
                  </a:cubicBezTo>
                  <a:cubicBezTo>
                    <a:pt x="49159" y="43637"/>
                    <a:pt x="49159" y="43637"/>
                    <a:pt x="49310" y="43637"/>
                  </a:cubicBezTo>
                  <a:lnTo>
                    <a:pt x="67899" y="29544"/>
                  </a:lnTo>
                  <a:lnTo>
                    <a:pt x="61743" y="20491"/>
                  </a:lnTo>
                  <a:lnTo>
                    <a:pt x="46021" y="30298"/>
                  </a:lnTo>
                  <a:lnTo>
                    <a:pt x="35851" y="12192"/>
                  </a:lnTo>
                  <a:cubicBezTo>
                    <a:pt x="35851" y="12192"/>
                    <a:pt x="35972" y="10170"/>
                    <a:pt x="35851" y="9054"/>
                  </a:cubicBezTo>
                  <a:cubicBezTo>
                    <a:pt x="35731" y="8420"/>
                    <a:pt x="33950" y="5281"/>
                    <a:pt x="33950" y="5281"/>
                  </a:cubicBezTo>
                  <a:lnTo>
                    <a:pt x="22513" y="6277"/>
                  </a:lnTo>
                  <a:lnTo>
                    <a:pt x="2326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3"/>
            <p:cNvSpPr/>
            <p:nvPr/>
          </p:nvSpPr>
          <p:spPr>
            <a:xfrm>
              <a:off x="-2641500" y="3361500"/>
              <a:ext cx="31700" cy="191650"/>
            </a:xfrm>
            <a:custGeom>
              <a:avLst/>
              <a:gdLst/>
              <a:ahLst/>
              <a:cxnLst/>
              <a:rect l="l" t="t" r="r" b="b"/>
              <a:pathLst>
                <a:path w="1268" h="7666" extrusionOk="0">
                  <a:moveTo>
                    <a:pt x="121" y="1"/>
                  </a:moveTo>
                  <a:cubicBezTo>
                    <a:pt x="1" y="363"/>
                    <a:pt x="1" y="755"/>
                    <a:pt x="1" y="1117"/>
                  </a:cubicBezTo>
                  <a:lnTo>
                    <a:pt x="1" y="4014"/>
                  </a:lnTo>
                  <a:lnTo>
                    <a:pt x="1" y="5644"/>
                  </a:lnTo>
                  <a:cubicBezTo>
                    <a:pt x="1" y="6036"/>
                    <a:pt x="121" y="6519"/>
                    <a:pt x="272" y="6911"/>
                  </a:cubicBezTo>
                  <a:cubicBezTo>
                    <a:pt x="393" y="7273"/>
                    <a:pt x="634" y="7545"/>
                    <a:pt x="876" y="7666"/>
                  </a:cubicBezTo>
                  <a:lnTo>
                    <a:pt x="1268" y="7666"/>
                  </a:lnTo>
                  <a:cubicBezTo>
                    <a:pt x="1268" y="7666"/>
                    <a:pt x="1147" y="7666"/>
                    <a:pt x="876" y="7545"/>
                  </a:cubicBezTo>
                  <a:cubicBezTo>
                    <a:pt x="634" y="7424"/>
                    <a:pt x="514" y="7153"/>
                    <a:pt x="393" y="6911"/>
                  </a:cubicBezTo>
                  <a:cubicBezTo>
                    <a:pt x="272" y="6519"/>
                    <a:pt x="272" y="6036"/>
                    <a:pt x="272" y="5644"/>
                  </a:cubicBezTo>
                  <a:lnTo>
                    <a:pt x="272" y="4014"/>
                  </a:lnTo>
                  <a:lnTo>
                    <a:pt x="272" y="1117"/>
                  </a:lnTo>
                  <a:cubicBezTo>
                    <a:pt x="272" y="755"/>
                    <a:pt x="272" y="363"/>
                    <a:pt x="121" y="1"/>
                  </a:cubicBezTo>
                  <a:close/>
                </a:path>
              </a:pathLst>
            </a:custGeom>
            <a:solidFill>
              <a:srgbClr val="394A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3"/>
            <p:cNvSpPr/>
            <p:nvPr/>
          </p:nvSpPr>
          <p:spPr>
            <a:xfrm>
              <a:off x="-2461950" y="3351700"/>
              <a:ext cx="156950" cy="66400"/>
            </a:xfrm>
            <a:custGeom>
              <a:avLst/>
              <a:gdLst/>
              <a:ahLst/>
              <a:cxnLst/>
              <a:rect l="l" t="t" r="r" b="b"/>
              <a:pathLst>
                <a:path w="6278" h="2656" extrusionOk="0">
                  <a:moveTo>
                    <a:pt x="121" y="0"/>
                  </a:moveTo>
                  <a:cubicBezTo>
                    <a:pt x="1" y="0"/>
                    <a:pt x="121" y="0"/>
                    <a:pt x="121" y="272"/>
                  </a:cubicBezTo>
                  <a:cubicBezTo>
                    <a:pt x="242" y="513"/>
                    <a:pt x="363" y="755"/>
                    <a:pt x="484" y="1026"/>
                  </a:cubicBezTo>
                  <a:cubicBezTo>
                    <a:pt x="634" y="1268"/>
                    <a:pt x="755" y="1389"/>
                    <a:pt x="876" y="1509"/>
                  </a:cubicBezTo>
                  <a:cubicBezTo>
                    <a:pt x="1510" y="2264"/>
                    <a:pt x="2385" y="2656"/>
                    <a:pt x="3381" y="2656"/>
                  </a:cubicBezTo>
                  <a:cubicBezTo>
                    <a:pt x="3894" y="2656"/>
                    <a:pt x="4527" y="2535"/>
                    <a:pt x="5161" y="2143"/>
                  </a:cubicBezTo>
                  <a:cubicBezTo>
                    <a:pt x="5282" y="2022"/>
                    <a:pt x="5523" y="1902"/>
                    <a:pt x="5644" y="1781"/>
                  </a:cubicBezTo>
                  <a:cubicBezTo>
                    <a:pt x="5915" y="1509"/>
                    <a:pt x="6036" y="1268"/>
                    <a:pt x="6157" y="1026"/>
                  </a:cubicBezTo>
                  <a:cubicBezTo>
                    <a:pt x="6278" y="1026"/>
                    <a:pt x="6278" y="876"/>
                    <a:pt x="6278" y="755"/>
                  </a:cubicBezTo>
                  <a:lnTo>
                    <a:pt x="6278" y="755"/>
                  </a:lnTo>
                  <a:cubicBezTo>
                    <a:pt x="6036" y="1026"/>
                    <a:pt x="5765" y="1389"/>
                    <a:pt x="5523" y="1630"/>
                  </a:cubicBezTo>
                  <a:cubicBezTo>
                    <a:pt x="5402" y="1630"/>
                    <a:pt x="5402" y="1781"/>
                    <a:pt x="5282" y="1781"/>
                  </a:cubicBezTo>
                  <a:cubicBezTo>
                    <a:pt x="5161" y="1902"/>
                    <a:pt x="5161" y="1902"/>
                    <a:pt x="5010" y="1902"/>
                  </a:cubicBezTo>
                  <a:cubicBezTo>
                    <a:pt x="4527" y="2264"/>
                    <a:pt x="3894" y="2384"/>
                    <a:pt x="3381" y="2384"/>
                  </a:cubicBezTo>
                  <a:cubicBezTo>
                    <a:pt x="2385" y="2384"/>
                    <a:pt x="1238" y="1902"/>
                    <a:pt x="634" y="1026"/>
                  </a:cubicBezTo>
                  <a:cubicBezTo>
                    <a:pt x="363" y="634"/>
                    <a:pt x="242" y="272"/>
                    <a:pt x="121" y="0"/>
                  </a:cubicBezTo>
                  <a:close/>
                </a:path>
              </a:pathLst>
            </a:custGeom>
            <a:solidFill>
              <a:srgbClr val="394A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3"/>
            <p:cNvSpPr/>
            <p:nvPr/>
          </p:nvSpPr>
          <p:spPr>
            <a:xfrm>
              <a:off x="-2984000" y="3458825"/>
              <a:ext cx="25" cy="3050"/>
            </a:xfrm>
            <a:custGeom>
              <a:avLst/>
              <a:gdLst/>
              <a:ahLst/>
              <a:cxnLst/>
              <a:rect l="l" t="t" r="r" b="b"/>
              <a:pathLst>
                <a:path w="1" h="122" extrusionOk="0">
                  <a:moveTo>
                    <a:pt x="0" y="1"/>
                  </a:moveTo>
                  <a:lnTo>
                    <a:pt x="0" y="121"/>
                  </a:lnTo>
                  <a:lnTo>
                    <a:pt x="0" y="121"/>
                  </a:lnTo>
                  <a:lnTo>
                    <a:pt x="0" y="1"/>
                  </a:lnTo>
                  <a:close/>
                </a:path>
              </a:pathLst>
            </a:custGeom>
            <a:solidFill>
              <a:srgbClr val="8F9C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3"/>
            <p:cNvSpPr/>
            <p:nvPr/>
          </p:nvSpPr>
          <p:spPr>
            <a:xfrm>
              <a:off x="-2984000" y="3389425"/>
              <a:ext cx="107150" cy="82250"/>
            </a:xfrm>
            <a:custGeom>
              <a:avLst/>
              <a:gdLst/>
              <a:ahLst/>
              <a:cxnLst/>
              <a:rect l="l" t="t" r="r" b="b"/>
              <a:pathLst>
                <a:path w="4286" h="3290" extrusionOk="0">
                  <a:moveTo>
                    <a:pt x="4285" y="0"/>
                  </a:moveTo>
                  <a:cubicBezTo>
                    <a:pt x="4165" y="0"/>
                    <a:pt x="4285" y="393"/>
                    <a:pt x="4014" y="875"/>
                  </a:cubicBezTo>
                  <a:cubicBezTo>
                    <a:pt x="3772" y="2143"/>
                    <a:pt x="2505" y="3018"/>
                    <a:pt x="1268" y="3018"/>
                  </a:cubicBezTo>
                  <a:lnTo>
                    <a:pt x="875" y="3018"/>
                  </a:lnTo>
                  <a:cubicBezTo>
                    <a:pt x="392" y="3018"/>
                    <a:pt x="121" y="2897"/>
                    <a:pt x="0" y="2777"/>
                  </a:cubicBezTo>
                  <a:lnTo>
                    <a:pt x="0" y="2897"/>
                  </a:lnTo>
                  <a:cubicBezTo>
                    <a:pt x="242" y="3018"/>
                    <a:pt x="513" y="3139"/>
                    <a:pt x="875" y="3139"/>
                  </a:cubicBezTo>
                  <a:lnTo>
                    <a:pt x="875" y="3290"/>
                  </a:lnTo>
                  <a:lnTo>
                    <a:pt x="1388" y="3290"/>
                  </a:lnTo>
                  <a:cubicBezTo>
                    <a:pt x="2776" y="3290"/>
                    <a:pt x="4014" y="2264"/>
                    <a:pt x="4285" y="875"/>
                  </a:cubicBezTo>
                  <a:lnTo>
                    <a:pt x="4285" y="0"/>
                  </a:lnTo>
                  <a:close/>
                </a:path>
              </a:pathLst>
            </a:custGeom>
            <a:solidFill>
              <a:srgbClr val="394A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3"/>
            <p:cNvSpPr/>
            <p:nvPr/>
          </p:nvSpPr>
          <p:spPr>
            <a:xfrm>
              <a:off x="-2308050" y="4323400"/>
              <a:ext cx="25" cy="25"/>
            </a:xfrm>
            <a:custGeom>
              <a:avLst/>
              <a:gdLst/>
              <a:ahLst/>
              <a:cxnLst/>
              <a:rect l="l" t="t" r="r" b="b"/>
              <a:pathLst>
                <a:path w="1" h="1" extrusionOk="0">
                  <a:moveTo>
                    <a:pt x="1" y="1"/>
                  </a:moveTo>
                  <a:lnTo>
                    <a:pt x="1" y="1"/>
                  </a:lnTo>
                  <a:close/>
                </a:path>
              </a:pathLst>
            </a:custGeom>
            <a:solidFill>
              <a:srgbClr val="859C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3"/>
            <p:cNvSpPr/>
            <p:nvPr/>
          </p:nvSpPr>
          <p:spPr>
            <a:xfrm>
              <a:off x="-2833125" y="3562175"/>
              <a:ext cx="525100" cy="761250"/>
            </a:xfrm>
            <a:custGeom>
              <a:avLst/>
              <a:gdLst/>
              <a:ahLst/>
              <a:cxnLst/>
              <a:rect l="l" t="t" r="r" b="b"/>
              <a:pathLst>
                <a:path w="21004" h="30450" extrusionOk="0">
                  <a:moveTo>
                    <a:pt x="5795" y="1"/>
                  </a:moveTo>
                  <a:cubicBezTo>
                    <a:pt x="5795" y="152"/>
                    <a:pt x="5795" y="272"/>
                    <a:pt x="5674" y="393"/>
                  </a:cubicBezTo>
                  <a:lnTo>
                    <a:pt x="5402" y="1781"/>
                  </a:lnTo>
                  <a:lnTo>
                    <a:pt x="5795" y="393"/>
                  </a:lnTo>
                  <a:lnTo>
                    <a:pt x="5795" y="1"/>
                  </a:lnTo>
                  <a:close/>
                  <a:moveTo>
                    <a:pt x="5402" y="1781"/>
                  </a:moveTo>
                  <a:lnTo>
                    <a:pt x="5402" y="1781"/>
                  </a:lnTo>
                  <a:cubicBezTo>
                    <a:pt x="5040" y="3019"/>
                    <a:pt x="4648" y="4678"/>
                    <a:pt x="4165" y="6942"/>
                  </a:cubicBezTo>
                  <a:cubicBezTo>
                    <a:pt x="3139" y="11197"/>
                    <a:pt x="1902" y="17232"/>
                    <a:pt x="393" y="23780"/>
                  </a:cubicBezTo>
                  <a:lnTo>
                    <a:pt x="121" y="25048"/>
                  </a:lnTo>
                  <a:cubicBezTo>
                    <a:pt x="1" y="25410"/>
                    <a:pt x="1" y="25802"/>
                    <a:pt x="1" y="26285"/>
                  </a:cubicBezTo>
                  <a:cubicBezTo>
                    <a:pt x="1" y="26677"/>
                    <a:pt x="242" y="27160"/>
                    <a:pt x="514" y="27432"/>
                  </a:cubicBezTo>
                  <a:cubicBezTo>
                    <a:pt x="876" y="27673"/>
                    <a:pt x="1268" y="27915"/>
                    <a:pt x="1630" y="28066"/>
                  </a:cubicBezTo>
                  <a:cubicBezTo>
                    <a:pt x="2385" y="28307"/>
                    <a:pt x="3139" y="28428"/>
                    <a:pt x="3893" y="28548"/>
                  </a:cubicBezTo>
                  <a:lnTo>
                    <a:pt x="6157" y="28820"/>
                  </a:lnTo>
                  <a:lnTo>
                    <a:pt x="13973" y="29695"/>
                  </a:lnTo>
                  <a:lnTo>
                    <a:pt x="19103" y="30329"/>
                  </a:lnTo>
                  <a:lnTo>
                    <a:pt x="20491" y="30450"/>
                  </a:lnTo>
                  <a:lnTo>
                    <a:pt x="21004" y="30450"/>
                  </a:lnTo>
                  <a:lnTo>
                    <a:pt x="20612" y="30329"/>
                  </a:lnTo>
                  <a:lnTo>
                    <a:pt x="19103" y="30178"/>
                  </a:lnTo>
                  <a:lnTo>
                    <a:pt x="13973" y="29574"/>
                  </a:lnTo>
                  <a:lnTo>
                    <a:pt x="6157" y="28548"/>
                  </a:lnTo>
                  <a:cubicBezTo>
                    <a:pt x="4769" y="28428"/>
                    <a:pt x="3139" y="28307"/>
                    <a:pt x="1751" y="27794"/>
                  </a:cubicBezTo>
                  <a:cubicBezTo>
                    <a:pt x="1389" y="27673"/>
                    <a:pt x="996" y="27553"/>
                    <a:pt x="755" y="27311"/>
                  </a:cubicBezTo>
                  <a:cubicBezTo>
                    <a:pt x="393" y="27040"/>
                    <a:pt x="242" y="26677"/>
                    <a:pt x="242" y="26285"/>
                  </a:cubicBezTo>
                  <a:cubicBezTo>
                    <a:pt x="242" y="25410"/>
                    <a:pt x="393" y="24656"/>
                    <a:pt x="634" y="23780"/>
                  </a:cubicBezTo>
                  <a:cubicBezTo>
                    <a:pt x="2143" y="17232"/>
                    <a:pt x="3411" y="11197"/>
                    <a:pt x="4406" y="6942"/>
                  </a:cubicBezTo>
                  <a:cubicBezTo>
                    <a:pt x="4769" y="4799"/>
                    <a:pt x="5161" y="3019"/>
                    <a:pt x="5402" y="1781"/>
                  </a:cubicBezTo>
                  <a:close/>
                </a:path>
              </a:pathLst>
            </a:custGeom>
            <a:solidFill>
              <a:srgbClr val="394A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3"/>
            <p:cNvSpPr/>
            <p:nvPr/>
          </p:nvSpPr>
          <p:spPr>
            <a:xfrm>
              <a:off x="-1578500" y="3722875"/>
              <a:ext cx="3025" cy="25"/>
            </a:xfrm>
            <a:custGeom>
              <a:avLst/>
              <a:gdLst/>
              <a:ahLst/>
              <a:cxnLst/>
              <a:rect l="l" t="t" r="r" b="b"/>
              <a:pathLst>
                <a:path w="121" h="1" extrusionOk="0">
                  <a:moveTo>
                    <a:pt x="121" y="1"/>
                  </a:moveTo>
                  <a:lnTo>
                    <a:pt x="0" y="1"/>
                  </a:lnTo>
                  <a:lnTo>
                    <a:pt x="0" y="1"/>
                  </a:lnTo>
                  <a:lnTo>
                    <a:pt x="0" y="1"/>
                  </a:lnTo>
                  <a:lnTo>
                    <a:pt x="0" y="1"/>
                  </a:lnTo>
                  <a:close/>
                </a:path>
              </a:pathLst>
            </a:custGeom>
            <a:solidFill>
              <a:srgbClr val="859C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3"/>
            <p:cNvSpPr/>
            <p:nvPr/>
          </p:nvSpPr>
          <p:spPr>
            <a:xfrm>
              <a:off x="-2332950" y="3405250"/>
              <a:ext cx="719750" cy="590750"/>
            </a:xfrm>
            <a:custGeom>
              <a:avLst/>
              <a:gdLst/>
              <a:ahLst/>
              <a:cxnLst/>
              <a:rect l="l" t="t" r="r" b="b"/>
              <a:pathLst>
                <a:path w="28790" h="23630" extrusionOk="0">
                  <a:moveTo>
                    <a:pt x="1" y="1"/>
                  </a:moveTo>
                  <a:lnTo>
                    <a:pt x="1" y="242"/>
                  </a:lnTo>
                  <a:lnTo>
                    <a:pt x="605" y="1510"/>
                  </a:lnTo>
                  <a:cubicBezTo>
                    <a:pt x="1118" y="2657"/>
                    <a:pt x="1751" y="4286"/>
                    <a:pt x="2626" y="6278"/>
                  </a:cubicBezTo>
                  <a:lnTo>
                    <a:pt x="5765" y="13339"/>
                  </a:lnTo>
                  <a:cubicBezTo>
                    <a:pt x="6399" y="14577"/>
                    <a:pt x="7032" y="15965"/>
                    <a:pt x="7666" y="17474"/>
                  </a:cubicBezTo>
                  <a:cubicBezTo>
                    <a:pt x="8028" y="18107"/>
                    <a:pt x="8420" y="18862"/>
                    <a:pt x="8662" y="19616"/>
                  </a:cubicBezTo>
                  <a:lnTo>
                    <a:pt x="9809" y="21879"/>
                  </a:lnTo>
                  <a:cubicBezTo>
                    <a:pt x="10171" y="22634"/>
                    <a:pt x="10925" y="23268"/>
                    <a:pt x="11680" y="23509"/>
                  </a:cubicBezTo>
                  <a:cubicBezTo>
                    <a:pt x="12072" y="23630"/>
                    <a:pt x="12313" y="23630"/>
                    <a:pt x="12675" y="23630"/>
                  </a:cubicBezTo>
                  <a:cubicBezTo>
                    <a:pt x="13188" y="23630"/>
                    <a:pt x="13701" y="23509"/>
                    <a:pt x="14184" y="23268"/>
                  </a:cubicBezTo>
                  <a:cubicBezTo>
                    <a:pt x="14818" y="23026"/>
                    <a:pt x="15572" y="22634"/>
                    <a:pt x="16206" y="22121"/>
                  </a:cubicBezTo>
                  <a:lnTo>
                    <a:pt x="18107" y="21004"/>
                  </a:lnTo>
                  <a:lnTo>
                    <a:pt x="24505" y="16598"/>
                  </a:lnTo>
                  <a:lnTo>
                    <a:pt x="28790" y="13701"/>
                  </a:lnTo>
                  <a:lnTo>
                    <a:pt x="24384" y="16478"/>
                  </a:lnTo>
                  <a:lnTo>
                    <a:pt x="17956" y="20763"/>
                  </a:lnTo>
                  <a:lnTo>
                    <a:pt x="16085" y="22000"/>
                  </a:lnTo>
                  <a:cubicBezTo>
                    <a:pt x="15452" y="22392"/>
                    <a:pt x="14818" y="22755"/>
                    <a:pt x="14063" y="23147"/>
                  </a:cubicBezTo>
                  <a:cubicBezTo>
                    <a:pt x="13581" y="23268"/>
                    <a:pt x="13188" y="23388"/>
                    <a:pt x="12675" y="23388"/>
                  </a:cubicBezTo>
                  <a:cubicBezTo>
                    <a:pt x="12434" y="23388"/>
                    <a:pt x="12072" y="23388"/>
                    <a:pt x="11800" y="23268"/>
                  </a:cubicBezTo>
                  <a:cubicBezTo>
                    <a:pt x="11046" y="23026"/>
                    <a:pt x="10412" y="22513"/>
                    <a:pt x="10050" y="21759"/>
                  </a:cubicBezTo>
                  <a:cubicBezTo>
                    <a:pt x="9658" y="21004"/>
                    <a:pt x="9296" y="20371"/>
                    <a:pt x="8903" y="19616"/>
                  </a:cubicBezTo>
                  <a:lnTo>
                    <a:pt x="7907" y="17353"/>
                  </a:lnTo>
                  <a:lnTo>
                    <a:pt x="6036" y="13219"/>
                  </a:lnTo>
                  <a:lnTo>
                    <a:pt x="2868" y="6157"/>
                  </a:lnTo>
                  <a:cubicBezTo>
                    <a:pt x="1993" y="4286"/>
                    <a:pt x="1238" y="2657"/>
                    <a:pt x="755" y="1510"/>
                  </a:cubicBezTo>
                  <a:lnTo>
                    <a:pt x="122" y="242"/>
                  </a:lnTo>
                  <a:lnTo>
                    <a:pt x="1" y="1"/>
                  </a:lnTo>
                  <a:close/>
                </a:path>
              </a:pathLst>
            </a:custGeom>
            <a:solidFill>
              <a:srgbClr val="394A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3"/>
            <p:cNvSpPr/>
            <p:nvPr/>
          </p:nvSpPr>
          <p:spPr>
            <a:xfrm>
              <a:off x="-2336700" y="3399225"/>
              <a:ext cx="3775" cy="6050"/>
            </a:xfrm>
            <a:custGeom>
              <a:avLst/>
              <a:gdLst/>
              <a:ahLst/>
              <a:cxnLst/>
              <a:rect l="l" t="t" r="r" b="b"/>
              <a:pathLst>
                <a:path w="151" h="242" extrusionOk="0">
                  <a:moveTo>
                    <a:pt x="0" y="1"/>
                  </a:moveTo>
                  <a:lnTo>
                    <a:pt x="0" y="1"/>
                  </a:lnTo>
                  <a:lnTo>
                    <a:pt x="0" y="121"/>
                  </a:lnTo>
                  <a:lnTo>
                    <a:pt x="151" y="242"/>
                  </a:lnTo>
                  <a:lnTo>
                    <a:pt x="151" y="242"/>
                  </a:lnTo>
                  <a:lnTo>
                    <a:pt x="0" y="121"/>
                  </a:lnTo>
                  <a:close/>
                </a:path>
              </a:pathLst>
            </a:custGeom>
            <a:solidFill>
              <a:srgbClr val="4054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3"/>
            <p:cNvSpPr/>
            <p:nvPr/>
          </p:nvSpPr>
          <p:spPr>
            <a:xfrm>
              <a:off x="-3172625" y="2066150"/>
              <a:ext cx="1188250" cy="1298400"/>
            </a:xfrm>
            <a:custGeom>
              <a:avLst/>
              <a:gdLst/>
              <a:ahLst/>
              <a:cxnLst/>
              <a:rect l="l" t="t" r="r" b="b"/>
              <a:pathLst>
                <a:path w="47530" h="51936" extrusionOk="0">
                  <a:moveTo>
                    <a:pt x="7666" y="1"/>
                  </a:moveTo>
                  <a:lnTo>
                    <a:pt x="1" y="10050"/>
                  </a:lnTo>
                  <a:lnTo>
                    <a:pt x="10050" y="18741"/>
                  </a:lnTo>
                  <a:cubicBezTo>
                    <a:pt x="10050" y="18741"/>
                    <a:pt x="7937" y="46534"/>
                    <a:pt x="7545" y="51935"/>
                  </a:cubicBezTo>
                  <a:lnTo>
                    <a:pt x="36093" y="50668"/>
                  </a:lnTo>
                  <a:lnTo>
                    <a:pt x="34584" y="37088"/>
                  </a:lnTo>
                  <a:lnTo>
                    <a:pt x="35700" y="26043"/>
                  </a:lnTo>
                  <a:lnTo>
                    <a:pt x="38990" y="30811"/>
                  </a:lnTo>
                  <a:lnTo>
                    <a:pt x="47530" y="21879"/>
                  </a:lnTo>
                  <a:lnTo>
                    <a:pt x="37843" y="12584"/>
                  </a:lnTo>
                  <a:cubicBezTo>
                    <a:pt x="36213" y="10804"/>
                    <a:pt x="34342" y="9567"/>
                    <a:pt x="32079" y="8812"/>
                  </a:cubicBezTo>
                  <a:cubicBezTo>
                    <a:pt x="30812" y="8299"/>
                    <a:pt x="29665" y="8179"/>
                    <a:pt x="28428" y="8058"/>
                  </a:cubicBezTo>
                  <a:cubicBezTo>
                    <a:pt x="27604" y="8297"/>
                    <a:pt x="26799" y="8396"/>
                    <a:pt x="26004" y="8396"/>
                  </a:cubicBezTo>
                  <a:cubicBezTo>
                    <a:pt x="23886" y="8396"/>
                    <a:pt x="21843" y="7690"/>
                    <a:pt x="19737" y="7032"/>
                  </a:cubicBezTo>
                  <a:cubicBezTo>
                    <a:pt x="18982" y="7032"/>
                    <a:pt x="7666" y="1"/>
                    <a:pt x="7666"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3"/>
            <p:cNvSpPr/>
            <p:nvPr/>
          </p:nvSpPr>
          <p:spPr>
            <a:xfrm>
              <a:off x="-2323875" y="2647825"/>
              <a:ext cx="50550" cy="81500"/>
            </a:xfrm>
            <a:custGeom>
              <a:avLst/>
              <a:gdLst/>
              <a:ahLst/>
              <a:cxnLst/>
              <a:rect l="l" t="t" r="r" b="b"/>
              <a:pathLst>
                <a:path w="2022" h="3260" extrusionOk="0">
                  <a:moveTo>
                    <a:pt x="0" y="0"/>
                  </a:moveTo>
                  <a:lnTo>
                    <a:pt x="0" y="0"/>
                  </a:lnTo>
                  <a:cubicBezTo>
                    <a:pt x="121" y="634"/>
                    <a:pt x="513" y="1268"/>
                    <a:pt x="875" y="1750"/>
                  </a:cubicBezTo>
                  <a:cubicBezTo>
                    <a:pt x="1147" y="2384"/>
                    <a:pt x="1630" y="2897"/>
                    <a:pt x="2022" y="3259"/>
                  </a:cubicBezTo>
                  <a:cubicBezTo>
                    <a:pt x="1750" y="2776"/>
                    <a:pt x="1509" y="2143"/>
                    <a:pt x="1147" y="1630"/>
                  </a:cubicBezTo>
                  <a:cubicBezTo>
                    <a:pt x="755" y="996"/>
                    <a:pt x="392" y="513"/>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3"/>
            <p:cNvSpPr/>
            <p:nvPr/>
          </p:nvSpPr>
          <p:spPr>
            <a:xfrm>
              <a:off x="-2820300" y="2267575"/>
              <a:ext cx="138075" cy="1106025"/>
            </a:xfrm>
            <a:custGeom>
              <a:avLst/>
              <a:gdLst/>
              <a:ahLst/>
              <a:cxnLst/>
              <a:rect l="l" t="t" r="r" b="b"/>
              <a:pathLst>
                <a:path w="5523" h="44241" extrusionOk="0">
                  <a:moveTo>
                    <a:pt x="5523" y="1"/>
                  </a:moveTo>
                  <a:cubicBezTo>
                    <a:pt x="5523" y="122"/>
                    <a:pt x="5402" y="242"/>
                    <a:pt x="5402" y="363"/>
                  </a:cubicBezTo>
                  <a:cubicBezTo>
                    <a:pt x="5402" y="635"/>
                    <a:pt x="5282" y="1117"/>
                    <a:pt x="5282" y="1630"/>
                  </a:cubicBezTo>
                  <a:cubicBezTo>
                    <a:pt x="5010" y="2747"/>
                    <a:pt x="4769" y="4407"/>
                    <a:pt x="4527" y="6398"/>
                  </a:cubicBezTo>
                  <a:cubicBezTo>
                    <a:pt x="3893" y="10442"/>
                    <a:pt x="3139" y="15844"/>
                    <a:pt x="2385" y="22000"/>
                  </a:cubicBezTo>
                  <a:cubicBezTo>
                    <a:pt x="1630" y="28156"/>
                    <a:pt x="996" y="33679"/>
                    <a:pt x="634" y="37722"/>
                  </a:cubicBezTo>
                  <a:cubicBezTo>
                    <a:pt x="363" y="39714"/>
                    <a:pt x="242" y="41374"/>
                    <a:pt x="121" y="42490"/>
                  </a:cubicBezTo>
                  <a:cubicBezTo>
                    <a:pt x="121" y="43003"/>
                    <a:pt x="121" y="43486"/>
                    <a:pt x="1" y="43758"/>
                  </a:cubicBezTo>
                  <a:lnTo>
                    <a:pt x="1" y="44120"/>
                  </a:lnTo>
                  <a:lnTo>
                    <a:pt x="1" y="44241"/>
                  </a:lnTo>
                  <a:lnTo>
                    <a:pt x="121" y="44120"/>
                  </a:lnTo>
                  <a:lnTo>
                    <a:pt x="121" y="43758"/>
                  </a:lnTo>
                  <a:cubicBezTo>
                    <a:pt x="121" y="43486"/>
                    <a:pt x="242" y="43003"/>
                    <a:pt x="242" y="42490"/>
                  </a:cubicBezTo>
                  <a:cubicBezTo>
                    <a:pt x="363" y="41374"/>
                    <a:pt x="634" y="39714"/>
                    <a:pt x="755" y="37722"/>
                  </a:cubicBezTo>
                  <a:cubicBezTo>
                    <a:pt x="1238" y="33679"/>
                    <a:pt x="1872" y="28156"/>
                    <a:pt x="2626" y="22121"/>
                  </a:cubicBezTo>
                  <a:cubicBezTo>
                    <a:pt x="3380" y="15965"/>
                    <a:pt x="4135" y="10442"/>
                    <a:pt x="4648" y="6398"/>
                  </a:cubicBezTo>
                  <a:cubicBezTo>
                    <a:pt x="5010" y="4407"/>
                    <a:pt x="5161" y="2747"/>
                    <a:pt x="5402" y="1630"/>
                  </a:cubicBezTo>
                  <a:lnTo>
                    <a:pt x="5523" y="363"/>
                  </a:lnTo>
                  <a:lnTo>
                    <a:pt x="5523"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3"/>
            <p:cNvSpPr/>
            <p:nvPr/>
          </p:nvSpPr>
          <p:spPr>
            <a:xfrm>
              <a:off x="-2669425" y="2283425"/>
              <a:ext cx="97350" cy="1052450"/>
            </a:xfrm>
            <a:custGeom>
              <a:avLst/>
              <a:gdLst/>
              <a:ahLst/>
              <a:cxnLst/>
              <a:rect l="l" t="t" r="r" b="b"/>
              <a:pathLst>
                <a:path w="3894" h="42098" extrusionOk="0">
                  <a:moveTo>
                    <a:pt x="3773" y="1"/>
                  </a:moveTo>
                  <a:cubicBezTo>
                    <a:pt x="3652" y="1"/>
                    <a:pt x="2747" y="9416"/>
                    <a:pt x="1751" y="21125"/>
                  </a:cubicBezTo>
                  <a:cubicBezTo>
                    <a:pt x="755" y="32682"/>
                    <a:pt x="1" y="42098"/>
                    <a:pt x="122" y="42098"/>
                  </a:cubicBezTo>
                  <a:cubicBezTo>
                    <a:pt x="242" y="42098"/>
                    <a:pt x="1118" y="32682"/>
                    <a:pt x="2144" y="21125"/>
                  </a:cubicBezTo>
                  <a:cubicBezTo>
                    <a:pt x="3139" y="9416"/>
                    <a:pt x="3894" y="1"/>
                    <a:pt x="3773"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3"/>
            <p:cNvSpPr/>
            <p:nvPr/>
          </p:nvSpPr>
          <p:spPr>
            <a:xfrm>
              <a:off x="-2499675" y="2267575"/>
              <a:ext cx="34725" cy="1049450"/>
            </a:xfrm>
            <a:custGeom>
              <a:avLst/>
              <a:gdLst/>
              <a:ahLst/>
              <a:cxnLst/>
              <a:rect l="l" t="t" r="r" b="b"/>
              <a:pathLst>
                <a:path w="1389" h="41978" extrusionOk="0">
                  <a:moveTo>
                    <a:pt x="1238" y="1"/>
                  </a:moveTo>
                  <a:cubicBezTo>
                    <a:pt x="1117" y="1"/>
                    <a:pt x="876" y="9416"/>
                    <a:pt x="484" y="21004"/>
                  </a:cubicBezTo>
                  <a:cubicBezTo>
                    <a:pt x="242" y="32562"/>
                    <a:pt x="1" y="41977"/>
                    <a:pt x="1" y="41977"/>
                  </a:cubicBezTo>
                  <a:cubicBezTo>
                    <a:pt x="122" y="41977"/>
                    <a:pt x="484" y="32562"/>
                    <a:pt x="755" y="21004"/>
                  </a:cubicBezTo>
                  <a:cubicBezTo>
                    <a:pt x="1117" y="9416"/>
                    <a:pt x="1389" y="1"/>
                    <a:pt x="1238"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3"/>
            <p:cNvSpPr/>
            <p:nvPr/>
          </p:nvSpPr>
          <p:spPr>
            <a:xfrm>
              <a:off x="-2380475" y="2286450"/>
              <a:ext cx="56625" cy="1059225"/>
            </a:xfrm>
            <a:custGeom>
              <a:avLst/>
              <a:gdLst/>
              <a:ahLst/>
              <a:cxnLst/>
              <a:rect l="l" t="t" r="r" b="b"/>
              <a:pathLst>
                <a:path w="2265" h="42369" extrusionOk="0">
                  <a:moveTo>
                    <a:pt x="1" y="0"/>
                  </a:moveTo>
                  <a:lnTo>
                    <a:pt x="1" y="483"/>
                  </a:lnTo>
                  <a:cubicBezTo>
                    <a:pt x="1" y="755"/>
                    <a:pt x="122" y="1238"/>
                    <a:pt x="122" y="1751"/>
                  </a:cubicBezTo>
                  <a:cubicBezTo>
                    <a:pt x="242" y="2746"/>
                    <a:pt x="393" y="4255"/>
                    <a:pt x="514" y="6277"/>
                  </a:cubicBezTo>
                  <a:cubicBezTo>
                    <a:pt x="876" y="10049"/>
                    <a:pt x="1389" y="15330"/>
                    <a:pt x="1630" y="21124"/>
                  </a:cubicBezTo>
                  <a:cubicBezTo>
                    <a:pt x="1902" y="27039"/>
                    <a:pt x="2023" y="32320"/>
                    <a:pt x="2143" y="36213"/>
                  </a:cubicBezTo>
                  <a:lnTo>
                    <a:pt x="2143" y="40739"/>
                  </a:lnTo>
                  <a:lnTo>
                    <a:pt x="2143" y="41856"/>
                  </a:lnTo>
                  <a:lnTo>
                    <a:pt x="2143" y="42369"/>
                  </a:lnTo>
                  <a:cubicBezTo>
                    <a:pt x="2143" y="42248"/>
                    <a:pt x="2143" y="42128"/>
                    <a:pt x="2264" y="41856"/>
                  </a:cubicBezTo>
                  <a:lnTo>
                    <a:pt x="2264" y="40739"/>
                  </a:lnTo>
                  <a:lnTo>
                    <a:pt x="2264" y="36213"/>
                  </a:lnTo>
                  <a:cubicBezTo>
                    <a:pt x="2264" y="32320"/>
                    <a:pt x="2264" y="27039"/>
                    <a:pt x="1902" y="21124"/>
                  </a:cubicBezTo>
                  <a:cubicBezTo>
                    <a:pt x="1630" y="15330"/>
                    <a:pt x="1148" y="10049"/>
                    <a:pt x="755" y="6156"/>
                  </a:cubicBezTo>
                  <a:cubicBezTo>
                    <a:pt x="514" y="4255"/>
                    <a:pt x="393" y="2746"/>
                    <a:pt x="242" y="1630"/>
                  </a:cubicBezTo>
                  <a:cubicBezTo>
                    <a:pt x="122" y="1117"/>
                    <a:pt x="122" y="755"/>
                    <a:pt x="122" y="483"/>
                  </a:cubicBezTo>
                  <a:cubicBezTo>
                    <a:pt x="1" y="362"/>
                    <a:pt x="1" y="121"/>
                    <a:pt x="1"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3"/>
            <p:cNvSpPr/>
            <p:nvPr/>
          </p:nvSpPr>
          <p:spPr>
            <a:xfrm>
              <a:off x="-2326900" y="2308325"/>
              <a:ext cx="229375" cy="421000"/>
            </a:xfrm>
            <a:custGeom>
              <a:avLst/>
              <a:gdLst/>
              <a:ahLst/>
              <a:cxnLst/>
              <a:rect l="l" t="t" r="r" b="b"/>
              <a:pathLst>
                <a:path w="9175" h="16840" extrusionOk="0">
                  <a:moveTo>
                    <a:pt x="0" y="0"/>
                  </a:moveTo>
                  <a:cubicBezTo>
                    <a:pt x="0" y="0"/>
                    <a:pt x="1871" y="3773"/>
                    <a:pt x="4406" y="8420"/>
                  </a:cubicBezTo>
                  <a:cubicBezTo>
                    <a:pt x="6911" y="13067"/>
                    <a:pt x="9054" y="16839"/>
                    <a:pt x="9054" y="16839"/>
                  </a:cubicBezTo>
                  <a:cubicBezTo>
                    <a:pt x="9174" y="16719"/>
                    <a:pt x="7152" y="12946"/>
                    <a:pt x="4648" y="8299"/>
                  </a:cubicBezTo>
                  <a:cubicBezTo>
                    <a:pt x="2143" y="3652"/>
                    <a:pt x="121" y="0"/>
                    <a:pt x="0"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3"/>
            <p:cNvSpPr/>
            <p:nvPr/>
          </p:nvSpPr>
          <p:spPr>
            <a:xfrm>
              <a:off x="-2959125" y="2217025"/>
              <a:ext cx="176575" cy="802000"/>
            </a:xfrm>
            <a:custGeom>
              <a:avLst/>
              <a:gdLst/>
              <a:ahLst/>
              <a:cxnLst/>
              <a:rect l="l" t="t" r="r" b="b"/>
              <a:pathLst>
                <a:path w="7063" h="32080" extrusionOk="0">
                  <a:moveTo>
                    <a:pt x="7062" y="1"/>
                  </a:moveTo>
                  <a:cubicBezTo>
                    <a:pt x="7062" y="122"/>
                    <a:pt x="7062" y="122"/>
                    <a:pt x="6942" y="242"/>
                  </a:cubicBezTo>
                  <a:lnTo>
                    <a:pt x="6670" y="1268"/>
                  </a:lnTo>
                  <a:cubicBezTo>
                    <a:pt x="6429" y="2023"/>
                    <a:pt x="6036" y="3139"/>
                    <a:pt x="5674" y="4648"/>
                  </a:cubicBezTo>
                  <a:cubicBezTo>
                    <a:pt x="4920" y="7425"/>
                    <a:pt x="3924" y="11438"/>
                    <a:pt x="2898" y="15844"/>
                  </a:cubicBezTo>
                  <a:cubicBezTo>
                    <a:pt x="1902" y="20250"/>
                    <a:pt x="1148" y="24384"/>
                    <a:pt x="755" y="27281"/>
                  </a:cubicBezTo>
                  <a:cubicBezTo>
                    <a:pt x="514" y="28790"/>
                    <a:pt x="273" y="29937"/>
                    <a:pt x="273" y="30812"/>
                  </a:cubicBezTo>
                  <a:cubicBezTo>
                    <a:pt x="514" y="29937"/>
                    <a:pt x="635" y="28790"/>
                    <a:pt x="906" y="27281"/>
                  </a:cubicBezTo>
                  <a:cubicBezTo>
                    <a:pt x="1389" y="24384"/>
                    <a:pt x="2144" y="20371"/>
                    <a:pt x="3170" y="15965"/>
                  </a:cubicBezTo>
                  <a:cubicBezTo>
                    <a:pt x="4165" y="11438"/>
                    <a:pt x="5161" y="7545"/>
                    <a:pt x="5916" y="4648"/>
                  </a:cubicBezTo>
                  <a:cubicBezTo>
                    <a:pt x="6308" y="3260"/>
                    <a:pt x="6549" y="2023"/>
                    <a:pt x="6791" y="1268"/>
                  </a:cubicBezTo>
                  <a:cubicBezTo>
                    <a:pt x="6942" y="876"/>
                    <a:pt x="6942" y="514"/>
                    <a:pt x="7062" y="242"/>
                  </a:cubicBezTo>
                  <a:lnTo>
                    <a:pt x="7062" y="1"/>
                  </a:lnTo>
                  <a:close/>
                  <a:moveTo>
                    <a:pt x="273" y="30812"/>
                  </a:moveTo>
                  <a:lnTo>
                    <a:pt x="194" y="31379"/>
                  </a:lnTo>
                  <a:lnTo>
                    <a:pt x="194" y="31379"/>
                  </a:lnTo>
                  <a:cubicBezTo>
                    <a:pt x="229" y="31214"/>
                    <a:pt x="273" y="31029"/>
                    <a:pt x="273" y="30812"/>
                  </a:cubicBezTo>
                  <a:close/>
                  <a:moveTo>
                    <a:pt x="194" y="31379"/>
                  </a:moveTo>
                  <a:lnTo>
                    <a:pt x="194" y="31379"/>
                  </a:lnTo>
                  <a:cubicBezTo>
                    <a:pt x="171" y="31489"/>
                    <a:pt x="152" y="31590"/>
                    <a:pt x="152" y="31687"/>
                  </a:cubicBezTo>
                  <a:lnTo>
                    <a:pt x="194" y="31379"/>
                  </a:lnTo>
                  <a:close/>
                  <a:moveTo>
                    <a:pt x="152" y="31687"/>
                  </a:moveTo>
                  <a:lnTo>
                    <a:pt x="152" y="31687"/>
                  </a:lnTo>
                  <a:cubicBezTo>
                    <a:pt x="1" y="31808"/>
                    <a:pt x="1" y="31928"/>
                    <a:pt x="1" y="32079"/>
                  </a:cubicBezTo>
                  <a:cubicBezTo>
                    <a:pt x="152" y="31928"/>
                    <a:pt x="152" y="31808"/>
                    <a:pt x="152" y="31687"/>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3"/>
            <p:cNvSpPr/>
            <p:nvPr/>
          </p:nvSpPr>
          <p:spPr>
            <a:xfrm>
              <a:off x="-3043600" y="2151400"/>
              <a:ext cx="207475" cy="298025"/>
            </a:xfrm>
            <a:custGeom>
              <a:avLst/>
              <a:gdLst/>
              <a:ahLst/>
              <a:cxnLst/>
              <a:rect l="l" t="t" r="r" b="b"/>
              <a:pathLst>
                <a:path w="8299" h="11921" extrusionOk="0">
                  <a:moveTo>
                    <a:pt x="8178" y="1"/>
                  </a:moveTo>
                  <a:lnTo>
                    <a:pt x="8178" y="1"/>
                  </a:lnTo>
                  <a:cubicBezTo>
                    <a:pt x="8178" y="1"/>
                    <a:pt x="6277" y="2626"/>
                    <a:pt x="4014" y="5885"/>
                  </a:cubicBezTo>
                  <a:cubicBezTo>
                    <a:pt x="1750" y="9174"/>
                    <a:pt x="0" y="11921"/>
                    <a:pt x="121" y="11921"/>
                  </a:cubicBezTo>
                  <a:cubicBezTo>
                    <a:pt x="121" y="11921"/>
                    <a:pt x="2022" y="9295"/>
                    <a:pt x="4285" y="6036"/>
                  </a:cubicBezTo>
                  <a:cubicBezTo>
                    <a:pt x="6549" y="2747"/>
                    <a:pt x="8299" y="121"/>
                    <a:pt x="8178"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3"/>
            <p:cNvSpPr/>
            <p:nvPr/>
          </p:nvSpPr>
          <p:spPr>
            <a:xfrm>
              <a:off x="-3137925" y="2100850"/>
              <a:ext cx="201475" cy="261050"/>
            </a:xfrm>
            <a:custGeom>
              <a:avLst/>
              <a:gdLst/>
              <a:ahLst/>
              <a:cxnLst/>
              <a:rect l="l" t="t" r="r" b="b"/>
              <a:pathLst>
                <a:path w="8059" h="10442" extrusionOk="0">
                  <a:moveTo>
                    <a:pt x="8058" y="1"/>
                  </a:moveTo>
                  <a:cubicBezTo>
                    <a:pt x="7907" y="121"/>
                    <a:pt x="7787" y="242"/>
                    <a:pt x="7666" y="363"/>
                  </a:cubicBezTo>
                  <a:cubicBezTo>
                    <a:pt x="7425" y="514"/>
                    <a:pt x="7032" y="876"/>
                    <a:pt x="6670" y="1389"/>
                  </a:cubicBezTo>
                  <a:cubicBezTo>
                    <a:pt x="5916" y="2264"/>
                    <a:pt x="4769" y="3531"/>
                    <a:pt x="3652" y="4889"/>
                  </a:cubicBezTo>
                  <a:cubicBezTo>
                    <a:pt x="2506" y="6398"/>
                    <a:pt x="1631" y="7786"/>
                    <a:pt x="997" y="8812"/>
                  </a:cubicBezTo>
                  <a:cubicBezTo>
                    <a:pt x="635" y="9295"/>
                    <a:pt x="363" y="9688"/>
                    <a:pt x="242" y="10050"/>
                  </a:cubicBezTo>
                  <a:cubicBezTo>
                    <a:pt x="122" y="10170"/>
                    <a:pt x="1" y="10321"/>
                    <a:pt x="1" y="10442"/>
                  </a:cubicBezTo>
                  <a:cubicBezTo>
                    <a:pt x="122" y="10442"/>
                    <a:pt x="242" y="10321"/>
                    <a:pt x="363" y="10050"/>
                  </a:cubicBezTo>
                  <a:lnTo>
                    <a:pt x="1118" y="8933"/>
                  </a:lnTo>
                  <a:cubicBezTo>
                    <a:pt x="1751" y="7907"/>
                    <a:pt x="2777" y="6549"/>
                    <a:pt x="3894" y="5161"/>
                  </a:cubicBezTo>
                  <a:cubicBezTo>
                    <a:pt x="5041" y="3652"/>
                    <a:pt x="6036" y="2385"/>
                    <a:pt x="6791" y="1510"/>
                  </a:cubicBezTo>
                  <a:lnTo>
                    <a:pt x="7787" y="363"/>
                  </a:lnTo>
                  <a:cubicBezTo>
                    <a:pt x="7907" y="242"/>
                    <a:pt x="7907" y="121"/>
                    <a:pt x="8058"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914"/>
        <p:cNvGrpSpPr/>
        <p:nvPr/>
      </p:nvGrpSpPr>
      <p:grpSpPr>
        <a:xfrm>
          <a:off x="0" y="0"/>
          <a:ext cx="0" cy="0"/>
          <a:chOff x="0" y="0"/>
          <a:chExt cx="0" cy="0"/>
        </a:xfrm>
      </p:grpSpPr>
      <p:grpSp>
        <p:nvGrpSpPr>
          <p:cNvPr id="1915" name="Google Shape;1915;p44"/>
          <p:cNvGrpSpPr/>
          <p:nvPr/>
        </p:nvGrpSpPr>
        <p:grpSpPr>
          <a:xfrm>
            <a:off x="2086493" y="1587675"/>
            <a:ext cx="4970264" cy="1438758"/>
            <a:chOff x="2086493" y="1587675"/>
            <a:chExt cx="4970264" cy="1438758"/>
          </a:xfrm>
        </p:grpSpPr>
        <p:grpSp>
          <p:nvGrpSpPr>
            <p:cNvPr id="1916" name="Google Shape;1916;p44"/>
            <p:cNvGrpSpPr/>
            <p:nvPr/>
          </p:nvGrpSpPr>
          <p:grpSpPr>
            <a:xfrm>
              <a:off x="2086493" y="1587675"/>
              <a:ext cx="4970264" cy="1438758"/>
              <a:chOff x="2086493" y="1587675"/>
              <a:chExt cx="4970264" cy="1438758"/>
            </a:xfrm>
          </p:grpSpPr>
          <p:sp>
            <p:nvSpPr>
              <p:cNvPr id="1917" name="Google Shape;1917;p44"/>
              <p:cNvSpPr/>
              <p:nvPr/>
            </p:nvSpPr>
            <p:spPr>
              <a:xfrm flipH="1">
                <a:off x="4782068" y="2377175"/>
                <a:ext cx="2248657" cy="615819"/>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4"/>
              <p:cNvSpPr/>
              <p:nvPr/>
            </p:nvSpPr>
            <p:spPr>
              <a:xfrm>
                <a:off x="4566338" y="2377198"/>
                <a:ext cx="6512" cy="615832"/>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4"/>
              <p:cNvSpPr/>
              <p:nvPr/>
            </p:nvSpPr>
            <p:spPr>
              <a:xfrm>
                <a:off x="2112525" y="2377175"/>
                <a:ext cx="2248657" cy="615819"/>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4"/>
              <p:cNvSpPr/>
              <p:nvPr/>
            </p:nvSpPr>
            <p:spPr>
              <a:xfrm>
                <a:off x="4534429" y="2960758"/>
                <a:ext cx="65655" cy="65675"/>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4"/>
              <p:cNvSpPr/>
              <p:nvPr/>
            </p:nvSpPr>
            <p:spPr>
              <a:xfrm>
                <a:off x="2086493" y="2960758"/>
                <a:ext cx="65675" cy="65675"/>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4"/>
              <p:cNvSpPr/>
              <p:nvPr/>
            </p:nvSpPr>
            <p:spPr>
              <a:xfrm>
                <a:off x="4539192" y="2349115"/>
                <a:ext cx="65655" cy="6565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4"/>
              <p:cNvSpPr/>
              <p:nvPr/>
            </p:nvSpPr>
            <p:spPr>
              <a:xfrm>
                <a:off x="4754722" y="2349115"/>
                <a:ext cx="65636" cy="6565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4"/>
              <p:cNvSpPr/>
              <p:nvPr/>
            </p:nvSpPr>
            <p:spPr>
              <a:xfrm>
                <a:off x="4323642" y="2349115"/>
                <a:ext cx="65636" cy="6565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4"/>
              <p:cNvSpPr/>
              <p:nvPr/>
            </p:nvSpPr>
            <p:spPr>
              <a:xfrm>
                <a:off x="3850500" y="1587675"/>
                <a:ext cx="1443000" cy="657900"/>
              </a:xfrm>
              <a:prstGeom prst="roundRect">
                <a:avLst>
                  <a:gd name="adj" fmla="val 1185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4"/>
              <p:cNvSpPr/>
              <p:nvPr/>
            </p:nvSpPr>
            <p:spPr>
              <a:xfrm>
                <a:off x="3915150" y="1630275"/>
                <a:ext cx="1313700" cy="572700"/>
              </a:xfrm>
              <a:prstGeom prst="roundRect">
                <a:avLst>
                  <a:gd name="adj" fmla="val 11237"/>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4"/>
              <p:cNvSpPr/>
              <p:nvPr/>
            </p:nvSpPr>
            <p:spPr>
              <a:xfrm flipH="1">
                <a:off x="6991082" y="2960758"/>
                <a:ext cx="65675" cy="65675"/>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8" name="Google Shape;1928;p44"/>
            <p:cNvSpPr/>
            <p:nvPr/>
          </p:nvSpPr>
          <p:spPr>
            <a:xfrm>
              <a:off x="4100550" y="2218925"/>
              <a:ext cx="942900" cy="909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9" name="Google Shape;1929;p44"/>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GOALS</a:t>
            </a:r>
            <a:endParaRPr/>
          </a:p>
        </p:txBody>
      </p:sp>
      <p:sp>
        <p:nvSpPr>
          <p:cNvPr id="1930" name="Google Shape;1930;p44"/>
          <p:cNvSpPr txBox="1">
            <a:spLocks noGrp="1"/>
          </p:cNvSpPr>
          <p:nvPr>
            <p:ph type="title" idx="4294967295"/>
          </p:nvPr>
        </p:nvSpPr>
        <p:spPr>
          <a:xfrm>
            <a:off x="3988200" y="1672425"/>
            <a:ext cx="11676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accent2"/>
                </a:solidFill>
              </a:rPr>
              <a:t>VENUS</a:t>
            </a:r>
            <a:endParaRPr sz="2200">
              <a:solidFill>
                <a:schemeClr val="accent2"/>
              </a:solidFill>
            </a:endParaRPr>
          </a:p>
        </p:txBody>
      </p:sp>
      <p:sp>
        <p:nvSpPr>
          <p:cNvPr id="1931" name="Google Shape;1931;p44"/>
          <p:cNvSpPr txBox="1">
            <a:spLocks noGrp="1"/>
          </p:cNvSpPr>
          <p:nvPr>
            <p:ph type="subTitle" idx="4294967295"/>
          </p:nvPr>
        </p:nvSpPr>
        <p:spPr>
          <a:xfrm>
            <a:off x="3686298" y="3462538"/>
            <a:ext cx="1759500" cy="7239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t>It’s the biggest planet in the Solar System</a:t>
            </a:r>
            <a:endParaRPr sz="1400"/>
          </a:p>
          <a:p>
            <a:pPr marL="0" lvl="0" indent="0" algn="l" rtl="0">
              <a:spcBef>
                <a:spcPts val="1600"/>
              </a:spcBef>
              <a:spcAft>
                <a:spcPts val="1600"/>
              </a:spcAft>
              <a:buNone/>
            </a:pPr>
            <a:endParaRPr/>
          </a:p>
        </p:txBody>
      </p:sp>
      <p:sp>
        <p:nvSpPr>
          <p:cNvPr id="1932" name="Google Shape;1932;p44"/>
          <p:cNvSpPr txBox="1">
            <a:spLocks noGrp="1"/>
          </p:cNvSpPr>
          <p:nvPr>
            <p:ph type="title" idx="4294967295"/>
          </p:nvPr>
        </p:nvSpPr>
        <p:spPr>
          <a:xfrm>
            <a:off x="1239563" y="2992963"/>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2"/>
                </a:solidFill>
              </a:rPr>
              <a:t>MARS</a:t>
            </a:r>
            <a:endParaRPr sz="1800">
              <a:solidFill>
                <a:schemeClr val="accent2"/>
              </a:solidFill>
            </a:endParaRPr>
          </a:p>
        </p:txBody>
      </p:sp>
      <p:sp>
        <p:nvSpPr>
          <p:cNvPr id="1933" name="Google Shape;1933;p44"/>
          <p:cNvSpPr txBox="1">
            <a:spLocks noGrp="1"/>
          </p:cNvSpPr>
          <p:nvPr>
            <p:ph type="title" idx="4294967295"/>
          </p:nvPr>
        </p:nvSpPr>
        <p:spPr>
          <a:xfrm>
            <a:off x="3686298" y="2992963"/>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2"/>
                </a:solidFill>
              </a:rPr>
              <a:t>JUPITER</a:t>
            </a:r>
            <a:endParaRPr sz="1800">
              <a:solidFill>
                <a:schemeClr val="accent2"/>
              </a:solidFill>
            </a:endParaRPr>
          </a:p>
        </p:txBody>
      </p:sp>
      <p:sp>
        <p:nvSpPr>
          <p:cNvPr id="1934" name="Google Shape;1934;p44"/>
          <p:cNvSpPr txBox="1">
            <a:spLocks noGrp="1"/>
          </p:cNvSpPr>
          <p:nvPr>
            <p:ph type="title" idx="4294967295"/>
          </p:nvPr>
        </p:nvSpPr>
        <p:spPr>
          <a:xfrm>
            <a:off x="6144938" y="2992963"/>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2"/>
                </a:solidFill>
              </a:rPr>
              <a:t>NEPTUNE</a:t>
            </a:r>
            <a:endParaRPr sz="1800">
              <a:solidFill>
                <a:schemeClr val="accent2"/>
              </a:solidFill>
            </a:endParaRPr>
          </a:p>
        </p:txBody>
      </p:sp>
      <p:sp>
        <p:nvSpPr>
          <p:cNvPr id="1935" name="Google Shape;1935;p44"/>
          <p:cNvSpPr txBox="1">
            <a:spLocks noGrp="1"/>
          </p:cNvSpPr>
          <p:nvPr>
            <p:ph type="subTitle" idx="4294967295"/>
          </p:nvPr>
        </p:nvSpPr>
        <p:spPr>
          <a:xfrm>
            <a:off x="6144938" y="3462538"/>
            <a:ext cx="1759500" cy="7239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solidFill>
                  <a:schemeClr val="lt2"/>
                </a:solidFill>
              </a:rPr>
              <a:t>Neptune is the farthest planet from the Sun</a:t>
            </a:r>
            <a:endParaRPr sz="1400">
              <a:solidFill>
                <a:schemeClr val="lt2"/>
              </a:solidFill>
            </a:endParaRPr>
          </a:p>
          <a:p>
            <a:pPr marL="0" lvl="0" indent="0" algn="l" rtl="0">
              <a:spcBef>
                <a:spcPts val="1600"/>
              </a:spcBef>
              <a:spcAft>
                <a:spcPts val="1600"/>
              </a:spcAft>
              <a:buNone/>
            </a:pPr>
            <a:endParaRPr/>
          </a:p>
        </p:txBody>
      </p:sp>
      <p:sp>
        <p:nvSpPr>
          <p:cNvPr id="1936" name="Google Shape;1936;p44"/>
          <p:cNvSpPr txBox="1">
            <a:spLocks noGrp="1"/>
          </p:cNvSpPr>
          <p:nvPr>
            <p:ph type="subTitle" idx="4294967295"/>
          </p:nvPr>
        </p:nvSpPr>
        <p:spPr>
          <a:xfrm>
            <a:off x="1239563" y="3462538"/>
            <a:ext cx="1759500" cy="7239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t>Despite being red, Mars is a cold place</a:t>
            </a:r>
            <a:endParaRPr sz="1400"/>
          </a:p>
          <a:p>
            <a:pPr marL="0" lvl="0" indent="0" algn="l" rtl="0">
              <a:spcBef>
                <a:spcPts val="1600"/>
              </a:spcBef>
              <a:spcAft>
                <a:spcPts val="160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940"/>
        <p:cNvGrpSpPr/>
        <p:nvPr/>
      </p:nvGrpSpPr>
      <p:grpSpPr>
        <a:xfrm>
          <a:off x="0" y="0"/>
          <a:ext cx="0" cy="0"/>
          <a:chOff x="0" y="0"/>
          <a:chExt cx="0" cy="0"/>
        </a:xfrm>
      </p:grpSpPr>
      <p:sp>
        <p:nvSpPr>
          <p:cNvPr id="1941" name="Google Shape;1941;p45"/>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STRATEGIES</a:t>
            </a:r>
            <a:endParaRPr/>
          </a:p>
        </p:txBody>
      </p:sp>
      <p:sp>
        <p:nvSpPr>
          <p:cNvPr id="1942" name="Google Shape;1942;p45"/>
          <p:cNvSpPr txBox="1">
            <a:spLocks noGrp="1"/>
          </p:cNvSpPr>
          <p:nvPr>
            <p:ph type="subTitle" idx="4294967295"/>
          </p:nvPr>
        </p:nvSpPr>
        <p:spPr>
          <a:xfrm>
            <a:off x="2801450" y="3939394"/>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t>Venus has a beautiful name</a:t>
            </a:r>
            <a:endParaRPr sz="1400"/>
          </a:p>
          <a:p>
            <a:pPr marL="0" lvl="0" indent="0" algn="ctr" rtl="0">
              <a:spcBef>
                <a:spcPts val="1600"/>
              </a:spcBef>
              <a:spcAft>
                <a:spcPts val="1600"/>
              </a:spcAft>
              <a:buNone/>
            </a:pPr>
            <a:endParaRPr sz="1400"/>
          </a:p>
        </p:txBody>
      </p:sp>
      <p:sp>
        <p:nvSpPr>
          <p:cNvPr id="1943" name="Google Shape;1943;p45"/>
          <p:cNvSpPr txBox="1">
            <a:spLocks noGrp="1"/>
          </p:cNvSpPr>
          <p:nvPr>
            <p:ph type="subTitle" idx="4294967295"/>
          </p:nvPr>
        </p:nvSpPr>
        <p:spPr>
          <a:xfrm>
            <a:off x="6341106" y="3939906"/>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Mercury is the smallest planet</a:t>
            </a:r>
            <a:endParaRPr sz="1400"/>
          </a:p>
        </p:txBody>
      </p:sp>
      <p:sp>
        <p:nvSpPr>
          <p:cNvPr id="1944" name="Google Shape;1944;p45"/>
          <p:cNvSpPr txBox="1">
            <a:spLocks noGrp="1"/>
          </p:cNvSpPr>
          <p:nvPr>
            <p:ph type="subTitle" idx="4294967295"/>
          </p:nvPr>
        </p:nvSpPr>
        <p:spPr>
          <a:xfrm>
            <a:off x="1043394" y="1238875"/>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Jupiter is the biggest planet </a:t>
            </a:r>
            <a:endParaRPr sz="1400"/>
          </a:p>
        </p:txBody>
      </p:sp>
      <p:sp>
        <p:nvSpPr>
          <p:cNvPr id="1945" name="Google Shape;1945;p45"/>
          <p:cNvSpPr txBox="1">
            <a:spLocks noGrp="1"/>
          </p:cNvSpPr>
          <p:nvPr>
            <p:ph type="subTitle" idx="4294967295"/>
          </p:nvPr>
        </p:nvSpPr>
        <p:spPr>
          <a:xfrm>
            <a:off x="2808594" y="1238875"/>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t>Mars is a cold place</a:t>
            </a:r>
            <a:endParaRPr sz="1400"/>
          </a:p>
          <a:p>
            <a:pPr marL="0" lvl="0" indent="0" algn="ctr" rtl="0">
              <a:spcBef>
                <a:spcPts val="1600"/>
              </a:spcBef>
              <a:spcAft>
                <a:spcPts val="1600"/>
              </a:spcAft>
              <a:buNone/>
            </a:pPr>
            <a:endParaRPr sz="1400"/>
          </a:p>
        </p:txBody>
      </p:sp>
      <p:sp>
        <p:nvSpPr>
          <p:cNvPr id="1946" name="Google Shape;1946;p45"/>
          <p:cNvSpPr txBox="1">
            <a:spLocks noGrp="1"/>
          </p:cNvSpPr>
          <p:nvPr>
            <p:ph type="subTitle" idx="4294967295"/>
          </p:nvPr>
        </p:nvSpPr>
        <p:spPr>
          <a:xfrm>
            <a:off x="4570719" y="1238875"/>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Saturn has several rings</a:t>
            </a:r>
            <a:endParaRPr sz="1400"/>
          </a:p>
        </p:txBody>
      </p:sp>
      <p:sp>
        <p:nvSpPr>
          <p:cNvPr id="1947" name="Google Shape;1947;p45"/>
          <p:cNvSpPr txBox="1">
            <a:spLocks noGrp="1"/>
          </p:cNvSpPr>
          <p:nvPr>
            <p:ph type="subTitle" idx="4294967295"/>
          </p:nvPr>
        </p:nvSpPr>
        <p:spPr>
          <a:xfrm>
            <a:off x="4573100" y="3939394"/>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Neptune is the farthest planet</a:t>
            </a:r>
            <a:r>
              <a:rPr lang="en" sz="1400">
                <a:solidFill>
                  <a:schemeClr val="lt1"/>
                </a:solidFill>
                <a:latin typeface="Spartan"/>
                <a:ea typeface="Spartan"/>
                <a:cs typeface="Spartan"/>
                <a:sym typeface="Spartan"/>
              </a:rPr>
              <a:t> </a:t>
            </a:r>
            <a:endParaRPr/>
          </a:p>
          <a:p>
            <a:pPr marL="0" lvl="0" indent="0" algn="ctr" rtl="0">
              <a:spcBef>
                <a:spcPts val="0"/>
              </a:spcBef>
              <a:spcAft>
                <a:spcPts val="1600"/>
              </a:spcAft>
              <a:buNone/>
            </a:pPr>
            <a:endParaRPr sz="1400"/>
          </a:p>
        </p:txBody>
      </p:sp>
      <p:grpSp>
        <p:nvGrpSpPr>
          <p:cNvPr id="1948" name="Google Shape;1948;p45"/>
          <p:cNvGrpSpPr/>
          <p:nvPr/>
        </p:nvGrpSpPr>
        <p:grpSpPr>
          <a:xfrm>
            <a:off x="1549556" y="1952646"/>
            <a:ext cx="6047044" cy="1914869"/>
            <a:chOff x="1549556" y="1952646"/>
            <a:chExt cx="6047044" cy="1914869"/>
          </a:xfrm>
        </p:grpSpPr>
        <p:cxnSp>
          <p:nvCxnSpPr>
            <p:cNvPr id="1949" name="Google Shape;1949;p45"/>
            <p:cNvCxnSpPr/>
            <p:nvPr/>
          </p:nvCxnSpPr>
          <p:spPr>
            <a:xfrm>
              <a:off x="5793231" y="3492000"/>
              <a:ext cx="1191300" cy="0"/>
            </a:xfrm>
            <a:prstGeom prst="straightConnector1">
              <a:avLst/>
            </a:prstGeom>
            <a:noFill/>
            <a:ln w="19050" cap="flat" cmpd="sng">
              <a:solidFill>
                <a:schemeClr val="accent1"/>
              </a:solidFill>
              <a:prstDash val="solid"/>
              <a:round/>
              <a:headEnd type="none" w="med" len="med"/>
              <a:tailEnd type="none" w="med" len="med"/>
            </a:ln>
          </p:spPr>
        </p:cxnSp>
        <p:cxnSp>
          <p:nvCxnSpPr>
            <p:cNvPr id="1950" name="Google Shape;1950;p45"/>
            <p:cNvCxnSpPr>
              <a:stCxn id="1951" idx="3"/>
              <a:endCxn id="1952" idx="1"/>
            </p:cNvCxnSpPr>
            <p:nvPr/>
          </p:nvCxnSpPr>
          <p:spPr>
            <a:xfrm>
              <a:off x="2211206" y="2328552"/>
              <a:ext cx="1191300" cy="0"/>
            </a:xfrm>
            <a:prstGeom prst="straightConnector1">
              <a:avLst/>
            </a:prstGeom>
            <a:noFill/>
            <a:ln w="19050" cap="flat" cmpd="sng">
              <a:solidFill>
                <a:schemeClr val="accent1"/>
              </a:solidFill>
              <a:prstDash val="solid"/>
              <a:round/>
              <a:headEnd type="none" w="med" len="med"/>
              <a:tailEnd type="none" w="med" len="med"/>
            </a:ln>
          </p:spPr>
        </p:cxnSp>
        <p:sp>
          <p:nvSpPr>
            <p:cNvPr id="1953" name="Google Shape;1953;p45"/>
            <p:cNvSpPr/>
            <p:nvPr/>
          </p:nvSpPr>
          <p:spPr>
            <a:xfrm>
              <a:off x="1549556" y="1952659"/>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5"/>
            <p:cNvSpPr/>
            <p:nvPr/>
          </p:nvSpPr>
          <p:spPr>
            <a:xfrm>
              <a:off x="1639715" y="2042802"/>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55" name="Google Shape;1955;p45"/>
            <p:cNvCxnSpPr/>
            <p:nvPr/>
          </p:nvCxnSpPr>
          <p:spPr>
            <a:xfrm>
              <a:off x="3964431" y="3492000"/>
              <a:ext cx="1191300" cy="0"/>
            </a:xfrm>
            <a:prstGeom prst="straightConnector1">
              <a:avLst/>
            </a:prstGeom>
            <a:noFill/>
            <a:ln w="19050" cap="flat" cmpd="sng">
              <a:solidFill>
                <a:schemeClr val="accent1"/>
              </a:solidFill>
              <a:prstDash val="solid"/>
              <a:round/>
              <a:headEnd type="none" w="med" len="med"/>
              <a:tailEnd type="none" w="med" len="med"/>
            </a:ln>
          </p:spPr>
        </p:cxnSp>
        <p:cxnSp>
          <p:nvCxnSpPr>
            <p:cNvPr id="1956" name="Google Shape;1956;p45"/>
            <p:cNvCxnSpPr/>
            <p:nvPr/>
          </p:nvCxnSpPr>
          <p:spPr>
            <a:xfrm>
              <a:off x="4001906" y="2323275"/>
              <a:ext cx="1191300" cy="0"/>
            </a:xfrm>
            <a:prstGeom prst="straightConnector1">
              <a:avLst/>
            </a:prstGeom>
            <a:noFill/>
            <a:ln w="19050" cap="flat" cmpd="sng">
              <a:solidFill>
                <a:schemeClr val="accent1"/>
              </a:solidFill>
              <a:prstDash val="solid"/>
              <a:round/>
              <a:headEnd type="none" w="med" len="med"/>
              <a:tailEnd type="none" w="med" len="med"/>
            </a:ln>
          </p:spPr>
        </p:cxnSp>
        <p:cxnSp>
          <p:nvCxnSpPr>
            <p:cNvPr id="1957" name="Google Shape;1957;p45"/>
            <p:cNvCxnSpPr>
              <a:stCxn id="1958" idx="0"/>
              <a:endCxn id="1959" idx="3"/>
            </p:cNvCxnSpPr>
            <p:nvPr/>
          </p:nvCxnSpPr>
          <p:spPr>
            <a:xfrm rot="-5400000">
              <a:off x="4363725" y="2027615"/>
              <a:ext cx="411300" cy="1764900"/>
            </a:xfrm>
            <a:prstGeom prst="bentConnector3">
              <a:avLst>
                <a:gd name="adj1" fmla="val 49996"/>
              </a:avLst>
            </a:prstGeom>
            <a:noFill/>
            <a:ln w="19050" cap="flat" cmpd="sng">
              <a:solidFill>
                <a:schemeClr val="accent1"/>
              </a:solidFill>
              <a:prstDash val="solid"/>
              <a:round/>
              <a:headEnd type="none" w="med" len="med"/>
              <a:tailEnd type="none" w="med" len="med"/>
            </a:ln>
          </p:spPr>
        </p:cxnSp>
        <p:sp>
          <p:nvSpPr>
            <p:cNvPr id="1951" name="Google Shape;1951;p45"/>
            <p:cNvSpPr txBox="1"/>
            <p:nvPr/>
          </p:nvSpPr>
          <p:spPr>
            <a:xfrm>
              <a:off x="1639706" y="2058552"/>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01</a:t>
              </a:r>
              <a:endParaRPr sz="2200">
                <a:solidFill>
                  <a:schemeClr val="accent2"/>
                </a:solidFill>
                <a:latin typeface="Gugi"/>
                <a:ea typeface="Gugi"/>
                <a:cs typeface="Gugi"/>
                <a:sym typeface="Gugi"/>
              </a:endParaRPr>
            </a:p>
          </p:txBody>
        </p:sp>
        <p:grpSp>
          <p:nvGrpSpPr>
            <p:cNvPr id="1960" name="Google Shape;1960;p45"/>
            <p:cNvGrpSpPr/>
            <p:nvPr/>
          </p:nvGrpSpPr>
          <p:grpSpPr>
            <a:xfrm>
              <a:off x="5075819" y="1952646"/>
              <a:ext cx="751800" cy="751800"/>
              <a:chOff x="5097250" y="1952646"/>
              <a:chExt cx="751800" cy="751800"/>
            </a:xfrm>
          </p:grpSpPr>
          <p:sp>
            <p:nvSpPr>
              <p:cNvPr id="1959" name="Google Shape;1959;p45"/>
              <p:cNvSpPr/>
              <p:nvPr/>
            </p:nvSpPr>
            <p:spPr>
              <a:xfrm rot="5400000">
                <a:off x="5097250" y="1952646"/>
                <a:ext cx="751800" cy="7518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5"/>
              <p:cNvSpPr txBox="1"/>
              <p:nvPr/>
            </p:nvSpPr>
            <p:spPr>
              <a:xfrm>
                <a:off x="5187400" y="2053275"/>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03</a:t>
                </a:r>
                <a:endParaRPr sz="2200">
                  <a:solidFill>
                    <a:schemeClr val="accent2"/>
                  </a:solidFill>
                  <a:latin typeface="Gugi"/>
                  <a:ea typeface="Gugi"/>
                  <a:cs typeface="Gugi"/>
                  <a:sym typeface="Gugi"/>
                </a:endParaRPr>
              </a:p>
            </p:txBody>
          </p:sp>
        </p:grpSp>
        <p:sp>
          <p:nvSpPr>
            <p:cNvPr id="1962" name="Google Shape;1962;p45"/>
            <p:cNvSpPr/>
            <p:nvPr/>
          </p:nvSpPr>
          <p:spPr>
            <a:xfrm>
              <a:off x="3314063" y="1952659"/>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5"/>
            <p:cNvSpPr/>
            <p:nvPr/>
          </p:nvSpPr>
          <p:spPr>
            <a:xfrm>
              <a:off x="3404222" y="2042802"/>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5"/>
            <p:cNvSpPr txBox="1"/>
            <p:nvPr/>
          </p:nvSpPr>
          <p:spPr>
            <a:xfrm>
              <a:off x="3404213" y="2058552"/>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02</a:t>
              </a:r>
              <a:endParaRPr sz="2200">
                <a:solidFill>
                  <a:schemeClr val="accent2"/>
                </a:solidFill>
                <a:latin typeface="Gugi"/>
                <a:ea typeface="Gugi"/>
                <a:cs typeface="Gugi"/>
                <a:sym typeface="Gugi"/>
              </a:endParaRPr>
            </a:p>
          </p:txBody>
        </p:sp>
        <p:sp>
          <p:nvSpPr>
            <p:cNvPr id="1965" name="Google Shape;1965;p45"/>
            <p:cNvSpPr/>
            <p:nvPr/>
          </p:nvSpPr>
          <p:spPr>
            <a:xfrm>
              <a:off x="5074563" y="1952659"/>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5"/>
            <p:cNvSpPr/>
            <p:nvPr/>
          </p:nvSpPr>
          <p:spPr>
            <a:xfrm>
              <a:off x="5164722" y="2042802"/>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5"/>
            <p:cNvSpPr txBox="1"/>
            <p:nvPr/>
          </p:nvSpPr>
          <p:spPr>
            <a:xfrm>
              <a:off x="5164713" y="2058552"/>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03</a:t>
              </a:r>
              <a:endParaRPr sz="2200">
                <a:solidFill>
                  <a:schemeClr val="accent2"/>
                </a:solidFill>
                <a:latin typeface="Gugi"/>
                <a:ea typeface="Gugi"/>
                <a:cs typeface="Gugi"/>
                <a:sym typeface="Gugi"/>
              </a:endParaRPr>
            </a:p>
          </p:txBody>
        </p:sp>
        <p:sp>
          <p:nvSpPr>
            <p:cNvPr id="1958" name="Google Shape;1958;p45"/>
            <p:cNvSpPr/>
            <p:nvPr/>
          </p:nvSpPr>
          <p:spPr>
            <a:xfrm>
              <a:off x="3311025" y="3115715"/>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5"/>
            <p:cNvSpPr/>
            <p:nvPr/>
          </p:nvSpPr>
          <p:spPr>
            <a:xfrm>
              <a:off x="3398798" y="3201096"/>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5"/>
            <p:cNvSpPr txBox="1"/>
            <p:nvPr/>
          </p:nvSpPr>
          <p:spPr>
            <a:xfrm>
              <a:off x="3398798" y="3216846"/>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04</a:t>
              </a:r>
              <a:endParaRPr sz="2200">
                <a:solidFill>
                  <a:schemeClr val="accent2"/>
                </a:solidFill>
                <a:latin typeface="Gugi"/>
                <a:ea typeface="Gugi"/>
                <a:cs typeface="Gugi"/>
                <a:sym typeface="Gugi"/>
              </a:endParaRPr>
            </a:p>
          </p:txBody>
        </p:sp>
        <p:sp>
          <p:nvSpPr>
            <p:cNvPr id="1970" name="Google Shape;1970;p45"/>
            <p:cNvSpPr/>
            <p:nvPr/>
          </p:nvSpPr>
          <p:spPr>
            <a:xfrm>
              <a:off x="5077913" y="3115715"/>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5"/>
            <p:cNvSpPr/>
            <p:nvPr/>
          </p:nvSpPr>
          <p:spPr>
            <a:xfrm>
              <a:off x="5165686" y="3201096"/>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5"/>
            <p:cNvSpPr txBox="1"/>
            <p:nvPr/>
          </p:nvSpPr>
          <p:spPr>
            <a:xfrm>
              <a:off x="5165686" y="3216846"/>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05</a:t>
              </a:r>
              <a:endParaRPr sz="2200">
                <a:solidFill>
                  <a:schemeClr val="accent2"/>
                </a:solidFill>
                <a:latin typeface="Gugi"/>
                <a:ea typeface="Gugi"/>
                <a:cs typeface="Gugi"/>
                <a:sym typeface="Gugi"/>
              </a:endParaRPr>
            </a:p>
          </p:txBody>
        </p:sp>
        <p:sp>
          <p:nvSpPr>
            <p:cNvPr id="1973" name="Google Shape;1973;p45"/>
            <p:cNvSpPr/>
            <p:nvPr/>
          </p:nvSpPr>
          <p:spPr>
            <a:xfrm>
              <a:off x="6844800" y="3115715"/>
              <a:ext cx="751800" cy="7518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5"/>
            <p:cNvSpPr/>
            <p:nvPr/>
          </p:nvSpPr>
          <p:spPr>
            <a:xfrm>
              <a:off x="6932573" y="3201096"/>
              <a:ext cx="571500" cy="5715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5"/>
            <p:cNvSpPr txBox="1"/>
            <p:nvPr/>
          </p:nvSpPr>
          <p:spPr>
            <a:xfrm>
              <a:off x="6932573" y="3216846"/>
              <a:ext cx="571500" cy="54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accent2"/>
                  </a:solidFill>
                  <a:latin typeface="Gugi"/>
                  <a:ea typeface="Gugi"/>
                  <a:cs typeface="Gugi"/>
                  <a:sym typeface="Gugi"/>
                </a:rPr>
                <a:t>06</a:t>
              </a:r>
              <a:endParaRPr sz="2200">
                <a:solidFill>
                  <a:schemeClr val="accent2"/>
                </a:solidFill>
                <a:latin typeface="Gugi"/>
                <a:ea typeface="Gugi"/>
                <a:cs typeface="Gugi"/>
                <a:sym typeface="Gug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979"/>
        <p:cNvGrpSpPr/>
        <p:nvPr/>
      </p:nvGrpSpPr>
      <p:grpSpPr>
        <a:xfrm>
          <a:off x="0" y="0"/>
          <a:ext cx="0" cy="0"/>
          <a:chOff x="0" y="0"/>
          <a:chExt cx="0" cy="0"/>
        </a:xfrm>
      </p:grpSpPr>
      <p:grpSp>
        <p:nvGrpSpPr>
          <p:cNvPr id="1980" name="Google Shape;1980;p46"/>
          <p:cNvGrpSpPr/>
          <p:nvPr/>
        </p:nvGrpSpPr>
        <p:grpSpPr>
          <a:xfrm>
            <a:off x="2290390" y="1205010"/>
            <a:ext cx="5157075" cy="3391155"/>
            <a:chOff x="235800" y="830650"/>
            <a:chExt cx="6978450" cy="4588844"/>
          </a:xfrm>
        </p:grpSpPr>
        <p:sp>
          <p:nvSpPr>
            <p:cNvPr id="1981" name="Google Shape;1981;p4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7" name="Google Shape;1987;p46"/>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COVERAGE</a:t>
            </a:r>
            <a:endParaRPr/>
          </a:p>
        </p:txBody>
      </p:sp>
      <p:grpSp>
        <p:nvGrpSpPr>
          <p:cNvPr id="1988" name="Google Shape;1988;p46"/>
          <p:cNvGrpSpPr/>
          <p:nvPr/>
        </p:nvGrpSpPr>
        <p:grpSpPr>
          <a:xfrm rot="469714">
            <a:off x="786737" y="612351"/>
            <a:ext cx="1143346" cy="1076835"/>
            <a:chOff x="713225" y="1111350"/>
            <a:chExt cx="1363701" cy="1284371"/>
          </a:xfrm>
        </p:grpSpPr>
        <p:sp>
          <p:nvSpPr>
            <p:cNvPr id="1989" name="Google Shape;1989;p46"/>
            <p:cNvSpPr/>
            <p:nvPr/>
          </p:nvSpPr>
          <p:spPr>
            <a:xfrm>
              <a:off x="944449" y="1438580"/>
              <a:ext cx="194058" cy="402967"/>
            </a:xfrm>
            <a:custGeom>
              <a:avLst/>
              <a:gdLst/>
              <a:ahLst/>
              <a:cxnLst/>
              <a:rect l="l" t="t" r="r" b="b"/>
              <a:pathLst>
                <a:path w="8546" h="17746" extrusionOk="0">
                  <a:moveTo>
                    <a:pt x="8069" y="1"/>
                  </a:moveTo>
                  <a:lnTo>
                    <a:pt x="0" y="17478"/>
                  </a:lnTo>
                  <a:lnTo>
                    <a:pt x="507" y="17746"/>
                  </a:lnTo>
                  <a:lnTo>
                    <a:pt x="8546" y="239"/>
                  </a:lnTo>
                  <a:lnTo>
                    <a:pt x="806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6"/>
            <p:cNvSpPr/>
            <p:nvPr/>
          </p:nvSpPr>
          <p:spPr>
            <a:xfrm>
              <a:off x="969472" y="1443984"/>
              <a:ext cx="206230" cy="425289"/>
            </a:xfrm>
            <a:custGeom>
              <a:avLst/>
              <a:gdLst/>
              <a:ahLst/>
              <a:cxnLst/>
              <a:rect l="l" t="t" r="r" b="b"/>
              <a:pathLst>
                <a:path w="9082" h="18729" extrusionOk="0">
                  <a:moveTo>
                    <a:pt x="8575" y="1"/>
                  </a:moveTo>
                  <a:lnTo>
                    <a:pt x="0" y="18491"/>
                  </a:lnTo>
                  <a:lnTo>
                    <a:pt x="625" y="18729"/>
                  </a:lnTo>
                  <a:lnTo>
                    <a:pt x="9081" y="239"/>
                  </a:lnTo>
                  <a:lnTo>
                    <a:pt x="857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6"/>
            <p:cNvSpPr/>
            <p:nvPr/>
          </p:nvSpPr>
          <p:spPr>
            <a:xfrm>
              <a:off x="1293977" y="1725913"/>
              <a:ext cx="75752" cy="44643"/>
            </a:xfrm>
            <a:custGeom>
              <a:avLst/>
              <a:gdLst/>
              <a:ahLst/>
              <a:cxnLst/>
              <a:rect l="l" t="t" r="r" b="b"/>
              <a:pathLst>
                <a:path w="3336" h="1966" extrusionOk="0">
                  <a:moveTo>
                    <a:pt x="120" y="1"/>
                  </a:moveTo>
                  <a:lnTo>
                    <a:pt x="1" y="477"/>
                  </a:lnTo>
                  <a:lnTo>
                    <a:pt x="3097" y="1966"/>
                  </a:lnTo>
                  <a:lnTo>
                    <a:pt x="3335" y="1489"/>
                  </a:lnTo>
                  <a:lnTo>
                    <a:pt x="120"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6"/>
            <p:cNvSpPr/>
            <p:nvPr/>
          </p:nvSpPr>
          <p:spPr>
            <a:xfrm>
              <a:off x="1273699" y="1762426"/>
              <a:ext cx="79136" cy="45324"/>
            </a:xfrm>
            <a:custGeom>
              <a:avLst/>
              <a:gdLst/>
              <a:ahLst/>
              <a:cxnLst/>
              <a:rect l="l" t="t" r="r" b="b"/>
              <a:pathLst>
                <a:path w="3485" h="1996" extrusionOk="0">
                  <a:moveTo>
                    <a:pt x="268" y="0"/>
                  </a:moveTo>
                  <a:lnTo>
                    <a:pt x="0" y="626"/>
                  </a:lnTo>
                  <a:lnTo>
                    <a:pt x="3246" y="1995"/>
                  </a:lnTo>
                  <a:lnTo>
                    <a:pt x="3484" y="1489"/>
                  </a:lnTo>
                  <a:lnTo>
                    <a:pt x="268"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6"/>
            <p:cNvSpPr/>
            <p:nvPr/>
          </p:nvSpPr>
          <p:spPr>
            <a:xfrm>
              <a:off x="713225" y="1408697"/>
              <a:ext cx="651115" cy="505878"/>
            </a:xfrm>
            <a:custGeom>
              <a:avLst/>
              <a:gdLst/>
              <a:ahLst/>
              <a:cxnLst/>
              <a:rect l="l" t="t" r="r" b="b"/>
              <a:pathLst>
                <a:path w="28674" h="22278" extrusionOk="0">
                  <a:moveTo>
                    <a:pt x="8597" y="0"/>
                  </a:moveTo>
                  <a:cubicBezTo>
                    <a:pt x="5730" y="0"/>
                    <a:pt x="3016" y="1613"/>
                    <a:pt x="1757" y="4413"/>
                  </a:cubicBezTo>
                  <a:cubicBezTo>
                    <a:pt x="1" y="8254"/>
                    <a:pt x="1609" y="12720"/>
                    <a:pt x="5479" y="14447"/>
                  </a:cubicBezTo>
                  <a:lnTo>
                    <a:pt x="22331" y="22278"/>
                  </a:lnTo>
                  <a:lnTo>
                    <a:pt x="28673" y="8492"/>
                  </a:lnTo>
                  <a:lnTo>
                    <a:pt x="11791" y="691"/>
                  </a:lnTo>
                  <a:cubicBezTo>
                    <a:pt x="10750" y="223"/>
                    <a:pt x="9663" y="0"/>
                    <a:pt x="8597"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6"/>
            <p:cNvSpPr/>
            <p:nvPr/>
          </p:nvSpPr>
          <p:spPr>
            <a:xfrm>
              <a:off x="899149" y="1576365"/>
              <a:ext cx="394861" cy="180797"/>
            </a:xfrm>
            <a:custGeom>
              <a:avLst/>
              <a:gdLst/>
              <a:ahLst/>
              <a:cxnLst/>
              <a:rect l="l" t="t" r="r" b="b"/>
              <a:pathLst>
                <a:path w="17389" h="7962" extrusionOk="0">
                  <a:moveTo>
                    <a:pt x="132" y="1"/>
                  </a:moveTo>
                  <a:cubicBezTo>
                    <a:pt x="124" y="1"/>
                    <a:pt x="120" y="3"/>
                    <a:pt x="120" y="7"/>
                  </a:cubicBezTo>
                  <a:cubicBezTo>
                    <a:pt x="1" y="7"/>
                    <a:pt x="3841" y="1853"/>
                    <a:pt x="8695" y="4086"/>
                  </a:cubicBezTo>
                  <a:cubicBezTo>
                    <a:pt x="13248" y="6247"/>
                    <a:pt x="16992" y="7962"/>
                    <a:pt x="17363" y="7962"/>
                  </a:cubicBezTo>
                  <a:cubicBezTo>
                    <a:pt x="17375" y="7962"/>
                    <a:pt x="17384" y="7960"/>
                    <a:pt x="17389" y="7956"/>
                  </a:cubicBezTo>
                  <a:cubicBezTo>
                    <a:pt x="17389" y="7956"/>
                    <a:pt x="13518" y="6080"/>
                    <a:pt x="8814" y="3847"/>
                  </a:cubicBezTo>
                  <a:cubicBezTo>
                    <a:pt x="4148" y="1687"/>
                    <a:pt x="373" y="1"/>
                    <a:pt x="13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6"/>
            <p:cNvSpPr/>
            <p:nvPr/>
          </p:nvSpPr>
          <p:spPr>
            <a:xfrm>
              <a:off x="1028964" y="1111350"/>
              <a:ext cx="413776" cy="405692"/>
            </a:xfrm>
            <a:custGeom>
              <a:avLst/>
              <a:gdLst/>
              <a:ahLst/>
              <a:cxnLst/>
              <a:rect l="l" t="t" r="r" b="b"/>
              <a:pathLst>
                <a:path w="18222" h="17866" extrusionOk="0">
                  <a:moveTo>
                    <a:pt x="7444" y="1"/>
                  </a:moveTo>
                  <a:lnTo>
                    <a:pt x="2978" y="5837"/>
                  </a:lnTo>
                  <a:lnTo>
                    <a:pt x="0" y="12923"/>
                  </a:lnTo>
                  <a:lnTo>
                    <a:pt x="11523" y="17865"/>
                  </a:lnTo>
                  <a:lnTo>
                    <a:pt x="14024" y="10422"/>
                  </a:lnTo>
                  <a:lnTo>
                    <a:pt x="18222" y="4348"/>
                  </a:lnTo>
                  <a:lnTo>
                    <a:pt x="7444"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6"/>
            <p:cNvSpPr/>
            <p:nvPr/>
          </p:nvSpPr>
          <p:spPr>
            <a:xfrm>
              <a:off x="1155374" y="1159352"/>
              <a:ext cx="160951" cy="287363"/>
            </a:xfrm>
            <a:custGeom>
              <a:avLst/>
              <a:gdLst/>
              <a:ahLst/>
              <a:cxnLst/>
              <a:rect l="l" t="t" r="r" b="b"/>
              <a:pathLst>
                <a:path w="7088" h="12655" extrusionOk="0">
                  <a:moveTo>
                    <a:pt x="7087" y="1"/>
                  </a:moveTo>
                  <a:lnTo>
                    <a:pt x="7087" y="1"/>
                  </a:lnTo>
                  <a:cubicBezTo>
                    <a:pt x="6849" y="120"/>
                    <a:pt x="6700" y="269"/>
                    <a:pt x="6700" y="388"/>
                  </a:cubicBezTo>
                  <a:cubicBezTo>
                    <a:pt x="6462" y="626"/>
                    <a:pt x="6105" y="1132"/>
                    <a:pt x="5718" y="1609"/>
                  </a:cubicBezTo>
                  <a:cubicBezTo>
                    <a:pt x="5092" y="2740"/>
                    <a:pt x="3991" y="4348"/>
                    <a:pt x="3127" y="6075"/>
                  </a:cubicBezTo>
                  <a:cubicBezTo>
                    <a:pt x="2115" y="7832"/>
                    <a:pt x="1251" y="9439"/>
                    <a:pt x="745" y="10690"/>
                  </a:cubicBezTo>
                  <a:cubicBezTo>
                    <a:pt x="507" y="11285"/>
                    <a:pt x="269" y="11791"/>
                    <a:pt x="150" y="12179"/>
                  </a:cubicBezTo>
                  <a:cubicBezTo>
                    <a:pt x="1" y="12298"/>
                    <a:pt x="1" y="12536"/>
                    <a:pt x="1" y="12655"/>
                  </a:cubicBezTo>
                  <a:cubicBezTo>
                    <a:pt x="150" y="12536"/>
                    <a:pt x="150" y="12417"/>
                    <a:pt x="269" y="12179"/>
                  </a:cubicBezTo>
                  <a:lnTo>
                    <a:pt x="894" y="10809"/>
                  </a:lnTo>
                  <a:cubicBezTo>
                    <a:pt x="1490" y="9558"/>
                    <a:pt x="2383" y="7951"/>
                    <a:pt x="3365" y="6224"/>
                  </a:cubicBezTo>
                  <a:cubicBezTo>
                    <a:pt x="4229" y="4467"/>
                    <a:pt x="5211" y="2859"/>
                    <a:pt x="5956" y="1758"/>
                  </a:cubicBezTo>
                  <a:lnTo>
                    <a:pt x="6700" y="507"/>
                  </a:lnTo>
                  <a:cubicBezTo>
                    <a:pt x="6849" y="269"/>
                    <a:pt x="6968" y="120"/>
                    <a:pt x="70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6"/>
            <p:cNvSpPr/>
            <p:nvPr/>
          </p:nvSpPr>
          <p:spPr>
            <a:xfrm>
              <a:off x="1099265" y="1238259"/>
              <a:ext cx="248148" cy="109745"/>
            </a:xfrm>
            <a:custGeom>
              <a:avLst/>
              <a:gdLst/>
              <a:ahLst/>
              <a:cxnLst/>
              <a:rect l="l" t="t" r="r" b="b"/>
              <a:pathLst>
                <a:path w="10928" h="4833" extrusionOk="0">
                  <a:moveTo>
                    <a:pt x="138" y="1"/>
                  </a:moveTo>
                  <a:cubicBezTo>
                    <a:pt x="126" y="1"/>
                    <a:pt x="120" y="4"/>
                    <a:pt x="120" y="10"/>
                  </a:cubicBezTo>
                  <a:cubicBezTo>
                    <a:pt x="1" y="10"/>
                    <a:pt x="2472" y="1260"/>
                    <a:pt x="5449" y="2481"/>
                  </a:cubicBezTo>
                  <a:cubicBezTo>
                    <a:pt x="8427" y="3850"/>
                    <a:pt x="10809" y="4833"/>
                    <a:pt x="10928" y="4833"/>
                  </a:cubicBezTo>
                  <a:cubicBezTo>
                    <a:pt x="10928" y="4714"/>
                    <a:pt x="8576" y="3612"/>
                    <a:pt x="5598" y="2243"/>
                  </a:cubicBezTo>
                  <a:cubicBezTo>
                    <a:pt x="2769" y="1054"/>
                    <a:pt x="370" y="1"/>
                    <a:pt x="1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6"/>
            <p:cNvSpPr/>
            <p:nvPr/>
          </p:nvSpPr>
          <p:spPr>
            <a:xfrm>
              <a:off x="724715" y="1787449"/>
              <a:ext cx="366476" cy="439481"/>
            </a:xfrm>
            <a:custGeom>
              <a:avLst/>
              <a:gdLst/>
              <a:ahLst/>
              <a:cxnLst/>
              <a:rect l="l" t="t" r="r" b="b"/>
              <a:pathLst>
                <a:path w="16139" h="19354" extrusionOk="0">
                  <a:moveTo>
                    <a:pt x="5092" y="0"/>
                  </a:moveTo>
                  <a:lnTo>
                    <a:pt x="1490" y="6848"/>
                  </a:lnTo>
                  <a:lnTo>
                    <a:pt x="1" y="14024"/>
                  </a:lnTo>
                  <a:lnTo>
                    <a:pt x="10184" y="19353"/>
                  </a:lnTo>
                  <a:lnTo>
                    <a:pt x="12030" y="12297"/>
                  </a:lnTo>
                  <a:lnTo>
                    <a:pt x="16138" y="5598"/>
                  </a:lnTo>
                  <a:lnTo>
                    <a:pt x="5092"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6"/>
            <p:cNvSpPr/>
            <p:nvPr/>
          </p:nvSpPr>
          <p:spPr>
            <a:xfrm>
              <a:off x="834253" y="1855048"/>
              <a:ext cx="118329" cy="307641"/>
            </a:xfrm>
            <a:custGeom>
              <a:avLst/>
              <a:gdLst/>
              <a:ahLst/>
              <a:cxnLst/>
              <a:rect l="l" t="t" r="r" b="b"/>
              <a:pathLst>
                <a:path w="5211" h="13548" extrusionOk="0">
                  <a:moveTo>
                    <a:pt x="5211" y="1"/>
                  </a:moveTo>
                  <a:lnTo>
                    <a:pt x="5211" y="1"/>
                  </a:lnTo>
                  <a:cubicBezTo>
                    <a:pt x="5092" y="149"/>
                    <a:pt x="4973" y="268"/>
                    <a:pt x="4853" y="507"/>
                  </a:cubicBezTo>
                  <a:cubicBezTo>
                    <a:pt x="4734" y="745"/>
                    <a:pt x="4466" y="1251"/>
                    <a:pt x="4109" y="1876"/>
                  </a:cubicBezTo>
                  <a:cubicBezTo>
                    <a:pt x="3603" y="3127"/>
                    <a:pt x="2859" y="4735"/>
                    <a:pt x="2114" y="6581"/>
                  </a:cubicBezTo>
                  <a:cubicBezTo>
                    <a:pt x="1370" y="8456"/>
                    <a:pt x="894" y="10183"/>
                    <a:pt x="506" y="11553"/>
                  </a:cubicBezTo>
                  <a:cubicBezTo>
                    <a:pt x="387" y="12178"/>
                    <a:pt x="268" y="12654"/>
                    <a:pt x="149" y="13042"/>
                  </a:cubicBezTo>
                  <a:cubicBezTo>
                    <a:pt x="0" y="13161"/>
                    <a:pt x="0" y="13399"/>
                    <a:pt x="0" y="13548"/>
                  </a:cubicBezTo>
                  <a:cubicBezTo>
                    <a:pt x="149" y="13399"/>
                    <a:pt x="149" y="13280"/>
                    <a:pt x="268" y="13042"/>
                  </a:cubicBezTo>
                  <a:lnTo>
                    <a:pt x="745" y="11553"/>
                  </a:lnTo>
                  <a:cubicBezTo>
                    <a:pt x="1132" y="10302"/>
                    <a:pt x="1757" y="8575"/>
                    <a:pt x="2382" y="6700"/>
                  </a:cubicBezTo>
                  <a:cubicBezTo>
                    <a:pt x="3127" y="4854"/>
                    <a:pt x="3871" y="3127"/>
                    <a:pt x="4347" y="1995"/>
                  </a:cubicBezTo>
                  <a:lnTo>
                    <a:pt x="4973" y="507"/>
                  </a:lnTo>
                  <a:cubicBezTo>
                    <a:pt x="5092" y="388"/>
                    <a:pt x="5092" y="149"/>
                    <a:pt x="521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6"/>
            <p:cNvSpPr/>
            <p:nvPr/>
          </p:nvSpPr>
          <p:spPr>
            <a:xfrm>
              <a:off x="758525" y="1942946"/>
              <a:ext cx="239360" cy="123733"/>
            </a:xfrm>
            <a:custGeom>
              <a:avLst/>
              <a:gdLst/>
              <a:ahLst/>
              <a:cxnLst/>
              <a:rect l="l" t="t" r="r" b="b"/>
              <a:pathLst>
                <a:path w="10541" h="5449" extrusionOk="0">
                  <a:moveTo>
                    <a:pt x="1" y="0"/>
                  </a:moveTo>
                  <a:lnTo>
                    <a:pt x="1" y="0"/>
                  </a:lnTo>
                  <a:cubicBezTo>
                    <a:pt x="507" y="238"/>
                    <a:pt x="983" y="596"/>
                    <a:pt x="1608" y="864"/>
                  </a:cubicBezTo>
                  <a:cubicBezTo>
                    <a:pt x="2472" y="1340"/>
                    <a:pt x="3841" y="1965"/>
                    <a:pt x="5211" y="2829"/>
                  </a:cubicBezTo>
                  <a:cubicBezTo>
                    <a:pt x="6700" y="3573"/>
                    <a:pt x="7950" y="4317"/>
                    <a:pt x="8933" y="4704"/>
                  </a:cubicBezTo>
                  <a:cubicBezTo>
                    <a:pt x="9558" y="4943"/>
                    <a:pt x="10034" y="5211"/>
                    <a:pt x="10541" y="5449"/>
                  </a:cubicBezTo>
                  <a:cubicBezTo>
                    <a:pt x="10183" y="5062"/>
                    <a:pt x="9558" y="4824"/>
                    <a:pt x="9052" y="4585"/>
                  </a:cubicBezTo>
                  <a:cubicBezTo>
                    <a:pt x="8188" y="4079"/>
                    <a:pt x="6819" y="3335"/>
                    <a:pt x="5330" y="2590"/>
                  </a:cubicBezTo>
                  <a:cubicBezTo>
                    <a:pt x="3961" y="1727"/>
                    <a:pt x="2591" y="1102"/>
                    <a:pt x="1608" y="596"/>
                  </a:cubicBezTo>
                  <a:cubicBezTo>
                    <a:pt x="1102" y="357"/>
                    <a:pt x="626" y="119"/>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6"/>
            <p:cNvSpPr/>
            <p:nvPr/>
          </p:nvSpPr>
          <p:spPr>
            <a:xfrm>
              <a:off x="1133075" y="1533903"/>
              <a:ext cx="185952" cy="228551"/>
            </a:xfrm>
            <a:custGeom>
              <a:avLst/>
              <a:gdLst/>
              <a:ahLst/>
              <a:cxnLst/>
              <a:rect l="l" t="t" r="r" b="b"/>
              <a:pathLst>
                <a:path w="8189" h="10065" extrusionOk="0">
                  <a:moveTo>
                    <a:pt x="3722" y="1"/>
                  </a:moveTo>
                  <a:lnTo>
                    <a:pt x="0" y="7950"/>
                  </a:lnTo>
                  <a:lnTo>
                    <a:pt x="4467" y="10064"/>
                  </a:lnTo>
                  <a:lnTo>
                    <a:pt x="8188" y="2115"/>
                  </a:lnTo>
                  <a:lnTo>
                    <a:pt x="3722"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6"/>
            <p:cNvSpPr/>
            <p:nvPr/>
          </p:nvSpPr>
          <p:spPr>
            <a:xfrm>
              <a:off x="1166886" y="1683315"/>
              <a:ext cx="25705" cy="24070"/>
            </a:xfrm>
            <a:custGeom>
              <a:avLst/>
              <a:gdLst/>
              <a:ahLst/>
              <a:cxnLst/>
              <a:rect l="l" t="t" r="r" b="b"/>
              <a:pathLst>
                <a:path w="1132" h="1060" extrusionOk="0">
                  <a:moveTo>
                    <a:pt x="744" y="1"/>
                  </a:moveTo>
                  <a:cubicBezTo>
                    <a:pt x="506" y="1"/>
                    <a:pt x="238" y="120"/>
                    <a:pt x="119" y="269"/>
                  </a:cubicBezTo>
                  <a:lnTo>
                    <a:pt x="119" y="388"/>
                  </a:lnTo>
                  <a:cubicBezTo>
                    <a:pt x="0" y="626"/>
                    <a:pt x="119" y="864"/>
                    <a:pt x="387" y="1013"/>
                  </a:cubicBezTo>
                  <a:cubicBezTo>
                    <a:pt x="450" y="1044"/>
                    <a:pt x="521" y="1059"/>
                    <a:pt x="594" y="1059"/>
                  </a:cubicBezTo>
                  <a:cubicBezTo>
                    <a:pt x="799" y="1059"/>
                    <a:pt x="1022" y="943"/>
                    <a:pt x="1132" y="745"/>
                  </a:cubicBezTo>
                  <a:cubicBezTo>
                    <a:pt x="1132" y="507"/>
                    <a:pt x="983" y="120"/>
                    <a:pt x="74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6"/>
            <p:cNvSpPr/>
            <p:nvPr/>
          </p:nvSpPr>
          <p:spPr>
            <a:xfrm>
              <a:off x="1206101" y="1704955"/>
              <a:ext cx="25705" cy="22026"/>
            </a:xfrm>
            <a:custGeom>
              <a:avLst/>
              <a:gdLst/>
              <a:ahLst/>
              <a:cxnLst/>
              <a:rect l="l" t="t" r="r" b="b"/>
              <a:pathLst>
                <a:path w="1132" h="970" extrusionOk="0">
                  <a:moveTo>
                    <a:pt x="484" y="1"/>
                  </a:moveTo>
                  <a:cubicBezTo>
                    <a:pt x="336" y="1"/>
                    <a:pt x="149" y="126"/>
                    <a:pt x="149" y="298"/>
                  </a:cubicBezTo>
                  <a:cubicBezTo>
                    <a:pt x="0" y="537"/>
                    <a:pt x="149" y="805"/>
                    <a:pt x="387" y="924"/>
                  </a:cubicBezTo>
                  <a:cubicBezTo>
                    <a:pt x="450" y="955"/>
                    <a:pt x="514" y="970"/>
                    <a:pt x="578" y="970"/>
                  </a:cubicBezTo>
                  <a:cubicBezTo>
                    <a:pt x="756" y="970"/>
                    <a:pt x="925" y="853"/>
                    <a:pt x="1012" y="656"/>
                  </a:cubicBezTo>
                  <a:cubicBezTo>
                    <a:pt x="1131" y="417"/>
                    <a:pt x="1012" y="179"/>
                    <a:pt x="744" y="60"/>
                  </a:cubicBezTo>
                  <a:lnTo>
                    <a:pt x="625" y="60"/>
                  </a:lnTo>
                  <a:cubicBezTo>
                    <a:pt x="592" y="19"/>
                    <a:pt x="541" y="1"/>
                    <a:pt x="48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6"/>
            <p:cNvSpPr/>
            <p:nvPr/>
          </p:nvSpPr>
          <p:spPr>
            <a:xfrm>
              <a:off x="1175674" y="1621802"/>
              <a:ext cx="104137" cy="44643"/>
            </a:xfrm>
            <a:custGeom>
              <a:avLst/>
              <a:gdLst/>
              <a:ahLst/>
              <a:cxnLst/>
              <a:rect l="l" t="t" r="r" b="b"/>
              <a:pathLst>
                <a:path w="4586" h="1966" extrusionOk="0">
                  <a:moveTo>
                    <a:pt x="0" y="0"/>
                  </a:moveTo>
                  <a:cubicBezTo>
                    <a:pt x="745" y="358"/>
                    <a:pt x="1489" y="864"/>
                    <a:pt x="2233" y="1102"/>
                  </a:cubicBezTo>
                  <a:cubicBezTo>
                    <a:pt x="2978" y="1489"/>
                    <a:pt x="3722" y="1846"/>
                    <a:pt x="4585" y="1966"/>
                  </a:cubicBezTo>
                  <a:cubicBezTo>
                    <a:pt x="3841" y="1608"/>
                    <a:pt x="3097" y="1102"/>
                    <a:pt x="2352" y="864"/>
                  </a:cubicBezTo>
                  <a:cubicBezTo>
                    <a:pt x="1608" y="477"/>
                    <a:pt x="864" y="12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6"/>
            <p:cNvSpPr/>
            <p:nvPr/>
          </p:nvSpPr>
          <p:spPr>
            <a:xfrm>
              <a:off x="828849" y="1424320"/>
              <a:ext cx="144011" cy="304326"/>
            </a:xfrm>
            <a:custGeom>
              <a:avLst/>
              <a:gdLst/>
              <a:ahLst/>
              <a:cxnLst/>
              <a:rect l="l" t="t" r="r" b="b"/>
              <a:pathLst>
                <a:path w="6342" h="13402" extrusionOk="0">
                  <a:moveTo>
                    <a:pt x="6332" y="0"/>
                  </a:moveTo>
                  <a:cubicBezTo>
                    <a:pt x="6138" y="0"/>
                    <a:pt x="4674" y="3048"/>
                    <a:pt x="3097" y="6583"/>
                  </a:cubicBezTo>
                  <a:cubicBezTo>
                    <a:pt x="1370" y="10305"/>
                    <a:pt x="0" y="13402"/>
                    <a:pt x="119" y="13402"/>
                  </a:cubicBezTo>
                  <a:cubicBezTo>
                    <a:pt x="119" y="13402"/>
                    <a:pt x="1608" y="10424"/>
                    <a:pt x="3365" y="6703"/>
                  </a:cubicBezTo>
                  <a:cubicBezTo>
                    <a:pt x="4972" y="2981"/>
                    <a:pt x="6342" y="3"/>
                    <a:pt x="6342" y="3"/>
                  </a:cubicBezTo>
                  <a:cubicBezTo>
                    <a:pt x="6339" y="1"/>
                    <a:pt x="6336" y="0"/>
                    <a:pt x="63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6"/>
            <p:cNvSpPr/>
            <p:nvPr/>
          </p:nvSpPr>
          <p:spPr>
            <a:xfrm>
              <a:off x="1290593" y="1638401"/>
              <a:ext cx="332665" cy="422882"/>
            </a:xfrm>
            <a:custGeom>
              <a:avLst/>
              <a:gdLst/>
              <a:ahLst/>
              <a:cxnLst/>
              <a:rect l="l" t="t" r="r" b="b"/>
              <a:pathLst>
                <a:path w="14650" h="18623" extrusionOk="0">
                  <a:moveTo>
                    <a:pt x="11138" y="1"/>
                  </a:moveTo>
                  <a:cubicBezTo>
                    <a:pt x="7077" y="1"/>
                    <a:pt x="3285" y="2396"/>
                    <a:pt x="1757" y="6445"/>
                  </a:cubicBezTo>
                  <a:cubicBezTo>
                    <a:pt x="1" y="11030"/>
                    <a:pt x="1996" y="16241"/>
                    <a:pt x="6343" y="18623"/>
                  </a:cubicBezTo>
                  <a:lnTo>
                    <a:pt x="14650" y="609"/>
                  </a:lnTo>
                  <a:cubicBezTo>
                    <a:pt x="13488" y="198"/>
                    <a:pt x="12302" y="1"/>
                    <a:pt x="11138"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6"/>
            <p:cNvSpPr/>
            <p:nvPr/>
          </p:nvSpPr>
          <p:spPr>
            <a:xfrm>
              <a:off x="1448792" y="1810429"/>
              <a:ext cx="137948" cy="81724"/>
            </a:xfrm>
            <a:custGeom>
              <a:avLst/>
              <a:gdLst/>
              <a:ahLst/>
              <a:cxnLst/>
              <a:rect l="l" t="t" r="r" b="b"/>
              <a:pathLst>
                <a:path w="6075" h="3599" extrusionOk="0">
                  <a:moveTo>
                    <a:pt x="626" y="0"/>
                  </a:moveTo>
                  <a:lnTo>
                    <a:pt x="1" y="1221"/>
                  </a:lnTo>
                  <a:lnTo>
                    <a:pt x="5092" y="3454"/>
                  </a:lnTo>
                  <a:cubicBezTo>
                    <a:pt x="5223" y="3552"/>
                    <a:pt x="5358" y="3599"/>
                    <a:pt x="5483" y="3599"/>
                  </a:cubicBezTo>
                  <a:cubicBezTo>
                    <a:pt x="5698" y="3599"/>
                    <a:pt x="5880" y="3461"/>
                    <a:pt x="5956" y="3216"/>
                  </a:cubicBezTo>
                  <a:cubicBezTo>
                    <a:pt x="6075" y="2859"/>
                    <a:pt x="5956" y="2472"/>
                    <a:pt x="5569" y="2233"/>
                  </a:cubicBezTo>
                  <a:lnTo>
                    <a:pt x="626"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6"/>
            <p:cNvSpPr/>
            <p:nvPr/>
          </p:nvSpPr>
          <p:spPr>
            <a:xfrm>
              <a:off x="1412302" y="1658315"/>
              <a:ext cx="208250" cy="402967"/>
            </a:xfrm>
            <a:custGeom>
              <a:avLst/>
              <a:gdLst/>
              <a:ahLst/>
              <a:cxnLst/>
              <a:rect l="l" t="t" r="r" b="b"/>
              <a:pathLst>
                <a:path w="9171" h="17746" extrusionOk="0">
                  <a:moveTo>
                    <a:pt x="8932" y="0"/>
                  </a:moveTo>
                  <a:cubicBezTo>
                    <a:pt x="8783" y="119"/>
                    <a:pt x="8664" y="119"/>
                    <a:pt x="8426" y="238"/>
                  </a:cubicBezTo>
                  <a:cubicBezTo>
                    <a:pt x="7682" y="625"/>
                    <a:pt x="7057" y="983"/>
                    <a:pt x="6431" y="1489"/>
                  </a:cubicBezTo>
                  <a:cubicBezTo>
                    <a:pt x="2233" y="4585"/>
                    <a:pt x="0" y="9558"/>
                    <a:pt x="477" y="14768"/>
                  </a:cubicBezTo>
                  <a:cubicBezTo>
                    <a:pt x="477" y="15513"/>
                    <a:pt x="596" y="16257"/>
                    <a:pt x="864" y="17001"/>
                  </a:cubicBezTo>
                  <a:cubicBezTo>
                    <a:pt x="864" y="17120"/>
                    <a:pt x="983" y="17359"/>
                    <a:pt x="983" y="17597"/>
                  </a:cubicBezTo>
                  <a:cubicBezTo>
                    <a:pt x="983" y="17746"/>
                    <a:pt x="1102" y="17746"/>
                    <a:pt x="1102" y="17746"/>
                  </a:cubicBezTo>
                  <a:cubicBezTo>
                    <a:pt x="1102" y="17478"/>
                    <a:pt x="983" y="17239"/>
                    <a:pt x="983" y="17001"/>
                  </a:cubicBezTo>
                  <a:cubicBezTo>
                    <a:pt x="744" y="16257"/>
                    <a:pt x="596" y="15513"/>
                    <a:pt x="596" y="14619"/>
                  </a:cubicBezTo>
                  <a:cubicBezTo>
                    <a:pt x="238" y="9677"/>
                    <a:pt x="2471" y="4705"/>
                    <a:pt x="6550" y="1608"/>
                  </a:cubicBezTo>
                  <a:cubicBezTo>
                    <a:pt x="7176" y="1221"/>
                    <a:pt x="7801" y="745"/>
                    <a:pt x="8426" y="358"/>
                  </a:cubicBezTo>
                  <a:cubicBezTo>
                    <a:pt x="8664" y="238"/>
                    <a:pt x="8932" y="119"/>
                    <a:pt x="91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6"/>
            <p:cNvSpPr/>
            <p:nvPr/>
          </p:nvSpPr>
          <p:spPr>
            <a:xfrm>
              <a:off x="1451517" y="1810429"/>
              <a:ext cx="135223" cy="81838"/>
            </a:xfrm>
            <a:custGeom>
              <a:avLst/>
              <a:gdLst/>
              <a:ahLst/>
              <a:cxnLst/>
              <a:rect l="l" t="t" r="r" b="b"/>
              <a:pathLst>
                <a:path w="5955" h="3604" extrusionOk="0">
                  <a:moveTo>
                    <a:pt x="506" y="0"/>
                  </a:moveTo>
                  <a:cubicBezTo>
                    <a:pt x="357" y="358"/>
                    <a:pt x="119" y="864"/>
                    <a:pt x="0" y="1221"/>
                  </a:cubicBezTo>
                  <a:lnTo>
                    <a:pt x="4972" y="3454"/>
                  </a:lnTo>
                  <a:cubicBezTo>
                    <a:pt x="5091" y="3603"/>
                    <a:pt x="5091" y="3603"/>
                    <a:pt x="5210" y="3603"/>
                  </a:cubicBezTo>
                  <a:cubicBezTo>
                    <a:pt x="5449" y="3603"/>
                    <a:pt x="5717" y="3454"/>
                    <a:pt x="5836" y="3216"/>
                  </a:cubicBezTo>
                  <a:cubicBezTo>
                    <a:pt x="5955" y="3097"/>
                    <a:pt x="5955" y="2978"/>
                    <a:pt x="5955" y="2859"/>
                  </a:cubicBezTo>
                  <a:cubicBezTo>
                    <a:pt x="5955" y="2591"/>
                    <a:pt x="5836" y="2353"/>
                    <a:pt x="5449" y="2233"/>
                  </a:cubicBezTo>
                  <a:lnTo>
                    <a:pt x="506" y="0"/>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6"/>
            <p:cNvSpPr/>
            <p:nvPr/>
          </p:nvSpPr>
          <p:spPr>
            <a:xfrm>
              <a:off x="1448792" y="1810429"/>
              <a:ext cx="14238" cy="27749"/>
            </a:xfrm>
            <a:custGeom>
              <a:avLst/>
              <a:gdLst/>
              <a:ahLst/>
              <a:cxnLst/>
              <a:rect l="l" t="t" r="r" b="b"/>
              <a:pathLst>
                <a:path w="627" h="1222" extrusionOk="0">
                  <a:moveTo>
                    <a:pt x="626" y="0"/>
                  </a:moveTo>
                  <a:lnTo>
                    <a:pt x="1" y="1221"/>
                  </a:lnTo>
                  <a:lnTo>
                    <a:pt x="120" y="1221"/>
                  </a:lnTo>
                  <a:cubicBezTo>
                    <a:pt x="239" y="864"/>
                    <a:pt x="477" y="358"/>
                    <a:pt x="626" y="0"/>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6"/>
            <p:cNvSpPr/>
            <p:nvPr/>
          </p:nvSpPr>
          <p:spPr>
            <a:xfrm>
              <a:off x="1488007" y="1610312"/>
              <a:ext cx="402990" cy="636900"/>
            </a:xfrm>
            <a:custGeom>
              <a:avLst/>
              <a:gdLst/>
              <a:ahLst/>
              <a:cxnLst/>
              <a:rect l="l" t="t" r="r" b="b"/>
              <a:pathLst>
                <a:path w="17747" h="28048" extrusionOk="0">
                  <a:moveTo>
                    <a:pt x="13637" y="0"/>
                  </a:moveTo>
                  <a:cubicBezTo>
                    <a:pt x="13786" y="119"/>
                    <a:pt x="13786" y="238"/>
                    <a:pt x="13905" y="358"/>
                  </a:cubicBezTo>
                  <a:cubicBezTo>
                    <a:pt x="13905" y="238"/>
                    <a:pt x="13786" y="119"/>
                    <a:pt x="13637" y="0"/>
                  </a:cubicBezTo>
                  <a:close/>
                  <a:moveTo>
                    <a:pt x="13905" y="358"/>
                  </a:moveTo>
                  <a:cubicBezTo>
                    <a:pt x="14024" y="626"/>
                    <a:pt x="14263" y="864"/>
                    <a:pt x="14531" y="1370"/>
                  </a:cubicBezTo>
                  <a:cubicBezTo>
                    <a:pt x="15394" y="2472"/>
                    <a:pt x="16019" y="3722"/>
                    <a:pt x="16377" y="5092"/>
                  </a:cubicBezTo>
                  <a:cubicBezTo>
                    <a:pt x="16764" y="5955"/>
                    <a:pt x="17002" y="6938"/>
                    <a:pt x="17121" y="7801"/>
                  </a:cubicBezTo>
                  <a:cubicBezTo>
                    <a:pt x="17359" y="8932"/>
                    <a:pt x="17508" y="10034"/>
                    <a:pt x="17508" y="11166"/>
                  </a:cubicBezTo>
                  <a:cubicBezTo>
                    <a:pt x="17508" y="16257"/>
                    <a:pt x="15126" y="21080"/>
                    <a:pt x="11047" y="24177"/>
                  </a:cubicBezTo>
                  <a:cubicBezTo>
                    <a:pt x="10184" y="24921"/>
                    <a:pt x="9171" y="25427"/>
                    <a:pt x="8189" y="25933"/>
                  </a:cubicBezTo>
                  <a:cubicBezTo>
                    <a:pt x="7325" y="26410"/>
                    <a:pt x="6462" y="26797"/>
                    <a:pt x="5598" y="27035"/>
                  </a:cubicBezTo>
                  <a:cubicBezTo>
                    <a:pt x="4229" y="27541"/>
                    <a:pt x="2859" y="27779"/>
                    <a:pt x="1490" y="27899"/>
                  </a:cubicBezTo>
                  <a:lnTo>
                    <a:pt x="1" y="27899"/>
                  </a:lnTo>
                  <a:cubicBezTo>
                    <a:pt x="120" y="28047"/>
                    <a:pt x="239" y="28047"/>
                    <a:pt x="388" y="28047"/>
                  </a:cubicBezTo>
                  <a:lnTo>
                    <a:pt x="1490" y="28047"/>
                  </a:lnTo>
                  <a:cubicBezTo>
                    <a:pt x="2859" y="27899"/>
                    <a:pt x="4348" y="27660"/>
                    <a:pt x="5598" y="27303"/>
                  </a:cubicBezTo>
                  <a:cubicBezTo>
                    <a:pt x="7683" y="26678"/>
                    <a:pt x="9558" y="25666"/>
                    <a:pt x="11166" y="24445"/>
                  </a:cubicBezTo>
                  <a:cubicBezTo>
                    <a:pt x="15394" y="21348"/>
                    <a:pt x="17746" y="16376"/>
                    <a:pt x="17746" y="11166"/>
                  </a:cubicBezTo>
                  <a:cubicBezTo>
                    <a:pt x="17746" y="10034"/>
                    <a:pt x="17627" y="8932"/>
                    <a:pt x="17359" y="7801"/>
                  </a:cubicBezTo>
                  <a:cubicBezTo>
                    <a:pt x="17240" y="6819"/>
                    <a:pt x="17002" y="5955"/>
                    <a:pt x="16615" y="4973"/>
                  </a:cubicBezTo>
                  <a:cubicBezTo>
                    <a:pt x="16138" y="3603"/>
                    <a:pt x="15513" y="2352"/>
                    <a:pt x="14650" y="1251"/>
                  </a:cubicBezTo>
                  <a:cubicBezTo>
                    <a:pt x="14382" y="983"/>
                    <a:pt x="14144" y="626"/>
                    <a:pt x="13905" y="3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6"/>
            <p:cNvSpPr/>
            <p:nvPr/>
          </p:nvSpPr>
          <p:spPr>
            <a:xfrm>
              <a:off x="1476517" y="1528499"/>
              <a:ext cx="600409" cy="867222"/>
            </a:xfrm>
            <a:custGeom>
              <a:avLst/>
              <a:gdLst/>
              <a:ahLst/>
              <a:cxnLst/>
              <a:rect l="l" t="t" r="r" b="b"/>
              <a:pathLst>
                <a:path w="26441" h="38191" extrusionOk="0">
                  <a:moveTo>
                    <a:pt x="20366" y="1"/>
                  </a:moveTo>
                  <a:lnTo>
                    <a:pt x="20485" y="120"/>
                  </a:lnTo>
                  <a:cubicBezTo>
                    <a:pt x="20485" y="120"/>
                    <a:pt x="20485" y="1"/>
                    <a:pt x="20366" y="1"/>
                  </a:cubicBezTo>
                  <a:close/>
                  <a:moveTo>
                    <a:pt x="20485" y="120"/>
                  </a:moveTo>
                  <a:cubicBezTo>
                    <a:pt x="20604" y="239"/>
                    <a:pt x="20723" y="388"/>
                    <a:pt x="20723" y="507"/>
                  </a:cubicBezTo>
                  <a:lnTo>
                    <a:pt x="21230" y="983"/>
                  </a:lnTo>
                  <a:lnTo>
                    <a:pt x="21230" y="983"/>
                  </a:lnTo>
                  <a:lnTo>
                    <a:pt x="20843" y="388"/>
                  </a:lnTo>
                  <a:lnTo>
                    <a:pt x="20485" y="120"/>
                  </a:lnTo>
                  <a:close/>
                  <a:moveTo>
                    <a:pt x="21230" y="983"/>
                  </a:moveTo>
                  <a:lnTo>
                    <a:pt x="21230" y="983"/>
                  </a:lnTo>
                  <a:cubicBezTo>
                    <a:pt x="21468" y="1251"/>
                    <a:pt x="21587" y="1489"/>
                    <a:pt x="21855" y="1727"/>
                  </a:cubicBezTo>
                  <a:cubicBezTo>
                    <a:pt x="21736" y="1370"/>
                    <a:pt x="21468" y="1132"/>
                    <a:pt x="21230" y="983"/>
                  </a:cubicBezTo>
                  <a:close/>
                  <a:moveTo>
                    <a:pt x="1" y="37843"/>
                  </a:moveTo>
                  <a:lnTo>
                    <a:pt x="507" y="37963"/>
                  </a:lnTo>
                  <a:lnTo>
                    <a:pt x="1132" y="38082"/>
                  </a:lnTo>
                  <a:lnTo>
                    <a:pt x="2115" y="38082"/>
                  </a:lnTo>
                  <a:cubicBezTo>
                    <a:pt x="1757" y="38082"/>
                    <a:pt x="1489" y="37963"/>
                    <a:pt x="1132" y="37963"/>
                  </a:cubicBezTo>
                  <a:lnTo>
                    <a:pt x="507" y="37843"/>
                  </a:lnTo>
                  <a:close/>
                  <a:moveTo>
                    <a:pt x="21855" y="1727"/>
                  </a:moveTo>
                  <a:lnTo>
                    <a:pt x="21855" y="1727"/>
                  </a:lnTo>
                  <a:cubicBezTo>
                    <a:pt x="22956" y="3365"/>
                    <a:pt x="23969" y="5211"/>
                    <a:pt x="24564" y="7087"/>
                  </a:cubicBezTo>
                  <a:cubicBezTo>
                    <a:pt x="24832" y="7563"/>
                    <a:pt x="25070" y="8308"/>
                    <a:pt x="25190" y="8933"/>
                  </a:cubicBezTo>
                  <a:cubicBezTo>
                    <a:pt x="25457" y="9558"/>
                    <a:pt x="25696" y="10302"/>
                    <a:pt x="25696" y="11047"/>
                  </a:cubicBezTo>
                  <a:cubicBezTo>
                    <a:pt x="25815" y="11791"/>
                    <a:pt x="26053" y="12535"/>
                    <a:pt x="26053" y="13280"/>
                  </a:cubicBezTo>
                  <a:cubicBezTo>
                    <a:pt x="26053" y="13637"/>
                    <a:pt x="26202" y="14143"/>
                    <a:pt x="26202" y="14530"/>
                  </a:cubicBezTo>
                  <a:lnTo>
                    <a:pt x="26202" y="15751"/>
                  </a:lnTo>
                  <a:cubicBezTo>
                    <a:pt x="26202" y="23195"/>
                    <a:pt x="22331" y="30013"/>
                    <a:pt x="16138" y="34122"/>
                  </a:cubicBezTo>
                  <a:lnTo>
                    <a:pt x="15156" y="34747"/>
                  </a:lnTo>
                  <a:cubicBezTo>
                    <a:pt x="14769" y="34985"/>
                    <a:pt x="14411" y="35104"/>
                    <a:pt x="14024" y="35372"/>
                  </a:cubicBezTo>
                  <a:cubicBezTo>
                    <a:pt x="13399" y="35729"/>
                    <a:pt x="12655" y="36117"/>
                    <a:pt x="12059" y="36355"/>
                  </a:cubicBezTo>
                  <a:cubicBezTo>
                    <a:pt x="11315" y="36593"/>
                    <a:pt x="10690" y="36861"/>
                    <a:pt x="9945" y="37099"/>
                  </a:cubicBezTo>
                  <a:cubicBezTo>
                    <a:pt x="9320" y="37218"/>
                    <a:pt x="8695" y="37456"/>
                    <a:pt x="8069" y="37605"/>
                  </a:cubicBezTo>
                  <a:cubicBezTo>
                    <a:pt x="6104" y="37963"/>
                    <a:pt x="4109" y="38082"/>
                    <a:pt x="2115" y="38082"/>
                  </a:cubicBezTo>
                  <a:cubicBezTo>
                    <a:pt x="2680" y="38158"/>
                    <a:pt x="3246" y="38191"/>
                    <a:pt x="3810" y="38191"/>
                  </a:cubicBezTo>
                  <a:cubicBezTo>
                    <a:pt x="5238" y="38191"/>
                    <a:pt x="6661" y="37980"/>
                    <a:pt x="8069" y="37724"/>
                  </a:cubicBezTo>
                  <a:cubicBezTo>
                    <a:pt x="8695" y="37605"/>
                    <a:pt x="9320" y="37456"/>
                    <a:pt x="10064" y="37218"/>
                  </a:cubicBezTo>
                  <a:cubicBezTo>
                    <a:pt x="10690" y="36980"/>
                    <a:pt x="11434" y="36861"/>
                    <a:pt x="12059" y="36474"/>
                  </a:cubicBezTo>
                  <a:cubicBezTo>
                    <a:pt x="12804" y="36236"/>
                    <a:pt x="13548" y="35849"/>
                    <a:pt x="14143" y="35491"/>
                  </a:cubicBezTo>
                  <a:cubicBezTo>
                    <a:pt x="14530" y="35372"/>
                    <a:pt x="14888" y="35104"/>
                    <a:pt x="15275" y="34985"/>
                  </a:cubicBezTo>
                  <a:lnTo>
                    <a:pt x="16257" y="34241"/>
                  </a:lnTo>
                  <a:cubicBezTo>
                    <a:pt x="22599" y="30281"/>
                    <a:pt x="26440" y="23195"/>
                    <a:pt x="26321" y="15751"/>
                  </a:cubicBezTo>
                  <a:cubicBezTo>
                    <a:pt x="26321" y="15275"/>
                    <a:pt x="26440" y="14888"/>
                    <a:pt x="26321" y="14530"/>
                  </a:cubicBezTo>
                  <a:lnTo>
                    <a:pt x="26321" y="13280"/>
                  </a:lnTo>
                  <a:cubicBezTo>
                    <a:pt x="26202" y="12416"/>
                    <a:pt x="26053" y="11672"/>
                    <a:pt x="25934" y="10928"/>
                  </a:cubicBezTo>
                  <a:cubicBezTo>
                    <a:pt x="25815" y="10183"/>
                    <a:pt x="25696" y="9558"/>
                    <a:pt x="25457" y="8814"/>
                  </a:cubicBezTo>
                  <a:cubicBezTo>
                    <a:pt x="25190" y="8188"/>
                    <a:pt x="25070" y="7563"/>
                    <a:pt x="24832" y="6938"/>
                  </a:cubicBezTo>
                  <a:cubicBezTo>
                    <a:pt x="24088" y="5092"/>
                    <a:pt x="23076" y="3365"/>
                    <a:pt x="21855" y="17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6"/>
            <p:cNvSpPr/>
            <p:nvPr/>
          </p:nvSpPr>
          <p:spPr>
            <a:xfrm>
              <a:off x="1558330" y="1753661"/>
              <a:ext cx="205548" cy="335344"/>
            </a:xfrm>
            <a:custGeom>
              <a:avLst/>
              <a:gdLst/>
              <a:ahLst/>
              <a:cxnLst/>
              <a:rect l="l" t="t" r="r" b="b"/>
              <a:pathLst>
                <a:path w="9052" h="14768" extrusionOk="0">
                  <a:moveTo>
                    <a:pt x="6224" y="0"/>
                  </a:moveTo>
                  <a:lnTo>
                    <a:pt x="6342" y="148"/>
                  </a:lnTo>
                  <a:cubicBezTo>
                    <a:pt x="6343" y="149"/>
                    <a:pt x="6343" y="149"/>
                    <a:pt x="6344" y="150"/>
                  </a:cubicBezTo>
                  <a:lnTo>
                    <a:pt x="6344" y="150"/>
                  </a:lnTo>
                  <a:cubicBezTo>
                    <a:pt x="6304" y="100"/>
                    <a:pt x="6264" y="50"/>
                    <a:pt x="6224" y="0"/>
                  </a:cubicBezTo>
                  <a:close/>
                  <a:moveTo>
                    <a:pt x="6344" y="150"/>
                  </a:moveTo>
                  <a:cubicBezTo>
                    <a:pt x="6902" y="845"/>
                    <a:pt x="7478" y="1548"/>
                    <a:pt x="7950" y="2381"/>
                  </a:cubicBezTo>
                  <a:cubicBezTo>
                    <a:pt x="8307" y="3364"/>
                    <a:pt x="8694" y="4346"/>
                    <a:pt x="8694" y="5478"/>
                  </a:cubicBezTo>
                  <a:cubicBezTo>
                    <a:pt x="8813" y="6699"/>
                    <a:pt x="8575" y="8068"/>
                    <a:pt x="7950" y="9200"/>
                  </a:cubicBezTo>
                  <a:cubicBezTo>
                    <a:pt x="7444" y="10301"/>
                    <a:pt x="6580" y="11433"/>
                    <a:pt x="5598" y="12177"/>
                  </a:cubicBezTo>
                  <a:cubicBezTo>
                    <a:pt x="4734" y="12921"/>
                    <a:pt x="3841" y="13398"/>
                    <a:pt x="2859" y="13904"/>
                  </a:cubicBezTo>
                  <a:cubicBezTo>
                    <a:pt x="1876" y="14142"/>
                    <a:pt x="1013" y="14529"/>
                    <a:pt x="0" y="14767"/>
                  </a:cubicBezTo>
                  <a:lnTo>
                    <a:pt x="268" y="14767"/>
                  </a:lnTo>
                  <a:cubicBezTo>
                    <a:pt x="387" y="14767"/>
                    <a:pt x="506" y="14767"/>
                    <a:pt x="745" y="14648"/>
                  </a:cubicBezTo>
                  <a:cubicBezTo>
                    <a:pt x="1489" y="14529"/>
                    <a:pt x="2233" y="14291"/>
                    <a:pt x="2859" y="14023"/>
                  </a:cubicBezTo>
                  <a:cubicBezTo>
                    <a:pt x="3841" y="13666"/>
                    <a:pt x="4853" y="13040"/>
                    <a:pt x="5717" y="12415"/>
                  </a:cubicBezTo>
                  <a:cubicBezTo>
                    <a:pt x="6699" y="11552"/>
                    <a:pt x="7563" y="10569"/>
                    <a:pt x="8188" y="9319"/>
                  </a:cubicBezTo>
                  <a:cubicBezTo>
                    <a:pt x="8813" y="8187"/>
                    <a:pt x="9052" y="6847"/>
                    <a:pt x="8933" y="5478"/>
                  </a:cubicBezTo>
                  <a:cubicBezTo>
                    <a:pt x="8813" y="4346"/>
                    <a:pt x="8575" y="3245"/>
                    <a:pt x="8069" y="2381"/>
                  </a:cubicBezTo>
                  <a:cubicBezTo>
                    <a:pt x="7712" y="1637"/>
                    <a:pt x="7325" y="1012"/>
                    <a:pt x="6819" y="506"/>
                  </a:cubicBezTo>
                  <a:cubicBezTo>
                    <a:pt x="6581" y="387"/>
                    <a:pt x="6462" y="268"/>
                    <a:pt x="6344" y="15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46"/>
          <p:cNvGrpSpPr/>
          <p:nvPr/>
        </p:nvGrpSpPr>
        <p:grpSpPr>
          <a:xfrm>
            <a:off x="2819071" y="2403361"/>
            <a:ext cx="170700" cy="267625"/>
            <a:chOff x="2838121" y="2374786"/>
            <a:chExt cx="170700" cy="267625"/>
          </a:xfrm>
        </p:grpSpPr>
        <p:cxnSp>
          <p:nvCxnSpPr>
            <p:cNvPr id="2015" name="Google Shape;2015;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16" name="Google Shape;2016;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 name="Google Shape;2018;p46"/>
          <p:cNvGrpSpPr/>
          <p:nvPr/>
        </p:nvGrpSpPr>
        <p:grpSpPr>
          <a:xfrm>
            <a:off x="2952421" y="2855786"/>
            <a:ext cx="170700" cy="267625"/>
            <a:chOff x="2838121" y="2374786"/>
            <a:chExt cx="170700" cy="267625"/>
          </a:xfrm>
        </p:grpSpPr>
        <p:cxnSp>
          <p:nvCxnSpPr>
            <p:cNvPr id="2019" name="Google Shape;2019;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20" name="Google Shape;2020;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 name="Google Shape;2022;p46"/>
          <p:cNvGrpSpPr/>
          <p:nvPr/>
        </p:nvGrpSpPr>
        <p:grpSpPr>
          <a:xfrm>
            <a:off x="3957296" y="3422536"/>
            <a:ext cx="170700" cy="267625"/>
            <a:chOff x="2838121" y="2374786"/>
            <a:chExt cx="170700" cy="267625"/>
          </a:xfrm>
        </p:grpSpPr>
        <p:cxnSp>
          <p:nvCxnSpPr>
            <p:cNvPr id="2023" name="Google Shape;2023;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24" name="Google Shape;2024;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 name="Google Shape;2026;p46"/>
          <p:cNvGrpSpPr/>
          <p:nvPr/>
        </p:nvGrpSpPr>
        <p:grpSpPr>
          <a:xfrm>
            <a:off x="5128871" y="3598761"/>
            <a:ext cx="170700" cy="267625"/>
            <a:chOff x="2838121" y="2374786"/>
            <a:chExt cx="170700" cy="267625"/>
          </a:xfrm>
        </p:grpSpPr>
        <p:cxnSp>
          <p:nvCxnSpPr>
            <p:cNvPr id="2027" name="Google Shape;2027;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28" name="Google Shape;2028;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46"/>
          <p:cNvGrpSpPr/>
          <p:nvPr/>
        </p:nvGrpSpPr>
        <p:grpSpPr>
          <a:xfrm>
            <a:off x="4600246" y="2374786"/>
            <a:ext cx="170700" cy="267625"/>
            <a:chOff x="2838121" y="2374786"/>
            <a:chExt cx="170700" cy="267625"/>
          </a:xfrm>
        </p:grpSpPr>
        <p:cxnSp>
          <p:nvCxnSpPr>
            <p:cNvPr id="2031" name="Google Shape;2031;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32" name="Google Shape;2032;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46"/>
          <p:cNvGrpSpPr/>
          <p:nvPr/>
        </p:nvGrpSpPr>
        <p:grpSpPr>
          <a:xfrm>
            <a:off x="7148171" y="3813061"/>
            <a:ext cx="170700" cy="267625"/>
            <a:chOff x="2838121" y="2374786"/>
            <a:chExt cx="170700" cy="267625"/>
          </a:xfrm>
        </p:grpSpPr>
        <p:cxnSp>
          <p:nvCxnSpPr>
            <p:cNvPr id="2035" name="Google Shape;2035;p46"/>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036" name="Google Shape;2036;p46"/>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6"/>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8" name="Google Shape;2038;p46"/>
          <p:cNvSpPr txBox="1"/>
          <p:nvPr/>
        </p:nvSpPr>
        <p:spPr>
          <a:xfrm flipH="1">
            <a:off x="794925" y="3690150"/>
            <a:ext cx="1818300" cy="875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a:solidFill>
                  <a:schemeClr val="lt2"/>
                </a:solidFill>
                <a:latin typeface="Spartan"/>
                <a:ea typeface="Spartan"/>
                <a:cs typeface="Spartan"/>
                <a:sym typeface="Spartan"/>
              </a:rPr>
              <a:t>You can write something relevant here</a:t>
            </a:r>
            <a:endParaRPr>
              <a:solidFill>
                <a:schemeClr val="lt2"/>
              </a:solidFill>
              <a:latin typeface="Spartan"/>
              <a:ea typeface="Spartan"/>
              <a:cs typeface="Spartan"/>
              <a:sym typeface="Spartan"/>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042"/>
        <p:cNvGrpSpPr/>
        <p:nvPr/>
      </p:nvGrpSpPr>
      <p:grpSpPr>
        <a:xfrm>
          <a:off x="0" y="0"/>
          <a:ext cx="0" cy="0"/>
          <a:chOff x="0" y="0"/>
          <a:chExt cx="0" cy="0"/>
        </a:xfrm>
      </p:grpSpPr>
      <p:sp>
        <p:nvSpPr>
          <p:cNvPr id="2043" name="Google Shape;2043;p47"/>
          <p:cNvSpPr txBox="1">
            <a:spLocks noGrp="1"/>
          </p:cNvSpPr>
          <p:nvPr>
            <p:ph type="title" idx="2"/>
          </p:nvPr>
        </p:nvSpPr>
        <p:spPr>
          <a:xfrm>
            <a:off x="3906900" y="2251845"/>
            <a:ext cx="3738900" cy="1401900"/>
          </a:xfrm>
          <a:prstGeom prst="rect">
            <a:avLst/>
          </a:prstGeom>
        </p:spPr>
        <p:txBody>
          <a:bodyPr spcFirstLastPara="1" wrap="square" lIns="91425" tIns="91425" rIns="91425" bIns="91425" anchor="b" anchorCtr="0">
            <a:noAutofit/>
          </a:bodyPr>
          <a:lstStyle/>
          <a:p>
            <a:r>
              <a:rPr lang="en-US" dirty="0"/>
              <a:t>The Wirring</a:t>
            </a:r>
            <a:endParaRPr lang="en-US" dirty="0">
              <a:effectLst/>
            </a:endParaRPr>
          </a:p>
        </p:txBody>
      </p:sp>
      <p:sp>
        <p:nvSpPr>
          <p:cNvPr id="2044" name="Google Shape;2044;p47"/>
          <p:cNvSpPr txBox="1">
            <a:spLocks noGrp="1"/>
          </p:cNvSpPr>
          <p:nvPr>
            <p:ph type="title"/>
          </p:nvPr>
        </p:nvSpPr>
        <p:spPr>
          <a:xfrm>
            <a:off x="3906908" y="1259507"/>
            <a:ext cx="3738900" cy="1057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04</a:t>
            </a:r>
            <a:endParaRPr/>
          </a:p>
        </p:txBody>
      </p:sp>
      <p:sp>
        <p:nvSpPr>
          <p:cNvPr id="2045" name="Google Shape;2045;p47"/>
          <p:cNvSpPr txBox="1">
            <a:spLocks noGrp="1"/>
          </p:cNvSpPr>
          <p:nvPr>
            <p:ph type="subTitle" idx="1"/>
          </p:nvPr>
        </p:nvSpPr>
        <p:spPr>
          <a:xfrm>
            <a:off x="5017208" y="3516025"/>
            <a:ext cx="2628600" cy="792600"/>
          </a:xfrm>
          <a:prstGeom prst="rect">
            <a:avLst/>
          </a:prstGeom>
        </p:spPr>
        <p:txBody>
          <a:bodyPr spcFirstLastPara="1" wrap="square" lIns="91425" tIns="91425" rIns="91425" bIns="91425" anchor="t" anchorCtr="0">
            <a:noAutofit/>
          </a:bodyPr>
          <a:lstStyle/>
          <a:p>
            <a:r>
              <a:rPr lang="en-US" dirty="0"/>
              <a:t>How I wired the parts to the board</a:t>
            </a:r>
            <a:endParaRPr lang="en-US" dirty="0">
              <a:effectLst/>
            </a:endParaRPr>
          </a:p>
        </p:txBody>
      </p:sp>
      <p:grpSp>
        <p:nvGrpSpPr>
          <p:cNvPr id="2046" name="Google Shape;2046;p47"/>
          <p:cNvGrpSpPr/>
          <p:nvPr/>
        </p:nvGrpSpPr>
        <p:grpSpPr>
          <a:xfrm flipH="1">
            <a:off x="1489883" y="1195621"/>
            <a:ext cx="3039857" cy="3024145"/>
            <a:chOff x="-3301071" y="1265087"/>
            <a:chExt cx="3311391" cy="3294276"/>
          </a:xfrm>
        </p:grpSpPr>
        <p:sp>
          <p:nvSpPr>
            <p:cNvPr id="2047" name="Google Shape;2047;p47"/>
            <p:cNvSpPr/>
            <p:nvPr/>
          </p:nvSpPr>
          <p:spPr>
            <a:xfrm rot="5581598">
              <a:off x="-3185491" y="3173290"/>
              <a:ext cx="1326318" cy="707671"/>
            </a:xfrm>
            <a:custGeom>
              <a:avLst/>
              <a:gdLst/>
              <a:ahLst/>
              <a:cxnLst/>
              <a:rect l="l" t="t" r="r" b="b"/>
              <a:pathLst>
                <a:path w="53053" h="28307" extrusionOk="0">
                  <a:moveTo>
                    <a:pt x="19857" y="0"/>
                  </a:moveTo>
                  <a:lnTo>
                    <a:pt x="1" y="14848"/>
                  </a:lnTo>
                  <a:lnTo>
                    <a:pt x="21004" y="28307"/>
                  </a:lnTo>
                  <a:lnTo>
                    <a:pt x="53052" y="4286"/>
                  </a:lnTo>
                  <a:lnTo>
                    <a:pt x="52056" y="3531"/>
                  </a:lnTo>
                  <a:lnTo>
                    <a:pt x="38839" y="12826"/>
                  </a:lnTo>
                  <a:lnTo>
                    <a:pt x="19857"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7"/>
            <p:cNvSpPr/>
            <p:nvPr/>
          </p:nvSpPr>
          <p:spPr>
            <a:xfrm rot="5581598">
              <a:off x="-2577544" y="3326921"/>
              <a:ext cx="97350" cy="81650"/>
            </a:xfrm>
            <a:custGeom>
              <a:avLst/>
              <a:gdLst/>
              <a:ahLst/>
              <a:cxnLst/>
              <a:rect l="l" t="t" r="r" b="b"/>
              <a:pathLst>
                <a:path w="3894" h="3266" extrusionOk="0">
                  <a:moveTo>
                    <a:pt x="1716" y="1"/>
                  </a:moveTo>
                  <a:cubicBezTo>
                    <a:pt x="1274" y="1"/>
                    <a:pt x="844" y="189"/>
                    <a:pt x="514" y="583"/>
                  </a:cubicBezTo>
                  <a:cubicBezTo>
                    <a:pt x="1" y="1337"/>
                    <a:pt x="122" y="2363"/>
                    <a:pt x="876" y="2846"/>
                  </a:cubicBezTo>
                  <a:cubicBezTo>
                    <a:pt x="1218" y="3133"/>
                    <a:pt x="1615" y="3265"/>
                    <a:pt x="2003" y="3265"/>
                  </a:cubicBezTo>
                  <a:cubicBezTo>
                    <a:pt x="2473" y="3265"/>
                    <a:pt x="2930" y="3072"/>
                    <a:pt x="3260" y="2725"/>
                  </a:cubicBezTo>
                  <a:lnTo>
                    <a:pt x="3411" y="2725"/>
                  </a:lnTo>
                  <a:cubicBezTo>
                    <a:pt x="3894" y="1971"/>
                    <a:pt x="3652" y="975"/>
                    <a:pt x="2898" y="462"/>
                  </a:cubicBezTo>
                  <a:cubicBezTo>
                    <a:pt x="2537" y="159"/>
                    <a:pt x="2121" y="1"/>
                    <a:pt x="1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rot="5581598">
              <a:off x="-3145841" y="1737615"/>
              <a:ext cx="738596" cy="1011470"/>
            </a:xfrm>
            <a:custGeom>
              <a:avLst/>
              <a:gdLst/>
              <a:ahLst/>
              <a:cxnLst/>
              <a:rect l="l" t="t" r="r" b="b"/>
              <a:pathLst>
                <a:path w="29544" h="40459" extrusionOk="0">
                  <a:moveTo>
                    <a:pt x="29543" y="0"/>
                  </a:moveTo>
                  <a:lnTo>
                    <a:pt x="19132" y="513"/>
                  </a:lnTo>
                  <a:lnTo>
                    <a:pt x="18378" y="12192"/>
                  </a:lnTo>
                  <a:cubicBezTo>
                    <a:pt x="17352" y="13701"/>
                    <a:pt x="4798" y="29815"/>
                    <a:pt x="4798" y="29815"/>
                  </a:cubicBezTo>
                  <a:cubicBezTo>
                    <a:pt x="4527" y="29936"/>
                    <a:pt x="4285" y="30057"/>
                    <a:pt x="4044" y="30057"/>
                  </a:cubicBezTo>
                  <a:cubicBezTo>
                    <a:pt x="3651" y="30177"/>
                    <a:pt x="3138" y="30298"/>
                    <a:pt x="2776" y="30298"/>
                  </a:cubicBezTo>
                  <a:cubicBezTo>
                    <a:pt x="2143" y="30298"/>
                    <a:pt x="1630" y="30177"/>
                    <a:pt x="1147" y="30057"/>
                  </a:cubicBezTo>
                  <a:cubicBezTo>
                    <a:pt x="1051" y="30012"/>
                    <a:pt x="956" y="29992"/>
                    <a:pt x="865" y="29992"/>
                  </a:cubicBezTo>
                  <a:cubicBezTo>
                    <a:pt x="470" y="29992"/>
                    <a:pt x="171" y="30371"/>
                    <a:pt x="392" y="30690"/>
                  </a:cubicBezTo>
                  <a:cubicBezTo>
                    <a:pt x="613" y="31022"/>
                    <a:pt x="1693" y="31581"/>
                    <a:pt x="3124" y="31581"/>
                  </a:cubicBezTo>
                  <a:cubicBezTo>
                    <a:pt x="3257" y="31581"/>
                    <a:pt x="3392" y="31576"/>
                    <a:pt x="3531" y="31566"/>
                  </a:cubicBezTo>
                  <a:cubicBezTo>
                    <a:pt x="3585" y="31562"/>
                    <a:pt x="3635" y="31560"/>
                    <a:pt x="3681" y="31560"/>
                  </a:cubicBezTo>
                  <a:cubicBezTo>
                    <a:pt x="5038" y="31560"/>
                    <a:pt x="3268" y="33216"/>
                    <a:pt x="2656" y="33829"/>
                  </a:cubicBezTo>
                  <a:cubicBezTo>
                    <a:pt x="1901" y="34463"/>
                    <a:pt x="0" y="36605"/>
                    <a:pt x="0" y="36847"/>
                  </a:cubicBezTo>
                  <a:cubicBezTo>
                    <a:pt x="0" y="37163"/>
                    <a:pt x="158" y="37322"/>
                    <a:pt x="396" y="37322"/>
                  </a:cubicBezTo>
                  <a:cubicBezTo>
                    <a:pt x="634" y="37322"/>
                    <a:pt x="951" y="37163"/>
                    <a:pt x="1267" y="36847"/>
                  </a:cubicBezTo>
                  <a:cubicBezTo>
                    <a:pt x="1846" y="36268"/>
                    <a:pt x="3683" y="34658"/>
                    <a:pt x="4273" y="34658"/>
                  </a:cubicBezTo>
                  <a:cubicBezTo>
                    <a:pt x="4329" y="34658"/>
                    <a:pt x="4374" y="34672"/>
                    <a:pt x="4406" y="34704"/>
                  </a:cubicBezTo>
                  <a:cubicBezTo>
                    <a:pt x="4647" y="35096"/>
                    <a:pt x="1147" y="38355"/>
                    <a:pt x="1147" y="38355"/>
                  </a:cubicBezTo>
                  <a:cubicBezTo>
                    <a:pt x="1147" y="38355"/>
                    <a:pt x="392" y="38868"/>
                    <a:pt x="634" y="39351"/>
                  </a:cubicBezTo>
                  <a:cubicBezTo>
                    <a:pt x="693" y="39422"/>
                    <a:pt x="778" y="39454"/>
                    <a:pt x="884" y="39454"/>
                  </a:cubicBezTo>
                  <a:cubicBezTo>
                    <a:pt x="1901" y="39454"/>
                    <a:pt x="4821" y="36448"/>
                    <a:pt x="5040" y="36092"/>
                  </a:cubicBezTo>
                  <a:cubicBezTo>
                    <a:pt x="5095" y="36036"/>
                    <a:pt x="5159" y="36013"/>
                    <a:pt x="5221" y="36013"/>
                  </a:cubicBezTo>
                  <a:cubicBezTo>
                    <a:pt x="5427" y="36013"/>
                    <a:pt x="5611" y="36275"/>
                    <a:pt x="5402" y="36484"/>
                  </a:cubicBezTo>
                  <a:cubicBezTo>
                    <a:pt x="5160" y="36726"/>
                    <a:pt x="1901" y="39623"/>
                    <a:pt x="2535" y="40377"/>
                  </a:cubicBezTo>
                  <a:cubicBezTo>
                    <a:pt x="2573" y="40428"/>
                    <a:pt x="2624" y="40451"/>
                    <a:pt x="2685" y="40451"/>
                  </a:cubicBezTo>
                  <a:cubicBezTo>
                    <a:pt x="3389" y="40451"/>
                    <a:pt x="5484" y="37350"/>
                    <a:pt x="6428" y="37239"/>
                  </a:cubicBezTo>
                  <a:cubicBezTo>
                    <a:pt x="6474" y="37226"/>
                    <a:pt x="6511" y="37220"/>
                    <a:pt x="6540" y="37220"/>
                  </a:cubicBezTo>
                  <a:cubicBezTo>
                    <a:pt x="7140" y="37220"/>
                    <a:pt x="4309" y="39773"/>
                    <a:pt x="4798" y="40377"/>
                  </a:cubicBezTo>
                  <a:cubicBezTo>
                    <a:pt x="4869" y="40413"/>
                    <a:pt x="4929" y="40458"/>
                    <a:pt x="5017" y="40458"/>
                  </a:cubicBezTo>
                  <a:cubicBezTo>
                    <a:pt x="5229" y="40458"/>
                    <a:pt x="5602" y="40192"/>
                    <a:pt x="6669" y="38868"/>
                  </a:cubicBezTo>
                  <a:cubicBezTo>
                    <a:pt x="7937" y="37239"/>
                    <a:pt x="9053" y="35579"/>
                    <a:pt x="10079" y="33829"/>
                  </a:cubicBezTo>
                  <a:cubicBezTo>
                    <a:pt x="11709" y="32199"/>
                    <a:pt x="27793" y="16115"/>
                    <a:pt x="28035" y="13097"/>
                  </a:cubicBezTo>
                  <a:lnTo>
                    <a:pt x="29543"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rot="5581598">
              <a:off x="-2648488" y="2508963"/>
              <a:ext cx="59625" cy="65650"/>
            </a:xfrm>
            <a:custGeom>
              <a:avLst/>
              <a:gdLst/>
              <a:ahLst/>
              <a:cxnLst/>
              <a:rect l="l" t="t" r="r" b="b"/>
              <a:pathLst>
                <a:path w="2385" h="2626" extrusionOk="0">
                  <a:moveTo>
                    <a:pt x="993" y="1"/>
                  </a:moveTo>
                  <a:cubicBezTo>
                    <a:pt x="868" y="1"/>
                    <a:pt x="740" y="31"/>
                    <a:pt x="604" y="91"/>
                  </a:cubicBezTo>
                  <a:cubicBezTo>
                    <a:pt x="363" y="212"/>
                    <a:pt x="242" y="363"/>
                    <a:pt x="121" y="604"/>
                  </a:cubicBezTo>
                  <a:cubicBezTo>
                    <a:pt x="1" y="966"/>
                    <a:pt x="242" y="1359"/>
                    <a:pt x="604" y="1600"/>
                  </a:cubicBezTo>
                  <a:cubicBezTo>
                    <a:pt x="876" y="1600"/>
                    <a:pt x="1117" y="1479"/>
                    <a:pt x="1238" y="1238"/>
                  </a:cubicBezTo>
                  <a:lnTo>
                    <a:pt x="1238" y="1238"/>
                  </a:lnTo>
                  <a:cubicBezTo>
                    <a:pt x="1153" y="1323"/>
                    <a:pt x="1007" y="1409"/>
                    <a:pt x="833" y="1409"/>
                  </a:cubicBezTo>
                  <a:cubicBezTo>
                    <a:pt x="761" y="1409"/>
                    <a:pt x="684" y="1394"/>
                    <a:pt x="604" y="1359"/>
                  </a:cubicBezTo>
                  <a:cubicBezTo>
                    <a:pt x="363" y="1359"/>
                    <a:pt x="242" y="966"/>
                    <a:pt x="242" y="725"/>
                  </a:cubicBezTo>
                  <a:lnTo>
                    <a:pt x="363" y="604"/>
                  </a:lnTo>
                  <a:cubicBezTo>
                    <a:pt x="363" y="483"/>
                    <a:pt x="484" y="363"/>
                    <a:pt x="604" y="212"/>
                  </a:cubicBezTo>
                  <a:lnTo>
                    <a:pt x="1238" y="212"/>
                  </a:lnTo>
                  <a:cubicBezTo>
                    <a:pt x="1630" y="363"/>
                    <a:pt x="1992" y="725"/>
                    <a:pt x="1992" y="1117"/>
                  </a:cubicBezTo>
                  <a:cubicBezTo>
                    <a:pt x="2113" y="1479"/>
                    <a:pt x="1992" y="1872"/>
                    <a:pt x="1751" y="2113"/>
                  </a:cubicBezTo>
                  <a:cubicBezTo>
                    <a:pt x="1630" y="2354"/>
                    <a:pt x="1359" y="2475"/>
                    <a:pt x="997" y="2626"/>
                  </a:cubicBezTo>
                  <a:lnTo>
                    <a:pt x="1238" y="2626"/>
                  </a:lnTo>
                  <a:cubicBezTo>
                    <a:pt x="1992" y="2354"/>
                    <a:pt x="2385" y="1721"/>
                    <a:pt x="2264" y="1117"/>
                  </a:cubicBezTo>
                  <a:cubicBezTo>
                    <a:pt x="2113" y="604"/>
                    <a:pt x="1872" y="212"/>
                    <a:pt x="1359" y="91"/>
                  </a:cubicBezTo>
                  <a:cubicBezTo>
                    <a:pt x="1238" y="31"/>
                    <a:pt x="1117" y="1"/>
                    <a:pt x="993"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rot="5581598">
              <a:off x="-2729038" y="1486291"/>
              <a:ext cx="1075095" cy="666372"/>
            </a:xfrm>
            <a:custGeom>
              <a:avLst/>
              <a:gdLst/>
              <a:ahLst/>
              <a:cxnLst/>
              <a:rect l="l" t="t" r="r" b="b"/>
              <a:pathLst>
                <a:path w="43004" h="26655" extrusionOk="0">
                  <a:moveTo>
                    <a:pt x="43003" y="1"/>
                  </a:moveTo>
                  <a:lnTo>
                    <a:pt x="29816" y="484"/>
                  </a:lnTo>
                  <a:cubicBezTo>
                    <a:pt x="26677" y="484"/>
                    <a:pt x="9446" y="15210"/>
                    <a:pt x="7666" y="16719"/>
                  </a:cubicBezTo>
                  <a:cubicBezTo>
                    <a:pt x="5916" y="17594"/>
                    <a:pt x="4165" y="18590"/>
                    <a:pt x="2385" y="19616"/>
                  </a:cubicBezTo>
                  <a:cubicBezTo>
                    <a:pt x="514" y="21125"/>
                    <a:pt x="635" y="21246"/>
                    <a:pt x="755" y="21487"/>
                  </a:cubicBezTo>
                  <a:cubicBezTo>
                    <a:pt x="798" y="21529"/>
                    <a:pt x="857" y="21548"/>
                    <a:pt x="930" y="21548"/>
                  </a:cubicBezTo>
                  <a:cubicBezTo>
                    <a:pt x="1612" y="21548"/>
                    <a:pt x="3494" y="19889"/>
                    <a:pt x="3955" y="19889"/>
                  </a:cubicBezTo>
                  <a:cubicBezTo>
                    <a:pt x="4044" y="19889"/>
                    <a:pt x="4081" y="19951"/>
                    <a:pt x="4045" y="20099"/>
                  </a:cubicBezTo>
                  <a:cubicBezTo>
                    <a:pt x="3773" y="21125"/>
                    <a:pt x="1" y="23117"/>
                    <a:pt x="514" y="23750"/>
                  </a:cubicBezTo>
                  <a:cubicBezTo>
                    <a:pt x="585" y="23810"/>
                    <a:pt x="678" y="23837"/>
                    <a:pt x="788" y="23837"/>
                  </a:cubicBezTo>
                  <a:cubicBezTo>
                    <a:pt x="1837" y="23837"/>
                    <a:pt x="4430" y="21343"/>
                    <a:pt x="4648" y="21125"/>
                  </a:cubicBezTo>
                  <a:cubicBezTo>
                    <a:pt x="4713" y="21060"/>
                    <a:pt x="4784" y="21033"/>
                    <a:pt x="4850" y="21033"/>
                  </a:cubicBezTo>
                  <a:cubicBezTo>
                    <a:pt x="5059" y="21033"/>
                    <a:pt x="5224" y="21303"/>
                    <a:pt x="5040" y="21487"/>
                  </a:cubicBezTo>
                  <a:cubicBezTo>
                    <a:pt x="4648" y="21728"/>
                    <a:pt x="755" y="24897"/>
                    <a:pt x="1510" y="25651"/>
                  </a:cubicBezTo>
                  <a:cubicBezTo>
                    <a:pt x="1586" y="25721"/>
                    <a:pt x="1671" y="25750"/>
                    <a:pt x="1758" y="25750"/>
                  </a:cubicBezTo>
                  <a:cubicBezTo>
                    <a:pt x="2124" y="25750"/>
                    <a:pt x="2536" y="25259"/>
                    <a:pt x="2536" y="25259"/>
                  </a:cubicBezTo>
                  <a:cubicBezTo>
                    <a:pt x="2536" y="25259"/>
                    <a:pt x="5569" y="22334"/>
                    <a:pt x="6222" y="22334"/>
                  </a:cubicBezTo>
                  <a:cubicBezTo>
                    <a:pt x="6258" y="22334"/>
                    <a:pt x="6287" y="22343"/>
                    <a:pt x="6308" y="22362"/>
                  </a:cubicBezTo>
                  <a:cubicBezTo>
                    <a:pt x="6670" y="22634"/>
                    <a:pt x="4648" y="24625"/>
                    <a:pt x="4045" y="25259"/>
                  </a:cubicBezTo>
                  <a:cubicBezTo>
                    <a:pt x="3290" y="25893"/>
                    <a:pt x="3290" y="26406"/>
                    <a:pt x="3773" y="26527"/>
                  </a:cubicBezTo>
                  <a:cubicBezTo>
                    <a:pt x="3785" y="26530"/>
                    <a:pt x="3799" y="26532"/>
                    <a:pt x="3814" y="26532"/>
                  </a:cubicBezTo>
                  <a:cubicBezTo>
                    <a:pt x="4302" y="26532"/>
                    <a:pt x="6448" y="24728"/>
                    <a:pt x="7062" y="24143"/>
                  </a:cubicBezTo>
                  <a:cubicBezTo>
                    <a:pt x="7589" y="23700"/>
                    <a:pt x="8601" y="22699"/>
                    <a:pt x="9123" y="22699"/>
                  </a:cubicBezTo>
                  <a:cubicBezTo>
                    <a:pt x="9349" y="22699"/>
                    <a:pt x="9483" y="22887"/>
                    <a:pt x="9446" y="23388"/>
                  </a:cubicBezTo>
                  <a:cubicBezTo>
                    <a:pt x="9175" y="25018"/>
                    <a:pt x="9567" y="26255"/>
                    <a:pt x="9929" y="26527"/>
                  </a:cubicBezTo>
                  <a:cubicBezTo>
                    <a:pt x="10027" y="26616"/>
                    <a:pt x="10132" y="26654"/>
                    <a:pt x="10232" y="26654"/>
                  </a:cubicBezTo>
                  <a:cubicBezTo>
                    <a:pt x="10535" y="26654"/>
                    <a:pt x="10797" y="26308"/>
                    <a:pt x="10684" y="26014"/>
                  </a:cubicBezTo>
                  <a:cubicBezTo>
                    <a:pt x="10563" y="25380"/>
                    <a:pt x="10563" y="24897"/>
                    <a:pt x="10563" y="24384"/>
                  </a:cubicBezTo>
                  <a:cubicBezTo>
                    <a:pt x="10684" y="23871"/>
                    <a:pt x="10684" y="23509"/>
                    <a:pt x="10955" y="22996"/>
                  </a:cubicBezTo>
                  <a:cubicBezTo>
                    <a:pt x="11076" y="22754"/>
                    <a:pt x="11076" y="22483"/>
                    <a:pt x="11197" y="22362"/>
                  </a:cubicBezTo>
                  <a:cubicBezTo>
                    <a:pt x="11197" y="22362"/>
                    <a:pt x="28307" y="11046"/>
                    <a:pt x="29937" y="10171"/>
                  </a:cubicBezTo>
                  <a:lnTo>
                    <a:pt x="41615" y="10291"/>
                  </a:lnTo>
                  <a:lnTo>
                    <a:pt x="43003" y="1"/>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7"/>
            <p:cNvSpPr/>
            <p:nvPr/>
          </p:nvSpPr>
          <p:spPr>
            <a:xfrm rot="5581598">
              <a:off x="-528728" y="4244832"/>
              <a:ext cx="394498" cy="223324"/>
            </a:xfrm>
            <a:custGeom>
              <a:avLst/>
              <a:gdLst/>
              <a:ahLst/>
              <a:cxnLst/>
              <a:rect l="l" t="t" r="r" b="b"/>
              <a:pathLst>
                <a:path w="15780" h="8933" extrusionOk="0">
                  <a:moveTo>
                    <a:pt x="2143" y="0"/>
                  </a:moveTo>
                  <a:lnTo>
                    <a:pt x="0" y="6277"/>
                  </a:lnTo>
                  <a:lnTo>
                    <a:pt x="7937" y="8933"/>
                  </a:lnTo>
                  <a:lnTo>
                    <a:pt x="9446" y="4648"/>
                  </a:lnTo>
                  <a:cubicBezTo>
                    <a:pt x="9446" y="4648"/>
                    <a:pt x="12041" y="4921"/>
                    <a:pt x="13808" y="4921"/>
                  </a:cubicBezTo>
                  <a:cubicBezTo>
                    <a:pt x="14975" y="4921"/>
                    <a:pt x="15780" y="4802"/>
                    <a:pt x="15240" y="4406"/>
                  </a:cubicBezTo>
                  <a:cubicBezTo>
                    <a:pt x="13852" y="3501"/>
                    <a:pt x="4799" y="755"/>
                    <a:pt x="2656" y="121"/>
                  </a:cubicBezTo>
                  <a:lnTo>
                    <a:pt x="2143"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7"/>
            <p:cNvSpPr/>
            <p:nvPr/>
          </p:nvSpPr>
          <p:spPr>
            <a:xfrm rot="5581598">
              <a:off x="-267912" y="4194054"/>
              <a:ext cx="25" cy="6075"/>
            </a:xfrm>
            <a:custGeom>
              <a:avLst/>
              <a:gdLst/>
              <a:ahLst/>
              <a:cxnLst/>
              <a:rect l="l" t="t" r="r" b="b"/>
              <a:pathLst>
                <a:path w="1" h="243" extrusionOk="0">
                  <a:moveTo>
                    <a:pt x="1" y="1"/>
                  </a:moveTo>
                  <a:lnTo>
                    <a:pt x="1" y="242"/>
                  </a:lnTo>
                  <a:lnTo>
                    <a:pt x="1" y="242"/>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rot="5581598">
              <a:off x="-292149" y="4211018"/>
              <a:ext cx="88300" cy="62650"/>
            </a:xfrm>
            <a:custGeom>
              <a:avLst/>
              <a:gdLst/>
              <a:ahLst/>
              <a:cxnLst/>
              <a:rect l="l" t="t" r="r" b="b"/>
              <a:pathLst>
                <a:path w="3532" h="2506" extrusionOk="0">
                  <a:moveTo>
                    <a:pt x="634" y="1"/>
                  </a:moveTo>
                  <a:lnTo>
                    <a:pt x="1" y="2023"/>
                  </a:lnTo>
                  <a:lnTo>
                    <a:pt x="1" y="2264"/>
                  </a:lnTo>
                  <a:cubicBezTo>
                    <a:pt x="272" y="2385"/>
                    <a:pt x="634" y="2506"/>
                    <a:pt x="1027" y="2506"/>
                  </a:cubicBezTo>
                  <a:cubicBezTo>
                    <a:pt x="1389" y="2506"/>
                    <a:pt x="1630" y="2385"/>
                    <a:pt x="2023" y="2264"/>
                  </a:cubicBezTo>
                  <a:cubicBezTo>
                    <a:pt x="2656" y="2023"/>
                    <a:pt x="3139" y="1631"/>
                    <a:pt x="3531" y="997"/>
                  </a:cubicBezTo>
                  <a:lnTo>
                    <a:pt x="634" y="122"/>
                  </a:lnTo>
                  <a:lnTo>
                    <a:pt x="634" y="1"/>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rot="5581598">
              <a:off x="-444392" y="4331917"/>
              <a:ext cx="320648" cy="113199"/>
            </a:xfrm>
            <a:custGeom>
              <a:avLst/>
              <a:gdLst/>
              <a:ahLst/>
              <a:cxnLst/>
              <a:rect l="l" t="t" r="r" b="b"/>
              <a:pathLst>
                <a:path w="12826" h="4528" extrusionOk="0">
                  <a:moveTo>
                    <a:pt x="0" y="1"/>
                  </a:moveTo>
                  <a:cubicBezTo>
                    <a:pt x="1750" y="393"/>
                    <a:pt x="4285" y="1147"/>
                    <a:pt x="6549" y="1902"/>
                  </a:cubicBezTo>
                  <a:cubicBezTo>
                    <a:pt x="3893" y="997"/>
                    <a:pt x="1117" y="242"/>
                    <a:pt x="0" y="1"/>
                  </a:cubicBezTo>
                  <a:close/>
                  <a:moveTo>
                    <a:pt x="12312" y="4014"/>
                  </a:moveTo>
                  <a:cubicBezTo>
                    <a:pt x="12356" y="4038"/>
                    <a:pt x="12395" y="4062"/>
                    <a:pt x="12432" y="4084"/>
                  </a:cubicBezTo>
                  <a:lnTo>
                    <a:pt x="12432" y="4084"/>
                  </a:lnTo>
                  <a:cubicBezTo>
                    <a:pt x="12400" y="4048"/>
                    <a:pt x="12370" y="4014"/>
                    <a:pt x="12312" y="4014"/>
                  </a:cubicBezTo>
                  <a:close/>
                  <a:moveTo>
                    <a:pt x="12432" y="4084"/>
                  </a:moveTo>
                  <a:cubicBezTo>
                    <a:pt x="12463" y="4119"/>
                    <a:pt x="12496" y="4155"/>
                    <a:pt x="12557" y="4163"/>
                  </a:cubicBezTo>
                  <a:lnTo>
                    <a:pt x="12557" y="4163"/>
                  </a:lnTo>
                  <a:cubicBezTo>
                    <a:pt x="12520" y="4139"/>
                    <a:pt x="12479" y="4113"/>
                    <a:pt x="12432" y="4084"/>
                  </a:cubicBezTo>
                  <a:close/>
                  <a:moveTo>
                    <a:pt x="12557" y="4163"/>
                  </a:moveTo>
                  <a:cubicBezTo>
                    <a:pt x="12581" y="4179"/>
                    <a:pt x="12604" y="4193"/>
                    <a:pt x="12625" y="4206"/>
                  </a:cubicBezTo>
                  <a:lnTo>
                    <a:pt x="12625" y="4206"/>
                  </a:lnTo>
                  <a:cubicBezTo>
                    <a:pt x="12611" y="4192"/>
                    <a:pt x="12598" y="4179"/>
                    <a:pt x="12584" y="4165"/>
                  </a:cubicBezTo>
                  <a:cubicBezTo>
                    <a:pt x="12575" y="4165"/>
                    <a:pt x="12566" y="4165"/>
                    <a:pt x="12557" y="4163"/>
                  </a:cubicBezTo>
                  <a:close/>
                  <a:moveTo>
                    <a:pt x="12625" y="4206"/>
                  </a:moveTo>
                  <a:cubicBezTo>
                    <a:pt x="12729" y="4313"/>
                    <a:pt x="12812" y="4420"/>
                    <a:pt x="12705" y="4527"/>
                  </a:cubicBezTo>
                  <a:cubicBezTo>
                    <a:pt x="12825" y="4407"/>
                    <a:pt x="12825" y="4407"/>
                    <a:pt x="12825" y="4286"/>
                  </a:cubicBezTo>
                  <a:cubicBezTo>
                    <a:pt x="12765" y="4286"/>
                    <a:pt x="12704" y="4255"/>
                    <a:pt x="12625" y="4206"/>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rot="5581598">
              <a:off x="-450388" y="4319571"/>
              <a:ext cx="336498" cy="122224"/>
            </a:xfrm>
            <a:custGeom>
              <a:avLst/>
              <a:gdLst/>
              <a:ahLst/>
              <a:cxnLst/>
              <a:rect l="l" t="t" r="r" b="b"/>
              <a:pathLst>
                <a:path w="13460" h="4889" extrusionOk="0">
                  <a:moveTo>
                    <a:pt x="121" y="0"/>
                  </a:moveTo>
                  <a:lnTo>
                    <a:pt x="0" y="121"/>
                  </a:lnTo>
                  <a:lnTo>
                    <a:pt x="2897" y="1117"/>
                  </a:lnTo>
                  <a:lnTo>
                    <a:pt x="10562" y="3652"/>
                  </a:lnTo>
                  <a:cubicBezTo>
                    <a:pt x="10562" y="3652"/>
                    <a:pt x="10562" y="4768"/>
                    <a:pt x="10955" y="4889"/>
                  </a:cubicBezTo>
                  <a:lnTo>
                    <a:pt x="11558" y="4889"/>
                  </a:lnTo>
                  <a:cubicBezTo>
                    <a:pt x="12192" y="4889"/>
                    <a:pt x="12946" y="4889"/>
                    <a:pt x="13339" y="4768"/>
                  </a:cubicBezTo>
                  <a:cubicBezTo>
                    <a:pt x="13459" y="4648"/>
                    <a:pt x="13339" y="4527"/>
                    <a:pt x="13218" y="4406"/>
                  </a:cubicBezTo>
                  <a:cubicBezTo>
                    <a:pt x="13067" y="4406"/>
                    <a:pt x="13067" y="4255"/>
                    <a:pt x="12946" y="4255"/>
                  </a:cubicBezTo>
                  <a:cubicBezTo>
                    <a:pt x="12071" y="3893"/>
                    <a:pt x="9687" y="3018"/>
                    <a:pt x="7183" y="2143"/>
                  </a:cubicBezTo>
                  <a:cubicBezTo>
                    <a:pt x="4527" y="1238"/>
                    <a:pt x="1751" y="483"/>
                    <a:pt x="634" y="242"/>
                  </a:cubicBezTo>
                  <a:cubicBezTo>
                    <a:pt x="513" y="121"/>
                    <a:pt x="242" y="121"/>
                    <a:pt x="121"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rot="5581598">
              <a:off x="-265806" y="4238791"/>
              <a:ext cx="72450" cy="24925"/>
            </a:xfrm>
            <a:custGeom>
              <a:avLst/>
              <a:gdLst/>
              <a:ahLst/>
              <a:cxnLst/>
              <a:rect l="l" t="t" r="r" b="b"/>
              <a:pathLst>
                <a:path w="2898" h="997" extrusionOk="0">
                  <a:moveTo>
                    <a:pt x="0" y="1"/>
                  </a:moveTo>
                  <a:lnTo>
                    <a:pt x="0" y="122"/>
                  </a:lnTo>
                  <a:lnTo>
                    <a:pt x="2897" y="997"/>
                  </a:lnTo>
                  <a:lnTo>
                    <a:pt x="2897" y="997"/>
                  </a:lnTo>
                  <a:lnTo>
                    <a:pt x="0" y="1"/>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rot="5581598">
              <a:off x="-440456" y="4316331"/>
              <a:ext cx="323673" cy="110174"/>
            </a:xfrm>
            <a:custGeom>
              <a:avLst/>
              <a:gdLst/>
              <a:ahLst/>
              <a:cxnLst/>
              <a:rect l="l" t="t" r="r" b="b"/>
              <a:pathLst>
                <a:path w="12947" h="4407" extrusionOk="0">
                  <a:moveTo>
                    <a:pt x="1" y="1"/>
                  </a:moveTo>
                  <a:lnTo>
                    <a:pt x="121" y="122"/>
                  </a:lnTo>
                  <a:cubicBezTo>
                    <a:pt x="121" y="122"/>
                    <a:pt x="121" y="1"/>
                    <a:pt x="1" y="1"/>
                  </a:cubicBezTo>
                  <a:close/>
                  <a:moveTo>
                    <a:pt x="2023" y="635"/>
                  </a:moveTo>
                  <a:cubicBezTo>
                    <a:pt x="3260" y="1118"/>
                    <a:pt x="4889" y="1631"/>
                    <a:pt x="6791" y="2264"/>
                  </a:cubicBezTo>
                  <a:cubicBezTo>
                    <a:pt x="8661" y="2898"/>
                    <a:pt x="10321" y="3381"/>
                    <a:pt x="11558" y="3894"/>
                  </a:cubicBezTo>
                  <a:lnTo>
                    <a:pt x="12947" y="4407"/>
                  </a:lnTo>
                  <a:lnTo>
                    <a:pt x="12947" y="4407"/>
                  </a:lnTo>
                  <a:lnTo>
                    <a:pt x="11558" y="3773"/>
                  </a:lnTo>
                  <a:cubicBezTo>
                    <a:pt x="10321" y="3381"/>
                    <a:pt x="8661" y="2777"/>
                    <a:pt x="6791" y="2144"/>
                  </a:cubicBezTo>
                  <a:cubicBezTo>
                    <a:pt x="5040" y="1510"/>
                    <a:pt x="3260" y="997"/>
                    <a:pt x="2023" y="63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rot="5581598">
              <a:off x="-340596" y="4459990"/>
              <a:ext cx="15875" cy="37750"/>
            </a:xfrm>
            <a:custGeom>
              <a:avLst/>
              <a:gdLst/>
              <a:ahLst/>
              <a:cxnLst/>
              <a:rect l="l" t="t" r="r" b="b"/>
              <a:pathLst>
                <a:path w="635" h="1510" extrusionOk="0">
                  <a:moveTo>
                    <a:pt x="242" y="1"/>
                  </a:moveTo>
                  <a:lnTo>
                    <a:pt x="242" y="1"/>
                  </a:lnTo>
                  <a:cubicBezTo>
                    <a:pt x="1" y="514"/>
                    <a:pt x="121" y="1148"/>
                    <a:pt x="634" y="1510"/>
                  </a:cubicBezTo>
                  <a:cubicBezTo>
                    <a:pt x="514" y="1268"/>
                    <a:pt x="363" y="1148"/>
                    <a:pt x="242" y="906"/>
                  </a:cubicBezTo>
                  <a:lnTo>
                    <a:pt x="24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rot="5581598">
              <a:off x="-335525" y="4401805"/>
              <a:ext cx="6075" cy="18900"/>
            </a:xfrm>
            <a:custGeom>
              <a:avLst/>
              <a:gdLst/>
              <a:ahLst/>
              <a:cxnLst/>
              <a:rect l="l" t="t" r="r" b="b"/>
              <a:pathLst>
                <a:path w="243" h="756" extrusionOk="0">
                  <a:moveTo>
                    <a:pt x="1" y="1"/>
                  </a:moveTo>
                  <a:lnTo>
                    <a:pt x="1" y="393"/>
                  </a:lnTo>
                  <a:cubicBezTo>
                    <a:pt x="122" y="635"/>
                    <a:pt x="122" y="755"/>
                    <a:pt x="242" y="755"/>
                  </a:cubicBezTo>
                  <a:cubicBezTo>
                    <a:pt x="242" y="635"/>
                    <a:pt x="242" y="514"/>
                    <a:pt x="122" y="393"/>
                  </a:cubicBezTo>
                  <a:cubicBezTo>
                    <a:pt x="122" y="122"/>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7"/>
            <p:cNvSpPr/>
            <p:nvPr/>
          </p:nvSpPr>
          <p:spPr>
            <a:xfrm rot="5581598">
              <a:off x="-334598" y="4386071"/>
              <a:ext cx="9075" cy="15875"/>
            </a:xfrm>
            <a:custGeom>
              <a:avLst/>
              <a:gdLst/>
              <a:ahLst/>
              <a:cxnLst/>
              <a:rect l="l" t="t" r="r" b="b"/>
              <a:pathLst>
                <a:path w="363" h="635" extrusionOk="0">
                  <a:moveTo>
                    <a:pt x="1" y="1"/>
                  </a:moveTo>
                  <a:cubicBezTo>
                    <a:pt x="1" y="122"/>
                    <a:pt x="1" y="242"/>
                    <a:pt x="121" y="393"/>
                  </a:cubicBezTo>
                  <a:cubicBezTo>
                    <a:pt x="242" y="514"/>
                    <a:pt x="363" y="635"/>
                    <a:pt x="363" y="635"/>
                  </a:cubicBezTo>
                  <a:cubicBezTo>
                    <a:pt x="363" y="635"/>
                    <a:pt x="363" y="514"/>
                    <a:pt x="242" y="393"/>
                  </a:cubicBezTo>
                  <a:cubicBezTo>
                    <a:pt x="121" y="122"/>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7"/>
            <p:cNvSpPr/>
            <p:nvPr/>
          </p:nvSpPr>
          <p:spPr>
            <a:xfrm rot="5581598">
              <a:off x="-350529" y="4378773"/>
              <a:ext cx="18900" cy="7400"/>
            </a:xfrm>
            <a:custGeom>
              <a:avLst/>
              <a:gdLst/>
              <a:ahLst/>
              <a:cxnLst/>
              <a:rect l="l" t="t" r="r" b="b"/>
              <a:pathLst>
                <a:path w="756" h="296" extrusionOk="0">
                  <a:moveTo>
                    <a:pt x="1" y="1"/>
                  </a:moveTo>
                  <a:lnTo>
                    <a:pt x="1" y="1"/>
                  </a:lnTo>
                  <a:cubicBezTo>
                    <a:pt x="122" y="121"/>
                    <a:pt x="242" y="242"/>
                    <a:pt x="363" y="242"/>
                  </a:cubicBezTo>
                  <a:cubicBezTo>
                    <a:pt x="544" y="242"/>
                    <a:pt x="658" y="296"/>
                    <a:pt x="714" y="296"/>
                  </a:cubicBezTo>
                  <a:cubicBezTo>
                    <a:pt x="742" y="296"/>
                    <a:pt x="755" y="282"/>
                    <a:pt x="755" y="242"/>
                  </a:cubicBezTo>
                  <a:cubicBezTo>
                    <a:pt x="635" y="242"/>
                    <a:pt x="484" y="121"/>
                    <a:pt x="363" y="121"/>
                  </a:cubicBezTo>
                  <a:cubicBezTo>
                    <a:pt x="122" y="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7"/>
            <p:cNvSpPr/>
            <p:nvPr/>
          </p:nvSpPr>
          <p:spPr>
            <a:xfrm rot="5581598">
              <a:off x="-365711" y="4372403"/>
              <a:ext cx="25675" cy="6050"/>
            </a:xfrm>
            <a:custGeom>
              <a:avLst/>
              <a:gdLst/>
              <a:ahLst/>
              <a:cxnLst/>
              <a:rect l="l" t="t" r="r" b="b"/>
              <a:pathLst>
                <a:path w="1027" h="242" extrusionOk="0">
                  <a:moveTo>
                    <a:pt x="0" y="1"/>
                  </a:moveTo>
                  <a:cubicBezTo>
                    <a:pt x="121" y="121"/>
                    <a:pt x="393" y="121"/>
                    <a:pt x="514" y="121"/>
                  </a:cubicBezTo>
                  <a:cubicBezTo>
                    <a:pt x="634" y="121"/>
                    <a:pt x="876" y="242"/>
                    <a:pt x="1027" y="242"/>
                  </a:cubicBezTo>
                  <a:cubicBezTo>
                    <a:pt x="876" y="121"/>
                    <a:pt x="755" y="1"/>
                    <a:pt x="51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7"/>
            <p:cNvSpPr/>
            <p:nvPr/>
          </p:nvSpPr>
          <p:spPr>
            <a:xfrm rot="5581598">
              <a:off x="-371070" y="4409595"/>
              <a:ext cx="33975" cy="28975"/>
            </a:xfrm>
            <a:custGeom>
              <a:avLst/>
              <a:gdLst/>
              <a:ahLst/>
              <a:cxnLst/>
              <a:rect l="l" t="t" r="r" b="b"/>
              <a:pathLst>
                <a:path w="1359" h="1159" extrusionOk="0">
                  <a:moveTo>
                    <a:pt x="997" y="634"/>
                  </a:moveTo>
                  <a:cubicBezTo>
                    <a:pt x="1117" y="755"/>
                    <a:pt x="1117" y="755"/>
                    <a:pt x="1238" y="876"/>
                  </a:cubicBezTo>
                  <a:lnTo>
                    <a:pt x="1238" y="1117"/>
                  </a:lnTo>
                  <a:cubicBezTo>
                    <a:pt x="1238" y="1117"/>
                    <a:pt x="1359" y="1117"/>
                    <a:pt x="1359" y="996"/>
                  </a:cubicBezTo>
                  <a:cubicBezTo>
                    <a:pt x="1359" y="876"/>
                    <a:pt x="1359" y="876"/>
                    <a:pt x="1238" y="755"/>
                  </a:cubicBezTo>
                  <a:cubicBezTo>
                    <a:pt x="1238" y="755"/>
                    <a:pt x="1117" y="634"/>
                    <a:pt x="997" y="634"/>
                  </a:cubicBezTo>
                  <a:close/>
                  <a:moveTo>
                    <a:pt x="122" y="1"/>
                  </a:moveTo>
                  <a:lnTo>
                    <a:pt x="122" y="121"/>
                  </a:lnTo>
                  <a:lnTo>
                    <a:pt x="122" y="122"/>
                  </a:lnTo>
                  <a:lnTo>
                    <a:pt x="122" y="122"/>
                  </a:lnTo>
                  <a:cubicBezTo>
                    <a:pt x="85" y="121"/>
                    <a:pt x="45" y="121"/>
                    <a:pt x="1" y="121"/>
                  </a:cubicBezTo>
                  <a:cubicBezTo>
                    <a:pt x="1" y="121"/>
                    <a:pt x="48" y="121"/>
                    <a:pt x="122" y="142"/>
                  </a:cubicBezTo>
                  <a:lnTo>
                    <a:pt x="122" y="142"/>
                  </a:lnTo>
                  <a:lnTo>
                    <a:pt x="122" y="514"/>
                  </a:lnTo>
                  <a:cubicBezTo>
                    <a:pt x="318" y="906"/>
                    <a:pt x="614" y="1159"/>
                    <a:pt x="977" y="1159"/>
                  </a:cubicBezTo>
                  <a:cubicBezTo>
                    <a:pt x="1060" y="1159"/>
                    <a:pt x="1148" y="1145"/>
                    <a:pt x="1238" y="1117"/>
                  </a:cubicBezTo>
                  <a:cubicBezTo>
                    <a:pt x="997" y="1117"/>
                    <a:pt x="755" y="996"/>
                    <a:pt x="604" y="876"/>
                  </a:cubicBezTo>
                  <a:cubicBezTo>
                    <a:pt x="363" y="755"/>
                    <a:pt x="242" y="634"/>
                    <a:pt x="242" y="514"/>
                  </a:cubicBezTo>
                  <a:cubicBezTo>
                    <a:pt x="159" y="410"/>
                    <a:pt x="134" y="264"/>
                    <a:pt x="125" y="143"/>
                  </a:cubicBezTo>
                  <a:lnTo>
                    <a:pt x="125" y="143"/>
                  </a:lnTo>
                  <a:cubicBezTo>
                    <a:pt x="218" y="170"/>
                    <a:pt x="351" y="230"/>
                    <a:pt x="484" y="363"/>
                  </a:cubicBezTo>
                  <a:cubicBezTo>
                    <a:pt x="604" y="363"/>
                    <a:pt x="876" y="514"/>
                    <a:pt x="997" y="634"/>
                  </a:cubicBezTo>
                  <a:cubicBezTo>
                    <a:pt x="876" y="514"/>
                    <a:pt x="755" y="363"/>
                    <a:pt x="484" y="242"/>
                  </a:cubicBezTo>
                  <a:cubicBezTo>
                    <a:pt x="386" y="144"/>
                    <a:pt x="287" y="125"/>
                    <a:pt x="124" y="122"/>
                  </a:cubicBezTo>
                  <a:lnTo>
                    <a:pt x="124" y="122"/>
                  </a:lnTo>
                  <a:cubicBezTo>
                    <a:pt x="122" y="75"/>
                    <a:pt x="122" y="33"/>
                    <a:pt x="1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rot="5581598">
              <a:off x="-363912" y="4390751"/>
              <a:ext cx="24925" cy="20125"/>
            </a:xfrm>
            <a:custGeom>
              <a:avLst/>
              <a:gdLst/>
              <a:ahLst/>
              <a:cxnLst/>
              <a:rect l="l" t="t" r="r" b="b"/>
              <a:pathLst>
                <a:path w="997" h="805" extrusionOk="0">
                  <a:moveTo>
                    <a:pt x="876" y="0"/>
                  </a:moveTo>
                  <a:lnTo>
                    <a:pt x="876" y="393"/>
                  </a:lnTo>
                  <a:cubicBezTo>
                    <a:pt x="876" y="242"/>
                    <a:pt x="996" y="121"/>
                    <a:pt x="876" y="0"/>
                  </a:cubicBezTo>
                  <a:close/>
                  <a:moveTo>
                    <a:pt x="876" y="0"/>
                  </a:moveTo>
                  <a:cubicBezTo>
                    <a:pt x="755" y="0"/>
                    <a:pt x="604" y="0"/>
                    <a:pt x="483" y="121"/>
                  </a:cubicBezTo>
                  <a:cubicBezTo>
                    <a:pt x="363" y="121"/>
                    <a:pt x="242" y="242"/>
                    <a:pt x="242" y="242"/>
                  </a:cubicBezTo>
                  <a:cubicBezTo>
                    <a:pt x="121" y="393"/>
                    <a:pt x="121" y="393"/>
                    <a:pt x="1" y="513"/>
                  </a:cubicBezTo>
                  <a:cubicBezTo>
                    <a:pt x="1" y="634"/>
                    <a:pt x="1" y="755"/>
                    <a:pt x="121" y="755"/>
                  </a:cubicBezTo>
                  <a:cubicBezTo>
                    <a:pt x="1" y="634"/>
                    <a:pt x="121" y="513"/>
                    <a:pt x="242" y="393"/>
                  </a:cubicBezTo>
                  <a:cubicBezTo>
                    <a:pt x="363" y="242"/>
                    <a:pt x="483" y="242"/>
                    <a:pt x="604" y="121"/>
                  </a:cubicBezTo>
                  <a:cubicBezTo>
                    <a:pt x="755" y="0"/>
                    <a:pt x="876" y="0"/>
                    <a:pt x="876" y="0"/>
                  </a:cubicBezTo>
                  <a:close/>
                  <a:moveTo>
                    <a:pt x="876" y="393"/>
                  </a:moveTo>
                  <a:cubicBezTo>
                    <a:pt x="755" y="393"/>
                    <a:pt x="604" y="513"/>
                    <a:pt x="483" y="634"/>
                  </a:cubicBezTo>
                  <a:cubicBezTo>
                    <a:pt x="483" y="755"/>
                    <a:pt x="242" y="755"/>
                    <a:pt x="121" y="755"/>
                  </a:cubicBezTo>
                  <a:cubicBezTo>
                    <a:pt x="157" y="790"/>
                    <a:pt x="202" y="805"/>
                    <a:pt x="252" y="805"/>
                  </a:cubicBezTo>
                  <a:cubicBezTo>
                    <a:pt x="373" y="805"/>
                    <a:pt x="519" y="719"/>
                    <a:pt x="604" y="634"/>
                  </a:cubicBezTo>
                  <a:cubicBezTo>
                    <a:pt x="755" y="634"/>
                    <a:pt x="755" y="513"/>
                    <a:pt x="876" y="39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7"/>
            <p:cNvSpPr/>
            <p:nvPr/>
          </p:nvSpPr>
          <p:spPr>
            <a:xfrm rot="5581598">
              <a:off x="-305642" y="4221692"/>
              <a:ext cx="88300" cy="39875"/>
            </a:xfrm>
            <a:custGeom>
              <a:avLst/>
              <a:gdLst/>
              <a:ahLst/>
              <a:cxnLst/>
              <a:rect l="l" t="t" r="r" b="b"/>
              <a:pathLst>
                <a:path w="3532" h="1595" extrusionOk="0">
                  <a:moveTo>
                    <a:pt x="3531" y="1"/>
                  </a:moveTo>
                  <a:cubicBezTo>
                    <a:pt x="3531" y="1"/>
                    <a:pt x="3411" y="272"/>
                    <a:pt x="3139" y="514"/>
                  </a:cubicBezTo>
                  <a:cubicBezTo>
                    <a:pt x="2898" y="876"/>
                    <a:pt x="2536" y="1148"/>
                    <a:pt x="2023" y="1389"/>
                  </a:cubicBezTo>
                  <a:cubicBezTo>
                    <a:pt x="1509" y="1510"/>
                    <a:pt x="1027" y="1510"/>
                    <a:pt x="634" y="1510"/>
                  </a:cubicBezTo>
                  <a:cubicBezTo>
                    <a:pt x="393" y="1389"/>
                    <a:pt x="121" y="1389"/>
                    <a:pt x="1" y="1268"/>
                  </a:cubicBezTo>
                  <a:lnTo>
                    <a:pt x="1" y="1268"/>
                  </a:lnTo>
                  <a:lnTo>
                    <a:pt x="121" y="1389"/>
                  </a:lnTo>
                  <a:cubicBezTo>
                    <a:pt x="272" y="1510"/>
                    <a:pt x="393" y="1510"/>
                    <a:pt x="514" y="1510"/>
                  </a:cubicBezTo>
                  <a:cubicBezTo>
                    <a:pt x="749" y="1567"/>
                    <a:pt x="980" y="1595"/>
                    <a:pt x="1204" y="1595"/>
                  </a:cubicBezTo>
                  <a:cubicBezTo>
                    <a:pt x="2045" y="1595"/>
                    <a:pt x="2790" y="1205"/>
                    <a:pt x="3290" y="514"/>
                  </a:cubicBezTo>
                  <a:cubicBezTo>
                    <a:pt x="3411" y="393"/>
                    <a:pt x="3411" y="272"/>
                    <a:pt x="3531" y="122"/>
                  </a:cubicBezTo>
                  <a:lnTo>
                    <a:pt x="353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7"/>
            <p:cNvSpPr/>
            <p:nvPr/>
          </p:nvSpPr>
          <p:spPr>
            <a:xfrm rot="5581598">
              <a:off x="-335247" y="4158064"/>
              <a:ext cx="27950" cy="82250"/>
            </a:xfrm>
            <a:custGeom>
              <a:avLst/>
              <a:gdLst/>
              <a:ahLst/>
              <a:cxnLst/>
              <a:rect l="l" t="t" r="r" b="b"/>
              <a:pathLst>
                <a:path w="1118" h="3290" extrusionOk="0">
                  <a:moveTo>
                    <a:pt x="1117" y="0"/>
                  </a:moveTo>
                  <a:cubicBezTo>
                    <a:pt x="876" y="513"/>
                    <a:pt x="755" y="1026"/>
                    <a:pt x="483" y="1509"/>
                  </a:cubicBezTo>
                  <a:cubicBezTo>
                    <a:pt x="363" y="2143"/>
                    <a:pt x="242" y="2656"/>
                    <a:pt x="1" y="3290"/>
                  </a:cubicBezTo>
                  <a:cubicBezTo>
                    <a:pt x="242" y="2656"/>
                    <a:pt x="483" y="2143"/>
                    <a:pt x="634" y="1660"/>
                  </a:cubicBezTo>
                  <a:cubicBezTo>
                    <a:pt x="876" y="1026"/>
                    <a:pt x="996" y="513"/>
                    <a:pt x="11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rot="5581598">
              <a:off x="-312844" y="4322458"/>
              <a:ext cx="59625" cy="21900"/>
            </a:xfrm>
            <a:custGeom>
              <a:avLst/>
              <a:gdLst/>
              <a:ahLst/>
              <a:cxnLst/>
              <a:rect l="l" t="t" r="r" b="b"/>
              <a:pathLst>
                <a:path w="2385" h="876" extrusionOk="0">
                  <a:moveTo>
                    <a:pt x="1" y="1"/>
                  </a:moveTo>
                  <a:cubicBezTo>
                    <a:pt x="1" y="122"/>
                    <a:pt x="514" y="242"/>
                    <a:pt x="1117" y="363"/>
                  </a:cubicBezTo>
                  <a:cubicBezTo>
                    <a:pt x="1872" y="604"/>
                    <a:pt x="2385" y="876"/>
                    <a:pt x="2385" y="876"/>
                  </a:cubicBezTo>
                  <a:cubicBezTo>
                    <a:pt x="2023" y="604"/>
                    <a:pt x="1630" y="363"/>
                    <a:pt x="1268" y="363"/>
                  </a:cubicBezTo>
                  <a:cubicBezTo>
                    <a:pt x="876" y="122"/>
                    <a:pt x="363" y="122"/>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rot="5581598">
              <a:off x="-255633" y="4267109"/>
              <a:ext cx="9100" cy="9825"/>
            </a:xfrm>
            <a:custGeom>
              <a:avLst/>
              <a:gdLst/>
              <a:ahLst/>
              <a:cxnLst/>
              <a:rect l="l" t="t" r="r" b="b"/>
              <a:pathLst>
                <a:path w="364" h="393" extrusionOk="0">
                  <a:moveTo>
                    <a:pt x="363" y="1"/>
                  </a:moveTo>
                  <a:cubicBezTo>
                    <a:pt x="363" y="1"/>
                    <a:pt x="242" y="151"/>
                    <a:pt x="122" y="272"/>
                  </a:cubicBezTo>
                  <a:lnTo>
                    <a:pt x="1" y="393"/>
                  </a:lnTo>
                  <a:cubicBezTo>
                    <a:pt x="1" y="393"/>
                    <a:pt x="122" y="393"/>
                    <a:pt x="242" y="272"/>
                  </a:cubicBezTo>
                  <a:cubicBezTo>
                    <a:pt x="363" y="151"/>
                    <a:pt x="363" y="1"/>
                    <a:pt x="3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rot="5581598">
              <a:off x="-272547" y="4248228"/>
              <a:ext cx="12100" cy="5150"/>
            </a:xfrm>
            <a:custGeom>
              <a:avLst/>
              <a:gdLst/>
              <a:ahLst/>
              <a:cxnLst/>
              <a:rect l="l" t="t" r="r" b="b"/>
              <a:pathLst>
                <a:path w="484" h="206" extrusionOk="0">
                  <a:moveTo>
                    <a:pt x="242" y="1"/>
                  </a:moveTo>
                  <a:cubicBezTo>
                    <a:pt x="122" y="152"/>
                    <a:pt x="1" y="152"/>
                    <a:pt x="1" y="152"/>
                  </a:cubicBezTo>
                  <a:cubicBezTo>
                    <a:pt x="1" y="192"/>
                    <a:pt x="14" y="205"/>
                    <a:pt x="37" y="205"/>
                  </a:cubicBezTo>
                  <a:cubicBezTo>
                    <a:pt x="81" y="205"/>
                    <a:pt x="162" y="152"/>
                    <a:pt x="242" y="152"/>
                  </a:cubicBezTo>
                  <a:cubicBezTo>
                    <a:pt x="363" y="152"/>
                    <a:pt x="484" y="1"/>
                    <a:pt x="36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rot="5581598">
              <a:off x="-277134" y="4227130"/>
              <a:ext cx="12100" cy="3050"/>
            </a:xfrm>
            <a:custGeom>
              <a:avLst/>
              <a:gdLst/>
              <a:ahLst/>
              <a:cxnLst/>
              <a:rect l="l" t="t" r="r" b="b"/>
              <a:pathLst>
                <a:path w="484" h="122" extrusionOk="0">
                  <a:moveTo>
                    <a:pt x="1" y="1"/>
                  </a:moveTo>
                  <a:cubicBezTo>
                    <a:pt x="1" y="1"/>
                    <a:pt x="1" y="121"/>
                    <a:pt x="242" y="121"/>
                  </a:cubicBezTo>
                  <a:cubicBezTo>
                    <a:pt x="363" y="121"/>
                    <a:pt x="483" y="1"/>
                    <a:pt x="4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7"/>
            <p:cNvSpPr/>
            <p:nvPr/>
          </p:nvSpPr>
          <p:spPr>
            <a:xfrm rot="5581598">
              <a:off x="-270104" y="4208454"/>
              <a:ext cx="6075" cy="3050"/>
            </a:xfrm>
            <a:custGeom>
              <a:avLst/>
              <a:gdLst/>
              <a:ahLst/>
              <a:cxnLst/>
              <a:rect l="l" t="t" r="r" b="b"/>
              <a:pathLst>
                <a:path w="243" h="122" extrusionOk="0">
                  <a:moveTo>
                    <a:pt x="1" y="1"/>
                  </a:moveTo>
                  <a:cubicBezTo>
                    <a:pt x="1" y="122"/>
                    <a:pt x="1" y="122"/>
                    <a:pt x="122" y="122"/>
                  </a:cubicBezTo>
                  <a:cubicBezTo>
                    <a:pt x="122" y="122"/>
                    <a:pt x="242" y="122"/>
                    <a:pt x="2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7"/>
            <p:cNvSpPr/>
            <p:nvPr/>
          </p:nvSpPr>
          <p:spPr>
            <a:xfrm rot="5581598">
              <a:off x="-310811" y="3471799"/>
              <a:ext cx="380248" cy="242274"/>
            </a:xfrm>
            <a:custGeom>
              <a:avLst/>
              <a:gdLst/>
              <a:ahLst/>
              <a:cxnLst/>
              <a:rect l="l" t="t" r="r" b="b"/>
              <a:pathLst>
                <a:path w="15210" h="9691" extrusionOk="0">
                  <a:moveTo>
                    <a:pt x="13339" y="0"/>
                  </a:moveTo>
                  <a:cubicBezTo>
                    <a:pt x="11402" y="0"/>
                    <a:pt x="2697" y="2556"/>
                    <a:pt x="483" y="3293"/>
                  </a:cubicBezTo>
                  <a:lnTo>
                    <a:pt x="1" y="3414"/>
                  </a:lnTo>
                  <a:lnTo>
                    <a:pt x="1630" y="9691"/>
                  </a:lnTo>
                  <a:lnTo>
                    <a:pt x="9808" y="7669"/>
                  </a:lnTo>
                  <a:lnTo>
                    <a:pt x="8661" y="3293"/>
                  </a:lnTo>
                  <a:cubicBezTo>
                    <a:pt x="8661" y="3293"/>
                    <a:pt x="15210" y="4"/>
                    <a:pt x="13460" y="4"/>
                  </a:cubicBezTo>
                  <a:cubicBezTo>
                    <a:pt x="13423" y="1"/>
                    <a:pt x="13382" y="0"/>
                    <a:pt x="13339"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7"/>
            <p:cNvSpPr/>
            <p:nvPr/>
          </p:nvSpPr>
          <p:spPr>
            <a:xfrm rot="5581598">
              <a:off x="-124193" y="3400670"/>
              <a:ext cx="6825" cy="28700"/>
            </a:xfrm>
            <a:custGeom>
              <a:avLst/>
              <a:gdLst/>
              <a:ahLst/>
              <a:cxnLst/>
              <a:rect l="l" t="t" r="r" b="b"/>
              <a:pathLst>
                <a:path w="273" h="1148" extrusionOk="0">
                  <a:moveTo>
                    <a:pt x="1" y="0"/>
                  </a:moveTo>
                  <a:lnTo>
                    <a:pt x="272" y="1147"/>
                  </a:lnTo>
                  <a:lnTo>
                    <a:pt x="272" y="1147"/>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7"/>
            <p:cNvSpPr/>
            <p:nvPr/>
          </p:nvSpPr>
          <p:spPr>
            <a:xfrm rot="5581598">
              <a:off x="-135065" y="3405268"/>
              <a:ext cx="72450" cy="75475"/>
            </a:xfrm>
            <a:custGeom>
              <a:avLst/>
              <a:gdLst/>
              <a:ahLst/>
              <a:cxnLst/>
              <a:rect l="l" t="t" r="r" b="b"/>
              <a:pathLst>
                <a:path w="2898" h="3019" extrusionOk="0">
                  <a:moveTo>
                    <a:pt x="2897" y="0"/>
                  </a:moveTo>
                  <a:lnTo>
                    <a:pt x="0" y="755"/>
                  </a:lnTo>
                  <a:lnTo>
                    <a:pt x="242" y="1871"/>
                  </a:lnTo>
                  <a:lnTo>
                    <a:pt x="513" y="3018"/>
                  </a:lnTo>
                  <a:cubicBezTo>
                    <a:pt x="1268" y="2897"/>
                    <a:pt x="1871" y="2505"/>
                    <a:pt x="2264" y="2022"/>
                  </a:cubicBezTo>
                  <a:cubicBezTo>
                    <a:pt x="2626" y="1389"/>
                    <a:pt x="2897" y="755"/>
                    <a:pt x="2897"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7"/>
            <p:cNvSpPr/>
            <p:nvPr/>
          </p:nvSpPr>
          <p:spPr>
            <a:xfrm rot="5581598">
              <a:off x="-212662" y="3535602"/>
              <a:ext cx="342523" cy="85275"/>
            </a:xfrm>
            <a:custGeom>
              <a:avLst/>
              <a:gdLst/>
              <a:ahLst/>
              <a:cxnLst/>
              <a:rect l="l" t="t" r="r" b="b"/>
              <a:pathLst>
                <a:path w="13701" h="3411" extrusionOk="0">
                  <a:moveTo>
                    <a:pt x="13460" y="0"/>
                  </a:moveTo>
                  <a:cubicBezTo>
                    <a:pt x="13580" y="0"/>
                    <a:pt x="13701" y="0"/>
                    <a:pt x="13701" y="121"/>
                  </a:cubicBezTo>
                  <a:lnTo>
                    <a:pt x="13701" y="0"/>
                  </a:lnTo>
                  <a:close/>
                  <a:moveTo>
                    <a:pt x="8420" y="1026"/>
                  </a:moveTo>
                  <a:lnTo>
                    <a:pt x="8420" y="1026"/>
                  </a:lnTo>
                  <a:cubicBezTo>
                    <a:pt x="7860" y="1166"/>
                    <a:pt x="7279" y="1319"/>
                    <a:pt x="6694" y="1476"/>
                  </a:cubicBezTo>
                  <a:lnTo>
                    <a:pt x="6694" y="1476"/>
                  </a:lnTo>
                  <a:cubicBezTo>
                    <a:pt x="7279" y="1323"/>
                    <a:pt x="7859" y="1172"/>
                    <a:pt x="8420" y="1026"/>
                  </a:cubicBezTo>
                  <a:close/>
                  <a:moveTo>
                    <a:pt x="6694" y="1476"/>
                  </a:moveTo>
                  <a:cubicBezTo>
                    <a:pt x="4260" y="2115"/>
                    <a:pt x="1728" y="2802"/>
                    <a:pt x="1" y="3410"/>
                  </a:cubicBezTo>
                  <a:lnTo>
                    <a:pt x="483" y="3289"/>
                  </a:lnTo>
                  <a:cubicBezTo>
                    <a:pt x="1516" y="2970"/>
                    <a:pt x="4130" y="2170"/>
                    <a:pt x="6694" y="1476"/>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7"/>
            <p:cNvSpPr/>
            <p:nvPr/>
          </p:nvSpPr>
          <p:spPr>
            <a:xfrm rot="5581598">
              <a:off x="-214160" y="3534022"/>
              <a:ext cx="342523" cy="88275"/>
            </a:xfrm>
            <a:custGeom>
              <a:avLst/>
              <a:gdLst/>
              <a:ahLst/>
              <a:cxnLst/>
              <a:rect l="l" t="t" r="r" b="b"/>
              <a:pathLst>
                <a:path w="13701" h="3531" extrusionOk="0">
                  <a:moveTo>
                    <a:pt x="13309" y="0"/>
                  </a:moveTo>
                  <a:cubicBezTo>
                    <a:pt x="12554" y="0"/>
                    <a:pt x="10683" y="392"/>
                    <a:pt x="8420" y="1026"/>
                  </a:cubicBezTo>
                  <a:cubicBezTo>
                    <a:pt x="5402" y="1781"/>
                    <a:pt x="1751" y="2897"/>
                    <a:pt x="483" y="3289"/>
                  </a:cubicBezTo>
                  <a:lnTo>
                    <a:pt x="1" y="3410"/>
                  </a:lnTo>
                  <a:lnTo>
                    <a:pt x="121" y="3531"/>
                  </a:lnTo>
                  <a:lnTo>
                    <a:pt x="3018" y="2776"/>
                  </a:lnTo>
                  <a:lnTo>
                    <a:pt x="10804" y="755"/>
                  </a:lnTo>
                  <a:cubicBezTo>
                    <a:pt x="10804" y="755"/>
                    <a:pt x="11317" y="1630"/>
                    <a:pt x="11800" y="1630"/>
                  </a:cubicBezTo>
                  <a:cubicBezTo>
                    <a:pt x="11800" y="1630"/>
                    <a:pt x="13580" y="513"/>
                    <a:pt x="13701" y="121"/>
                  </a:cubicBezTo>
                  <a:cubicBezTo>
                    <a:pt x="13701" y="0"/>
                    <a:pt x="13580" y="0"/>
                    <a:pt x="13460"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7"/>
            <p:cNvSpPr/>
            <p:nvPr/>
          </p:nvSpPr>
          <p:spPr>
            <a:xfrm rot="5581598">
              <a:off x="-106805" y="3435062"/>
              <a:ext cx="72450" cy="18875"/>
            </a:xfrm>
            <a:custGeom>
              <a:avLst/>
              <a:gdLst/>
              <a:ahLst/>
              <a:cxnLst/>
              <a:rect l="l" t="t" r="r" b="b"/>
              <a:pathLst>
                <a:path w="2898" h="755" extrusionOk="0">
                  <a:moveTo>
                    <a:pt x="2897" y="0"/>
                  </a:moveTo>
                  <a:lnTo>
                    <a:pt x="0" y="755"/>
                  </a:lnTo>
                  <a:lnTo>
                    <a:pt x="0" y="755"/>
                  </a:lnTo>
                  <a:lnTo>
                    <a:pt x="2897" y="0"/>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7"/>
            <p:cNvSpPr/>
            <p:nvPr/>
          </p:nvSpPr>
          <p:spPr>
            <a:xfrm rot="5581598">
              <a:off x="-212302" y="3529235"/>
              <a:ext cx="329698" cy="84525"/>
            </a:xfrm>
            <a:custGeom>
              <a:avLst/>
              <a:gdLst/>
              <a:ahLst/>
              <a:cxnLst/>
              <a:rect l="l" t="t" r="r" b="b"/>
              <a:pathLst>
                <a:path w="13188" h="3381" extrusionOk="0">
                  <a:moveTo>
                    <a:pt x="13188" y="1"/>
                  </a:moveTo>
                  <a:lnTo>
                    <a:pt x="11679" y="242"/>
                  </a:lnTo>
                  <a:cubicBezTo>
                    <a:pt x="10442" y="484"/>
                    <a:pt x="8661" y="876"/>
                    <a:pt x="6790" y="1359"/>
                  </a:cubicBezTo>
                  <a:cubicBezTo>
                    <a:pt x="4889" y="1872"/>
                    <a:pt x="3139" y="2385"/>
                    <a:pt x="1992" y="2747"/>
                  </a:cubicBezTo>
                  <a:lnTo>
                    <a:pt x="483" y="3139"/>
                  </a:lnTo>
                  <a:lnTo>
                    <a:pt x="121" y="3260"/>
                  </a:lnTo>
                  <a:lnTo>
                    <a:pt x="1" y="3381"/>
                  </a:lnTo>
                  <a:lnTo>
                    <a:pt x="121" y="3381"/>
                  </a:lnTo>
                  <a:lnTo>
                    <a:pt x="483" y="3260"/>
                  </a:lnTo>
                  <a:lnTo>
                    <a:pt x="1992" y="2868"/>
                  </a:lnTo>
                  <a:cubicBezTo>
                    <a:pt x="3260" y="2505"/>
                    <a:pt x="4889" y="1992"/>
                    <a:pt x="6790" y="1510"/>
                  </a:cubicBezTo>
                  <a:cubicBezTo>
                    <a:pt x="8782" y="997"/>
                    <a:pt x="10442" y="604"/>
                    <a:pt x="11679" y="363"/>
                  </a:cubicBezTo>
                  <a:lnTo>
                    <a:pt x="1318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7"/>
            <p:cNvSpPr/>
            <p:nvPr/>
          </p:nvSpPr>
          <p:spPr>
            <a:xfrm rot="5581598">
              <a:off x="-47398" y="3679539"/>
              <a:ext cx="28700" cy="24925"/>
            </a:xfrm>
            <a:custGeom>
              <a:avLst/>
              <a:gdLst/>
              <a:ahLst/>
              <a:cxnLst/>
              <a:rect l="l" t="t" r="r" b="b"/>
              <a:pathLst>
                <a:path w="1148" h="997" extrusionOk="0">
                  <a:moveTo>
                    <a:pt x="1" y="1"/>
                  </a:moveTo>
                  <a:lnTo>
                    <a:pt x="1" y="1"/>
                  </a:lnTo>
                  <a:cubicBezTo>
                    <a:pt x="122" y="514"/>
                    <a:pt x="514" y="997"/>
                    <a:pt x="1148" y="997"/>
                  </a:cubicBezTo>
                  <a:cubicBezTo>
                    <a:pt x="876" y="997"/>
                    <a:pt x="635" y="755"/>
                    <a:pt x="514" y="635"/>
                  </a:cubicBezTo>
                  <a:cubicBezTo>
                    <a:pt x="242" y="514"/>
                    <a:pt x="122" y="242"/>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7"/>
            <p:cNvSpPr/>
            <p:nvPr/>
          </p:nvSpPr>
          <p:spPr>
            <a:xfrm rot="5581598">
              <a:off x="-77002" y="3622126"/>
              <a:ext cx="15875" cy="15850"/>
            </a:xfrm>
            <a:custGeom>
              <a:avLst/>
              <a:gdLst/>
              <a:ahLst/>
              <a:cxnLst/>
              <a:rect l="l" t="t" r="r" b="b"/>
              <a:pathLst>
                <a:path w="635" h="634" extrusionOk="0">
                  <a:moveTo>
                    <a:pt x="121" y="0"/>
                  </a:moveTo>
                  <a:lnTo>
                    <a:pt x="121" y="0"/>
                  </a:lnTo>
                  <a:cubicBezTo>
                    <a:pt x="0" y="151"/>
                    <a:pt x="121" y="272"/>
                    <a:pt x="393" y="392"/>
                  </a:cubicBezTo>
                  <a:cubicBezTo>
                    <a:pt x="513" y="513"/>
                    <a:pt x="634" y="634"/>
                    <a:pt x="634" y="634"/>
                  </a:cubicBezTo>
                  <a:cubicBezTo>
                    <a:pt x="634" y="634"/>
                    <a:pt x="634" y="513"/>
                    <a:pt x="393" y="272"/>
                  </a:cubicBezTo>
                  <a:lnTo>
                    <a:pt x="12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7"/>
            <p:cNvSpPr/>
            <p:nvPr/>
          </p:nvSpPr>
          <p:spPr>
            <a:xfrm rot="5581598">
              <a:off x="-85768" y="3612187"/>
              <a:ext cx="15125" cy="9825"/>
            </a:xfrm>
            <a:custGeom>
              <a:avLst/>
              <a:gdLst/>
              <a:ahLst/>
              <a:cxnLst/>
              <a:rect l="l" t="t" r="r" b="b"/>
              <a:pathLst>
                <a:path w="605" h="393" extrusionOk="0">
                  <a:moveTo>
                    <a:pt x="1" y="0"/>
                  </a:moveTo>
                  <a:cubicBezTo>
                    <a:pt x="1" y="121"/>
                    <a:pt x="121" y="121"/>
                    <a:pt x="242" y="242"/>
                  </a:cubicBezTo>
                  <a:cubicBezTo>
                    <a:pt x="483" y="392"/>
                    <a:pt x="604" y="392"/>
                    <a:pt x="604" y="392"/>
                  </a:cubicBezTo>
                  <a:cubicBezTo>
                    <a:pt x="604" y="392"/>
                    <a:pt x="483" y="242"/>
                    <a:pt x="363" y="121"/>
                  </a:cubicBezTo>
                  <a:cubicBezTo>
                    <a:pt x="121" y="121"/>
                    <a:pt x="1"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7"/>
            <p:cNvSpPr/>
            <p:nvPr/>
          </p:nvSpPr>
          <p:spPr>
            <a:xfrm rot="5581598">
              <a:off x="-104417" y="3610026"/>
              <a:ext cx="21925" cy="5725"/>
            </a:xfrm>
            <a:custGeom>
              <a:avLst/>
              <a:gdLst/>
              <a:ahLst/>
              <a:cxnLst/>
              <a:rect l="l" t="t" r="r" b="b"/>
              <a:pathLst>
                <a:path w="877" h="229" extrusionOk="0">
                  <a:moveTo>
                    <a:pt x="809" y="1"/>
                  </a:moveTo>
                  <a:cubicBezTo>
                    <a:pt x="729" y="1"/>
                    <a:pt x="594" y="55"/>
                    <a:pt x="514" y="55"/>
                  </a:cubicBezTo>
                  <a:cubicBezTo>
                    <a:pt x="273" y="55"/>
                    <a:pt x="122" y="175"/>
                    <a:pt x="1" y="175"/>
                  </a:cubicBezTo>
                  <a:cubicBezTo>
                    <a:pt x="1" y="215"/>
                    <a:pt x="31" y="229"/>
                    <a:pt x="80" y="229"/>
                  </a:cubicBezTo>
                  <a:cubicBezTo>
                    <a:pt x="179" y="229"/>
                    <a:pt x="353" y="175"/>
                    <a:pt x="514" y="175"/>
                  </a:cubicBezTo>
                  <a:cubicBezTo>
                    <a:pt x="635" y="175"/>
                    <a:pt x="755" y="55"/>
                    <a:pt x="876" y="55"/>
                  </a:cubicBezTo>
                  <a:cubicBezTo>
                    <a:pt x="876" y="14"/>
                    <a:pt x="849" y="1"/>
                    <a:pt x="80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7"/>
            <p:cNvSpPr/>
            <p:nvPr/>
          </p:nvSpPr>
          <p:spPr>
            <a:xfrm rot="5581598">
              <a:off x="-119198" y="3609546"/>
              <a:ext cx="25675" cy="9075"/>
            </a:xfrm>
            <a:custGeom>
              <a:avLst/>
              <a:gdLst/>
              <a:ahLst/>
              <a:cxnLst/>
              <a:rect l="l" t="t" r="r" b="b"/>
              <a:pathLst>
                <a:path w="1027" h="363" extrusionOk="0">
                  <a:moveTo>
                    <a:pt x="1027" y="1"/>
                  </a:moveTo>
                  <a:cubicBezTo>
                    <a:pt x="755" y="1"/>
                    <a:pt x="635" y="1"/>
                    <a:pt x="514" y="122"/>
                  </a:cubicBezTo>
                  <a:cubicBezTo>
                    <a:pt x="273" y="242"/>
                    <a:pt x="1" y="363"/>
                    <a:pt x="1" y="363"/>
                  </a:cubicBezTo>
                  <a:cubicBezTo>
                    <a:pt x="273" y="363"/>
                    <a:pt x="393" y="242"/>
                    <a:pt x="514" y="242"/>
                  </a:cubicBezTo>
                  <a:cubicBezTo>
                    <a:pt x="635" y="122"/>
                    <a:pt x="876" y="122"/>
                    <a:pt x="102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7"/>
            <p:cNvSpPr/>
            <p:nvPr/>
          </p:nvSpPr>
          <p:spPr>
            <a:xfrm rot="5581598">
              <a:off x="-104342" y="3645873"/>
              <a:ext cx="40750" cy="17375"/>
            </a:xfrm>
            <a:custGeom>
              <a:avLst/>
              <a:gdLst/>
              <a:ahLst/>
              <a:cxnLst/>
              <a:rect l="l" t="t" r="r" b="b"/>
              <a:pathLst>
                <a:path w="1630" h="695" extrusionOk="0">
                  <a:moveTo>
                    <a:pt x="120" y="121"/>
                  </a:moveTo>
                  <a:cubicBezTo>
                    <a:pt x="120" y="121"/>
                    <a:pt x="121" y="121"/>
                    <a:pt x="121" y="121"/>
                  </a:cubicBezTo>
                  <a:cubicBezTo>
                    <a:pt x="121" y="121"/>
                    <a:pt x="121" y="122"/>
                    <a:pt x="121" y="122"/>
                  </a:cubicBezTo>
                  <a:lnTo>
                    <a:pt x="121" y="122"/>
                  </a:lnTo>
                  <a:cubicBezTo>
                    <a:pt x="121" y="122"/>
                    <a:pt x="120" y="121"/>
                    <a:pt x="120" y="121"/>
                  </a:cubicBezTo>
                  <a:close/>
                  <a:moveTo>
                    <a:pt x="1389" y="121"/>
                  </a:moveTo>
                  <a:cubicBezTo>
                    <a:pt x="1509" y="242"/>
                    <a:pt x="1630" y="242"/>
                    <a:pt x="1509" y="392"/>
                  </a:cubicBezTo>
                  <a:cubicBezTo>
                    <a:pt x="1389" y="513"/>
                    <a:pt x="1117" y="634"/>
                    <a:pt x="876" y="634"/>
                  </a:cubicBezTo>
                  <a:cubicBezTo>
                    <a:pt x="755" y="634"/>
                    <a:pt x="513" y="513"/>
                    <a:pt x="363" y="392"/>
                  </a:cubicBezTo>
                  <a:cubicBezTo>
                    <a:pt x="296" y="309"/>
                    <a:pt x="229" y="235"/>
                    <a:pt x="162" y="165"/>
                  </a:cubicBezTo>
                  <a:lnTo>
                    <a:pt x="162" y="165"/>
                  </a:lnTo>
                  <a:cubicBezTo>
                    <a:pt x="256" y="149"/>
                    <a:pt x="381" y="121"/>
                    <a:pt x="513" y="121"/>
                  </a:cubicBezTo>
                  <a:close/>
                  <a:moveTo>
                    <a:pt x="513" y="0"/>
                  </a:moveTo>
                  <a:cubicBezTo>
                    <a:pt x="402" y="89"/>
                    <a:pt x="243" y="112"/>
                    <a:pt x="118" y="119"/>
                  </a:cubicBezTo>
                  <a:lnTo>
                    <a:pt x="118" y="119"/>
                  </a:lnTo>
                  <a:cubicBezTo>
                    <a:pt x="79" y="78"/>
                    <a:pt x="40" y="39"/>
                    <a:pt x="0" y="0"/>
                  </a:cubicBezTo>
                  <a:lnTo>
                    <a:pt x="0" y="0"/>
                  </a:lnTo>
                  <a:cubicBezTo>
                    <a:pt x="0" y="0"/>
                    <a:pt x="0" y="106"/>
                    <a:pt x="99" y="119"/>
                  </a:cubicBezTo>
                  <a:lnTo>
                    <a:pt x="99" y="119"/>
                  </a:lnTo>
                  <a:cubicBezTo>
                    <a:pt x="62" y="121"/>
                    <a:pt x="28" y="121"/>
                    <a:pt x="0" y="121"/>
                  </a:cubicBezTo>
                  <a:cubicBezTo>
                    <a:pt x="0" y="161"/>
                    <a:pt x="27" y="174"/>
                    <a:pt x="73" y="174"/>
                  </a:cubicBezTo>
                  <a:cubicBezTo>
                    <a:pt x="89" y="174"/>
                    <a:pt x="107" y="173"/>
                    <a:pt x="127" y="170"/>
                  </a:cubicBezTo>
                  <a:lnTo>
                    <a:pt x="127" y="170"/>
                  </a:lnTo>
                  <a:cubicBezTo>
                    <a:pt x="153" y="281"/>
                    <a:pt x="258" y="408"/>
                    <a:pt x="363" y="513"/>
                  </a:cubicBezTo>
                  <a:cubicBezTo>
                    <a:pt x="559" y="634"/>
                    <a:pt x="785" y="694"/>
                    <a:pt x="1008" y="694"/>
                  </a:cubicBezTo>
                  <a:cubicBezTo>
                    <a:pt x="1230" y="694"/>
                    <a:pt x="1449" y="634"/>
                    <a:pt x="1630" y="513"/>
                  </a:cubicBezTo>
                  <a:lnTo>
                    <a:pt x="1630" y="242"/>
                  </a:lnTo>
                  <a:cubicBezTo>
                    <a:pt x="1630" y="121"/>
                    <a:pt x="1509" y="121"/>
                    <a:pt x="1509" y="121"/>
                  </a:cubicBezTo>
                  <a:cubicBezTo>
                    <a:pt x="1389" y="121"/>
                    <a:pt x="1268" y="0"/>
                    <a:pt x="11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7"/>
            <p:cNvSpPr/>
            <p:nvPr/>
          </p:nvSpPr>
          <p:spPr>
            <a:xfrm rot="5581598">
              <a:off x="-100960" y="3619045"/>
              <a:ext cx="18875" cy="28700"/>
            </a:xfrm>
            <a:custGeom>
              <a:avLst/>
              <a:gdLst/>
              <a:ahLst/>
              <a:cxnLst/>
              <a:rect l="l" t="t" r="r" b="b"/>
              <a:pathLst>
                <a:path w="755" h="1148" extrusionOk="0">
                  <a:moveTo>
                    <a:pt x="513" y="1"/>
                  </a:moveTo>
                  <a:lnTo>
                    <a:pt x="513" y="1"/>
                  </a:lnTo>
                  <a:cubicBezTo>
                    <a:pt x="514" y="2"/>
                    <a:pt x="634" y="123"/>
                    <a:pt x="634" y="393"/>
                  </a:cubicBezTo>
                  <a:cubicBezTo>
                    <a:pt x="634" y="272"/>
                    <a:pt x="634" y="122"/>
                    <a:pt x="513" y="1"/>
                  </a:cubicBezTo>
                  <a:close/>
                  <a:moveTo>
                    <a:pt x="513" y="1"/>
                  </a:moveTo>
                  <a:cubicBezTo>
                    <a:pt x="512" y="2"/>
                    <a:pt x="392" y="122"/>
                    <a:pt x="272" y="272"/>
                  </a:cubicBezTo>
                  <a:cubicBezTo>
                    <a:pt x="151" y="393"/>
                    <a:pt x="151" y="514"/>
                    <a:pt x="151" y="635"/>
                  </a:cubicBezTo>
                  <a:cubicBezTo>
                    <a:pt x="0" y="755"/>
                    <a:pt x="0" y="876"/>
                    <a:pt x="0" y="876"/>
                  </a:cubicBezTo>
                  <a:cubicBezTo>
                    <a:pt x="0" y="1027"/>
                    <a:pt x="151" y="1148"/>
                    <a:pt x="272" y="1148"/>
                  </a:cubicBezTo>
                  <a:cubicBezTo>
                    <a:pt x="513" y="1148"/>
                    <a:pt x="634" y="876"/>
                    <a:pt x="634" y="755"/>
                  </a:cubicBezTo>
                  <a:cubicBezTo>
                    <a:pt x="634" y="635"/>
                    <a:pt x="755" y="514"/>
                    <a:pt x="634" y="393"/>
                  </a:cubicBezTo>
                  <a:cubicBezTo>
                    <a:pt x="634" y="514"/>
                    <a:pt x="634" y="635"/>
                    <a:pt x="513" y="755"/>
                  </a:cubicBezTo>
                  <a:cubicBezTo>
                    <a:pt x="513" y="876"/>
                    <a:pt x="392" y="1027"/>
                    <a:pt x="272" y="1027"/>
                  </a:cubicBezTo>
                  <a:cubicBezTo>
                    <a:pt x="151" y="1027"/>
                    <a:pt x="151" y="876"/>
                    <a:pt x="151" y="755"/>
                  </a:cubicBezTo>
                  <a:cubicBezTo>
                    <a:pt x="272" y="635"/>
                    <a:pt x="272" y="514"/>
                    <a:pt x="272" y="393"/>
                  </a:cubicBezTo>
                  <a:cubicBezTo>
                    <a:pt x="392" y="123"/>
                    <a:pt x="512" y="2"/>
                    <a:pt x="5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7"/>
            <p:cNvSpPr/>
            <p:nvPr/>
          </p:nvSpPr>
          <p:spPr>
            <a:xfrm rot="5581598">
              <a:off x="-135485" y="3420676"/>
              <a:ext cx="56625" cy="59625"/>
            </a:xfrm>
            <a:custGeom>
              <a:avLst/>
              <a:gdLst/>
              <a:ahLst/>
              <a:cxnLst/>
              <a:rect l="l" t="t" r="r" b="b"/>
              <a:pathLst>
                <a:path w="2265" h="2385" extrusionOk="0">
                  <a:moveTo>
                    <a:pt x="2264" y="0"/>
                  </a:moveTo>
                  <a:lnTo>
                    <a:pt x="2264" y="0"/>
                  </a:lnTo>
                  <a:cubicBezTo>
                    <a:pt x="2144" y="996"/>
                    <a:pt x="1510" y="1871"/>
                    <a:pt x="484" y="2263"/>
                  </a:cubicBezTo>
                  <a:cubicBezTo>
                    <a:pt x="1510" y="1992"/>
                    <a:pt x="2264" y="996"/>
                    <a:pt x="2264" y="0"/>
                  </a:cubicBezTo>
                  <a:close/>
                  <a:moveTo>
                    <a:pt x="484" y="2263"/>
                  </a:moveTo>
                  <a:lnTo>
                    <a:pt x="484" y="2263"/>
                  </a:lnTo>
                  <a:cubicBezTo>
                    <a:pt x="122" y="2384"/>
                    <a:pt x="1" y="2384"/>
                    <a:pt x="1" y="2384"/>
                  </a:cubicBezTo>
                  <a:lnTo>
                    <a:pt x="122" y="2384"/>
                  </a:lnTo>
                  <a:cubicBezTo>
                    <a:pt x="242" y="2384"/>
                    <a:pt x="363" y="2384"/>
                    <a:pt x="484" y="226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7"/>
            <p:cNvSpPr/>
            <p:nvPr/>
          </p:nvSpPr>
          <p:spPr>
            <a:xfrm rot="5581598">
              <a:off x="-185620" y="3407683"/>
              <a:ext cx="21900" cy="81500"/>
            </a:xfrm>
            <a:custGeom>
              <a:avLst/>
              <a:gdLst/>
              <a:ahLst/>
              <a:cxnLst/>
              <a:rect l="l" t="t" r="r" b="b"/>
              <a:pathLst>
                <a:path w="876" h="3260" extrusionOk="0">
                  <a:moveTo>
                    <a:pt x="0" y="1"/>
                  </a:moveTo>
                  <a:lnTo>
                    <a:pt x="0" y="1"/>
                  </a:lnTo>
                  <a:cubicBezTo>
                    <a:pt x="121" y="484"/>
                    <a:pt x="242" y="1117"/>
                    <a:pt x="363" y="1630"/>
                  </a:cubicBezTo>
                  <a:cubicBezTo>
                    <a:pt x="483" y="2264"/>
                    <a:pt x="634" y="2747"/>
                    <a:pt x="876" y="3260"/>
                  </a:cubicBezTo>
                  <a:cubicBezTo>
                    <a:pt x="755" y="2747"/>
                    <a:pt x="634" y="2143"/>
                    <a:pt x="483" y="1630"/>
                  </a:cubicBezTo>
                  <a:cubicBezTo>
                    <a:pt x="363" y="996"/>
                    <a:pt x="121" y="483"/>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7"/>
            <p:cNvSpPr/>
            <p:nvPr/>
          </p:nvSpPr>
          <p:spPr>
            <a:xfrm rot="5581598">
              <a:off x="-99401" y="3532093"/>
              <a:ext cx="56600" cy="15875"/>
            </a:xfrm>
            <a:custGeom>
              <a:avLst/>
              <a:gdLst/>
              <a:ahLst/>
              <a:cxnLst/>
              <a:rect l="l" t="t" r="r" b="b"/>
              <a:pathLst>
                <a:path w="2264" h="635" extrusionOk="0">
                  <a:moveTo>
                    <a:pt x="2264" y="1"/>
                  </a:moveTo>
                  <a:cubicBezTo>
                    <a:pt x="1902" y="1"/>
                    <a:pt x="1509" y="121"/>
                    <a:pt x="1147" y="121"/>
                  </a:cubicBezTo>
                  <a:cubicBezTo>
                    <a:pt x="634" y="242"/>
                    <a:pt x="272" y="363"/>
                    <a:pt x="1" y="634"/>
                  </a:cubicBezTo>
                  <a:cubicBezTo>
                    <a:pt x="1" y="634"/>
                    <a:pt x="514" y="484"/>
                    <a:pt x="1147" y="242"/>
                  </a:cubicBezTo>
                  <a:cubicBezTo>
                    <a:pt x="1781" y="121"/>
                    <a:pt x="2264" y="1"/>
                    <a:pt x="22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7"/>
            <p:cNvSpPr/>
            <p:nvPr/>
          </p:nvSpPr>
          <p:spPr>
            <a:xfrm rot="5581598">
              <a:off x="-79608" y="3465617"/>
              <a:ext cx="3050" cy="12850"/>
            </a:xfrm>
            <a:custGeom>
              <a:avLst/>
              <a:gdLst/>
              <a:ahLst/>
              <a:cxnLst/>
              <a:rect l="l" t="t" r="r" b="b"/>
              <a:pathLst>
                <a:path w="122" h="514" extrusionOk="0">
                  <a:moveTo>
                    <a:pt x="122" y="1"/>
                  </a:moveTo>
                  <a:cubicBezTo>
                    <a:pt x="122" y="1"/>
                    <a:pt x="122" y="151"/>
                    <a:pt x="1" y="272"/>
                  </a:cubicBezTo>
                  <a:lnTo>
                    <a:pt x="1" y="514"/>
                  </a:lnTo>
                  <a:cubicBezTo>
                    <a:pt x="1" y="514"/>
                    <a:pt x="122" y="393"/>
                    <a:pt x="122" y="272"/>
                  </a:cubicBezTo>
                  <a:lnTo>
                    <a:pt x="12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7"/>
            <p:cNvSpPr/>
            <p:nvPr/>
          </p:nvSpPr>
          <p:spPr>
            <a:xfrm rot="5581598">
              <a:off x="-105872" y="3457224"/>
              <a:ext cx="9075" cy="9075"/>
            </a:xfrm>
            <a:custGeom>
              <a:avLst/>
              <a:gdLst/>
              <a:ahLst/>
              <a:cxnLst/>
              <a:rect l="l" t="t" r="r" b="b"/>
              <a:pathLst>
                <a:path w="363" h="363" extrusionOk="0">
                  <a:moveTo>
                    <a:pt x="242" y="1"/>
                  </a:moveTo>
                  <a:cubicBezTo>
                    <a:pt x="242" y="1"/>
                    <a:pt x="242" y="121"/>
                    <a:pt x="121" y="121"/>
                  </a:cubicBezTo>
                  <a:cubicBezTo>
                    <a:pt x="121" y="242"/>
                    <a:pt x="0" y="363"/>
                    <a:pt x="121" y="363"/>
                  </a:cubicBezTo>
                  <a:lnTo>
                    <a:pt x="242" y="242"/>
                  </a:lnTo>
                  <a:cubicBezTo>
                    <a:pt x="242" y="121"/>
                    <a:pt x="362" y="1"/>
                    <a:pt x="2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7"/>
            <p:cNvSpPr/>
            <p:nvPr/>
          </p:nvSpPr>
          <p:spPr>
            <a:xfrm rot="5581598">
              <a:off x="-121656" y="3439723"/>
              <a:ext cx="10750" cy="9075"/>
            </a:xfrm>
            <a:custGeom>
              <a:avLst/>
              <a:gdLst/>
              <a:ahLst/>
              <a:cxnLst/>
              <a:rect l="l" t="t" r="r" b="b"/>
              <a:pathLst>
                <a:path w="430" h="363" extrusionOk="0">
                  <a:moveTo>
                    <a:pt x="430" y="0"/>
                  </a:moveTo>
                  <a:cubicBezTo>
                    <a:pt x="429" y="0"/>
                    <a:pt x="309" y="121"/>
                    <a:pt x="188" y="242"/>
                  </a:cubicBezTo>
                  <a:cubicBezTo>
                    <a:pt x="75" y="242"/>
                    <a:pt x="68" y="242"/>
                    <a:pt x="67" y="342"/>
                  </a:cubicBezTo>
                  <a:lnTo>
                    <a:pt x="67" y="342"/>
                  </a:lnTo>
                  <a:cubicBezTo>
                    <a:pt x="116" y="326"/>
                    <a:pt x="200" y="296"/>
                    <a:pt x="309" y="242"/>
                  </a:cubicBezTo>
                  <a:cubicBezTo>
                    <a:pt x="430" y="242"/>
                    <a:pt x="430" y="121"/>
                    <a:pt x="430" y="0"/>
                  </a:cubicBezTo>
                  <a:close/>
                  <a:moveTo>
                    <a:pt x="67" y="342"/>
                  </a:moveTo>
                  <a:lnTo>
                    <a:pt x="67" y="342"/>
                  </a:lnTo>
                  <a:cubicBezTo>
                    <a:pt x="8" y="362"/>
                    <a:pt x="1" y="362"/>
                    <a:pt x="67" y="362"/>
                  </a:cubicBezTo>
                  <a:cubicBezTo>
                    <a:pt x="67" y="355"/>
                    <a:pt x="67" y="349"/>
                    <a:pt x="67" y="34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7"/>
            <p:cNvSpPr/>
            <p:nvPr/>
          </p:nvSpPr>
          <p:spPr>
            <a:xfrm rot="5581598">
              <a:off x="-127484" y="3425781"/>
              <a:ext cx="6075" cy="3025"/>
            </a:xfrm>
            <a:custGeom>
              <a:avLst/>
              <a:gdLst/>
              <a:ahLst/>
              <a:cxnLst/>
              <a:rect l="l" t="t" r="r" b="b"/>
              <a:pathLst>
                <a:path w="243" h="121" extrusionOk="0">
                  <a:moveTo>
                    <a:pt x="121" y="0"/>
                  </a:moveTo>
                  <a:lnTo>
                    <a:pt x="1" y="121"/>
                  </a:lnTo>
                  <a:lnTo>
                    <a:pt x="121" y="121"/>
                  </a:lnTo>
                  <a:cubicBezTo>
                    <a:pt x="242" y="121"/>
                    <a:pt x="242" y="0"/>
                    <a:pt x="2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7"/>
            <p:cNvSpPr/>
            <p:nvPr/>
          </p:nvSpPr>
          <p:spPr>
            <a:xfrm rot="5581598">
              <a:off x="-1842607" y="2702503"/>
              <a:ext cx="1678616" cy="1772916"/>
            </a:xfrm>
            <a:custGeom>
              <a:avLst/>
              <a:gdLst/>
              <a:ahLst/>
              <a:cxnLst/>
              <a:rect l="l" t="t" r="r" b="b"/>
              <a:pathLst>
                <a:path w="67145" h="70917" extrusionOk="0">
                  <a:moveTo>
                    <a:pt x="36696" y="0"/>
                  </a:moveTo>
                  <a:lnTo>
                    <a:pt x="24383" y="2264"/>
                  </a:lnTo>
                  <a:lnTo>
                    <a:pt x="28276" y="34583"/>
                  </a:lnTo>
                  <a:cubicBezTo>
                    <a:pt x="28276" y="34583"/>
                    <a:pt x="8661" y="48284"/>
                    <a:pt x="7273" y="49038"/>
                  </a:cubicBezTo>
                  <a:cubicBezTo>
                    <a:pt x="5885" y="49944"/>
                    <a:pt x="0" y="58997"/>
                    <a:pt x="0" y="58997"/>
                  </a:cubicBezTo>
                  <a:lnTo>
                    <a:pt x="13942" y="70917"/>
                  </a:lnTo>
                  <a:cubicBezTo>
                    <a:pt x="13942" y="70917"/>
                    <a:pt x="43998" y="58484"/>
                    <a:pt x="49159" y="55587"/>
                  </a:cubicBezTo>
                  <a:cubicBezTo>
                    <a:pt x="53172" y="53323"/>
                    <a:pt x="67144" y="9204"/>
                    <a:pt x="67144" y="9204"/>
                  </a:cubicBezTo>
                  <a:lnTo>
                    <a:pt x="53927" y="5794"/>
                  </a:lnTo>
                  <a:lnTo>
                    <a:pt x="42610" y="43516"/>
                  </a:lnTo>
                  <a:cubicBezTo>
                    <a:pt x="42248" y="44512"/>
                    <a:pt x="41494" y="45266"/>
                    <a:pt x="40468" y="45538"/>
                  </a:cubicBezTo>
                  <a:cubicBezTo>
                    <a:pt x="38597" y="46171"/>
                    <a:pt x="35579" y="47047"/>
                    <a:pt x="32169" y="48042"/>
                  </a:cubicBezTo>
                  <a:lnTo>
                    <a:pt x="33195" y="47288"/>
                  </a:lnTo>
                  <a:cubicBezTo>
                    <a:pt x="33195" y="47288"/>
                    <a:pt x="41735" y="42761"/>
                    <a:pt x="41101" y="36213"/>
                  </a:cubicBezTo>
                  <a:cubicBezTo>
                    <a:pt x="40588" y="31324"/>
                    <a:pt x="36696" y="0"/>
                    <a:pt x="3669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7"/>
            <p:cNvSpPr/>
            <p:nvPr/>
          </p:nvSpPr>
          <p:spPr>
            <a:xfrm rot="5581598">
              <a:off x="-1758906" y="3239309"/>
              <a:ext cx="811021" cy="239174"/>
            </a:xfrm>
            <a:custGeom>
              <a:avLst/>
              <a:gdLst/>
              <a:ahLst/>
              <a:cxnLst/>
              <a:rect l="l" t="t" r="r" b="b"/>
              <a:pathLst>
                <a:path w="32441" h="9567" extrusionOk="0">
                  <a:moveTo>
                    <a:pt x="32441" y="0"/>
                  </a:moveTo>
                  <a:cubicBezTo>
                    <a:pt x="32320" y="0"/>
                    <a:pt x="32199" y="121"/>
                    <a:pt x="32079" y="121"/>
                  </a:cubicBezTo>
                  <a:lnTo>
                    <a:pt x="31204" y="634"/>
                  </a:lnTo>
                  <a:cubicBezTo>
                    <a:pt x="29182" y="1026"/>
                    <a:pt x="27160" y="1509"/>
                    <a:pt x="25289" y="2143"/>
                  </a:cubicBezTo>
                  <a:cubicBezTo>
                    <a:pt x="22633" y="2897"/>
                    <a:pt x="19616" y="4044"/>
                    <a:pt x="16236" y="5040"/>
                  </a:cubicBezTo>
                  <a:cubicBezTo>
                    <a:pt x="14093" y="5794"/>
                    <a:pt x="11951" y="6428"/>
                    <a:pt x="9959" y="6790"/>
                  </a:cubicBezTo>
                  <a:cubicBezTo>
                    <a:pt x="7937" y="7303"/>
                    <a:pt x="6187" y="7303"/>
                    <a:pt x="4678" y="7665"/>
                  </a:cubicBezTo>
                  <a:cubicBezTo>
                    <a:pt x="3410" y="7937"/>
                    <a:pt x="2264" y="8299"/>
                    <a:pt x="1147" y="8812"/>
                  </a:cubicBezTo>
                  <a:cubicBezTo>
                    <a:pt x="906" y="9054"/>
                    <a:pt x="634" y="9174"/>
                    <a:pt x="272" y="9325"/>
                  </a:cubicBezTo>
                  <a:cubicBezTo>
                    <a:pt x="272" y="9446"/>
                    <a:pt x="151" y="9446"/>
                    <a:pt x="0" y="9567"/>
                  </a:cubicBezTo>
                  <a:cubicBezTo>
                    <a:pt x="151" y="9567"/>
                    <a:pt x="272" y="9446"/>
                    <a:pt x="393" y="9446"/>
                  </a:cubicBezTo>
                  <a:cubicBezTo>
                    <a:pt x="513" y="9325"/>
                    <a:pt x="906" y="9174"/>
                    <a:pt x="1268" y="8933"/>
                  </a:cubicBezTo>
                  <a:cubicBezTo>
                    <a:pt x="2264" y="8420"/>
                    <a:pt x="3410" y="8058"/>
                    <a:pt x="4678" y="7816"/>
                  </a:cubicBezTo>
                  <a:cubicBezTo>
                    <a:pt x="6187" y="7545"/>
                    <a:pt x="7937" y="7424"/>
                    <a:pt x="9959" y="7062"/>
                  </a:cubicBezTo>
                  <a:cubicBezTo>
                    <a:pt x="12071" y="6549"/>
                    <a:pt x="14214" y="6036"/>
                    <a:pt x="16356" y="5281"/>
                  </a:cubicBezTo>
                  <a:cubicBezTo>
                    <a:pt x="19616" y="4165"/>
                    <a:pt x="22784" y="3139"/>
                    <a:pt x="25289" y="2384"/>
                  </a:cubicBezTo>
                  <a:cubicBezTo>
                    <a:pt x="27914" y="1509"/>
                    <a:pt x="29936" y="1026"/>
                    <a:pt x="31204" y="755"/>
                  </a:cubicBezTo>
                  <a:lnTo>
                    <a:pt x="32079" y="272"/>
                  </a:lnTo>
                  <a:cubicBezTo>
                    <a:pt x="32199" y="121"/>
                    <a:pt x="32320" y="121"/>
                    <a:pt x="3244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rot="5581598">
              <a:off x="-1816674" y="3057291"/>
              <a:ext cx="125999" cy="164999"/>
            </a:xfrm>
            <a:custGeom>
              <a:avLst/>
              <a:gdLst/>
              <a:ahLst/>
              <a:cxnLst/>
              <a:rect l="l" t="t" r="r" b="b"/>
              <a:pathLst>
                <a:path w="5040" h="6600" extrusionOk="0">
                  <a:moveTo>
                    <a:pt x="1076" y="1"/>
                  </a:moveTo>
                  <a:cubicBezTo>
                    <a:pt x="844" y="1"/>
                    <a:pt x="649" y="86"/>
                    <a:pt x="393" y="172"/>
                  </a:cubicBezTo>
                  <a:cubicBezTo>
                    <a:pt x="242" y="172"/>
                    <a:pt x="121" y="172"/>
                    <a:pt x="0" y="292"/>
                  </a:cubicBezTo>
                  <a:cubicBezTo>
                    <a:pt x="513" y="172"/>
                    <a:pt x="876" y="172"/>
                    <a:pt x="1389" y="172"/>
                  </a:cubicBezTo>
                  <a:cubicBezTo>
                    <a:pt x="2022" y="292"/>
                    <a:pt x="2505" y="443"/>
                    <a:pt x="2897" y="685"/>
                  </a:cubicBezTo>
                  <a:cubicBezTo>
                    <a:pt x="4165" y="1198"/>
                    <a:pt x="4768" y="2435"/>
                    <a:pt x="4768" y="3702"/>
                  </a:cubicBezTo>
                  <a:cubicBezTo>
                    <a:pt x="4768" y="4336"/>
                    <a:pt x="4768" y="4819"/>
                    <a:pt x="4527" y="5332"/>
                  </a:cubicBezTo>
                  <a:cubicBezTo>
                    <a:pt x="4406" y="5724"/>
                    <a:pt x="4165" y="6207"/>
                    <a:pt x="3773" y="6599"/>
                  </a:cubicBezTo>
                  <a:cubicBezTo>
                    <a:pt x="3893" y="6479"/>
                    <a:pt x="4014" y="6479"/>
                    <a:pt x="4014" y="6328"/>
                  </a:cubicBezTo>
                  <a:cubicBezTo>
                    <a:pt x="4406" y="6086"/>
                    <a:pt x="4527" y="5724"/>
                    <a:pt x="4648" y="5332"/>
                  </a:cubicBezTo>
                  <a:cubicBezTo>
                    <a:pt x="4919" y="4819"/>
                    <a:pt x="5040" y="4336"/>
                    <a:pt x="5040" y="3702"/>
                  </a:cubicBezTo>
                  <a:cubicBezTo>
                    <a:pt x="5040" y="2314"/>
                    <a:pt x="4286" y="1047"/>
                    <a:pt x="3018" y="443"/>
                  </a:cubicBezTo>
                  <a:cubicBezTo>
                    <a:pt x="2505" y="172"/>
                    <a:pt x="2022" y="51"/>
                    <a:pt x="1389" y="51"/>
                  </a:cubicBezTo>
                  <a:cubicBezTo>
                    <a:pt x="1274" y="16"/>
                    <a:pt x="1172" y="1"/>
                    <a:pt x="107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rot="5581598">
              <a:off x="-1332607" y="3802117"/>
              <a:ext cx="91300" cy="43800"/>
            </a:xfrm>
            <a:custGeom>
              <a:avLst/>
              <a:gdLst/>
              <a:ahLst/>
              <a:cxnLst/>
              <a:rect l="l" t="t" r="r" b="b"/>
              <a:pathLst>
                <a:path w="3652" h="1752" extrusionOk="0">
                  <a:moveTo>
                    <a:pt x="0" y="1"/>
                  </a:moveTo>
                  <a:cubicBezTo>
                    <a:pt x="996" y="876"/>
                    <a:pt x="2263" y="1510"/>
                    <a:pt x="3652" y="1751"/>
                  </a:cubicBezTo>
                  <a:cubicBezTo>
                    <a:pt x="3018" y="1510"/>
                    <a:pt x="2384" y="1118"/>
                    <a:pt x="1871" y="876"/>
                  </a:cubicBezTo>
                  <a:cubicBezTo>
                    <a:pt x="1268" y="605"/>
                    <a:pt x="634" y="242"/>
                    <a:pt x="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7"/>
            <p:cNvSpPr/>
            <p:nvPr/>
          </p:nvSpPr>
          <p:spPr>
            <a:xfrm rot="5581598">
              <a:off x="-1355426" y="3761047"/>
              <a:ext cx="82250" cy="88300"/>
            </a:xfrm>
            <a:custGeom>
              <a:avLst/>
              <a:gdLst/>
              <a:ahLst/>
              <a:cxnLst/>
              <a:rect l="l" t="t" r="r" b="b"/>
              <a:pathLst>
                <a:path w="3290" h="3532" extrusionOk="0">
                  <a:moveTo>
                    <a:pt x="0" y="0"/>
                  </a:moveTo>
                  <a:lnTo>
                    <a:pt x="0" y="0"/>
                  </a:lnTo>
                  <a:cubicBezTo>
                    <a:pt x="392" y="755"/>
                    <a:pt x="875" y="1389"/>
                    <a:pt x="1388" y="2022"/>
                  </a:cubicBezTo>
                  <a:cubicBezTo>
                    <a:pt x="1901" y="2626"/>
                    <a:pt x="2535" y="3139"/>
                    <a:pt x="3289" y="3531"/>
                  </a:cubicBezTo>
                  <a:cubicBezTo>
                    <a:pt x="3289" y="3531"/>
                    <a:pt x="2535" y="2777"/>
                    <a:pt x="1630" y="1751"/>
                  </a:cubicBezTo>
                  <a:cubicBezTo>
                    <a:pt x="755" y="755"/>
                    <a:pt x="0" y="1"/>
                    <a:pt x="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7"/>
            <p:cNvSpPr/>
            <p:nvPr/>
          </p:nvSpPr>
          <p:spPr>
            <a:xfrm rot="5581598">
              <a:off x="-581321" y="4215974"/>
              <a:ext cx="317648" cy="100774"/>
            </a:xfrm>
            <a:custGeom>
              <a:avLst/>
              <a:gdLst/>
              <a:ahLst/>
              <a:cxnLst/>
              <a:rect l="l" t="t" r="r" b="b"/>
              <a:pathLst>
                <a:path w="12706" h="4031" extrusionOk="0">
                  <a:moveTo>
                    <a:pt x="1" y="0"/>
                  </a:moveTo>
                  <a:cubicBezTo>
                    <a:pt x="1" y="121"/>
                    <a:pt x="2777" y="996"/>
                    <a:pt x="6277" y="2143"/>
                  </a:cubicBezTo>
                  <a:cubicBezTo>
                    <a:pt x="9548" y="3177"/>
                    <a:pt x="12275" y="4030"/>
                    <a:pt x="12659" y="4030"/>
                  </a:cubicBezTo>
                  <a:cubicBezTo>
                    <a:pt x="12689" y="4030"/>
                    <a:pt x="12705" y="4025"/>
                    <a:pt x="12705" y="4014"/>
                  </a:cubicBezTo>
                  <a:cubicBezTo>
                    <a:pt x="12705" y="4014"/>
                    <a:pt x="9808" y="3018"/>
                    <a:pt x="6398" y="1901"/>
                  </a:cubicBezTo>
                  <a:cubicBezTo>
                    <a:pt x="2898" y="755"/>
                    <a:pt x="1" y="0"/>
                    <a:pt x="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rot="5581598">
              <a:off x="-397713" y="3540908"/>
              <a:ext cx="314623" cy="43800"/>
            </a:xfrm>
            <a:custGeom>
              <a:avLst/>
              <a:gdLst/>
              <a:ahLst/>
              <a:cxnLst/>
              <a:rect l="l" t="t" r="r" b="b"/>
              <a:pathLst>
                <a:path w="12585" h="1752" extrusionOk="0">
                  <a:moveTo>
                    <a:pt x="12585" y="1"/>
                  </a:moveTo>
                  <a:cubicBezTo>
                    <a:pt x="11951" y="1"/>
                    <a:pt x="11317" y="122"/>
                    <a:pt x="10683" y="242"/>
                  </a:cubicBezTo>
                  <a:cubicBezTo>
                    <a:pt x="9567" y="363"/>
                    <a:pt x="8058" y="635"/>
                    <a:pt x="6308" y="876"/>
                  </a:cubicBezTo>
                  <a:cubicBezTo>
                    <a:pt x="4527" y="1117"/>
                    <a:pt x="3018" y="1268"/>
                    <a:pt x="1902" y="1510"/>
                  </a:cubicBezTo>
                  <a:cubicBezTo>
                    <a:pt x="1268" y="1510"/>
                    <a:pt x="755" y="1630"/>
                    <a:pt x="514" y="1630"/>
                  </a:cubicBezTo>
                  <a:cubicBezTo>
                    <a:pt x="272" y="1630"/>
                    <a:pt x="121" y="1751"/>
                    <a:pt x="1" y="1751"/>
                  </a:cubicBezTo>
                  <a:lnTo>
                    <a:pt x="514" y="1751"/>
                  </a:lnTo>
                  <a:lnTo>
                    <a:pt x="1902" y="1630"/>
                  </a:lnTo>
                  <a:cubicBezTo>
                    <a:pt x="3018" y="1510"/>
                    <a:pt x="4527" y="1389"/>
                    <a:pt x="6308" y="1117"/>
                  </a:cubicBezTo>
                  <a:cubicBezTo>
                    <a:pt x="8058" y="876"/>
                    <a:pt x="9567" y="635"/>
                    <a:pt x="10683" y="363"/>
                  </a:cubicBezTo>
                  <a:cubicBezTo>
                    <a:pt x="11317" y="242"/>
                    <a:pt x="11830" y="242"/>
                    <a:pt x="12072" y="122"/>
                  </a:cubicBezTo>
                  <a:cubicBezTo>
                    <a:pt x="12192" y="122"/>
                    <a:pt x="12464" y="1"/>
                    <a:pt x="1258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rot="5581598">
              <a:off x="-2515954" y="2341950"/>
              <a:ext cx="342523" cy="352348"/>
            </a:xfrm>
            <a:custGeom>
              <a:avLst/>
              <a:gdLst/>
              <a:ahLst/>
              <a:cxnLst/>
              <a:rect l="l" t="t" r="r" b="b"/>
              <a:pathLst>
                <a:path w="13701" h="14094" extrusionOk="0">
                  <a:moveTo>
                    <a:pt x="13701" y="1"/>
                  </a:moveTo>
                  <a:lnTo>
                    <a:pt x="755" y="3019"/>
                  </a:lnTo>
                  <a:cubicBezTo>
                    <a:pt x="755" y="3019"/>
                    <a:pt x="121" y="12947"/>
                    <a:pt x="121" y="13339"/>
                  </a:cubicBezTo>
                  <a:cubicBezTo>
                    <a:pt x="1" y="13581"/>
                    <a:pt x="11196" y="14094"/>
                    <a:pt x="11196" y="14094"/>
                  </a:cubicBezTo>
                  <a:cubicBezTo>
                    <a:pt x="11317" y="13581"/>
                    <a:pt x="13701" y="1"/>
                    <a:pt x="1370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rot="5581598">
              <a:off x="-2367144" y="2185118"/>
              <a:ext cx="995870" cy="1012470"/>
            </a:xfrm>
            <a:custGeom>
              <a:avLst/>
              <a:gdLst/>
              <a:ahLst/>
              <a:cxnLst/>
              <a:rect l="l" t="t" r="r" b="b"/>
              <a:pathLst>
                <a:path w="39835" h="40499" extrusionOk="0">
                  <a:moveTo>
                    <a:pt x="24625" y="1"/>
                  </a:moveTo>
                  <a:lnTo>
                    <a:pt x="16719" y="12192"/>
                  </a:lnTo>
                  <a:lnTo>
                    <a:pt x="9808" y="18349"/>
                  </a:lnTo>
                  <a:lnTo>
                    <a:pt x="1" y="24656"/>
                  </a:lnTo>
                  <a:cubicBezTo>
                    <a:pt x="242" y="28277"/>
                    <a:pt x="1238" y="30812"/>
                    <a:pt x="2264" y="31808"/>
                  </a:cubicBezTo>
                  <a:cubicBezTo>
                    <a:pt x="2505" y="32321"/>
                    <a:pt x="2867" y="32803"/>
                    <a:pt x="3260" y="33316"/>
                  </a:cubicBezTo>
                  <a:lnTo>
                    <a:pt x="12947" y="40499"/>
                  </a:lnTo>
                  <a:cubicBezTo>
                    <a:pt x="12947" y="40499"/>
                    <a:pt x="18107" y="35700"/>
                    <a:pt x="20853" y="32562"/>
                  </a:cubicBezTo>
                  <a:lnTo>
                    <a:pt x="26888" y="24656"/>
                  </a:lnTo>
                  <a:lnTo>
                    <a:pt x="39834" y="18107"/>
                  </a:lnTo>
                  <a:lnTo>
                    <a:pt x="24625"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rot="5581598">
              <a:off x="-2146914" y="2110955"/>
              <a:ext cx="210499" cy="368198"/>
            </a:xfrm>
            <a:custGeom>
              <a:avLst/>
              <a:gdLst/>
              <a:ahLst/>
              <a:cxnLst/>
              <a:rect l="l" t="t" r="r" b="b"/>
              <a:pathLst>
                <a:path w="8420" h="14728" extrusionOk="0">
                  <a:moveTo>
                    <a:pt x="0" y="1"/>
                  </a:moveTo>
                  <a:cubicBezTo>
                    <a:pt x="241" y="122"/>
                    <a:pt x="513" y="272"/>
                    <a:pt x="754" y="272"/>
                  </a:cubicBezTo>
                  <a:cubicBezTo>
                    <a:pt x="1388" y="514"/>
                    <a:pt x="2022" y="755"/>
                    <a:pt x="2625" y="1148"/>
                  </a:cubicBezTo>
                  <a:cubicBezTo>
                    <a:pt x="3651" y="1510"/>
                    <a:pt x="4406" y="2264"/>
                    <a:pt x="4889" y="3139"/>
                  </a:cubicBezTo>
                  <a:cubicBezTo>
                    <a:pt x="5160" y="3773"/>
                    <a:pt x="5402" y="4286"/>
                    <a:pt x="5281" y="4920"/>
                  </a:cubicBezTo>
                  <a:cubicBezTo>
                    <a:pt x="5281" y="5553"/>
                    <a:pt x="5040" y="6157"/>
                    <a:pt x="5040" y="6911"/>
                  </a:cubicBezTo>
                  <a:cubicBezTo>
                    <a:pt x="5040" y="7304"/>
                    <a:pt x="5040" y="7666"/>
                    <a:pt x="5281" y="7937"/>
                  </a:cubicBezTo>
                  <a:cubicBezTo>
                    <a:pt x="5402" y="8300"/>
                    <a:pt x="5643" y="8571"/>
                    <a:pt x="5915" y="8813"/>
                  </a:cubicBezTo>
                  <a:cubicBezTo>
                    <a:pt x="6398" y="9054"/>
                    <a:pt x="6911" y="9446"/>
                    <a:pt x="7424" y="9929"/>
                  </a:cubicBezTo>
                  <a:cubicBezTo>
                    <a:pt x="8057" y="10684"/>
                    <a:pt x="8178" y="11830"/>
                    <a:pt x="7906" y="12826"/>
                  </a:cubicBezTo>
                  <a:cubicBezTo>
                    <a:pt x="7665" y="13460"/>
                    <a:pt x="7152" y="13973"/>
                    <a:pt x="6548" y="14335"/>
                  </a:cubicBezTo>
                  <a:cubicBezTo>
                    <a:pt x="6362" y="14418"/>
                    <a:pt x="6247" y="14515"/>
                    <a:pt x="6115" y="14606"/>
                  </a:cubicBezTo>
                  <a:lnTo>
                    <a:pt x="6115" y="14606"/>
                  </a:lnTo>
                  <a:cubicBezTo>
                    <a:pt x="6307" y="14604"/>
                    <a:pt x="6429" y="14589"/>
                    <a:pt x="6669" y="14456"/>
                  </a:cubicBezTo>
                  <a:cubicBezTo>
                    <a:pt x="7303" y="14094"/>
                    <a:pt x="7786" y="13581"/>
                    <a:pt x="8057" y="12826"/>
                  </a:cubicBezTo>
                  <a:cubicBezTo>
                    <a:pt x="8419" y="11830"/>
                    <a:pt x="8299" y="10563"/>
                    <a:pt x="7544" y="9688"/>
                  </a:cubicBezTo>
                  <a:cubicBezTo>
                    <a:pt x="7152" y="9326"/>
                    <a:pt x="6669" y="8933"/>
                    <a:pt x="6156" y="8571"/>
                  </a:cubicBezTo>
                  <a:cubicBezTo>
                    <a:pt x="5794" y="8300"/>
                    <a:pt x="5643" y="8179"/>
                    <a:pt x="5522" y="7817"/>
                  </a:cubicBezTo>
                  <a:cubicBezTo>
                    <a:pt x="5281" y="7545"/>
                    <a:pt x="5281" y="7304"/>
                    <a:pt x="5281" y="6911"/>
                  </a:cubicBezTo>
                  <a:cubicBezTo>
                    <a:pt x="5402" y="6308"/>
                    <a:pt x="5522" y="5674"/>
                    <a:pt x="5643" y="4920"/>
                  </a:cubicBezTo>
                  <a:cubicBezTo>
                    <a:pt x="5643" y="4286"/>
                    <a:pt x="5402" y="3652"/>
                    <a:pt x="5160" y="3019"/>
                  </a:cubicBezTo>
                  <a:cubicBezTo>
                    <a:pt x="4527" y="2143"/>
                    <a:pt x="3772" y="1389"/>
                    <a:pt x="2776" y="876"/>
                  </a:cubicBezTo>
                  <a:cubicBezTo>
                    <a:pt x="2143" y="635"/>
                    <a:pt x="1388" y="393"/>
                    <a:pt x="754" y="122"/>
                  </a:cubicBezTo>
                  <a:cubicBezTo>
                    <a:pt x="513" y="122"/>
                    <a:pt x="241" y="1"/>
                    <a:pt x="0" y="1"/>
                  </a:cubicBezTo>
                  <a:close/>
                  <a:moveTo>
                    <a:pt x="6115" y="14606"/>
                  </a:moveTo>
                  <a:lnTo>
                    <a:pt x="6115" y="14606"/>
                  </a:lnTo>
                  <a:cubicBezTo>
                    <a:pt x="6090" y="14607"/>
                    <a:pt x="6063" y="14607"/>
                    <a:pt x="6035" y="14607"/>
                  </a:cubicBezTo>
                  <a:cubicBezTo>
                    <a:pt x="6035" y="14632"/>
                    <a:pt x="6030" y="14652"/>
                    <a:pt x="6022" y="14668"/>
                  </a:cubicBezTo>
                  <a:lnTo>
                    <a:pt x="6022" y="14668"/>
                  </a:lnTo>
                  <a:cubicBezTo>
                    <a:pt x="6054" y="14648"/>
                    <a:pt x="6085" y="14627"/>
                    <a:pt x="6115" y="14606"/>
                  </a:cubicBezTo>
                  <a:close/>
                  <a:moveTo>
                    <a:pt x="6022" y="14668"/>
                  </a:moveTo>
                  <a:cubicBezTo>
                    <a:pt x="5988" y="14688"/>
                    <a:pt x="5953" y="14708"/>
                    <a:pt x="5915" y="14727"/>
                  </a:cubicBezTo>
                  <a:cubicBezTo>
                    <a:pt x="5915" y="14727"/>
                    <a:pt x="5990" y="14727"/>
                    <a:pt x="6022" y="14668"/>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7"/>
            <p:cNvSpPr/>
            <p:nvPr/>
          </p:nvSpPr>
          <p:spPr>
            <a:xfrm rot="5581598">
              <a:off x="-1884693" y="2691853"/>
              <a:ext cx="326673" cy="364423"/>
            </a:xfrm>
            <a:custGeom>
              <a:avLst/>
              <a:gdLst/>
              <a:ahLst/>
              <a:cxnLst/>
              <a:rect l="l" t="t" r="r" b="b"/>
              <a:pathLst>
                <a:path w="13067" h="14577" extrusionOk="0">
                  <a:moveTo>
                    <a:pt x="242" y="1"/>
                  </a:moveTo>
                  <a:cubicBezTo>
                    <a:pt x="121" y="1"/>
                    <a:pt x="121" y="122"/>
                    <a:pt x="121" y="122"/>
                  </a:cubicBezTo>
                  <a:cubicBezTo>
                    <a:pt x="0" y="363"/>
                    <a:pt x="0" y="635"/>
                    <a:pt x="0" y="755"/>
                  </a:cubicBezTo>
                  <a:cubicBezTo>
                    <a:pt x="0" y="1631"/>
                    <a:pt x="362" y="2385"/>
                    <a:pt x="875" y="2898"/>
                  </a:cubicBezTo>
                  <a:cubicBezTo>
                    <a:pt x="1630" y="3502"/>
                    <a:pt x="2746" y="3894"/>
                    <a:pt x="4014" y="4256"/>
                  </a:cubicBezTo>
                  <a:cubicBezTo>
                    <a:pt x="4647" y="4528"/>
                    <a:pt x="5130" y="4769"/>
                    <a:pt x="5764" y="5161"/>
                  </a:cubicBezTo>
                  <a:cubicBezTo>
                    <a:pt x="6277" y="5523"/>
                    <a:pt x="6790" y="6036"/>
                    <a:pt x="7031" y="6791"/>
                  </a:cubicBezTo>
                  <a:cubicBezTo>
                    <a:pt x="7273" y="7425"/>
                    <a:pt x="7394" y="8028"/>
                    <a:pt x="7665" y="8783"/>
                  </a:cubicBezTo>
                  <a:cubicBezTo>
                    <a:pt x="7907" y="9416"/>
                    <a:pt x="8299" y="9929"/>
                    <a:pt x="8902" y="10291"/>
                  </a:cubicBezTo>
                  <a:cubicBezTo>
                    <a:pt x="9928" y="11046"/>
                    <a:pt x="11045" y="11438"/>
                    <a:pt x="11799" y="12072"/>
                  </a:cubicBezTo>
                  <a:cubicBezTo>
                    <a:pt x="12433" y="12434"/>
                    <a:pt x="12825" y="13068"/>
                    <a:pt x="12946" y="13822"/>
                  </a:cubicBezTo>
                  <a:cubicBezTo>
                    <a:pt x="13067" y="14064"/>
                    <a:pt x="12946" y="14335"/>
                    <a:pt x="12946" y="14577"/>
                  </a:cubicBezTo>
                  <a:cubicBezTo>
                    <a:pt x="12946" y="14577"/>
                    <a:pt x="12946" y="14456"/>
                    <a:pt x="13067" y="14456"/>
                  </a:cubicBezTo>
                  <a:lnTo>
                    <a:pt x="13067" y="13822"/>
                  </a:lnTo>
                  <a:cubicBezTo>
                    <a:pt x="12946" y="13068"/>
                    <a:pt x="12554" y="12313"/>
                    <a:pt x="11920" y="11800"/>
                  </a:cubicBezTo>
                  <a:cubicBezTo>
                    <a:pt x="11166" y="11197"/>
                    <a:pt x="10049" y="10925"/>
                    <a:pt x="9053" y="10171"/>
                  </a:cubicBezTo>
                  <a:cubicBezTo>
                    <a:pt x="8540" y="9809"/>
                    <a:pt x="8148" y="9296"/>
                    <a:pt x="7907" y="8662"/>
                  </a:cubicBezTo>
                  <a:cubicBezTo>
                    <a:pt x="7665" y="8028"/>
                    <a:pt x="7544" y="7274"/>
                    <a:pt x="7273" y="6670"/>
                  </a:cubicBezTo>
                  <a:cubicBezTo>
                    <a:pt x="7031" y="5916"/>
                    <a:pt x="6518" y="5282"/>
                    <a:pt x="5885" y="4890"/>
                  </a:cubicBezTo>
                  <a:cubicBezTo>
                    <a:pt x="5281" y="4528"/>
                    <a:pt x="4647" y="4256"/>
                    <a:pt x="4014" y="4135"/>
                  </a:cubicBezTo>
                  <a:cubicBezTo>
                    <a:pt x="2867" y="3773"/>
                    <a:pt x="1750" y="3381"/>
                    <a:pt x="996" y="2747"/>
                  </a:cubicBezTo>
                  <a:cubicBezTo>
                    <a:pt x="483" y="2264"/>
                    <a:pt x="121" y="1510"/>
                    <a:pt x="121" y="755"/>
                  </a:cubicBezTo>
                  <a:cubicBezTo>
                    <a:pt x="121" y="484"/>
                    <a:pt x="121" y="242"/>
                    <a:pt x="24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7"/>
            <p:cNvSpPr/>
            <p:nvPr/>
          </p:nvSpPr>
          <p:spPr>
            <a:xfrm rot="5581598">
              <a:off x="-1968289" y="2591084"/>
              <a:ext cx="270099" cy="282924"/>
            </a:xfrm>
            <a:custGeom>
              <a:avLst/>
              <a:gdLst/>
              <a:ahLst/>
              <a:cxnLst/>
              <a:rect l="l" t="t" r="r" b="b"/>
              <a:pathLst>
                <a:path w="10804" h="11317" extrusionOk="0">
                  <a:moveTo>
                    <a:pt x="121" y="1"/>
                  </a:moveTo>
                  <a:cubicBezTo>
                    <a:pt x="0" y="121"/>
                    <a:pt x="0" y="393"/>
                    <a:pt x="121" y="514"/>
                  </a:cubicBezTo>
                  <a:lnTo>
                    <a:pt x="121" y="1"/>
                  </a:lnTo>
                  <a:close/>
                  <a:moveTo>
                    <a:pt x="121" y="514"/>
                  </a:moveTo>
                  <a:cubicBezTo>
                    <a:pt x="241" y="1147"/>
                    <a:pt x="513" y="1630"/>
                    <a:pt x="1117" y="2022"/>
                  </a:cubicBezTo>
                  <a:cubicBezTo>
                    <a:pt x="1871" y="2535"/>
                    <a:pt x="2776" y="2777"/>
                    <a:pt x="3651" y="2898"/>
                  </a:cubicBezTo>
                  <a:cubicBezTo>
                    <a:pt x="4134" y="3018"/>
                    <a:pt x="4647" y="3290"/>
                    <a:pt x="5160" y="3531"/>
                  </a:cubicBezTo>
                  <a:cubicBezTo>
                    <a:pt x="5643" y="3773"/>
                    <a:pt x="6035" y="4165"/>
                    <a:pt x="6277" y="4648"/>
                  </a:cubicBezTo>
                  <a:cubicBezTo>
                    <a:pt x="6669" y="5674"/>
                    <a:pt x="6548" y="6911"/>
                    <a:pt x="7031" y="7937"/>
                  </a:cubicBezTo>
                  <a:cubicBezTo>
                    <a:pt x="7303" y="8812"/>
                    <a:pt x="7786" y="9567"/>
                    <a:pt x="8540" y="10200"/>
                  </a:cubicBezTo>
                  <a:cubicBezTo>
                    <a:pt x="9053" y="10563"/>
                    <a:pt x="9566" y="10955"/>
                    <a:pt x="10170" y="11076"/>
                  </a:cubicBezTo>
                  <a:cubicBezTo>
                    <a:pt x="10321" y="11196"/>
                    <a:pt x="10441" y="11196"/>
                    <a:pt x="10562" y="11317"/>
                  </a:cubicBezTo>
                  <a:lnTo>
                    <a:pt x="10803" y="11317"/>
                  </a:lnTo>
                  <a:cubicBezTo>
                    <a:pt x="10049" y="11076"/>
                    <a:pt x="9295" y="10563"/>
                    <a:pt x="8661" y="10080"/>
                  </a:cubicBezTo>
                  <a:cubicBezTo>
                    <a:pt x="8057" y="9446"/>
                    <a:pt x="7544" y="8692"/>
                    <a:pt x="7152" y="7816"/>
                  </a:cubicBezTo>
                  <a:cubicBezTo>
                    <a:pt x="7031" y="7303"/>
                    <a:pt x="6911" y="6790"/>
                    <a:pt x="6790" y="6308"/>
                  </a:cubicBezTo>
                  <a:cubicBezTo>
                    <a:pt x="6790" y="5674"/>
                    <a:pt x="6669" y="5161"/>
                    <a:pt x="6398" y="4527"/>
                  </a:cubicBezTo>
                  <a:cubicBezTo>
                    <a:pt x="6156" y="4044"/>
                    <a:pt x="5794" y="3531"/>
                    <a:pt x="5281" y="3290"/>
                  </a:cubicBezTo>
                  <a:cubicBezTo>
                    <a:pt x="4768" y="3018"/>
                    <a:pt x="4285" y="2777"/>
                    <a:pt x="3651" y="2656"/>
                  </a:cubicBezTo>
                  <a:cubicBezTo>
                    <a:pt x="2776" y="2656"/>
                    <a:pt x="1871" y="2264"/>
                    <a:pt x="1117" y="1902"/>
                  </a:cubicBezTo>
                  <a:cubicBezTo>
                    <a:pt x="634" y="1509"/>
                    <a:pt x="241" y="1027"/>
                    <a:pt x="121" y="514"/>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rot="5581598">
              <a:off x="-2119107" y="2638022"/>
              <a:ext cx="138074" cy="103399"/>
            </a:xfrm>
            <a:custGeom>
              <a:avLst/>
              <a:gdLst/>
              <a:ahLst/>
              <a:cxnLst/>
              <a:rect l="l" t="t" r="r" b="b"/>
              <a:pathLst>
                <a:path w="5523" h="4136" extrusionOk="0">
                  <a:moveTo>
                    <a:pt x="0" y="1"/>
                  </a:moveTo>
                  <a:cubicBezTo>
                    <a:pt x="0" y="1"/>
                    <a:pt x="0" y="122"/>
                    <a:pt x="121" y="242"/>
                  </a:cubicBezTo>
                  <a:cubicBezTo>
                    <a:pt x="242" y="484"/>
                    <a:pt x="483" y="605"/>
                    <a:pt x="755" y="755"/>
                  </a:cubicBezTo>
                  <a:cubicBezTo>
                    <a:pt x="1117" y="876"/>
                    <a:pt x="1509" y="997"/>
                    <a:pt x="1871" y="997"/>
                  </a:cubicBezTo>
                  <a:cubicBezTo>
                    <a:pt x="2384" y="1118"/>
                    <a:pt x="2746" y="1359"/>
                    <a:pt x="3259" y="1510"/>
                  </a:cubicBezTo>
                  <a:cubicBezTo>
                    <a:pt x="4014" y="1872"/>
                    <a:pt x="4647" y="2385"/>
                    <a:pt x="5160" y="3139"/>
                  </a:cubicBezTo>
                  <a:cubicBezTo>
                    <a:pt x="5281" y="3502"/>
                    <a:pt x="5402" y="3894"/>
                    <a:pt x="5523" y="4135"/>
                  </a:cubicBezTo>
                  <a:cubicBezTo>
                    <a:pt x="5523" y="3773"/>
                    <a:pt x="5523" y="3381"/>
                    <a:pt x="5281" y="3139"/>
                  </a:cubicBezTo>
                  <a:cubicBezTo>
                    <a:pt x="4889" y="2264"/>
                    <a:pt x="4134" y="1631"/>
                    <a:pt x="3380" y="1238"/>
                  </a:cubicBezTo>
                  <a:cubicBezTo>
                    <a:pt x="2505" y="997"/>
                    <a:pt x="1630" y="755"/>
                    <a:pt x="875" y="605"/>
                  </a:cubicBezTo>
                  <a:cubicBezTo>
                    <a:pt x="483" y="484"/>
                    <a:pt x="242" y="242"/>
                    <a:pt x="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rot="5581598">
              <a:off x="-2275035" y="2481962"/>
              <a:ext cx="216549" cy="185599"/>
            </a:xfrm>
            <a:custGeom>
              <a:avLst/>
              <a:gdLst/>
              <a:ahLst/>
              <a:cxnLst/>
              <a:rect l="l" t="t" r="r" b="b"/>
              <a:pathLst>
                <a:path w="8662" h="7424" extrusionOk="0">
                  <a:moveTo>
                    <a:pt x="121" y="0"/>
                  </a:moveTo>
                  <a:lnTo>
                    <a:pt x="121" y="513"/>
                  </a:lnTo>
                  <a:cubicBezTo>
                    <a:pt x="0" y="996"/>
                    <a:pt x="121" y="1509"/>
                    <a:pt x="242" y="1871"/>
                  </a:cubicBezTo>
                  <a:cubicBezTo>
                    <a:pt x="363" y="2505"/>
                    <a:pt x="755" y="3139"/>
                    <a:pt x="1268" y="3652"/>
                  </a:cubicBezTo>
                  <a:cubicBezTo>
                    <a:pt x="1751" y="4134"/>
                    <a:pt x="2505" y="4647"/>
                    <a:pt x="3380" y="4768"/>
                  </a:cubicBezTo>
                  <a:cubicBezTo>
                    <a:pt x="4135" y="5040"/>
                    <a:pt x="5040" y="5160"/>
                    <a:pt x="5644" y="5402"/>
                  </a:cubicBezTo>
                  <a:cubicBezTo>
                    <a:pt x="6277" y="5523"/>
                    <a:pt x="6911" y="5794"/>
                    <a:pt x="7424" y="6036"/>
                  </a:cubicBezTo>
                  <a:cubicBezTo>
                    <a:pt x="7907" y="6398"/>
                    <a:pt x="8420" y="6790"/>
                    <a:pt x="8661" y="7424"/>
                  </a:cubicBezTo>
                  <a:cubicBezTo>
                    <a:pt x="8661" y="7152"/>
                    <a:pt x="8541" y="7031"/>
                    <a:pt x="8541" y="6911"/>
                  </a:cubicBezTo>
                  <a:cubicBezTo>
                    <a:pt x="8299" y="6549"/>
                    <a:pt x="7907" y="6156"/>
                    <a:pt x="7545" y="5915"/>
                  </a:cubicBezTo>
                  <a:cubicBezTo>
                    <a:pt x="7032" y="5523"/>
                    <a:pt x="6398" y="5281"/>
                    <a:pt x="5794" y="5160"/>
                  </a:cubicBezTo>
                  <a:cubicBezTo>
                    <a:pt x="5040" y="4889"/>
                    <a:pt x="4286" y="4768"/>
                    <a:pt x="3380" y="4527"/>
                  </a:cubicBezTo>
                  <a:cubicBezTo>
                    <a:pt x="2626" y="4406"/>
                    <a:pt x="2022" y="4014"/>
                    <a:pt x="1389" y="3380"/>
                  </a:cubicBezTo>
                  <a:cubicBezTo>
                    <a:pt x="996" y="3018"/>
                    <a:pt x="634" y="2384"/>
                    <a:pt x="363" y="1750"/>
                  </a:cubicBezTo>
                  <a:cubicBezTo>
                    <a:pt x="242" y="1268"/>
                    <a:pt x="121" y="634"/>
                    <a:pt x="121"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rot="5581598">
              <a:off x="-2490671" y="2449176"/>
              <a:ext cx="295748" cy="122999"/>
            </a:xfrm>
            <a:custGeom>
              <a:avLst/>
              <a:gdLst/>
              <a:ahLst/>
              <a:cxnLst/>
              <a:rect l="l" t="t" r="r" b="b"/>
              <a:pathLst>
                <a:path w="11830" h="4920" extrusionOk="0">
                  <a:moveTo>
                    <a:pt x="0" y="1"/>
                  </a:moveTo>
                  <a:lnTo>
                    <a:pt x="121" y="121"/>
                  </a:lnTo>
                  <a:cubicBezTo>
                    <a:pt x="121" y="121"/>
                    <a:pt x="242" y="242"/>
                    <a:pt x="362" y="393"/>
                  </a:cubicBezTo>
                  <a:cubicBezTo>
                    <a:pt x="875" y="634"/>
                    <a:pt x="1388" y="755"/>
                    <a:pt x="1871" y="755"/>
                  </a:cubicBezTo>
                  <a:cubicBezTo>
                    <a:pt x="2505" y="755"/>
                    <a:pt x="3259" y="876"/>
                    <a:pt x="4014" y="876"/>
                  </a:cubicBezTo>
                  <a:cubicBezTo>
                    <a:pt x="4406" y="996"/>
                    <a:pt x="4768" y="1268"/>
                    <a:pt x="5161" y="1509"/>
                  </a:cubicBezTo>
                  <a:cubicBezTo>
                    <a:pt x="5402" y="1751"/>
                    <a:pt x="5794" y="2143"/>
                    <a:pt x="5915" y="2505"/>
                  </a:cubicBezTo>
                  <a:cubicBezTo>
                    <a:pt x="6398" y="3411"/>
                    <a:pt x="7032" y="4165"/>
                    <a:pt x="7786" y="4648"/>
                  </a:cubicBezTo>
                  <a:cubicBezTo>
                    <a:pt x="8178" y="4769"/>
                    <a:pt x="8540" y="4919"/>
                    <a:pt x="9053" y="4919"/>
                  </a:cubicBezTo>
                  <a:cubicBezTo>
                    <a:pt x="9295" y="4769"/>
                    <a:pt x="9687" y="4648"/>
                    <a:pt x="9929" y="4406"/>
                  </a:cubicBezTo>
                  <a:cubicBezTo>
                    <a:pt x="10321" y="4165"/>
                    <a:pt x="10804" y="3893"/>
                    <a:pt x="11317" y="3773"/>
                  </a:cubicBezTo>
                  <a:cubicBezTo>
                    <a:pt x="11437" y="3773"/>
                    <a:pt x="11679" y="3773"/>
                    <a:pt x="11830" y="3893"/>
                  </a:cubicBezTo>
                  <a:cubicBezTo>
                    <a:pt x="11830" y="3773"/>
                    <a:pt x="11679" y="3773"/>
                    <a:pt x="11679" y="3773"/>
                  </a:cubicBezTo>
                  <a:cubicBezTo>
                    <a:pt x="11558" y="3773"/>
                    <a:pt x="11437" y="3652"/>
                    <a:pt x="11317" y="3652"/>
                  </a:cubicBezTo>
                  <a:cubicBezTo>
                    <a:pt x="10804" y="3773"/>
                    <a:pt x="10321" y="3893"/>
                    <a:pt x="9929" y="4286"/>
                  </a:cubicBezTo>
                  <a:cubicBezTo>
                    <a:pt x="9566" y="4406"/>
                    <a:pt x="9295" y="4527"/>
                    <a:pt x="8933" y="4648"/>
                  </a:cubicBezTo>
                  <a:cubicBezTo>
                    <a:pt x="8540" y="4648"/>
                    <a:pt x="8178" y="4648"/>
                    <a:pt x="7907" y="4406"/>
                  </a:cubicBezTo>
                  <a:cubicBezTo>
                    <a:pt x="7545" y="4165"/>
                    <a:pt x="7152" y="3893"/>
                    <a:pt x="6911" y="3531"/>
                  </a:cubicBezTo>
                  <a:cubicBezTo>
                    <a:pt x="6669" y="3260"/>
                    <a:pt x="6398" y="2777"/>
                    <a:pt x="6156" y="2385"/>
                  </a:cubicBezTo>
                  <a:cubicBezTo>
                    <a:pt x="5915" y="2022"/>
                    <a:pt x="5643" y="1630"/>
                    <a:pt x="5281" y="1268"/>
                  </a:cubicBezTo>
                  <a:cubicBezTo>
                    <a:pt x="4889" y="996"/>
                    <a:pt x="4527" y="755"/>
                    <a:pt x="4014" y="634"/>
                  </a:cubicBezTo>
                  <a:cubicBezTo>
                    <a:pt x="3591" y="634"/>
                    <a:pt x="3115" y="581"/>
                    <a:pt x="2621" y="581"/>
                  </a:cubicBezTo>
                  <a:cubicBezTo>
                    <a:pt x="2374" y="581"/>
                    <a:pt x="2123" y="594"/>
                    <a:pt x="1871" y="634"/>
                  </a:cubicBezTo>
                  <a:cubicBezTo>
                    <a:pt x="1388" y="634"/>
                    <a:pt x="875" y="514"/>
                    <a:pt x="513" y="242"/>
                  </a:cubicBezTo>
                  <a:cubicBezTo>
                    <a:pt x="242" y="121"/>
                    <a:pt x="121" y="121"/>
                    <a:pt x="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7"/>
            <p:cNvSpPr/>
            <p:nvPr/>
          </p:nvSpPr>
          <p:spPr>
            <a:xfrm rot="5581598">
              <a:off x="-1898234" y="2863508"/>
              <a:ext cx="47550" cy="45700"/>
            </a:xfrm>
            <a:custGeom>
              <a:avLst/>
              <a:gdLst/>
              <a:ahLst/>
              <a:cxnLst/>
              <a:rect l="l" t="t" r="r" b="b"/>
              <a:pathLst>
                <a:path w="1902" h="1828" extrusionOk="0">
                  <a:moveTo>
                    <a:pt x="393" y="91"/>
                  </a:moveTo>
                  <a:cubicBezTo>
                    <a:pt x="369" y="133"/>
                    <a:pt x="350" y="175"/>
                    <a:pt x="333" y="216"/>
                  </a:cubicBezTo>
                  <a:lnTo>
                    <a:pt x="333" y="216"/>
                  </a:lnTo>
                  <a:cubicBezTo>
                    <a:pt x="393" y="172"/>
                    <a:pt x="393" y="91"/>
                    <a:pt x="393" y="91"/>
                  </a:cubicBezTo>
                  <a:close/>
                  <a:moveTo>
                    <a:pt x="876" y="91"/>
                  </a:moveTo>
                  <a:cubicBezTo>
                    <a:pt x="634" y="91"/>
                    <a:pt x="634" y="242"/>
                    <a:pt x="634" y="242"/>
                  </a:cubicBezTo>
                  <a:cubicBezTo>
                    <a:pt x="634" y="242"/>
                    <a:pt x="755" y="242"/>
                    <a:pt x="876" y="91"/>
                  </a:cubicBezTo>
                  <a:close/>
                  <a:moveTo>
                    <a:pt x="1264" y="0"/>
                  </a:moveTo>
                  <a:cubicBezTo>
                    <a:pt x="1140" y="0"/>
                    <a:pt x="1012" y="30"/>
                    <a:pt x="876" y="91"/>
                  </a:cubicBezTo>
                  <a:cubicBezTo>
                    <a:pt x="997" y="91"/>
                    <a:pt x="1268" y="91"/>
                    <a:pt x="1510" y="242"/>
                  </a:cubicBezTo>
                  <a:cubicBezTo>
                    <a:pt x="1630" y="483"/>
                    <a:pt x="1630" y="604"/>
                    <a:pt x="1630" y="845"/>
                  </a:cubicBezTo>
                  <a:cubicBezTo>
                    <a:pt x="1630" y="1117"/>
                    <a:pt x="1510" y="1358"/>
                    <a:pt x="1389" y="1479"/>
                  </a:cubicBezTo>
                  <a:cubicBezTo>
                    <a:pt x="1268" y="1539"/>
                    <a:pt x="1110" y="1569"/>
                    <a:pt x="951" y="1569"/>
                  </a:cubicBezTo>
                  <a:cubicBezTo>
                    <a:pt x="793" y="1569"/>
                    <a:pt x="634" y="1539"/>
                    <a:pt x="514" y="1479"/>
                  </a:cubicBezTo>
                  <a:cubicBezTo>
                    <a:pt x="393" y="1237"/>
                    <a:pt x="242" y="1117"/>
                    <a:pt x="242" y="845"/>
                  </a:cubicBezTo>
                  <a:cubicBezTo>
                    <a:pt x="242" y="641"/>
                    <a:pt x="242" y="437"/>
                    <a:pt x="333" y="216"/>
                  </a:cubicBezTo>
                  <a:lnTo>
                    <a:pt x="333" y="216"/>
                  </a:lnTo>
                  <a:cubicBezTo>
                    <a:pt x="311" y="231"/>
                    <a:pt x="282" y="242"/>
                    <a:pt x="242" y="242"/>
                  </a:cubicBezTo>
                  <a:cubicBezTo>
                    <a:pt x="121" y="483"/>
                    <a:pt x="1" y="604"/>
                    <a:pt x="1" y="845"/>
                  </a:cubicBezTo>
                  <a:cubicBezTo>
                    <a:pt x="1" y="1117"/>
                    <a:pt x="121" y="1479"/>
                    <a:pt x="393" y="1600"/>
                  </a:cubicBezTo>
                  <a:cubicBezTo>
                    <a:pt x="610" y="1762"/>
                    <a:pt x="838" y="1828"/>
                    <a:pt x="1064" y="1828"/>
                  </a:cubicBezTo>
                  <a:cubicBezTo>
                    <a:pt x="1215" y="1828"/>
                    <a:pt x="1365" y="1799"/>
                    <a:pt x="1510" y="1750"/>
                  </a:cubicBezTo>
                  <a:cubicBezTo>
                    <a:pt x="1751" y="1479"/>
                    <a:pt x="1902" y="1237"/>
                    <a:pt x="1902" y="845"/>
                  </a:cubicBezTo>
                  <a:cubicBezTo>
                    <a:pt x="1902" y="604"/>
                    <a:pt x="1751" y="362"/>
                    <a:pt x="1630" y="91"/>
                  </a:cubicBezTo>
                  <a:cubicBezTo>
                    <a:pt x="1510" y="30"/>
                    <a:pt x="1389" y="0"/>
                    <a:pt x="126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rot="5581598">
              <a:off x="-1880654" y="2657420"/>
              <a:ext cx="53575" cy="44550"/>
            </a:xfrm>
            <a:custGeom>
              <a:avLst/>
              <a:gdLst/>
              <a:ahLst/>
              <a:cxnLst/>
              <a:rect l="l" t="t" r="r" b="b"/>
              <a:pathLst>
                <a:path w="2143" h="1782" extrusionOk="0">
                  <a:moveTo>
                    <a:pt x="875" y="92"/>
                  </a:moveTo>
                  <a:lnTo>
                    <a:pt x="875" y="92"/>
                  </a:lnTo>
                  <a:cubicBezTo>
                    <a:pt x="755" y="92"/>
                    <a:pt x="634" y="212"/>
                    <a:pt x="634" y="212"/>
                  </a:cubicBezTo>
                  <a:cubicBezTo>
                    <a:pt x="634" y="212"/>
                    <a:pt x="755" y="212"/>
                    <a:pt x="875" y="92"/>
                  </a:cubicBezTo>
                  <a:close/>
                  <a:moveTo>
                    <a:pt x="1253" y="1"/>
                  </a:moveTo>
                  <a:cubicBezTo>
                    <a:pt x="1124" y="1"/>
                    <a:pt x="996" y="31"/>
                    <a:pt x="875" y="92"/>
                  </a:cubicBezTo>
                  <a:cubicBezTo>
                    <a:pt x="1117" y="92"/>
                    <a:pt x="1388" y="92"/>
                    <a:pt x="1509" y="212"/>
                  </a:cubicBezTo>
                  <a:cubicBezTo>
                    <a:pt x="1630" y="454"/>
                    <a:pt x="1751" y="605"/>
                    <a:pt x="1751" y="846"/>
                  </a:cubicBezTo>
                  <a:cubicBezTo>
                    <a:pt x="1751" y="1087"/>
                    <a:pt x="1630" y="1359"/>
                    <a:pt x="1388" y="1480"/>
                  </a:cubicBezTo>
                  <a:cubicBezTo>
                    <a:pt x="1276" y="1530"/>
                    <a:pt x="1169" y="1559"/>
                    <a:pt x="1064" y="1559"/>
                  </a:cubicBezTo>
                  <a:cubicBezTo>
                    <a:pt x="917" y="1559"/>
                    <a:pt x="775" y="1500"/>
                    <a:pt x="634" y="1359"/>
                  </a:cubicBezTo>
                  <a:cubicBezTo>
                    <a:pt x="362" y="1208"/>
                    <a:pt x="242" y="1087"/>
                    <a:pt x="242" y="846"/>
                  </a:cubicBezTo>
                  <a:cubicBezTo>
                    <a:pt x="242" y="605"/>
                    <a:pt x="362" y="333"/>
                    <a:pt x="513" y="92"/>
                  </a:cubicBezTo>
                  <a:lnTo>
                    <a:pt x="513" y="92"/>
                  </a:lnTo>
                  <a:cubicBezTo>
                    <a:pt x="513" y="92"/>
                    <a:pt x="362" y="92"/>
                    <a:pt x="242" y="212"/>
                  </a:cubicBezTo>
                  <a:cubicBezTo>
                    <a:pt x="121" y="333"/>
                    <a:pt x="121" y="605"/>
                    <a:pt x="121" y="846"/>
                  </a:cubicBezTo>
                  <a:cubicBezTo>
                    <a:pt x="0" y="1087"/>
                    <a:pt x="242" y="1359"/>
                    <a:pt x="513" y="1600"/>
                  </a:cubicBezTo>
                  <a:cubicBezTo>
                    <a:pt x="634" y="1721"/>
                    <a:pt x="785" y="1781"/>
                    <a:pt x="955" y="1781"/>
                  </a:cubicBezTo>
                  <a:cubicBezTo>
                    <a:pt x="1124" y="1781"/>
                    <a:pt x="1313" y="1721"/>
                    <a:pt x="1509" y="1600"/>
                  </a:cubicBezTo>
                  <a:cubicBezTo>
                    <a:pt x="1630" y="1600"/>
                    <a:pt x="1630" y="1600"/>
                    <a:pt x="1751" y="1480"/>
                  </a:cubicBezTo>
                  <a:cubicBezTo>
                    <a:pt x="2143" y="1087"/>
                    <a:pt x="2022" y="454"/>
                    <a:pt x="1630" y="92"/>
                  </a:cubicBezTo>
                  <a:cubicBezTo>
                    <a:pt x="1509" y="31"/>
                    <a:pt x="1381" y="1"/>
                    <a:pt x="125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rot="5581598">
              <a:off x="-1574504" y="2791120"/>
              <a:ext cx="50575" cy="45100"/>
            </a:xfrm>
            <a:custGeom>
              <a:avLst/>
              <a:gdLst/>
              <a:ahLst/>
              <a:cxnLst/>
              <a:rect l="l" t="t" r="r" b="b"/>
              <a:pathLst>
                <a:path w="2023" h="1804" extrusionOk="0">
                  <a:moveTo>
                    <a:pt x="755" y="91"/>
                  </a:moveTo>
                  <a:cubicBezTo>
                    <a:pt x="634" y="91"/>
                    <a:pt x="634" y="242"/>
                    <a:pt x="634" y="242"/>
                  </a:cubicBezTo>
                  <a:lnTo>
                    <a:pt x="755" y="91"/>
                  </a:lnTo>
                  <a:close/>
                  <a:moveTo>
                    <a:pt x="1204" y="1"/>
                  </a:moveTo>
                  <a:cubicBezTo>
                    <a:pt x="1049" y="1"/>
                    <a:pt x="890" y="31"/>
                    <a:pt x="755" y="91"/>
                  </a:cubicBezTo>
                  <a:cubicBezTo>
                    <a:pt x="1026" y="91"/>
                    <a:pt x="1268" y="91"/>
                    <a:pt x="1509" y="242"/>
                  </a:cubicBezTo>
                  <a:cubicBezTo>
                    <a:pt x="1630" y="484"/>
                    <a:pt x="1630" y="604"/>
                    <a:pt x="1630" y="846"/>
                  </a:cubicBezTo>
                  <a:cubicBezTo>
                    <a:pt x="1630" y="1117"/>
                    <a:pt x="1509" y="1359"/>
                    <a:pt x="1268" y="1480"/>
                  </a:cubicBezTo>
                  <a:cubicBezTo>
                    <a:pt x="1168" y="1530"/>
                    <a:pt x="1063" y="1559"/>
                    <a:pt x="956" y="1559"/>
                  </a:cubicBezTo>
                  <a:cubicBezTo>
                    <a:pt x="806" y="1559"/>
                    <a:pt x="655" y="1500"/>
                    <a:pt x="513" y="1359"/>
                  </a:cubicBezTo>
                  <a:cubicBezTo>
                    <a:pt x="272" y="1238"/>
                    <a:pt x="121" y="1117"/>
                    <a:pt x="121" y="846"/>
                  </a:cubicBezTo>
                  <a:cubicBezTo>
                    <a:pt x="272" y="604"/>
                    <a:pt x="272" y="363"/>
                    <a:pt x="393" y="91"/>
                  </a:cubicBezTo>
                  <a:lnTo>
                    <a:pt x="393" y="91"/>
                  </a:lnTo>
                  <a:lnTo>
                    <a:pt x="272" y="242"/>
                  </a:lnTo>
                  <a:cubicBezTo>
                    <a:pt x="121" y="363"/>
                    <a:pt x="0" y="604"/>
                    <a:pt x="0" y="846"/>
                  </a:cubicBezTo>
                  <a:cubicBezTo>
                    <a:pt x="0" y="1117"/>
                    <a:pt x="121" y="1359"/>
                    <a:pt x="393" y="1600"/>
                  </a:cubicBezTo>
                  <a:cubicBezTo>
                    <a:pt x="513" y="1736"/>
                    <a:pt x="702" y="1804"/>
                    <a:pt x="906" y="1804"/>
                  </a:cubicBezTo>
                  <a:cubicBezTo>
                    <a:pt x="1109" y="1804"/>
                    <a:pt x="1328" y="1736"/>
                    <a:pt x="1509" y="1600"/>
                  </a:cubicBezTo>
                  <a:lnTo>
                    <a:pt x="1630" y="1480"/>
                  </a:lnTo>
                  <a:cubicBezTo>
                    <a:pt x="2022" y="1117"/>
                    <a:pt x="2022" y="484"/>
                    <a:pt x="1630" y="91"/>
                  </a:cubicBezTo>
                  <a:cubicBezTo>
                    <a:pt x="1509" y="31"/>
                    <a:pt x="1358" y="1"/>
                    <a:pt x="120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rot="5581598">
              <a:off x="-2138680" y="2578710"/>
              <a:ext cx="49825" cy="45300"/>
            </a:xfrm>
            <a:custGeom>
              <a:avLst/>
              <a:gdLst/>
              <a:ahLst/>
              <a:cxnLst/>
              <a:rect l="l" t="t" r="r" b="b"/>
              <a:pathLst>
                <a:path w="1993" h="1812" extrusionOk="0">
                  <a:moveTo>
                    <a:pt x="876" y="1"/>
                  </a:moveTo>
                  <a:cubicBezTo>
                    <a:pt x="755" y="122"/>
                    <a:pt x="604" y="242"/>
                    <a:pt x="604" y="242"/>
                  </a:cubicBezTo>
                  <a:cubicBezTo>
                    <a:pt x="604" y="242"/>
                    <a:pt x="755" y="242"/>
                    <a:pt x="876" y="122"/>
                  </a:cubicBezTo>
                  <a:cubicBezTo>
                    <a:pt x="1117" y="122"/>
                    <a:pt x="1238" y="122"/>
                    <a:pt x="1509" y="242"/>
                  </a:cubicBezTo>
                  <a:cubicBezTo>
                    <a:pt x="1630" y="363"/>
                    <a:pt x="1751" y="635"/>
                    <a:pt x="1751" y="876"/>
                  </a:cubicBezTo>
                  <a:cubicBezTo>
                    <a:pt x="1751" y="997"/>
                    <a:pt x="1630" y="1238"/>
                    <a:pt x="1359" y="1389"/>
                  </a:cubicBezTo>
                  <a:cubicBezTo>
                    <a:pt x="1238" y="1449"/>
                    <a:pt x="1087" y="1479"/>
                    <a:pt x="932" y="1479"/>
                  </a:cubicBezTo>
                  <a:cubicBezTo>
                    <a:pt x="778" y="1479"/>
                    <a:pt x="619" y="1449"/>
                    <a:pt x="483" y="1389"/>
                  </a:cubicBezTo>
                  <a:cubicBezTo>
                    <a:pt x="363" y="1238"/>
                    <a:pt x="242" y="997"/>
                    <a:pt x="242" y="755"/>
                  </a:cubicBezTo>
                  <a:cubicBezTo>
                    <a:pt x="242" y="635"/>
                    <a:pt x="363" y="363"/>
                    <a:pt x="483" y="122"/>
                  </a:cubicBezTo>
                  <a:lnTo>
                    <a:pt x="483" y="122"/>
                  </a:lnTo>
                  <a:cubicBezTo>
                    <a:pt x="483" y="122"/>
                    <a:pt x="363" y="122"/>
                    <a:pt x="242" y="242"/>
                  </a:cubicBezTo>
                  <a:cubicBezTo>
                    <a:pt x="121" y="363"/>
                    <a:pt x="121" y="635"/>
                    <a:pt x="1" y="755"/>
                  </a:cubicBezTo>
                  <a:cubicBezTo>
                    <a:pt x="1" y="1117"/>
                    <a:pt x="121" y="1389"/>
                    <a:pt x="363" y="1630"/>
                  </a:cubicBezTo>
                  <a:cubicBezTo>
                    <a:pt x="559" y="1751"/>
                    <a:pt x="747" y="1811"/>
                    <a:pt x="936" y="1811"/>
                  </a:cubicBezTo>
                  <a:cubicBezTo>
                    <a:pt x="1125" y="1811"/>
                    <a:pt x="1313" y="1751"/>
                    <a:pt x="1509" y="1630"/>
                  </a:cubicBezTo>
                  <a:cubicBezTo>
                    <a:pt x="1751" y="1510"/>
                    <a:pt x="1992" y="1117"/>
                    <a:pt x="1992" y="876"/>
                  </a:cubicBezTo>
                  <a:cubicBezTo>
                    <a:pt x="1992" y="635"/>
                    <a:pt x="1872" y="242"/>
                    <a:pt x="1630" y="122"/>
                  </a:cubicBezTo>
                  <a:cubicBezTo>
                    <a:pt x="1359" y="1"/>
                    <a:pt x="1117" y="1"/>
                    <a:pt x="876"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rot="5581598">
              <a:off x="-2258492" y="2449710"/>
              <a:ext cx="50575" cy="45125"/>
            </a:xfrm>
            <a:custGeom>
              <a:avLst/>
              <a:gdLst/>
              <a:ahLst/>
              <a:cxnLst/>
              <a:rect l="l" t="t" r="r" b="b"/>
              <a:pathLst>
                <a:path w="2023" h="1805" extrusionOk="0">
                  <a:moveTo>
                    <a:pt x="755" y="114"/>
                  </a:moveTo>
                  <a:lnTo>
                    <a:pt x="755" y="114"/>
                  </a:lnTo>
                  <a:cubicBezTo>
                    <a:pt x="634" y="114"/>
                    <a:pt x="514" y="235"/>
                    <a:pt x="514" y="235"/>
                  </a:cubicBezTo>
                  <a:cubicBezTo>
                    <a:pt x="634" y="235"/>
                    <a:pt x="634" y="235"/>
                    <a:pt x="755" y="114"/>
                  </a:cubicBezTo>
                  <a:close/>
                  <a:moveTo>
                    <a:pt x="1193" y="1"/>
                  </a:moveTo>
                  <a:cubicBezTo>
                    <a:pt x="1034" y="1"/>
                    <a:pt x="876" y="39"/>
                    <a:pt x="755" y="114"/>
                  </a:cubicBezTo>
                  <a:cubicBezTo>
                    <a:pt x="997" y="114"/>
                    <a:pt x="1268" y="114"/>
                    <a:pt x="1389" y="235"/>
                  </a:cubicBezTo>
                  <a:cubicBezTo>
                    <a:pt x="1630" y="356"/>
                    <a:pt x="1630" y="597"/>
                    <a:pt x="1630" y="869"/>
                  </a:cubicBezTo>
                  <a:cubicBezTo>
                    <a:pt x="1630" y="1110"/>
                    <a:pt x="1510" y="1231"/>
                    <a:pt x="1268" y="1351"/>
                  </a:cubicBezTo>
                  <a:cubicBezTo>
                    <a:pt x="1132" y="1412"/>
                    <a:pt x="1004" y="1442"/>
                    <a:pt x="880" y="1442"/>
                  </a:cubicBezTo>
                  <a:cubicBezTo>
                    <a:pt x="755" y="1442"/>
                    <a:pt x="634" y="1412"/>
                    <a:pt x="514" y="1351"/>
                  </a:cubicBezTo>
                  <a:cubicBezTo>
                    <a:pt x="242" y="1231"/>
                    <a:pt x="121" y="989"/>
                    <a:pt x="121" y="869"/>
                  </a:cubicBezTo>
                  <a:cubicBezTo>
                    <a:pt x="121" y="597"/>
                    <a:pt x="242" y="356"/>
                    <a:pt x="393" y="114"/>
                  </a:cubicBezTo>
                  <a:lnTo>
                    <a:pt x="393" y="114"/>
                  </a:lnTo>
                  <a:cubicBezTo>
                    <a:pt x="393" y="114"/>
                    <a:pt x="242" y="114"/>
                    <a:pt x="242" y="235"/>
                  </a:cubicBezTo>
                  <a:cubicBezTo>
                    <a:pt x="121" y="356"/>
                    <a:pt x="1" y="597"/>
                    <a:pt x="1" y="718"/>
                  </a:cubicBezTo>
                  <a:cubicBezTo>
                    <a:pt x="1" y="1110"/>
                    <a:pt x="121" y="1351"/>
                    <a:pt x="393" y="1623"/>
                  </a:cubicBezTo>
                  <a:cubicBezTo>
                    <a:pt x="514" y="1744"/>
                    <a:pt x="702" y="1804"/>
                    <a:pt x="891" y="1804"/>
                  </a:cubicBezTo>
                  <a:cubicBezTo>
                    <a:pt x="1080" y="1804"/>
                    <a:pt x="1268" y="1744"/>
                    <a:pt x="1389" y="1623"/>
                  </a:cubicBezTo>
                  <a:cubicBezTo>
                    <a:pt x="1510" y="1623"/>
                    <a:pt x="1510" y="1623"/>
                    <a:pt x="1630" y="1472"/>
                  </a:cubicBezTo>
                  <a:cubicBezTo>
                    <a:pt x="2023" y="1110"/>
                    <a:pt x="2023" y="476"/>
                    <a:pt x="1630" y="114"/>
                  </a:cubicBezTo>
                  <a:cubicBezTo>
                    <a:pt x="1510" y="39"/>
                    <a:pt x="1351" y="1"/>
                    <a:pt x="1193"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7"/>
            <p:cNvSpPr/>
            <p:nvPr/>
          </p:nvSpPr>
          <p:spPr>
            <a:xfrm rot="5581598">
              <a:off x="-2480967" y="2542219"/>
              <a:ext cx="49800" cy="44300"/>
            </a:xfrm>
            <a:custGeom>
              <a:avLst/>
              <a:gdLst/>
              <a:ahLst/>
              <a:cxnLst/>
              <a:rect l="l" t="t" r="r" b="b"/>
              <a:pathLst>
                <a:path w="1992" h="1772" extrusionOk="0">
                  <a:moveTo>
                    <a:pt x="504" y="273"/>
                  </a:moveTo>
                  <a:cubicBezTo>
                    <a:pt x="491" y="285"/>
                    <a:pt x="483" y="292"/>
                    <a:pt x="483" y="292"/>
                  </a:cubicBezTo>
                  <a:lnTo>
                    <a:pt x="504" y="273"/>
                  </a:lnTo>
                  <a:close/>
                  <a:moveTo>
                    <a:pt x="989" y="1"/>
                  </a:moveTo>
                  <a:cubicBezTo>
                    <a:pt x="906" y="1"/>
                    <a:pt x="825" y="16"/>
                    <a:pt x="755" y="51"/>
                  </a:cubicBezTo>
                  <a:lnTo>
                    <a:pt x="504" y="273"/>
                  </a:lnTo>
                  <a:lnTo>
                    <a:pt x="504" y="273"/>
                  </a:lnTo>
                  <a:cubicBezTo>
                    <a:pt x="545" y="240"/>
                    <a:pt x="641" y="172"/>
                    <a:pt x="755" y="172"/>
                  </a:cubicBezTo>
                  <a:cubicBezTo>
                    <a:pt x="825" y="136"/>
                    <a:pt x="896" y="122"/>
                    <a:pt x="967" y="122"/>
                  </a:cubicBezTo>
                  <a:cubicBezTo>
                    <a:pt x="1140" y="122"/>
                    <a:pt x="1317" y="207"/>
                    <a:pt x="1509" y="292"/>
                  </a:cubicBezTo>
                  <a:cubicBezTo>
                    <a:pt x="1630" y="443"/>
                    <a:pt x="1630" y="564"/>
                    <a:pt x="1630" y="805"/>
                  </a:cubicBezTo>
                  <a:cubicBezTo>
                    <a:pt x="1630" y="1047"/>
                    <a:pt x="1509" y="1318"/>
                    <a:pt x="1237" y="1439"/>
                  </a:cubicBezTo>
                  <a:cubicBezTo>
                    <a:pt x="1117" y="1499"/>
                    <a:pt x="996" y="1530"/>
                    <a:pt x="872" y="1530"/>
                  </a:cubicBezTo>
                  <a:cubicBezTo>
                    <a:pt x="747" y="1530"/>
                    <a:pt x="619" y="1499"/>
                    <a:pt x="483" y="1439"/>
                  </a:cubicBezTo>
                  <a:cubicBezTo>
                    <a:pt x="242" y="1318"/>
                    <a:pt x="121" y="1047"/>
                    <a:pt x="121" y="805"/>
                  </a:cubicBezTo>
                  <a:cubicBezTo>
                    <a:pt x="242" y="564"/>
                    <a:pt x="242" y="292"/>
                    <a:pt x="362" y="172"/>
                  </a:cubicBezTo>
                  <a:lnTo>
                    <a:pt x="362" y="172"/>
                  </a:lnTo>
                  <a:lnTo>
                    <a:pt x="242" y="292"/>
                  </a:lnTo>
                  <a:cubicBezTo>
                    <a:pt x="121" y="443"/>
                    <a:pt x="0" y="564"/>
                    <a:pt x="0" y="805"/>
                  </a:cubicBezTo>
                  <a:cubicBezTo>
                    <a:pt x="0" y="1047"/>
                    <a:pt x="121" y="1439"/>
                    <a:pt x="362" y="1681"/>
                  </a:cubicBezTo>
                  <a:cubicBezTo>
                    <a:pt x="483" y="1741"/>
                    <a:pt x="672" y="1771"/>
                    <a:pt x="860" y="1771"/>
                  </a:cubicBezTo>
                  <a:cubicBezTo>
                    <a:pt x="1049" y="1771"/>
                    <a:pt x="1237" y="1741"/>
                    <a:pt x="1358" y="1681"/>
                  </a:cubicBezTo>
                  <a:cubicBezTo>
                    <a:pt x="1509" y="1681"/>
                    <a:pt x="1509" y="1560"/>
                    <a:pt x="1509" y="1560"/>
                  </a:cubicBezTo>
                  <a:cubicBezTo>
                    <a:pt x="1992" y="1198"/>
                    <a:pt x="1992" y="564"/>
                    <a:pt x="1509" y="172"/>
                  </a:cubicBezTo>
                  <a:cubicBezTo>
                    <a:pt x="1402" y="86"/>
                    <a:pt x="1190" y="1"/>
                    <a:pt x="98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rot="5581598">
              <a:off x="-2477092" y="1934550"/>
              <a:ext cx="606572" cy="398023"/>
            </a:xfrm>
            <a:custGeom>
              <a:avLst/>
              <a:gdLst/>
              <a:ahLst/>
              <a:cxnLst/>
              <a:rect l="l" t="t" r="r" b="b"/>
              <a:pathLst>
                <a:path w="24263" h="15921" extrusionOk="0">
                  <a:moveTo>
                    <a:pt x="6740" y="1"/>
                  </a:moveTo>
                  <a:cubicBezTo>
                    <a:pt x="5746" y="1"/>
                    <a:pt x="4745" y="171"/>
                    <a:pt x="3772" y="530"/>
                  </a:cubicBezTo>
                  <a:lnTo>
                    <a:pt x="2535" y="1013"/>
                  </a:lnTo>
                  <a:cubicBezTo>
                    <a:pt x="1630" y="1406"/>
                    <a:pt x="875" y="2160"/>
                    <a:pt x="755" y="3156"/>
                  </a:cubicBezTo>
                  <a:lnTo>
                    <a:pt x="393" y="5419"/>
                  </a:lnTo>
                  <a:cubicBezTo>
                    <a:pt x="0" y="7562"/>
                    <a:pt x="755" y="9704"/>
                    <a:pt x="2535" y="10942"/>
                  </a:cubicBezTo>
                  <a:cubicBezTo>
                    <a:pt x="4648" y="12601"/>
                    <a:pt x="7062" y="14472"/>
                    <a:pt x="8933" y="15468"/>
                  </a:cubicBezTo>
                  <a:cubicBezTo>
                    <a:pt x="9609" y="15793"/>
                    <a:pt x="10298" y="15921"/>
                    <a:pt x="10963" y="15921"/>
                  </a:cubicBezTo>
                  <a:cubicBezTo>
                    <a:pt x="13383" y="15921"/>
                    <a:pt x="15481" y="14231"/>
                    <a:pt x="15481" y="14231"/>
                  </a:cubicBezTo>
                  <a:cubicBezTo>
                    <a:pt x="16629" y="14422"/>
                    <a:pt x="17795" y="14519"/>
                    <a:pt x="18963" y="14519"/>
                  </a:cubicBezTo>
                  <a:cubicBezTo>
                    <a:pt x="20745" y="14519"/>
                    <a:pt x="22531" y="14294"/>
                    <a:pt x="24263" y="13839"/>
                  </a:cubicBezTo>
                  <a:lnTo>
                    <a:pt x="16990" y="8437"/>
                  </a:lnTo>
                  <a:lnTo>
                    <a:pt x="11950" y="1647"/>
                  </a:lnTo>
                  <a:cubicBezTo>
                    <a:pt x="10401" y="588"/>
                    <a:pt x="8584" y="1"/>
                    <a:pt x="6740"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rot="5581598">
              <a:off x="-2264726" y="1946461"/>
              <a:ext cx="24925" cy="23675"/>
            </a:xfrm>
            <a:custGeom>
              <a:avLst/>
              <a:gdLst/>
              <a:ahLst/>
              <a:cxnLst/>
              <a:rect l="l" t="t" r="r" b="b"/>
              <a:pathLst>
                <a:path w="997" h="947" extrusionOk="0">
                  <a:moveTo>
                    <a:pt x="542" y="0"/>
                  </a:moveTo>
                  <a:cubicBezTo>
                    <a:pt x="398" y="0"/>
                    <a:pt x="259" y="66"/>
                    <a:pt x="121" y="222"/>
                  </a:cubicBezTo>
                  <a:cubicBezTo>
                    <a:pt x="0" y="464"/>
                    <a:pt x="121" y="705"/>
                    <a:pt x="242" y="856"/>
                  </a:cubicBezTo>
                  <a:cubicBezTo>
                    <a:pt x="363" y="916"/>
                    <a:pt x="491" y="946"/>
                    <a:pt x="604" y="946"/>
                  </a:cubicBezTo>
                  <a:cubicBezTo>
                    <a:pt x="717" y="946"/>
                    <a:pt x="815" y="916"/>
                    <a:pt x="876" y="856"/>
                  </a:cubicBezTo>
                  <a:lnTo>
                    <a:pt x="876" y="705"/>
                  </a:lnTo>
                  <a:cubicBezTo>
                    <a:pt x="996" y="584"/>
                    <a:pt x="996" y="343"/>
                    <a:pt x="876" y="101"/>
                  </a:cubicBezTo>
                  <a:cubicBezTo>
                    <a:pt x="760" y="37"/>
                    <a:pt x="649" y="0"/>
                    <a:pt x="5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rot="5581598">
              <a:off x="-2258226" y="1927381"/>
              <a:ext cx="27925" cy="40000"/>
            </a:xfrm>
            <a:custGeom>
              <a:avLst/>
              <a:gdLst/>
              <a:ahLst/>
              <a:cxnLst/>
              <a:rect l="l" t="t" r="r" b="b"/>
              <a:pathLst>
                <a:path w="1117" h="1600" extrusionOk="0">
                  <a:moveTo>
                    <a:pt x="1026" y="0"/>
                  </a:moveTo>
                  <a:cubicBezTo>
                    <a:pt x="966" y="0"/>
                    <a:pt x="876" y="30"/>
                    <a:pt x="755" y="91"/>
                  </a:cubicBezTo>
                  <a:cubicBezTo>
                    <a:pt x="513" y="91"/>
                    <a:pt x="242" y="332"/>
                    <a:pt x="121" y="574"/>
                  </a:cubicBezTo>
                  <a:cubicBezTo>
                    <a:pt x="0" y="724"/>
                    <a:pt x="0" y="966"/>
                    <a:pt x="0" y="1207"/>
                  </a:cubicBezTo>
                  <a:cubicBezTo>
                    <a:pt x="0" y="1479"/>
                    <a:pt x="0" y="1600"/>
                    <a:pt x="121" y="1600"/>
                  </a:cubicBezTo>
                  <a:cubicBezTo>
                    <a:pt x="121" y="1600"/>
                    <a:pt x="121" y="1087"/>
                    <a:pt x="363" y="724"/>
                  </a:cubicBezTo>
                  <a:cubicBezTo>
                    <a:pt x="755" y="211"/>
                    <a:pt x="1117" y="91"/>
                    <a:pt x="1117" y="91"/>
                  </a:cubicBezTo>
                  <a:cubicBezTo>
                    <a:pt x="1117" y="30"/>
                    <a:pt x="1087" y="0"/>
                    <a:pt x="102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rot="5581598">
              <a:off x="-2163598" y="2032376"/>
              <a:ext cx="27950" cy="22850"/>
            </a:xfrm>
            <a:custGeom>
              <a:avLst/>
              <a:gdLst/>
              <a:ahLst/>
              <a:cxnLst/>
              <a:rect l="l" t="t" r="r" b="b"/>
              <a:pathLst>
                <a:path w="1118" h="914" extrusionOk="0">
                  <a:moveTo>
                    <a:pt x="573" y="1"/>
                  </a:moveTo>
                  <a:cubicBezTo>
                    <a:pt x="436" y="1"/>
                    <a:pt x="313" y="60"/>
                    <a:pt x="242" y="201"/>
                  </a:cubicBezTo>
                  <a:cubicBezTo>
                    <a:pt x="1" y="322"/>
                    <a:pt x="122" y="714"/>
                    <a:pt x="242" y="835"/>
                  </a:cubicBezTo>
                  <a:cubicBezTo>
                    <a:pt x="342" y="885"/>
                    <a:pt x="447" y="914"/>
                    <a:pt x="554" y="914"/>
                  </a:cubicBezTo>
                  <a:cubicBezTo>
                    <a:pt x="704" y="914"/>
                    <a:pt x="855" y="855"/>
                    <a:pt x="997" y="714"/>
                  </a:cubicBezTo>
                  <a:cubicBezTo>
                    <a:pt x="1117" y="442"/>
                    <a:pt x="997" y="201"/>
                    <a:pt x="876" y="80"/>
                  </a:cubicBezTo>
                  <a:cubicBezTo>
                    <a:pt x="776" y="30"/>
                    <a:pt x="671" y="1"/>
                    <a:pt x="5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rot="5581598">
              <a:off x="-2150381" y="2015544"/>
              <a:ext cx="28700" cy="39075"/>
            </a:xfrm>
            <a:custGeom>
              <a:avLst/>
              <a:gdLst/>
              <a:ahLst/>
              <a:cxnLst/>
              <a:rect l="l" t="t" r="r" b="b"/>
              <a:pathLst>
                <a:path w="1148" h="1563" extrusionOk="0">
                  <a:moveTo>
                    <a:pt x="1106" y="0"/>
                  </a:moveTo>
                  <a:cubicBezTo>
                    <a:pt x="1050" y="0"/>
                    <a:pt x="936" y="54"/>
                    <a:pt x="755" y="54"/>
                  </a:cubicBezTo>
                  <a:cubicBezTo>
                    <a:pt x="514" y="175"/>
                    <a:pt x="272" y="296"/>
                    <a:pt x="121" y="537"/>
                  </a:cubicBezTo>
                  <a:cubicBezTo>
                    <a:pt x="1" y="809"/>
                    <a:pt x="1" y="1050"/>
                    <a:pt x="1" y="1291"/>
                  </a:cubicBezTo>
                  <a:cubicBezTo>
                    <a:pt x="1" y="1563"/>
                    <a:pt x="1" y="1563"/>
                    <a:pt x="121" y="1563"/>
                  </a:cubicBezTo>
                  <a:cubicBezTo>
                    <a:pt x="121" y="1563"/>
                    <a:pt x="121" y="1171"/>
                    <a:pt x="393" y="688"/>
                  </a:cubicBezTo>
                  <a:cubicBezTo>
                    <a:pt x="755" y="296"/>
                    <a:pt x="1147" y="175"/>
                    <a:pt x="1147" y="54"/>
                  </a:cubicBezTo>
                  <a:cubicBezTo>
                    <a:pt x="1147" y="14"/>
                    <a:pt x="1134" y="0"/>
                    <a:pt x="110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7"/>
            <p:cNvSpPr/>
            <p:nvPr/>
          </p:nvSpPr>
          <p:spPr>
            <a:xfrm rot="5581598">
              <a:off x="-2308580" y="2186903"/>
              <a:ext cx="69450" cy="125999"/>
            </a:xfrm>
            <a:custGeom>
              <a:avLst/>
              <a:gdLst/>
              <a:ahLst/>
              <a:cxnLst/>
              <a:rect l="l" t="t" r="r" b="b"/>
              <a:pathLst>
                <a:path w="2778" h="5040" extrusionOk="0">
                  <a:moveTo>
                    <a:pt x="876" y="0"/>
                  </a:moveTo>
                  <a:lnTo>
                    <a:pt x="876" y="0"/>
                  </a:lnTo>
                  <a:cubicBezTo>
                    <a:pt x="997" y="1751"/>
                    <a:pt x="755" y="3531"/>
                    <a:pt x="1" y="5040"/>
                  </a:cubicBezTo>
                  <a:lnTo>
                    <a:pt x="876" y="5040"/>
                  </a:lnTo>
                  <a:cubicBezTo>
                    <a:pt x="2777" y="2022"/>
                    <a:pt x="876" y="0"/>
                    <a:pt x="876"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7"/>
            <p:cNvSpPr/>
            <p:nvPr/>
          </p:nvSpPr>
          <p:spPr>
            <a:xfrm rot="5581598">
              <a:off x="-2276315" y="1989152"/>
              <a:ext cx="84525" cy="87525"/>
            </a:xfrm>
            <a:custGeom>
              <a:avLst/>
              <a:gdLst/>
              <a:ahLst/>
              <a:cxnLst/>
              <a:rect l="l" t="t" r="r" b="b"/>
              <a:pathLst>
                <a:path w="3381" h="3501" extrusionOk="0">
                  <a:moveTo>
                    <a:pt x="1" y="0"/>
                  </a:moveTo>
                  <a:lnTo>
                    <a:pt x="1" y="0"/>
                  </a:lnTo>
                  <a:cubicBezTo>
                    <a:pt x="121" y="242"/>
                    <a:pt x="242" y="483"/>
                    <a:pt x="363" y="604"/>
                  </a:cubicBezTo>
                  <a:cubicBezTo>
                    <a:pt x="634" y="1117"/>
                    <a:pt x="1117" y="1630"/>
                    <a:pt x="1510" y="2263"/>
                  </a:cubicBezTo>
                  <a:lnTo>
                    <a:pt x="2143" y="3139"/>
                  </a:lnTo>
                  <a:lnTo>
                    <a:pt x="2505" y="3501"/>
                  </a:lnTo>
                  <a:cubicBezTo>
                    <a:pt x="2626" y="3501"/>
                    <a:pt x="2777" y="3501"/>
                    <a:pt x="2898" y="3380"/>
                  </a:cubicBezTo>
                  <a:lnTo>
                    <a:pt x="3018" y="3259"/>
                  </a:lnTo>
                  <a:cubicBezTo>
                    <a:pt x="3139" y="3018"/>
                    <a:pt x="3260" y="2867"/>
                    <a:pt x="3381" y="2626"/>
                  </a:cubicBezTo>
                  <a:lnTo>
                    <a:pt x="3381" y="2626"/>
                  </a:lnTo>
                  <a:cubicBezTo>
                    <a:pt x="3260" y="2746"/>
                    <a:pt x="3018" y="3018"/>
                    <a:pt x="2898" y="3139"/>
                  </a:cubicBezTo>
                  <a:cubicBezTo>
                    <a:pt x="2777" y="3259"/>
                    <a:pt x="2626" y="3380"/>
                    <a:pt x="2626" y="3380"/>
                  </a:cubicBezTo>
                  <a:cubicBezTo>
                    <a:pt x="2505" y="3259"/>
                    <a:pt x="2385" y="3139"/>
                    <a:pt x="2385" y="3018"/>
                  </a:cubicBezTo>
                  <a:cubicBezTo>
                    <a:pt x="2143" y="2746"/>
                    <a:pt x="1872" y="2505"/>
                    <a:pt x="1751" y="2113"/>
                  </a:cubicBezTo>
                  <a:cubicBezTo>
                    <a:pt x="1268" y="1509"/>
                    <a:pt x="876" y="996"/>
                    <a:pt x="514" y="604"/>
                  </a:cubicBezTo>
                  <a:cubicBezTo>
                    <a:pt x="363" y="362"/>
                    <a:pt x="121" y="121"/>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rot="5581598">
              <a:off x="-2299753" y="2032385"/>
              <a:ext cx="722771" cy="508297"/>
            </a:xfrm>
            <a:custGeom>
              <a:avLst/>
              <a:gdLst/>
              <a:ahLst/>
              <a:cxnLst/>
              <a:rect l="l" t="t" r="r" b="b"/>
              <a:pathLst>
                <a:path w="28911" h="20332" extrusionOk="0">
                  <a:moveTo>
                    <a:pt x="22241" y="0"/>
                  </a:moveTo>
                  <a:cubicBezTo>
                    <a:pt x="19978" y="0"/>
                    <a:pt x="17835" y="996"/>
                    <a:pt x="16598" y="2897"/>
                  </a:cubicBezTo>
                  <a:cubicBezTo>
                    <a:pt x="15941" y="1803"/>
                    <a:pt x="14713" y="1296"/>
                    <a:pt x="13512" y="1296"/>
                  </a:cubicBezTo>
                  <a:cubicBezTo>
                    <a:pt x="13057" y="1296"/>
                    <a:pt x="12606" y="1368"/>
                    <a:pt x="12192" y="1509"/>
                  </a:cubicBezTo>
                  <a:cubicBezTo>
                    <a:pt x="10563" y="2022"/>
                    <a:pt x="9416" y="3259"/>
                    <a:pt x="8420" y="4527"/>
                  </a:cubicBezTo>
                  <a:cubicBezTo>
                    <a:pt x="7394" y="5794"/>
                    <a:pt x="6519" y="7303"/>
                    <a:pt x="5402" y="8420"/>
                  </a:cubicBezTo>
                  <a:cubicBezTo>
                    <a:pt x="4135" y="9687"/>
                    <a:pt x="2264" y="10049"/>
                    <a:pt x="1" y="11196"/>
                  </a:cubicBezTo>
                  <a:lnTo>
                    <a:pt x="9174" y="17594"/>
                  </a:lnTo>
                  <a:cubicBezTo>
                    <a:pt x="10563" y="18620"/>
                    <a:pt x="12071" y="19736"/>
                    <a:pt x="13822" y="20128"/>
                  </a:cubicBezTo>
                  <a:cubicBezTo>
                    <a:pt x="14307" y="20262"/>
                    <a:pt x="14814" y="20331"/>
                    <a:pt x="15316" y="20331"/>
                  </a:cubicBezTo>
                  <a:cubicBezTo>
                    <a:pt x="16624" y="20331"/>
                    <a:pt x="17904" y="19864"/>
                    <a:pt x="18710" y="18861"/>
                  </a:cubicBezTo>
                  <a:cubicBezTo>
                    <a:pt x="19465" y="17986"/>
                    <a:pt x="19736" y="16839"/>
                    <a:pt x="20612" y="15964"/>
                  </a:cubicBezTo>
                  <a:cubicBezTo>
                    <a:pt x="22120" y="14455"/>
                    <a:pt x="24625" y="14847"/>
                    <a:pt x="26526" y="13701"/>
                  </a:cubicBezTo>
                  <a:cubicBezTo>
                    <a:pt x="28156" y="12705"/>
                    <a:pt x="28910" y="10683"/>
                    <a:pt x="28397" y="8812"/>
                  </a:cubicBezTo>
                  <a:cubicBezTo>
                    <a:pt x="28156" y="8178"/>
                    <a:pt x="27764" y="7665"/>
                    <a:pt x="27522" y="6911"/>
                  </a:cubicBezTo>
                  <a:cubicBezTo>
                    <a:pt x="27281" y="5915"/>
                    <a:pt x="27401" y="4768"/>
                    <a:pt x="27160" y="3772"/>
                  </a:cubicBezTo>
                  <a:cubicBezTo>
                    <a:pt x="26526" y="1630"/>
                    <a:pt x="24384" y="121"/>
                    <a:pt x="22241"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rot="5581598">
              <a:off x="-2276022" y="1815544"/>
              <a:ext cx="132049" cy="125274"/>
            </a:xfrm>
            <a:custGeom>
              <a:avLst/>
              <a:gdLst/>
              <a:ahLst/>
              <a:cxnLst/>
              <a:rect l="l" t="t" r="r" b="b"/>
              <a:pathLst>
                <a:path w="5282" h="5011" extrusionOk="0">
                  <a:moveTo>
                    <a:pt x="151" y="1"/>
                  </a:moveTo>
                  <a:lnTo>
                    <a:pt x="1" y="363"/>
                  </a:lnTo>
                  <a:cubicBezTo>
                    <a:pt x="514" y="3019"/>
                    <a:pt x="2656" y="4890"/>
                    <a:pt x="5282" y="5010"/>
                  </a:cubicBezTo>
                  <a:cubicBezTo>
                    <a:pt x="4919" y="3894"/>
                    <a:pt x="4286" y="2626"/>
                    <a:pt x="3531" y="1631"/>
                  </a:cubicBezTo>
                  <a:cubicBezTo>
                    <a:pt x="2656" y="635"/>
                    <a:pt x="1389" y="1"/>
                    <a:pt x="151"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rot="5581598">
              <a:off x="-2235888" y="1851443"/>
              <a:ext cx="357773" cy="259149"/>
            </a:xfrm>
            <a:custGeom>
              <a:avLst/>
              <a:gdLst/>
              <a:ahLst/>
              <a:cxnLst/>
              <a:rect l="l" t="t" r="r" b="b"/>
              <a:pathLst>
                <a:path w="14311" h="10366" extrusionOk="0">
                  <a:moveTo>
                    <a:pt x="610" y="9369"/>
                  </a:moveTo>
                  <a:lnTo>
                    <a:pt x="881" y="9641"/>
                  </a:lnTo>
                  <a:cubicBezTo>
                    <a:pt x="861" y="9599"/>
                    <a:pt x="840" y="9557"/>
                    <a:pt x="820" y="9515"/>
                  </a:cubicBezTo>
                  <a:lnTo>
                    <a:pt x="820" y="9515"/>
                  </a:lnTo>
                  <a:cubicBezTo>
                    <a:pt x="749" y="9468"/>
                    <a:pt x="679" y="9420"/>
                    <a:pt x="610" y="9369"/>
                  </a:cubicBezTo>
                  <a:close/>
                  <a:moveTo>
                    <a:pt x="8043" y="0"/>
                  </a:moveTo>
                  <a:cubicBezTo>
                    <a:pt x="6347" y="0"/>
                    <a:pt x="4691" y="549"/>
                    <a:pt x="3386" y="1583"/>
                  </a:cubicBezTo>
                  <a:cubicBezTo>
                    <a:pt x="2239" y="2459"/>
                    <a:pt x="1364" y="3967"/>
                    <a:pt x="731" y="5356"/>
                  </a:cubicBezTo>
                  <a:cubicBezTo>
                    <a:pt x="1" y="6582"/>
                    <a:pt x="231" y="8259"/>
                    <a:pt x="820" y="9515"/>
                  </a:cubicBezTo>
                  <a:lnTo>
                    <a:pt x="820" y="9515"/>
                  </a:lnTo>
                  <a:cubicBezTo>
                    <a:pt x="1703" y="10093"/>
                    <a:pt x="2724" y="10365"/>
                    <a:pt x="3761" y="10365"/>
                  </a:cubicBezTo>
                  <a:cubicBezTo>
                    <a:pt x="4933" y="10365"/>
                    <a:pt x="6124" y="10017"/>
                    <a:pt x="7158" y="9369"/>
                  </a:cubicBezTo>
                  <a:cubicBezTo>
                    <a:pt x="7400" y="9248"/>
                    <a:pt x="7671" y="9007"/>
                    <a:pt x="7913" y="8735"/>
                  </a:cubicBezTo>
                  <a:cubicBezTo>
                    <a:pt x="8033" y="8494"/>
                    <a:pt x="8033" y="8132"/>
                    <a:pt x="7913" y="7860"/>
                  </a:cubicBezTo>
                  <a:cubicBezTo>
                    <a:pt x="7794" y="7741"/>
                    <a:pt x="7638" y="7652"/>
                    <a:pt x="7482" y="7620"/>
                  </a:cubicBezTo>
                  <a:lnTo>
                    <a:pt x="7482" y="7620"/>
                  </a:lnTo>
                  <a:cubicBezTo>
                    <a:pt x="8302" y="7380"/>
                    <a:pt x="9064" y="7051"/>
                    <a:pt x="9935" y="6744"/>
                  </a:cubicBezTo>
                  <a:cubicBezTo>
                    <a:pt x="10297" y="6623"/>
                    <a:pt x="10689" y="6231"/>
                    <a:pt x="10930" y="5718"/>
                  </a:cubicBezTo>
                  <a:cubicBezTo>
                    <a:pt x="11024" y="5436"/>
                    <a:pt x="10826" y="4989"/>
                    <a:pt x="10491" y="4862"/>
                  </a:cubicBezTo>
                  <a:lnTo>
                    <a:pt x="10491" y="4862"/>
                  </a:lnTo>
                  <a:cubicBezTo>
                    <a:pt x="11310" y="4954"/>
                    <a:pt x="12496" y="5333"/>
                    <a:pt x="13402" y="5333"/>
                  </a:cubicBezTo>
                  <a:cubicBezTo>
                    <a:pt x="13649" y="5333"/>
                    <a:pt x="13876" y="5305"/>
                    <a:pt x="14069" y="5235"/>
                  </a:cubicBezTo>
                  <a:cubicBezTo>
                    <a:pt x="14310" y="5114"/>
                    <a:pt x="13707" y="3967"/>
                    <a:pt x="13827" y="3605"/>
                  </a:cubicBezTo>
                  <a:cubicBezTo>
                    <a:pt x="13948" y="3334"/>
                    <a:pt x="13707" y="2972"/>
                    <a:pt x="13314" y="2579"/>
                  </a:cubicBezTo>
                  <a:cubicBezTo>
                    <a:pt x="12319" y="1583"/>
                    <a:pt x="11172" y="588"/>
                    <a:pt x="9784" y="195"/>
                  </a:cubicBezTo>
                  <a:cubicBezTo>
                    <a:pt x="9207" y="65"/>
                    <a:pt x="8623" y="0"/>
                    <a:pt x="8043"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7"/>
            <p:cNvSpPr/>
            <p:nvPr/>
          </p:nvSpPr>
          <p:spPr>
            <a:xfrm rot="5581598">
              <a:off x="-2081516" y="2140264"/>
              <a:ext cx="81500" cy="61125"/>
            </a:xfrm>
            <a:custGeom>
              <a:avLst/>
              <a:gdLst/>
              <a:ahLst/>
              <a:cxnLst/>
              <a:rect l="l" t="t" r="r" b="b"/>
              <a:pathLst>
                <a:path w="3260" h="2445" extrusionOk="0">
                  <a:moveTo>
                    <a:pt x="1392" y="0"/>
                  </a:moveTo>
                  <a:cubicBezTo>
                    <a:pt x="1154" y="0"/>
                    <a:pt x="936" y="61"/>
                    <a:pt x="754" y="181"/>
                  </a:cubicBezTo>
                  <a:cubicBezTo>
                    <a:pt x="241" y="423"/>
                    <a:pt x="0" y="936"/>
                    <a:pt x="121" y="1449"/>
                  </a:cubicBezTo>
                  <a:lnTo>
                    <a:pt x="2897" y="2445"/>
                  </a:lnTo>
                  <a:cubicBezTo>
                    <a:pt x="3138" y="2052"/>
                    <a:pt x="3259" y="1569"/>
                    <a:pt x="3018" y="1177"/>
                  </a:cubicBezTo>
                  <a:cubicBezTo>
                    <a:pt x="2897" y="694"/>
                    <a:pt x="2505" y="302"/>
                    <a:pt x="2143" y="181"/>
                  </a:cubicBezTo>
                  <a:cubicBezTo>
                    <a:pt x="1886" y="61"/>
                    <a:pt x="1630" y="0"/>
                    <a:pt x="1392"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7"/>
            <p:cNvSpPr/>
            <p:nvPr/>
          </p:nvSpPr>
          <p:spPr>
            <a:xfrm rot="5581598">
              <a:off x="-2025334" y="1981061"/>
              <a:ext cx="427798" cy="321423"/>
            </a:xfrm>
            <a:custGeom>
              <a:avLst/>
              <a:gdLst/>
              <a:ahLst/>
              <a:cxnLst/>
              <a:rect l="l" t="t" r="r" b="b"/>
              <a:pathLst>
                <a:path w="17112" h="12857" extrusionOk="0">
                  <a:moveTo>
                    <a:pt x="16870" y="5946"/>
                  </a:moveTo>
                  <a:cubicBezTo>
                    <a:pt x="16749" y="6550"/>
                    <a:pt x="16477" y="6942"/>
                    <a:pt x="16598" y="6942"/>
                  </a:cubicBezTo>
                  <a:cubicBezTo>
                    <a:pt x="16598" y="6821"/>
                    <a:pt x="16598" y="6821"/>
                    <a:pt x="16749" y="6701"/>
                  </a:cubicBezTo>
                  <a:cubicBezTo>
                    <a:pt x="16749" y="6429"/>
                    <a:pt x="16870" y="6188"/>
                    <a:pt x="16870" y="5946"/>
                  </a:cubicBezTo>
                  <a:close/>
                  <a:moveTo>
                    <a:pt x="13004" y="1"/>
                  </a:moveTo>
                  <a:cubicBezTo>
                    <a:pt x="12252" y="1"/>
                    <a:pt x="11460" y="239"/>
                    <a:pt x="10834" y="665"/>
                  </a:cubicBezTo>
                  <a:cubicBezTo>
                    <a:pt x="10080" y="1269"/>
                    <a:pt x="9446" y="2023"/>
                    <a:pt x="9054" y="2928"/>
                  </a:cubicBezTo>
                  <a:cubicBezTo>
                    <a:pt x="8692" y="3804"/>
                    <a:pt x="8299" y="4679"/>
                    <a:pt x="8058" y="5554"/>
                  </a:cubicBezTo>
                  <a:cubicBezTo>
                    <a:pt x="7817" y="6429"/>
                    <a:pt x="7424" y="7183"/>
                    <a:pt x="6941" y="7938"/>
                  </a:cubicBezTo>
                  <a:cubicBezTo>
                    <a:pt x="6036" y="9085"/>
                    <a:pt x="4920" y="10080"/>
                    <a:pt x="3531" y="10835"/>
                  </a:cubicBezTo>
                  <a:cubicBezTo>
                    <a:pt x="2536" y="11469"/>
                    <a:pt x="1660" y="11982"/>
                    <a:pt x="1027" y="12344"/>
                  </a:cubicBezTo>
                  <a:lnTo>
                    <a:pt x="272" y="12736"/>
                  </a:lnTo>
                  <a:cubicBezTo>
                    <a:pt x="152" y="12736"/>
                    <a:pt x="152" y="12857"/>
                    <a:pt x="1" y="12857"/>
                  </a:cubicBezTo>
                  <a:lnTo>
                    <a:pt x="272" y="12857"/>
                  </a:lnTo>
                  <a:cubicBezTo>
                    <a:pt x="514" y="12736"/>
                    <a:pt x="755" y="12585"/>
                    <a:pt x="1027" y="12464"/>
                  </a:cubicBezTo>
                  <a:cubicBezTo>
                    <a:pt x="1902" y="11982"/>
                    <a:pt x="2777" y="11469"/>
                    <a:pt x="3652" y="10956"/>
                  </a:cubicBezTo>
                  <a:cubicBezTo>
                    <a:pt x="5040" y="10201"/>
                    <a:pt x="6187" y="9205"/>
                    <a:pt x="7183" y="8059"/>
                  </a:cubicBezTo>
                  <a:cubicBezTo>
                    <a:pt x="7696" y="7304"/>
                    <a:pt x="8058" y="6550"/>
                    <a:pt x="8299" y="5675"/>
                  </a:cubicBezTo>
                  <a:cubicBezTo>
                    <a:pt x="8571" y="4799"/>
                    <a:pt x="8933" y="3924"/>
                    <a:pt x="9325" y="3049"/>
                  </a:cubicBezTo>
                  <a:cubicBezTo>
                    <a:pt x="9688" y="2174"/>
                    <a:pt x="10321" y="1540"/>
                    <a:pt x="11076" y="907"/>
                  </a:cubicBezTo>
                  <a:cubicBezTo>
                    <a:pt x="11602" y="481"/>
                    <a:pt x="12294" y="242"/>
                    <a:pt x="13014" y="242"/>
                  </a:cubicBezTo>
                  <a:cubicBezTo>
                    <a:pt x="13162" y="242"/>
                    <a:pt x="13311" y="252"/>
                    <a:pt x="13460" y="273"/>
                  </a:cubicBezTo>
                  <a:cubicBezTo>
                    <a:pt x="14214" y="394"/>
                    <a:pt x="14969" y="786"/>
                    <a:pt x="15482" y="1269"/>
                  </a:cubicBezTo>
                  <a:cubicBezTo>
                    <a:pt x="15995" y="1782"/>
                    <a:pt x="16357" y="2295"/>
                    <a:pt x="16598" y="2928"/>
                  </a:cubicBezTo>
                  <a:cubicBezTo>
                    <a:pt x="16990" y="3924"/>
                    <a:pt x="16990" y="4920"/>
                    <a:pt x="16870" y="5946"/>
                  </a:cubicBezTo>
                  <a:cubicBezTo>
                    <a:pt x="17111" y="4920"/>
                    <a:pt x="17111" y="3924"/>
                    <a:pt x="16749" y="2928"/>
                  </a:cubicBezTo>
                  <a:cubicBezTo>
                    <a:pt x="16236" y="1420"/>
                    <a:pt x="14969" y="273"/>
                    <a:pt x="13460" y="31"/>
                  </a:cubicBezTo>
                  <a:cubicBezTo>
                    <a:pt x="13311" y="11"/>
                    <a:pt x="13158" y="1"/>
                    <a:pt x="13004"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7"/>
            <p:cNvSpPr/>
            <p:nvPr/>
          </p:nvSpPr>
          <p:spPr>
            <a:xfrm rot="5581598">
              <a:off x="-2065178" y="2151427"/>
              <a:ext cx="43800" cy="32475"/>
            </a:xfrm>
            <a:custGeom>
              <a:avLst/>
              <a:gdLst/>
              <a:ahLst/>
              <a:cxnLst/>
              <a:rect l="l" t="t" r="r" b="b"/>
              <a:pathLst>
                <a:path w="1752" h="1299" extrusionOk="0">
                  <a:moveTo>
                    <a:pt x="841" y="1"/>
                  </a:moveTo>
                  <a:cubicBezTo>
                    <a:pt x="564" y="1"/>
                    <a:pt x="282" y="175"/>
                    <a:pt x="121" y="497"/>
                  </a:cubicBezTo>
                  <a:cubicBezTo>
                    <a:pt x="1" y="618"/>
                    <a:pt x="1" y="889"/>
                    <a:pt x="121" y="889"/>
                  </a:cubicBezTo>
                  <a:cubicBezTo>
                    <a:pt x="121" y="889"/>
                    <a:pt x="121" y="769"/>
                    <a:pt x="242" y="497"/>
                  </a:cubicBezTo>
                  <a:cubicBezTo>
                    <a:pt x="363" y="376"/>
                    <a:pt x="604" y="256"/>
                    <a:pt x="876" y="256"/>
                  </a:cubicBezTo>
                  <a:cubicBezTo>
                    <a:pt x="1238" y="256"/>
                    <a:pt x="1510" y="618"/>
                    <a:pt x="1510" y="889"/>
                  </a:cubicBezTo>
                  <a:lnTo>
                    <a:pt x="1510" y="1252"/>
                  </a:lnTo>
                  <a:cubicBezTo>
                    <a:pt x="1510" y="1284"/>
                    <a:pt x="1518" y="1299"/>
                    <a:pt x="1531" y="1299"/>
                  </a:cubicBezTo>
                  <a:cubicBezTo>
                    <a:pt x="1566" y="1299"/>
                    <a:pt x="1630" y="1187"/>
                    <a:pt x="1630" y="1010"/>
                  </a:cubicBezTo>
                  <a:cubicBezTo>
                    <a:pt x="1751" y="618"/>
                    <a:pt x="1510" y="256"/>
                    <a:pt x="1238" y="135"/>
                  </a:cubicBezTo>
                  <a:cubicBezTo>
                    <a:pt x="1117" y="44"/>
                    <a:pt x="980" y="1"/>
                    <a:pt x="841"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rot="5581598">
              <a:off x="-2263367" y="2094330"/>
              <a:ext cx="37750" cy="43775"/>
            </a:xfrm>
            <a:custGeom>
              <a:avLst/>
              <a:gdLst/>
              <a:ahLst/>
              <a:cxnLst/>
              <a:rect l="l" t="t" r="r" b="b"/>
              <a:pathLst>
                <a:path w="1510" h="1751" extrusionOk="0">
                  <a:moveTo>
                    <a:pt x="755" y="1"/>
                  </a:moveTo>
                  <a:lnTo>
                    <a:pt x="755" y="121"/>
                  </a:lnTo>
                  <a:cubicBezTo>
                    <a:pt x="484" y="121"/>
                    <a:pt x="242" y="393"/>
                    <a:pt x="122" y="634"/>
                  </a:cubicBezTo>
                  <a:cubicBezTo>
                    <a:pt x="1" y="876"/>
                    <a:pt x="1" y="1147"/>
                    <a:pt x="122" y="1389"/>
                  </a:cubicBezTo>
                  <a:cubicBezTo>
                    <a:pt x="122" y="1630"/>
                    <a:pt x="363" y="1751"/>
                    <a:pt x="604" y="1751"/>
                  </a:cubicBezTo>
                  <a:cubicBezTo>
                    <a:pt x="876" y="1751"/>
                    <a:pt x="1117" y="1630"/>
                    <a:pt x="1238" y="1389"/>
                  </a:cubicBezTo>
                  <a:cubicBezTo>
                    <a:pt x="1510" y="1147"/>
                    <a:pt x="1510" y="755"/>
                    <a:pt x="1510" y="514"/>
                  </a:cubicBezTo>
                  <a:cubicBezTo>
                    <a:pt x="1359" y="242"/>
                    <a:pt x="1117" y="1"/>
                    <a:pt x="755"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rot="5581598">
              <a:off x="-2252787" y="2086102"/>
              <a:ext cx="18875" cy="59625"/>
            </a:xfrm>
            <a:custGeom>
              <a:avLst/>
              <a:gdLst/>
              <a:ahLst/>
              <a:cxnLst/>
              <a:rect l="l" t="t" r="r" b="b"/>
              <a:pathLst>
                <a:path w="755" h="2385" extrusionOk="0">
                  <a:moveTo>
                    <a:pt x="121" y="1"/>
                  </a:moveTo>
                  <a:cubicBezTo>
                    <a:pt x="121" y="121"/>
                    <a:pt x="241" y="604"/>
                    <a:pt x="241" y="1238"/>
                  </a:cubicBezTo>
                  <a:cubicBezTo>
                    <a:pt x="241" y="1872"/>
                    <a:pt x="0" y="2385"/>
                    <a:pt x="121" y="2385"/>
                  </a:cubicBezTo>
                  <a:cubicBezTo>
                    <a:pt x="634" y="1751"/>
                    <a:pt x="754" y="755"/>
                    <a:pt x="12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7"/>
            <p:cNvSpPr/>
            <p:nvPr/>
          </p:nvSpPr>
          <p:spPr>
            <a:xfrm rot="5581598">
              <a:off x="-1931267" y="1877538"/>
              <a:ext cx="238424" cy="308573"/>
            </a:xfrm>
            <a:custGeom>
              <a:avLst/>
              <a:gdLst/>
              <a:ahLst/>
              <a:cxnLst/>
              <a:rect l="l" t="t" r="r" b="b"/>
              <a:pathLst>
                <a:path w="9537" h="12343" extrusionOk="0">
                  <a:moveTo>
                    <a:pt x="9415" y="0"/>
                  </a:moveTo>
                  <a:cubicBezTo>
                    <a:pt x="9295" y="151"/>
                    <a:pt x="9174" y="272"/>
                    <a:pt x="9053" y="393"/>
                  </a:cubicBezTo>
                  <a:cubicBezTo>
                    <a:pt x="8661" y="755"/>
                    <a:pt x="8299" y="1388"/>
                    <a:pt x="8148" y="1901"/>
                  </a:cubicBezTo>
                  <a:cubicBezTo>
                    <a:pt x="7907" y="2777"/>
                    <a:pt x="7786" y="3652"/>
                    <a:pt x="7786" y="4678"/>
                  </a:cubicBezTo>
                  <a:cubicBezTo>
                    <a:pt x="7665" y="5674"/>
                    <a:pt x="7273" y="6669"/>
                    <a:pt x="6790" y="7695"/>
                  </a:cubicBezTo>
                  <a:cubicBezTo>
                    <a:pt x="6156" y="8571"/>
                    <a:pt x="5402" y="9325"/>
                    <a:pt x="4527" y="9959"/>
                  </a:cubicBezTo>
                  <a:cubicBezTo>
                    <a:pt x="3772" y="10442"/>
                    <a:pt x="3018" y="10834"/>
                    <a:pt x="2113" y="11196"/>
                  </a:cubicBezTo>
                  <a:cubicBezTo>
                    <a:pt x="1509" y="11588"/>
                    <a:pt x="875" y="11830"/>
                    <a:pt x="483" y="12071"/>
                  </a:cubicBezTo>
                  <a:cubicBezTo>
                    <a:pt x="362" y="12071"/>
                    <a:pt x="121" y="12222"/>
                    <a:pt x="0" y="12343"/>
                  </a:cubicBezTo>
                  <a:cubicBezTo>
                    <a:pt x="121" y="12343"/>
                    <a:pt x="362" y="12222"/>
                    <a:pt x="604" y="12071"/>
                  </a:cubicBezTo>
                  <a:cubicBezTo>
                    <a:pt x="996" y="11950"/>
                    <a:pt x="1509" y="11709"/>
                    <a:pt x="2263" y="11468"/>
                  </a:cubicBezTo>
                  <a:cubicBezTo>
                    <a:pt x="3018" y="11075"/>
                    <a:pt x="3893" y="10562"/>
                    <a:pt x="4647" y="10079"/>
                  </a:cubicBezTo>
                  <a:cubicBezTo>
                    <a:pt x="5523" y="9446"/>
                    <a:pt x="6277" y="8691"/>
                    <a:pt x="6911" y="7816"/>
                  </a:cubicBezTo>
                  <a:cubicBezTo>
                    <a:pt x="7544" y="6790"/>
                    <a:pt x="7907" y="5794"/>
                    <a:pt x="8027" y="4678"/>
                  </a:cubicBezTo>
                  <a:cubicBezTo>
                    <a:pt x="8027" y="3772"/>
                    <a:pt x="8148" y="2897"/>
                    <a:pt x="8299" y="2022"/>
                  </a:cubicBezTo>
                  <a:cubicBezTo>
                    <a:pt x="8420" y="1388"/>
                    <a:pt x="8661" y="906"/>
                    <a:pt x="9174" y="513"/>
                  </a:cubicBezTo>
                  <a:cubicBezTo>
                    <a:pt x="9415" y="151"/>
                    <a:pt x="9536" y="0"/>
                    <a:pt x="9536"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7"/>
            <p:cNvSpPr/>
            <p:nvPr/>
          </p:nvSpPr>
          <p:spPr>
            <a:xfrm rot="5581598">
              <a:off x="-2448623" y="2153147"/>
              <a:ext cx="317623" cy="333098"/>
            </a:xfrm>
            <a:custGeom>
              <a:avLst/>
              <a:gdLst/>
              <a:ahLst/>
              <a:cxnLst/>
              <a:rect l="l" t="t" r="r" b="b"/>
              <a:pathLst>
                <a:path w="12705" h="13324" extrusionOk="0">
                  <a:moveTo>
                    <a:pt x="0" y="1"/>
                  </a:moveTo>
                  <a:cubicBezTo>
                    <a:pt x="1388" y="514"/>
                    <a:pt x="2384" y="1781"/>
                    <a:pt x="2777" y="3139"/>
                  </a:cubicBezTo>
                  <a:cubicBezTo>
                    <a:pt x="3018" y="4165"/>
                    <a:pt x="2897" y="5161"/>
                    <a:pt x="3531" y="5916"/>
                  </a:cubicBezTo>
                  <a:cubicBezTo>
                    <a:pt x="4165" y="6911"/>
                    <a:pt x="5523" y="7062"/>
                    <a:pt x="6036" y="8179"/>
                  </a:cubicBezTo>
                  <a:cubicBezTo>
                    <a:pt x="6428" y="8813"/>
                    <a:pt x="6277" y="9688"/>
                    <a:pt x="6277" y="10442"/>
                  </a:cubicBezTo>
                  <a:cubicBezTo>
                    <a:pt x="6156" y="11589"/>
                    <a:pt x="6549" y="12826"/>
                    <a:pt x="7545" y="13218"/>
                  </a:cubicBezTo>
                  <a:cubicBezTo>
                    <a:pt x="7773" y="13291"/>
                    <a:pt x="7996" y="13323"/>
                    <a:pt x="8211" y="13323"/>
                  </a:cubicBezTo>
                  <a:cubicBezTo>
                    <a:pt x="9079" y="13323"/>
                    <a:pt x="9837" y="12796"/>
                    <a:pt x="10442" y="12192"/>
                  </a:cubicBezTo>
                  <a:cubicBezTo>
                    <a:pt x="11196" y="11317"/>
                    <a:pt x="11950" y="10080"/>
                    <a:pt x="11437" y="8933"/>
                  </a:cubicBezTo>
                  <a:cubicBezTo>
                    <a:pt x="11196" y="8058"/>
                    <a:pt x="9053" y="6670"/>
                    <a:pt x="8299" y="6157"/>
                  </a:cubicBezTo>
                  <a:cubicBezTo>
                    <a:pt x="7032" y="5282"/>
                    <a:pt x="12705" y="2898"/>
                    <a:pt x="9053" y="635"/>
                  </a:cubicBezTo>
                  <a:cubicBezTo>
                    <a:pt x="8922" y="551"/>
                    <a:pt x="8749" y="515"/>
                    <a:pt x="8548" y="515"/>
                  </a:cubicBezTo>
                  <a:cubicBezTo>
                    <a:pt x="7492" y="515"/>
                    <a:pt x="5625" y="1481"/>
                    <a:pt x="4477" y="1481"/>
                  </a:cubicBezTo>
                  <a:cubicBezTo>
                    <a:pt x="4189" y="1481"/>
                    <a:pt x="3946" y="1421"/>
                    <a:pt x="3772" y="1268"/>
                  </a:cubicBezTo>
                  <a:cubicBezTo>
                    <a:pt x="2983" y="588"/>
                    <a:pt x="1973" y="104"/>
                    <a:pt x="875" y="104"/>
                  </a:cubicBezTo>
                  <a:cubicBezTo>
                    <a:pt x="755" y="104"/>
                    <a:pt x="635" y="110"/>
                    <a:pt x="513" y="122"/>
                  </a:cubicBezTo>
                  <a:lnTo>
                    <a:pt x="0"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135"/>
        <p:cNvGrpSpPr/>
        <p:nvPr/>
      </p:nvGrpSpPr>
      <p:grpSpPr>
        <a:xfrm>
          <a:off x="0" y="0"/>
          <a:ext cx="0" cy="0"/>
          <a:chOff x="0" y="0"/>
          <a:chExt cx="0" cy="0"/>
        </a:xfrm>
      </p:grpSpPr>
      <p:sp>
        <p:nvSpPr>
          <p:cNvPr id="2136" name="Google Shape;2136;p48"/>
          <p:cNvSpPr txBox="1">
            <a:spLocks noGrp="1"/>
          </p:cNvSpPr>
          <p:nvPr>
            <p:ph type="title" idx="15"/>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AREAS OF EXPERTISE</a:t>
            </a:r>
            <a:endParaRPr/>
          </a:p>
        </p:txBody>
      </p:sp>
      <p:sp>
        <p:nvSpPr>
          <p:cNvPr id="2137" name="Google Shape;2137;p48"/>
          <p:cNvSpPr txBox="1">
            <a:spLocks noGrp="1"/>
          </p:cNvSpPr>
          <p:nvPr>
            <p:ph type="title"/>
          </p:nvPr>
        </p:nvSpPr>
        <p:spPr>
          <a:xfrm>
            <a:off x="921100" y="33651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138" name="Google Shape;2138;p48"/>
          <p:cNvSpPr txBox="1">
            <a:spLocks noGrp="1"/>
          </p:cNvSpPr>
          <p:nvPr>
            <p:ph type="subTitle" idx="1"/>
          </p:nvPr>
        </p:nvSpPr>
        <p:spPr>
          <a:xfrm>
            <a:off x="921100" y="38200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biggest planet in the Solar System</a:t>
            </a:r>
            <a:endParaRPr/>
          </a:p>
        </p:txBody>
      </p:sp>
      <p:sp>
        <p:nvSpPr>
          <p:cNvPr id="2139" name="Google Shape;2139;p48"/>
          <p:cNvSpPr txBox="1">
            <a:spLocks noGrp="1"/>
          </p:cNvSpPr>
          <p:nvPr>
            <p:ph type="title" idx="2"/>
          </p:nvPr>
        </p:nvSpPr>
        <p:spPr>
          <a:xfrm>
            <a:off x="3443100" y="33651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140" name="Google Shape;2140;p48"/>
          <p:cNvSpPr txBox="1">
            <a:spLocks noGrp="1"/>
          </p:cNvSpPr>
          <p:nvPr>
            <p:ph type="subTitle" idx="3"/>
          </p:nvPr>
        </p:nvSpPr>
        <p:spPr>
          <a:xfrm>
            <a:off x="3443100" y="38200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Saturn is the ringed one and a gas giant</a:t>
            </a:r>
            <a:endParaRPr/>
          </a:p>
        </p:txBody>
      </p:sp>
      <p:sp>
        <p:nvSpPr>
          <p:cNvPr id="2141" name="Google Shape;2141;p48"/>
          <p:cNvSpPr txBox="1">
            <a:spLocks noGrp="1"/>
          </p:cNvSpPr>
          <p:nvPr>
            <p:ph type="title" idx="4"/>
          </p:nvPr>
        </p:nvSpPr>
        <p:spPr>
          <a:xfrm>
            <a:off x="5965100" y="33651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142" name="Google Shape;2142;p48"/>
          <p:cNvSpPr txBox="1">
            <a:spLocks noGrp="1"/>
          </p:cNvSpPr>
          <p:nvPr>
            <p:ph type="subTitle" idx="5"/>
          </p:nvPr>
        </p:nvSpPr>
        <p:spPr>
          <a:xfrm>
            <a:off x="5965100" y="38200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It’s the farthest planet from the Sun</a:t>
            </a:r>
            <a:endParaRPr/>
          </a:p>
        </p:txBody>
      </p:sp>
      <p:sp>
        <p:nvSpPr>
          <p:cNvPr id="2143" name="Google Shape;2143;p48"/>
          <p:cNvSpPr txBox="1">
            <a:spLocks noGrp="1"/>
          </p:cNvSpPr>
          <p:nvPr>
            <p:ph type="title" idx="6"/>
          </p:nvPr>
        </p:nvSpPr>
        <p:spPr>
          <a:xfrm>
            <a:off x="921100" y="16424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144" name="Google Shape;2144;p48"/>
          <p:cNvSpPr txBox="1">
            <a:spLocks noGrp="1"/>
          </p:cNvSpPr>
          <p:nvPr>
            <p:ph type="subTitle" idx="7"/>
          </p:nvPr>
        </p:nvSpPr>
        <p:spPr>
          <a:xfrm>
            <a:off x="921100" y="20973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2145" name="Google Shape;2145;p48"/>
          <p:cNvSpPr txBox="1">
            <a:spLocks noGrp="1"/>
          </p:cNvSpPr>
          <p:nvPr>
            <p:ph type="title" idx="8"/>
          </p:nvPr>
        </p:nvSpPr>
        <p:spPr>
          <a:xfrm>
            <a:off x="3443100" y="16424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46" name="Google Shape;2146;p48"/>
          <p:cNvSpPr txBox="1">
            <a:spLocks noGrp="1"/>
          </p:cNvSpPr>
          <p:nvPr>
            <p:ph type="subTitle" idx="9"/>
          </p:nvPr>
        </p:nvSpPr>
        <p:spPr>
          <a:xfrm>
            <a:off x="3443100" y="20973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a beautiful name, but it's hot</a:t>
            </a:r>
            <a:endParaRPr/>
          </a:p>
        </p:txBody>
      </p:sp>
      <p:sp>
        <p:nvSpPr>
          <p:cNvPr id="2147" name="Google Shape;2147;p48"/>
          <p:cNvSpPr txBox="1">
            <a:spLocks noGrp="1"/>
          </p:cNvSpPr>
          <p:nvPr>
            <p:ph type="title" idx="13"/>
          </p:nvPr>
        </p:nvSpPr>
        <p:spPr>
          <a:xfrm>
            <a:off x="5965100" y="164247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148" name="Google Shape;2148;p48"/>
          <p:cNvSpPr txBox="1">
            <a:spLocks noGrp="1"/>
          </p:cNvSpPr>
          <p:nvPr>
            <p:ph type="subTitle" idx="14"/>
          </p:nvPr>
        </p:nvSpPr>
        <p:spPr>
          <a:xfrm>
            <a:off x="5965100" y="209737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Despite being red, Mars is a cold place</a:t>
            </a:r>
            <a:endParaRPr/>
          </a:p>
        </p:txBody>
      </p:sp>
      <p:grpSp>
        <p:nvGrpSpPr>
          <p:cNvPr id="2149" name="Google Shape;2149;p48"/>
          <p:cNvGrpSpPr/>
          <p:nvPr/>
        </p:nvGrpSpPr>
        <p:grpSpPr>
          <a:xfrm>
            <a:off x="1254544" y="1425892"/>
            <a:ext cx="266821" cy="418324"/>
            <a:chOff x="2838121" y="2374786"/>
            <a:chExt cx="170700" cy="267625"/>
          </a:xfrm>
        </p:grpSpPr>
        <p:cxnSp>
          <p:nvCxnSpPr>
            <p:cNvPr id="2150" name="Google Shape;2150;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51" name="Google Shape;2151;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 name="Google Shape;2153;p48"/>
          <p:cNvGrpSpPr/>
          <p:nvPr/>
        </p:nvGrpSpPr>
        <p:grpSpPr>
          <a:xfrm flipH="1">
            <a:off x="7596408" y="3149917"/>
            <a:ext cx="266821" cy="418324"/>
            <a:chOff x="2838121" y="2374786"/>
            <a:chExt cx="170700" cy="267625"/>
          </a:xfrm>
        </p:grpSpPr>
        <p:cxnSp>
          <p:nvCxnSpPr>
            <p:cNvPr id="2154" name="Google Shape;2154;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55" name="Google Shape;2155;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 name="Google Shape;2157;p48"/>
          <p:cNvGrpSpPr/>
          <p:nvPr/>
        </p:nvGrpSpPr>
        <p:grpSpPr>
          <a:xfrm>
            <a:off x="3867949" y="3150510"/>
            <a:ext cx="266821" cy="418324"/>
            <a:chOff x="2838121" y="2374786"/>
            <a:chExt cx="170700" cy="267625"/>
          </a:xfrm>
        </p:grpSpPr>
        <p:cxnSp>
          <p:nvCxnSpPr>
            <p:cNvPr id="2158" name="Google Shape;2158;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59" name="Google Shape;2159;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 name="Google Shape;2161;p48"/>
          <p:cNvGrpSpPr/>
          <p:nvPr/>
        </p:nvGrpSpPr>
        <p:grpSpPr>
          <a:xfrm>
            <a:off x="1339655" y="3150513"/>
            <a:ext cx="266821" cy="418324"/>
            <a:chOff x="2838121" y="2374786"/>
            <a:chExt cx="170700" cy="267625"/>
          </a:xfrm>
        </p:grpSpPr>
        <p:cxnSp>
          <p:nvCxnSpPr>
            <p:cNvPr id="2162" name="Google Shape;2162;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63" name="Google Shape;2163;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5" name="Google Shape;2165;p48"/>
          <p:cNvGrpSpPr/>
          <p:nvPr/>
        </p:nvGrpSpPr>
        <p:grpSpPr>
          <a:xfrm flipH="1">
            <a:off x="4922264" y="1425892"/>
            <a:ext cx="266821" cy="418324"/>
            <a:chOff x="2838121" y="2374786"/>
            <a:chExt cx="170700" cy="267625"/>
          </a:xfrm>
        </p:grpSpPr>
        <p:cxnSp>
          <p:nvCxnSpPr>
            <p:cNvPr id="2166" name="Google Shape;2166;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67" name="Google Shape;2167;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48"/>
          <p:cNvGrpSpPr/>
          <p:nvPr/>
        </p:nvGrpSpPr>
        <p:grpSpPr>
          <a:xfrm flipH="1">
            <a:off x="7396979" y="1425892"/>
            <a:ext cx="266821" cy="418324"/>
            <a:chOff x="2838121" y="2374786"/>
            <a:chExt cx="170700" cy="267625"/>
          </a:xfrm>
        </p:grpSpPr>
        <p:cxnSp>
          <p:nvCxnSpPr>
            <p:cNvPr id="2170" name="Google Shape;2170;p48"/>
            <p:cNvCxnSpPr/>
            <p:nvPr/>
          </p:nvCxnSpPr>
          <p:spPr>
            <a:xfrm>
              <a:off x="2934922" y="2440510"/>
              <a:ext cx="0" cy="201900"/>
            </a:xfrm>
            <a:prstGeom prst="straightConnector1">
              <a:avLst/>
            </a:prstGeom>
            <a:noFill/>
            <a:ln w="19050" cap="flat" cmpd="sng">
              <a:solidFill>
                <a:schemeClr val="accent1"/>
              </a:solidFill>
              <a:prstDash val="solid"/>
              <a:round/>
              <a:headEnd type="oval" w="med" len="med"/>
              <a:tailEnd type="none" w="med" len="med"/>
            </a:ln>
          </p:spPr>
        </p:cxnSp>
        <p:sp>
          <p:nvSpPr>
            <p:cNvPr id="2171" name="Google Shape;2171;p48"/>
            <p:cNvSpPr/>
            <p:nvPr/>
          </p:nvSpPr>
          <p:spPr>
            <a:xfrm rot="-5400000">
              <a:off x="2868681" y="2403715"/>
              <a:ext cx="132600" cy="1326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8"/>
            <p:cNvSpPr/>
            <p:nvPr/>
          </p:nvSpPr>
          <p:spPr>
            <a:xfrm rot="-5400000">
              <a:off x="2838121" y="2374786"/>
              <a:ext cx="170700" cy="170700"/>
            </a:xfrm>
            <a:prstGeom prst="arc">
              <a:avLst>
                <a:gd name="adj1" fmla="val 16200000"/>
                <a:gd name="adj2" fmla="val 0"/>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176"/>
        <p:cNvGrpSpPr/>
        <p:nvPr/>
      </p:nvGrpSpPr>
      <p:grpSpPr>
        <a:xfrm>
          <a:off x="0" y="0"/>
          <a:ext cx="0" cy="0"/>
          <a:chOff x="0" y="0"/>
          <a:chExt cx="0" cy="0"/>
        </a:xfrm>
      </p:grpSpPr>
      <p:sp>
        <p:nvSpPr>
          <p:cNvPr id="2177" name="Google Shape;2177;p49"/>
          <p:cNvSpPr txBox="1">
            <a:spLocks noGrp="1"/>
          </p:cNvSpPr>
          <p:nvPr>
            <p:ph type="title" idx="6"/>
          </p:nvPr>
        </p:nvSpPr>
        <p:spPr>
          <a:xfrm>
            <a:off x="1700250" y="488975"/>
            <a:ext cx="5743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CONTENT ARE WE GOING TO CREATE?</a:t>
            </a:r>
            <a:endParaRPr/>
          </a:p>
        </p:txBody>
      </p:sp>
      <p:sp>
        <p:nvSpPr>
          <p:cNvPr id="2178" name="Google Shape;2178;p49"/>
          <p:cNvSpPr txBox="1">
            <a:spLocks noGrp="1"/>
          </p:cNvSpPr>
          <p:nvPr>
            <p:ph type="title"/>
          </p:nvPr>
        </p:nvSpPr>
        <p:spPr>
          <a:xfrm>
            <a:off x="921100" y="318942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179" name="Google Shape;2179;p49"/>
          <p:cNvSpPr txBox="1">
            <a:spLocks noGrp="1"/>
          </p:cNvSpPr>
          <p:nvPr>
            <p:ph type="subTitle" idx="1"/>
          </p:nvPr>
        </p:nvSpPr>
        <p:spPr>
          <a:xfrm>
            <a:off x="921100" y="364432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2180" name="Google Shape;2180;p49"/>
          <p:cNvSpPr txBox="1">
            <a:spLocks noGrp="1"/>
          </p:cNvSpPr>
          <p:nvPr>
            <p:ph type="title" idx="2"/>
          </p:nvPr>
        </p:nvSpPr>
        <p:spPr>
          <a:xfrm>
            <a:off x="3443100" y="318942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81" name="Google Shape;2181;p49"/>
          <p:cNvSpPr txBox="1">
            <a:spLocks noGrp="1"/>
          </p:cNvSpPr>
          <p:nvPr>
            <p:ph type="subTitle" idx="3"/>
          </p:nvPr>
        </p:nvSpPr>
        <p:spPr>
          <a:xfrm>
            <a:off x="3443100" y="364432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but it’s hot</a:t>
            </a:r>
            <a:endParaRPr/>
          </a:p>
        </p:txBody>
      </p:sp>
      <p:sp>
        <p:nvSpPr>
          <p:cNvPr id="2182" name="Google Shape;2182;p49"/>
          <p:cNvSpPr txBox="1">
            <a:spLocks noGrp="1"/>
          </p:cNvSpPr>
          <p:nvPr>
            <p:ph type="title" idx="4"/>
          </p:nvPr>
        </p:nvSpPr>
        <p:spPr>
          <a:xfrm>
            <a:off x="5965100" y="3189425"/>
            <a:ext cx="225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183" name="Google Shape;2183;p49"/>
          <p:cNvSpPr txBox="1">
            <a:spLocks noGrp="1"/>
          </p:cNvSpPr>
          <p:nvPr>
            <p:ph type="subTitle" idx="5"/>
          </p:nvPr>
        </p:nvSpPr>
        <p:spPr>
          <a:xfrm>
            <a:off x="5965100" y="3644325"/>
            <a:ext cx="2257800" cy="72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 is the farthest planet from the Sun</a:t>
            </a:r>
            <a:endParaRPr/>
          </a:p>
        </p:txBody>
      </p:sp>
      <p:grpSp>
        <p:nvGrpSpPr>
          <p:cNvPr id="2184" name="Google Shape;2184;p49"/>
          <p:cNvGrpSpPr/>
          <p:nvPr/>
        </p:nvGrpSpPr>
        <p:grpSpPr>
          <a:xfrm>
            <a:off x="6673438" y="1938100"/>
            <a:ext cx="841125" cy="1009050"/>
            <a:chOff x="2508950" y="1861800"/>
            <a:chExt cx="841125" cy="1009050"/>
          </a:xfrm>
        </p:grpSpPr>
        <p:sp>
          <p:nvSpPr>
            <p:cNvPr id="2185" name="Google Shape;2185;p49"/>
            <p:cNvSpPr/>
            <p:nvPr/>
          </p:nvSpPr>
          <p:spPr>
            <a:xfrm>
              <a:off x="2508950" y="1861800"/>
              <a:ext cx="841125" cy="877075"/>
            </a:xfrm>
            <a:custGeom>
              <a:avLst/>
              <a:gdLst/>
              <a:ahLst/>
              <a:cxnLst/>
              <a:rect l="l" t="t" r="r" b="b"/>
              <a:pathLst>
                <a:path w="33645" h="35083" extrusionOk="0">
                  <a:moveTo>
                    <a:pt x="17901" y="1"/>
                  </a:moveTo>
                  <a:cubicBezTo>
                    <a:pt x="17057" y="1"/>
                    <a:pt x="16401" y="719"/>
                    <a:pt x="16401" y="1563"/>
                  </a:cubicBezTo>
                  <a:cubicBezTo>
                    <a:pt x="16401" y="1891"/>
                    <a:pt x="16464" y="2219"/>
                    <a:pt x="16667" y="2406"/>
                  </a:cubicBezTo>
                  <a:lnTo>
                    <a:pt x="13605" y="12699"/>
                  </a:lnTo>
                  <a:lnTo>
                    <a:pt x="13090" y="12699"/>
                  </a:lnTo>
                  <a:lnTo>
                    <a:pt x="5405" y="5468"/>
                  </a:lnTo>
                  <a:lnTo>
                    <a:pt x="5405" y="5405"/>
                  </a:lnTo>
                  <a:cubicBezTo>
                    <a:pt x="5405" y="4562"/>
                    <a:pt x="4687" y="3843"/>
                    <a:pt x="3843" y="3843"/>
                  </a:cubicBezTo>
                  <a:cubicBezTo>
                    <a:pt x="3000" y="3843"/>
                    <a:pt x="2281" y="4562"/>
                    <a:pt x="2281" y="5405"/>
                  </a:cubicBezTo>
                  <a:cubicBezTo>
                    <a:pt x="2281" y="6249"/>
                    <a:pt x="3000" y="6967"/>
                    <a:pt x="3843" y="6967"/>
                  </a:cubicBezTo>
                  <a:cubicBezTo>
                    <a:pt x="3906" y="6967"/>
                    <a:pt x="4031" y="6967"/>
                    <a:pt x="4109" y="6905"/>
                  </a:cubicBezTo>
                  <a:lnTo>
                    <a:pt x="10544" y="12949"/>
                  </a:lnTo>
                  <a:cubicBezTo>
                    <a:pt x="8404" y="13340"/>
                    <a:pt x="6842" y="14199"/>
                    <a:pt x="6577" y="15167"/>
                  </a:cubicBezTo>
                  <a:cubicBezTo>
                    <a:pt x="1" y="16604"/>
                    <a:pt x="329" y="19978"/>
                    <a:pt x="329" y="24023"/>
                  </a:cubicBezTo>
                  <a:cubicBezTo>
                    <a:pt x="329" y="33395"/>
                    <a:pt x="63" y="35082"/>
                    <a:pt x="17635" y="35082"/>
                  </a:cubicBezTo>
                  <a:cubicBezTo>
                    <a:pt x="33067" y="35082"/>
                    <a:pt x="33645" y="33786"/>
                    <a:pt x="33645" y="24023"/>
                  </a:cubicBezTo>
                  <a:cubicBezTo>
                    <a:pt x="33645" y="15230"/>
                    <a:pt x="31240" y="14511"/>
                    <a:pt x="19650" y="14511"/>
                  </a:cubicBezTo>
                  <a:cubicBezTo>
                    <a:pt x="18947" y="13730"/>
                    <a:pt x="17448" y="13152"/>
                    <a:pt x="15558" y="12887"/>
                  </a:cubicBezTo>
                  <a:lnTo>
                    <a:pt x="18479" y="3000"/>
                  </a:lnTo>
                  <a:cubicBezTo>
                    <a:pt x="19072" y="2734"/>
                    <a:pt x="19463" y="2219"/>
                    <a:pt x="19463" y="1563"/>
                  </a:cubicBezTo>
                  <a:cubicBezTo>
                    <a:pt x="19463" y="719"/>
                    <a:pt x="18744" y="1"/>
                    <a:pt x="17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9"/>
            <p:cNvSpPr/>
            <p:nvPr/>
          </p:nvSpPr>
          <p:spPr>
            <a:xfrm>
              <a:off x="2632750" y="2716175"/>
              <a:ext cx="110125" cy="154675"/>
            </a:xfrm>
            <a:custGeom>
              <a:avLst/>
              <a:gdLst/>
              <a:ahLst/>
              <a:cxnLst/>
              <a:rect l="l" t="t" r="r" b="b"/>
              <a:pathLst>
                <a:path w="4405" h="6187" extrusionOk="0">
                  <a:moveTo>
                    <a:pt x="4359" y="1"/>
                  </a:moveTo>
                  <a:cubicBezTo>
                    <a:pt x="4359" y="1"/>
                    <a:pt x="4358" y="1"/>
                    <a:pt x="4358" y="1"/>
                  </a:cubicBezTo>
                  <a:cubicBezTo>
                    <a:pt x="4358" y="126"/>
                    <a:pt x="4030" y="189"/>
                    <a:pt x="3764" y="189"/>
                  </a:cubicBezTo>
                  <a:lnTo>
                    <a:pt x="2078" y="189"/>
                  </a:lnTo>
                  <a:cubicBezTo>
                    <a:pt x="1812" y="189"/>
                    <a:pt x="1562" y="64"/>
                    <a:pt x="1562" y="1"/>
                  </a:cubicBezTo>
                  <a:cubicBezTo>
                    <a:pt x="1562" y="1"/>
                    <a:pt x="1500" y="189"/>
                    <a:pt x="1422" y="517"/>
                  </a:cubicBezTo>
                  <a:lnTo>
                    <a:pt x="63" y="5655"/>
                  </a:lnTo>
                  <a:cubicBezTo>
                    <a:pt x="0" y="5921"/>
                    <a:pt x="188" y="6186"/>
                    <a:pt x="516" y="6186"/>
                  </a:cubicBezTo>
                  <a:lnTo>
                    <a:pt x="2203" y="6186"/>
                  </a:lnTo>
                  <a:cubicBezTo>
                    <a:pt x="2531" y="6186"/>
                    <a:pt x="2859" y="5921"/>
                    <a:pt x="2921" y="5655"/>
                  </a:cubicBezTo>
                  <a:cubicBezTo>
                    <a:pt x="2921" y="5655"/>
                    <a:pt x="4404" y="1"/>
                    <a:pt x="4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9"/>
            <p:cNvSpPr/>
            <p:nvPr/>
          </p:nvSpPr>
          <p:spPr>
            <a:xfrm>
              <a:off x="3124375" y="2716175"/>
              <a:ext cx="110125" cy="154675"/>
            </a:xfrm>
            <a:custGeom>
              <a:avLst/>
              <a:gdLst/>
              <a:ahLst/>
              <a:cxnLst/>
              <a:rect l="l" t="t" r="r" b="b"/>
              <a:pathLst>
                <a:path w="4405" h="6187" extrusionOk="0">
                  <a:moveTo>
                    <a:pt x="46" y="1"/>
                  </a:moveTo>
                  <a:cubicBezTo>
                    <a:pt x="1" y="1"/>
                    <a:pt x="1484" y="5655"/>
                    <a:pt x="1484" y="5655"/>
                  </a:cubicBezTo>
                  <a:cubicBezTo>
                    <a:pt x="1546" y="5921"/>
                    <a:pt x="1874" y="6186"/>
                    <a:pt x="2202" y="6186"/>
                  </a:cubicBezTo>
                  <a:lnTo>
                    <a:pt x="3889" y="6186"/>
                  </a:lnTo>
                  <a:cubicBezTo>
                    <a:pt x="4217" y="6186"/>
                    <a:pt x="4405" y="5921"/>
                    <a:pt x="4342" y="5655"/>
                  </a:cubicBezTo>
                  <a:lnTo>
                    <a:pt x="2983" y="517"/>
                  </a:lnTo>
                  <a:cubicBezTo>
                    <a:pt x="2921" y="189"/>
                    <a:pt x="2843" y="1"/>
                    <a:pt x="2843" y="1"/>
                  </a:cubicBezTo>
                  <a:cubicBezTo>
                    <a:pt x="2843" y="64"/>
                    <a:pt x="2655" y="189"/>
                    <a:pt x="2327" y="189"/>
                  </a:cubicBezTo>
                  <a:lnTo>
                    <a:pt x="703" y="189"/>
                  </a:lnTo>
                  <a:cubicBezTo>
                    <a:pt x="375" y="189"/>
                    <a:pt x="109" y="126"/>
                    <a:pt x="47" y="1"/>
                  </a:cubicBezTo>
                  <a:cubicBezTo>
                    <a:pt x="46" y="1"/>
                    <a:pt x="46"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9"/>
            <p:cNvSpPr/>
            <p:nvPr/>
          </p:nvSpPr>
          <p:spPr>
            <a:xfrm>
              <a:off x="2614775" y="2292900"/>
              <a:ext cx="548275" cy="338575"/>
            </a:xfrm>
            <a:custGeom>
              <a:avLst/>
              <a:gdLst/>
              <a:ahLst/>
              <a:cxnLst/>
              <a:rect l="l" t="t" r="r" b="b"/>
              <a:pathLst>
                <a:path w="21931" h="13543" extrusionOk="0">
                  <a:moveTo>
                    <a:pt x="10997" y="1"/>
                  </a:moveTo>
                  <a:cubicBezTo>
                    <a:pt x="1" y="1"/>
                    <a:pt x="391" y="3000"/>
                    <a:pt x="391" y="6779"/>
                  </a:cubicBezTo>
                  <a:cubicBezTo>
                    <a:pt x="391" y="10481"/>
                    <a:pt x="1172" y="13543"/>
                    <a:pt x="10997" y="13543"/>
                  </a:cubicBezTo>
                  <a:cubicBezTo>
                    <a:pt x="20759" y="13543"/>
                    <a:pt x="21602" y="10481"/>
                    <a:pt x="21602" y="6779"/>
                  </a:cubicBezTo>
                  <a:cubicBezTo>
                    <a:pt x="21602" y="3000"/>
                    <a:pt x="21930" y="1"/>
                    <a:pt x="109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9"/>
            <p:cNvSpPr/>
            <p:nvPr/>
          </p:nvSpPr>
          <p:spPr>
            <a:xfrm>
              <a:off x="3207150" y="2372950"/>
              <a:ext cx="103875" cy="89450"/>
            </a:xfrm>
            <a:custGeom>
              <a:avLst/>
              <a:gdLst/>
              <a:ahLst/>
              <a:cxnLst/>
              <a:rect l="l" t="t" r="r" b="b"/>
              <a:pathLst>
                <a:path w="4155" h="3578" extrusionOk="0">
                  <a:moveTo>
                    <a:pt x="2078" y="1"/>
                  </a:moveTo>
                  <a:cubicBezTo>
                    <a:pt x="453" y="1"/>
                    <a:pt x="0" y="782"/>
                    <a:pt x="0" y="1750"/>
                  </a:cubicBezTo>
                  <a:cubicBezTo>
                    <a:pt x="0" y="2734"/>
                    <a:pt x="844" y="3577"/>
                    <a:pt x="2078" y="3577"/>
                  </a:cubicBezTo>
                  <a:cubicBezTo>
                    <a:pt x="3374" y="3577"/>
                    <a:pt x="4155" y="2734"/>
                    <a:pt x="4155" y="1750"/>
                  </a:cubicBezTo>
                  <a:cubicBezTo>
                    <a:pt x="4155" y="782"/>
                    <a:pt x="3702" y="1"/>
                    <a:pt x="20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9"/>
            <p:cNvSpPr/>
            <p:nvPr/>
          </p:nvSpPr>
          <p:spPr>
            <a:xfrm>
              <a:off x="3207150" y="2499850"/>
              <a:ext cx="103875" cy="87900"/>
            </a:xfrm>
            <a:custGeom>
              <a:avLst/>
              <a:gdLst/>
              <a:ahLst/>
              <a:cxnLst/>
              <a:rect l="l" t="t" r="r" b="b"/>
              <a:pathLst>
                <a:path w="4155" h="3516" extrusionOk="0">
                  <a:moveTo>
                    <a:pt x="2078" y="1"/>
                  </a:moveTo>
                  <a:cubicBezTo>
                    <a:pt x="453" y="1"/>
                    <a:pt x="0" y="782"/>
                    <a:pt x="0" y="1750"/>
                  </a:cubicBezTo>
                  <a:cubicBezTo>
                    <a:pt x="0" y="2734"/>
                    <a:pt x="844" y="3515"/>
                    <a:pt x="2078" y="3515"/>
                  </a:cubicBezTo>
                  <a:cubicBezTo>
                    <a:pt x="3374" y="3515"/>
                    <a:pt x="4155" y="2734"/>
                    <a:pt x="4155" y="1750"/>
                  </a:cubicBezTo>
                  <a:cubicBezTo>
                    <a:pt x="4155" y="782"/>
                    <a:pt x="3702" y="1"/>
                    <a:pt x="20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9"/>
            <p:cNvSpPr/>
            <p:nvPr/>
          </p:nvSpPr>
          <p:spPr>
            <a:xfrm>
              <a:off x="2748325" y="2657625"/>
              <a:ext cx="64850" cy="55075"/>
            </a:xfrm>
            <a:custGeom>
              <a:avLst/>
              <a:gdLst/>
              <a:ahLst/>
              <a:cxnLst/>
              <a:rect l="l" t="t" r="r" b="b"/>
              <a:pathLst>
                <a:path w="2594" h="2203" extrusionOk="0">
                  <a:moveTo>
                    <a:pt x="1297" y="0"/>
                  </a:moveTo>
                  <a:cubicBezTo>
                    <a:pt x="313" y="0"/>
                    <a:pt x="1" y="453"/>
                    <a:pt x="1" y="1109"/>
                  </a:cubicBezTo>
                  <a:cubicBezTo>
                    <a:pt x="1" y="1687"/>
                    <a:pt x="516" y="2203"/>
                    <a:pt x="1297" y="2203"/>
                  </a:cubicBezTo>
                  <a:cubicBezTo>
                    <a:pt x="2078" y="2203"/>
                    <a:pt x="2593" y="1687"/>
                    <a:pt x="2593" y="1109"/>
                  </a:cubicBezTo>
                  <a:cubicBezTo>
                    <a:pt x="2593" y="453"/>
                    <a:pt x="2343"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9"/>
            <p:cNvSpPr/>
            <p:nvPr/>
          </p:nvSpPr>
          <p:spPr>
            <a:xfrm>
              <a:off x="2857275" y="2657625"/>
              <a:ext cx="64850" cy="55075"/>
            </a:xfrm>
            <a:custGeom>
              <a:avLst/>
              <a:gdLst/>
              <a:ahLst/>
              <a:cxnLst/>
              <a:rect l="l" t="t" r="r" b="b"/>
              <a:pathLst>
                <a:path w="2594" h="2203" extrusionOk="0">
                  <a:moveTo>
                    <a:pt x="1297" y="0"/>
                  </a:moveTo>
                  <a:cubicBezTo>
                    <a:pt x="250" y="0"/>
                    <a:pt x="0" y="453"/>
                    <a:pt x="0" y="1109"/>
                  </a:cubicBezTo>
                  <a:cubicBezTo>
                    <a:pt x="0" y="1687"/>
                    <a:pt x="453" y="2203"/>
                    <a:pt x="1297" y="2203"/>
                  </a:cubicBezTo>
                  <a:cubicBezTo>
                    <a:pt x="2078" y="2203"/>
                    <a:pt x="2593" y="1687"/>
                    <a:pt x="2593" y="1109"/>
                  </a:cubicBezTo>
                  <a:cubicBezTo>
                    <a:pt x="2593" y="453"/>
                    <a:pt x="2281"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9"/>
            <p:cNvSpPr/>
            <p:nvPr/>
          </p:nvSpPr>
          <p:spPr>
            <a:xfrm>
              <a:off x="2964650" y="2657625"/>
              <a:ext cx="64850" cy="55075"/>
            </a:xfrm>
            <a:custGeom>
              <a:avLst/>
              <a:gdLst/>
              <a:ahLst/>
              <a:cxnLst/>
              <a:rect l="l" t="t" r="r" b="b"/>
              <a:pathLst>
                <a:path w="2594" h="2203" extrusionOk="0">
                  <a:moveTo>
                    <a:pt x="1297" y="0"/>
                  </a:moveTo>
                  <a:cubicBezTo>
                    <a:pt x="329" y="0"/>
                    <a:pt x="1" y="453"/>
                    <a:pt x="1" y="1109"/>
                  </a:cubicBezTo>
                  <a:cubicBezTo>
                    <a:pt x="1" y="1687"/>
                    <a:pt x="516" y="2203"/>
                    <a:pt x="1297" y="2203"/>
                  </a:cubicBezTo>
                  <a:cubicBezTo>
                    <a:pt x="2078" y="2203"/>
                    <a:pt x="2593" y="1687"/>
                    <a:pt x="2593" y="1109"/>
                  </a:cubicBezTo>
                  <a:cubicBezTo>
                    <a:pt x="2593" y="453"/>
                    <a:pt x="2344"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9"/>
            <p:cNvSpPr/>
            <p:nvPr/>
          </p:nvSpPr>
          <p:spPr>
            <a:xfrm>
              <a:off x="3072025" y="2657625"/>
              <a:ext cx="66800" cy="55075"/>
            </a:xfrm>
            <a:custGeom>
              <a:avLst/>
              <a:gdLst/>
              <a:ahLst/>
              <a:cxnLst/>
              <a:rect l="l" t="t" r="r" b="b"/>
              <a:pathLst>
                <a:path w="2672" h="2203" extrusionOk="0">
                  <a:moveTo>
                    <a:pt x="1360" y="0"/>
                  </a:moveTo>
                  <a:cubicBezTo>
                    <a:pt x="329" y="0"/>
                    <a:pt x="1" y="453"/>
                    <a:pt x="1" y="1109"/>
                  </a:cubicBezTo>
                  <a:cubicBezTo>
                    <a:pt x="1" y="1687"/>
                    <a:pt x="516" y="2203"/>
                    <a:pt x="1360" y="2203"/>
                  </a:cubicBezTo>
                  <a:cubicBezTo>
                    <a:pt x="2141" y="2203"/>
                    <a:pt x="2672" y="1687"/>
                    <a:pt x="2672" y="1109"/>
                  </a:cubicBezTo>
                  <a:cubicBezTo>
                    <a:pt x="2672" y="453"/>
                    <a:pt x="2344" y="0"/>
                    <a:pt x="13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 name="Google Shape;2195;p49"/>
          <p:cNvGrpSpPr/>
          <p:nvPr/>
        </p:nvGrpSpPr>
        <p:grpSpPr>
          <a:xfrm>
            <a:off x="1634822" y="1938069"/>
            <a:ext cx="830362" cy="1009105"/>
            <a:chOff x="-61600" y="1593825"/>
            <a:chExt cx="1050825" cy="1277025"/>
          </a:xfrm>
        </p:grpSpPr>
        <p:sp>
          <p:nvSpPr>
            <p:cNvPr id="2196" name="Google Shape;2196;p49"/>
            <p:cNvSpPr/>
            <p:nvPr/>
          </p:nvSpPr>
          <p:spPr>
            <a:xfrm>
              <a:off x="-61600" y="2022650"/>
              <a:ext cx="1050825" cy="704900"/>
            </a:xfrm>
            <a:custGeom>
              <a:avLst/>
              <a:gdLst/>
              <a:ahLst/>
              <a:cxnLst/>
              <a:rect l="l" t="t" r="r" b="b"/>
              <a:pathLst>
                <a:path w="42033" h="28196" extrusionOk="0">
                  <a:moveTo>
                    <a:pt x="15963" y="1"/>
                  </a:moveTo>
                  <a:cubicBezTo>
                    <a:pt x="10997" y="1"/>
                    <a:pt x="6816" y="272"/>
                    <a:pt x="5592" y="1049"/>
                  </a:cubicBezTo>
                  <a:cubicBezTo>
                    <a:pt x="1891" y="3391"/>
                    <a:pt x="1" y="20323"/>
                    <a:pt x="2531" y="25399"/>
                  </a:cubicBezTo>
                  <a:cubicBezTo>
                    <a:pt x="3765" y="27867"/>
                    <a:pt x="5530" y="28195"/>
                    <a:pt x="21024" y="28195"/>
                  </a:cubicBezTo>
                  <a:cubicBezTo>
                    <a:pt x="36503" y="28195"/>
                    <a:pt x="38268" y="27867"/>
                    <a:pt x="39502" y="25399"/>
                  </a:cubicBezTo>
                  <a:cubicBezTo>
                    <a:pt x="42032" y="20323"/>
                    <a:pt x="40158" y="3391"/>
                    <a:pt x="36441" y="1049"/>
                  </a:cubicBezTo>
                  <a:cubicBezTo>
                    <a:pt x="35217" y="272"/>
                    <a:pt x="31080" y="1"/>
                    <a:pt x="26109" y="1"/>
                  </a:cubicBezTo>
                  <a:cubicBezTo>
                    <a:pt x="24479" y="1"/>
                    <a:pt x="22760" y="30"/>
                    <a:pt x="21024" y="80"/>
                  </a:cubicBezTo>
                  <a:cubicBezTo>
                    <a:pt x="19304" y="30"/>
                    <a:pt x="17591" y="1"/>
                    <a:pt x="15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9"/>
            <p:cNvSpPr/>
            <p:nvPr/>
          </p:nvSpPr>
          <p:spPr>
            <a:xfrm>
              <a:off x="284750" y="2654100"/>
              <a:ext cx="340150" cy="216750"/>
            </a:xfrm>
            <a:custGeom>
              <a:avLst/>
              <a:gdLst/>
              <a:ahLst/>
              <a:cxnLst/>
              <a:rect l="l" t="t" r="r" b="b"/>
              <a:pathLst>
                <a:path w="13606" h="8670" extrusionOk="0">
                  <a:moveTo>
                    <a:pt x="4749" y="1"/>
                  </a:moveTo>
                  <a:lnTo>
                    <a:pt x="4749" y="5858"/>
                  </a:lnTo>
                  <a:lnTo>
                    <a:pt x="1953" y="5858"/>
                  </a:lnTo>
                  <a:cubicBezTo>
                    <a:pt x="844" y="5858"/>
                    <a:pt x="1" y="6451"/>
                    <a:pt x="1" y="7232"/>
                  </a:cubicBezTo>
                  <a:cubicBezTo>
                    <a:pt x="1" y="8013"/>
                    <a:pt x="844" y="8669"/>
                    <a:pt x="1953" y="8669"/>
                  </a:cubicBezTo>
                  <a:lnTo>
                    <a:pt x="11715" y="8669"/>
                  </a:lnTo>
                  <a:cubicBezTo>
                    <a:pt x="12762" y="8669"/>
                    <a:pt x="13605" y="8013"/>
                    <a:pt x="13605" y="7232"/>
                  </a:cubicBezTo>
                  <a:cubicBezTo>
                    <a:pt x="13605" y="6451"/>
                    <a:pt x="12762" y="5858"/>
                    <a:pt x="11715" y="5858"/>
                  </a:cubicBezTo>
                  <a:lnTo>
                    <a:pt x="8920" y="5858"/>
                  </a:lnTo>
                  <a:lnTo>
                    <a:pt x="892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9"/>
            <p:cNvSpPr/>
            <p:nvPr/>
          </p:nvSpPr>
          <p:spPr>
            <a:xfrm>
              <a:off x="266800" y="1593825"/>
              <a:ext cx="478375" cy="455250"/>
            </a:xfrm>
            <a:custGeom>
              <a:avLst/>
              <a:gdLst/>
              <a:ahLst/>
              <a:cxnLst/>
              <a:rect l="l" t="t" r="r" b="b"/>
              <a:pathLst>
                <a:path w="19135" h="18210" extrusionOk="0">
                  <a:moveTo>
                    <a:pt x="17892" y="0"/>
                  </a:moveTo>
                  <a:cubicBezTo>
                    <a:pt x="17539" y="0"/>
                    <a:pt x="17203" y="177"/>
                    <a:pt x="16994" y="505"/>
                  </a:cubicBezTo>
                  <a:lnTo>
                    <a:pt x="8076" y="14047"/>
                  </a:lnTo>
                  <a:lnTo>
                    <a:pt x="3593" y="3832"/>
                  </a:lnTo>
                  <a:cubicBezTo>
                    <a:pt x="3443" y="3394"/>
                    <a:pt x="3048" y="3135"/>
                    <a:pt x="2619" y="3135"/>
                  </a:cubicBezTo>
                  <a:cubicBezTo>
                    <a:pt x="2466" y="3135"/>
                    <a:pt x="2308" y="3168"/>
                    <a:pt x="2156" y="3238"/>
                  </a:cubicBezTo>
                  <a:cubicBezTo>
                    <a:pt x="1640" y="3504"/>
                    <a:pt x="1375" y="4144"/>
                    <a:pt x="1562" y="4675"/>
                  </a:cubicBezTo>
                  <a:lnTo>
                    <a:pt x="5858" y="14437"/>
                  </a:lnTo>
                  <a:cubicBezTo>
                    <a:pt x="2546" y="14625"/>
                    <a:pt x="0" y="15796"/>
                    <a:pt x="0" y="17233"/>
                  </a:cubicBezTo>
                  <a:cubicBezTo>
                    <a:pt x="0" y="18014"/>
                    <a:pt x="766" y="18209"/>
                    <a:pt x="1996" y="18209"/>
                  </a:cubicBezTo>
                  <a:cubicBezTo>
                    <a:pt x="3226" y="18209"/>
                    <a:pt x="4921" y="18014"/>
                    <a:pt x="6779" y="18014"/>
                  </a:cubicBezTo>
                  <a:cubicBezTo>
                    <a:pt x="8661" y="18014"/>
                    <a:pt x="10368" y="18209"/>
                    <a:pt x="11604" y="18209"/>
                  </a:cubicBezTo>
                  <a:cubicBezTo>
                    <a:pt x="12840" y="18209"/>
                    <a:pt x="13605" y="18014"/>
                    <a:pt x="13605" y="17233"/>
                  </a:cubicBezTo>
                  <a:cubicBezTo>
                    <a:pt x="13605" y="16187"/>
                    <a:pt x="12246" y="15281"/>
                    <a:pt x="10153" y="14828"/>
                  </a:cubicBezTo>
                  <a:lnTo>
                    <a:pt x="18822" y="1676"/>
                  </a:lnTo>
                  <a:cubicBezTo>
                    <a:pt x="19134" y="1161"/>
                    <a:pt x="19009" y="505"/>
                    <a:pt x="18494" y="177"/>
                  </a:cubicBezTo>
                  <a:cubicBezTo>
                    <a:pt x="18301" y="58"/>
                    <a:pt x="18094" y="0"/>
                    <a:pt x="178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9"/>
            <p:cNvSpPr/>
            <p:nvPr/>
          </p:nvSpPr>
          <p:spPr>
            <a:xfrm>
              <a:off x="36025" y="2075325"/>
              <a:ext cx="855575" cy="519325"/>
            </a:xfrm>
            <a:custGeom>
              <a:avLst/>
              <a:gdLst/>
              <a:ahLst/>
              <a:cxnLst/>
              <a:rect l="l" t="t" r="r" b="b"/>
              <a:pathLst>
                <a:path w="34223" h="20773" extrusionOk="0">
                  <a:moveTo>
                    <a:pt x="13005" y="0"/>
                  </a:moveTo>
                  <a:cubicBezTo>
                    <a:pt x="8972" y="0"/>
                    <a:pt x="5581" y="181"/>
                    <a:pt x="4546" y="769"/>
                  </a:cubicBezTo>
                  <a:cubicBezTo>
                    <a:pt x="1562" y="2534"/>
                    <a:pt x="0" y="14951"/>
                    <a:pt x="2078" y="18669"/>
                  </a:cubicBezTo>
                  <a:cubicBezTo>
                    <a:pt x="2999" y="20277"/>
                    <a:pt x="8552" y="20772"/>
                    <a:pt x="14618" y="20772"/>
                  </a:cubicBezTo>
                  <a:cubicBezTo>
                    <a:pt x="15446" y="20772"/>
                    <a:pt x="16283" y="20763"/>
                    <a:pt x="17119" y="20746"/>
                  </a:cubicBezTo>
                  <a:cubicBezTo>
                    <a:pt x="17954" y="20763"/>
                    <a:pt x="18789" y="20772"/>
                    <a:pt x="19616" y="20772"/>
                  </a:cubicBezTo>
                  <a:cubicBezTo>
                    <a:pt x="25671" y="20772"/>
                    <a:pt x="31224" y="20277"/>
                    <a:pt x="32145" y="18669"/>
                  </a:cubicBezTo>
                  <a:cubicBezTo>
                    <a:pt x="34222" y="14951"/>
                    <a:pt x="32661" y="2534"/>
                    <a:pt x="29677" y="769"/>
                  </a:cubicBezTo>
                  <a:cubicBezTo>
                    <a:pt x="28642" y="181"/>
                    <a:pt x="25251" y="0"/>
                    <a:pt x="21225" y="0"/>
                  </a:cubicBezTo>
                  <a:cubicBezTo>
                    <a:pt x="19904" y="0"/>
                    <a:pt x="18516" y="20"/>
                    <a:pt x="17119" y="51"/>
                  </a:cubicBezTo>
                  <a:cubicBezTo>
                    <a:pt x="15719" y="20"/>
                    <a:pt x="14328" y="0"/>
                    <a:pt x="130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9"/>
            <p:cNvSpPr/>
            <p:nvPr/>
          </p:nvSpPr>
          <p:spPr>
            <a:xfrm>
              <a:off x="182450" y="2626775"/>
              <a:ext cx="108975" cy="69925"/>
            </a:xfrm>
            <a:custGeom>
              <a:avLst/>
              <a:gdLst/>
              <a:ahLst/>
              <a:cxnLst/>
              <a:rect l="l" t="t" r="r" b="b"/>
              <a:pathLst>
                <a:path w="4359" h="2797" extrusionOk="0">
                  <a:moveTo>
                    <a:pt x="969" y="0"/>
                  </a:moveTo>
                  <a:cubicBezTo>
                    <a:pt x="454" y="0"/>
                    <a:pt x="1" y="453"/>
                    <a:pt x="1" y="969"/>
                  </a:cubicBezTo>
                  <a:lnTo>
                    <a:pt x="1" y="1812"/>
                  </a:lnTo>
                  <a:cubicBezTo>
                    <a:pt x="1" y="2343"/>
                    <a:pt x="454" y="2796"/>
                    <a:pt x="969" y="2796"/>
                  </a:cubicBezTo>
                  <a:lnTo>
                    <a:pt x="3312" y="2796"/>
                  </a:lnTo>
                  <a:cubicBezTo>
                    <a:pt x="3906" y="2796"/>
                    <a:pt x="4358" y="2343"/>
                    <a:pt x="4358" y="1812"/>
                  </a:cubicBezTo>
                  <a:lnTo>
                    <a:pt x="4358" y="969"/>
                  </a:lnTo>
                  <a:cubicBezTo>
                    <a:pt x="4358" y="453"/>
                    <a:pt x="3906" y="0"/>
                    <a:pt x="33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9"/>
            <p:cNvSpPr/>
            <p:nvPr/>
          </p:nvSpPr>
          <p:spPr>
            <a:xfrm>
              <a:off x="328875" y="2626775"/>
              <a:ext cx="107425" cy="69925"/>
            </a:xfrm>
            <a:custGeom>
              <a:avLst/>
              <a:gdLst/>
              <a:ahLst/>
              <a:cxnLst/>
              <a:rect l="l" t="t" r="r" b="b"/>
              <a:pathLst>
                <a:path w="4297" h="2797" extrusionOk="0">
                  <a:moveTo>
                    <a:pt x="969" y="0"/>
                  </a:moveTo>
                  <a:cubicBezTo>
                    <a:pt x="391" y="0"/>
                    <a:pt x="1" y="453"/>
                    <a:pt x="1" y="969"/>
                  </a:cubicBezTo>
                  <a:lnTo>
                    <a:pt x="1" y="1812"/>
                  </a:lnTo>
                  <a:cubicBezTo>
                    <a:pt x="1" y="2343"/>
                    <a:pt x="391" y="2796"/>
                    <a:pt x="969" y="2796"/>
                  </a:cubicBezTo>
                  <a:lnTo>
                    <a:pt x="3312" y="2796"/>
                  </a:lnTo>
                  <a:cubicBezTo>
                    <a:pt x="3843" y="2796"/>
                    <a:pt x="4296" y="2343"/>
                    <a:pt x="4296" y="1812"/>
                  </a:cubicBezTo>
                  <a:lnTo>
                    <a:pt x="4296" y="969"/>
                  </a:lnTo>
                  <a:cubicBezTo>
                    <a:pt x="4296" y="453"/>
                    <a:pt x="3843" y="0"/>
                    <a:pt x="33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9"/>
            <p:cNvSpPr/>
            <p:nvPr/>
          </p:nvSpPr>
          <p:spPr>
            <a:xfrm>
              <a:off x="473750" y="2626775"/>
              <a:ext cx="108975" cy="69925"/>
            </a:xfrm>
            <a:custGeom>
              <a:avLst/>
              <a:gdLst/>
              <a:ahLst/>
              <a:cxnLst/>
              <a:rect l="l" t="t" r="r" b="b"/>
              <a:pathLst>
                <a:path w="4359" h="2797" extrusionOk="0">
                  <a:moveTo>
                    <a:pt x="1032" y="0"/>
                  </a:moveTo>
                  <a:cubicBezTo>
                    <a:pt x="454" y="0"/>
                    <a:pt x="1" y="453"/>
                    <a:pt x="1" y="969"/>
                  </a:cubicBezTo>
                  <a:lnTo>
                    <a:pt x="1" y="1812"/>
                  </a:lnTo>
                  <a:cubicBezTo>
                    <a:pt x="1" y="2343"/>
                    <a:pt x="454" y="2796"/>
                    <a:pt x="1032" y="2796"/>
                  </a:cubicBezTo>
                  <a:lnTo>
                    <a:pt x="3375" y="2796"/>
                  </a:lnTo>
                  <a:cubicBezTo>
                    <a:pt x="3906" y="2796"/>
                    <a:pt x="4359" y="2343"/>
                    <a:pt x="4359" y="1812"/>
                  </a:cubicBezTo>
                  <a:lnTo>
                    <a:pt x="4359" y="969"/>
                  </a:lnTo>
                  <a:cubicBezTo>
                    <a:pt x="4359" y="453"/>
                    <a:pt x="3906" y="0"/>
                    <a:pt x="3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9"/>
            <p:cNvSpPr/>
            <p:nvPr/>
          </p:nvSpPr>
          <p:spPr>
            <a:xfrm>
              <a:off x="620175" y="2626775"/>
              <a:ext cx="108975" cy="69925"/>
            </a:xfrm>
            <a:custGeom>
              <a:avLst/>
              <a:gdLst/>
              <a:ahLst/>
              <a:cxnLst/>
              <a:rect l="l" t="t" r="r" b="b"/>
              <a:pathLst>
                <a:path w="4359" h="2797" extrusionOk="0">
                  <a:moveTo>
                    <a:pt x="969" y="0"/>
                  </a:moveTo>
                  <a:cubicBezTo>
                    <a:pt x="454" y="0"/>
                    <a:pt x="1" y="453"/>
                    <a:pt x="1" y="969"/>
                  </a:cubicBezTo>
                  <a:lnTo>
                    <a:pt x="1" y="1812"/>
                  </a:lnTo>
                  <a:cubicBezTo>
                    <a:pt x="1" y="2343"/>
                    <a:pt x="454" y="2796"/>
                    <a:pt x="969" y="2796"/>
                  </a:cubicBezTo>
                  <a:lnTo>
                    <a:pt x="3312" y="2796"/>
                  </a:lnTo>
                  <a:cubicBezTo>
                    <a:pt x="3906" y="2796"/>
                    <a:pt x="4359" y="2343"/>
                    <a:pt x="4359" y="1812"/>
                  </a:cubicBezTo>
                  <a:lnTo>
                    <a:pt x="4359" y="969"/>
                  </a:lnTo>
                  <a:cubicBezTo>
                    <a:pt x="4359" y="453"/>
                    <a:pt x="3906" y="0"/>
                    <a:pt x="33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 name="Google Shape;2204;p49"/>
          <p:cNvGrpSpPr/>
          <p:nvPr/>
        </p:nvGrpSpPr>
        <p:grpSpPr>
          <a:xfrm>
            <a:off x="4132416" y="1938094"/>
            <a:ext cx="879169" cy="1009063"/>
            <a:chOff x="4042500" y="2270775"/>
            <a:chExt cx="921175" cy="1057275"/>
          </a:xfrm>
        </p:grpSpPr>
        <p:sp>
          <p:nvSpPr>
            <p:cNvPr id="2205" name="Google Shape;2205;p49"/>
            <p:cNvSpPr/>
            <p:nvPr/>
          </p:nvSpPr>
          <p:spPr>
            <a:xfrm>
              <a:off x="4281875" y="2270775"/>
              <a:ext cx="479925" cy="456900"/>
            </a:xfrm>
            <a:custGeom>
              <a:avLst/>
              <a:gdLst/>
              <a:ahLst/>
              <a:cxnLst/>
              <a:rect l="l" t="t" r="r" b="b"/>
              <a:pathLst>
                <a:path w="19197" h="18276" extrusionOk="0">
                  <a:moveTo>
                    <a:pt x="17936" y="0"/>
                  </a:moveTo>
                  <a:cubicBezTo>
                    <a:pt x="17586" y="0"/>
                    <a:pt x="17248" y="173"/>
                    <a:pt x="17041" y="508"/>
                  </a:cubicBezTo>
                  <a:lnTo>
                    <a:pt x="8138" y="14097"/>
                  </a:lnTo>
                  <a:lnTo>
                    <a:pt x="3640" y="3820"/>
                  </a:lnTo>
                  <a:cubicBezTo>
                    <a:pt x="3446" y="3443"/>
                    <a:pt x="3051" y="3200"/>
                    <a:pt x="2622" y="3200"/>
                  </a:cubicBezTo>
                  <a:cubicBezTo>
                    <a:pt x="2463" y="3200"/>
                    <a:pt x="2300" y="3233"/>
                    <a:pt x="2140" y="3304"/>
                  </a:cubicBezTo>
                  <a:cubicBezTo>
                    <a:pt x="1625" y="3492"/>
                    <a:pt x="1359" y="4148"/>
                    <a:pt x="1625" y="4726"/>
                  </a:cubicBezTo>
                  <a:lnTo>
                    <a:pt x="5920" y="14566"/>
                  </a:lnTo>
                  <a:cubicBezTo>
                    <a:pt x="2531" y="14691"/>
                    <a:pt x="1" y="15862"/>
                    <a:pt x="1" y="17299"/>
                  </a:cubicBezTo>
                  <a:cubicBezTo>
                    <a:pt x="1" y="18080"/>
                    <a:pt x="766" y="18276"/>
                    <a:pt x="2002" y="18276"/>
                  </a:cubicBezTo>
                  <a:cubicBezTo>
                    <a:pt x="3238" y="18276"/>
                    <a:pt x="4944" y="18080"/>
                    <a:pt x="6826" y="18080"/>
                  </a:cubicBezTo>
                  <a:cubicBezTo>
                    <a:pt x="8716" y="18080"/>
                    <a:pt x="10426" y="18276"/>
                    <a:pt x="11664" y="18276"/>
                  </a:cubicBezTo>
                  <a:cubicBezTo>
                    <a:pt x="12902" y="18276"/>
                    <a:pt x="13667" y="18080"/>
                    <a:pt x="13667" y="17299"/>
                  </a:cubicBezTo>
                  <a:cubicBezTo>
                    <a:pt x="13667" y="16253"/>
                    <a:pt x="12293" y="15347"/>
                    <a:pt x="10216" y="14878"/>
                  </a:cubicBezTo>
                  <a:lnTo>
                    <a:pt x="18869" y="1742"/>
                  </a:lnTo>
                  <a:cubicBezTo>
                    <a:pt x="19197" y="1211"/>
                    <a:pt x="19072" y="508"/>
                    <a:pt x="18541" y="180"/>
                  </a:cubicBezTo>
                  <a:cubicBezTo>
                    <a:pt x="18350" y="59"/>
                    <a:pt x="18141" y="0"/>
                    <a:pt x="179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9"/>
            <p:cNvSpPr/>
            <p:nvPr/>
          </p:nvSpPr>
          <p:spPr>
            <a:xfrm>
              <a:off x="4042500" y="2700225"/>
              <a:ext cx="921175" cy="566950"/>
            </a:xfrm>
            <a:custGeom>
              <a:avLst/>
              <a:gdLst/>
              <a:ahLst/>
              <a:cxnLst/>
              <a:rect l="l" t="t" r="r" b="b"/>
              <a:pathLst>
                <a:path w="36847" h="22678" extrusionOk="0">
                  <a:moveTo>
                    <a:pt x="23581" y="1"/>
                  </a:moveTo>
                  <a:cubicBezTo>
                    <a:pt x="21941" y="1"/>
                    <a:pt x="20208" y="43"/>
                    <a:pt x="18416" y="43"/>
                  </a:cubicBezTo>
                  <a:cubicBezTo>
                    <a:pt x="16896" y="43"/>
                    <a:pt x="15418" y="19"/>
                    <a:pt x="14004" y="19"/>
                  </a:cubicBezTo>
                  <a:cubicBezTo>
                    <a:pt x="5974" y="19"/>
                    <a:pt x="1" y="809"/>
                    <a:pt x="1" y="11367"/>
                  </a:cubicBezTo>
                  <a:cubicBezTo>
                    <a:pt x="1" y="21857"/>
                    <a:pt x="5942" y="22655"/>
                    <a:pt x="13939" y="22655"/>
                  </a:cubicBezTo>
                  <a:cubicBezTo>
                    <a:pt x="15373" y="22655"/>
                    <a:pt x="16873" y="22629"/>
                    <a:pt x="18416" y="22629"/>
                  </a:cubicBezTo>
                  <a:cubicBezTo>
                    <a:pt x="20290" y="22629"/>
                    <a:pt x="22100" y="22678"/>
                    <a:pt x="23805" y="22678"/>
                  </a:cubicBezTo>
                  <a:cubicBezTo>
                    <a:pt x="31342" y="22678"/>
                    <a:pt x="36847" y="21722"/>
                    <a:pt x="36847" y="11367"/>
                  </a:cubicBezTo>
                  <a:cubicBezTo>
                    <a:pt x="36847" y="923"/>
                    <a:pt x="31233" y="1"/>
                    <a:pt x="23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9"/>
            <p:cNvSpPr/>
            <p:nvPr/>
          </p:nvSpPr>
          <p:spPr>
            <a:xfrm>
              <a:off x="4180750" y="3155175"/>
              <a:ext cx="123000" cy="172875"/>
            </a:xfrm>
            <a:custGeom>
              <a:avLst/>
              <a:gdLst/>
              <a:ahLst/>
              <a:cxnLst/>
              <a:rect l="l" t="t" r="r" b="b"/>
              <a:pathLst>
                <a:path w="4920" h="6915" extrusionOk="0">
                  <a:moveTo>
                    <a:pt x="1763" y="1"/>
                  </a:moveTo>
                  <a:cubicBezTo>
                    <a:pt x="1751" y="1"/>
                    <a:pt x="1688" y="232"/>
                    <a:pt x="1562" y="526"/>
                  </a:cubicBezTo>
                  <a:lnTo>
                    <a:pt x="78" y="6321"/>
                  </a:lnTo>
                  <a:cubicBezTo>
                    <a:pt x="0" y="6649"/>
                    <a:pt x="203" y="6914"/>
                    <a:pt x="531" y="6914"/>
                  </a:cubicBezTo>
                  <a:lnTo>
                    <a:pt x="2484" y="6914"/>
                  </a:lnTo>
                  <a:cubicBezTo>
                    <a:pt x="2874" y="6914"/>
                    <a:pt x="3202" y="6649"/>
                    <a:pt x="3265" y="6321"/>
                  </a:cubicBezTo>
                  <a:cubicBezTo>
                    <a:pt x="3265" y="6321"/>
                    <a:pt x="4919" y="9"/>
                    <a:pt x="4890" y="9"/>
                  </a:cubicBezTo>
                  <a:lnTo>
                    <a:pt x="4890" y="9"/>
                  </a:lnTo>
                  <a:cubicBezTo>
                    <a:pt x="4890" y="9"/>
                    <a:pt x="4890" y="9"/>
                    <a:pt x="4889" y="11"/>
                  </a:cubicBezTo>
                  <a:cubicBezTo>
                    <a:pt x="4826" y="73"/>
                    <a:pt x="4498" y="136"/>
                    <a:pt x="4170" y="136"/>
                  </a:cubicBezTo>
                  <a:lnTo>
                    <a:pt x="2343" y="136"/>
                  </a:lnTo>
                  <a:cubicBezTo>
                    <a:pt x="2031" y="136"/>
                    <a:pt x="1765" y="11"/>
                    <a:pt x="1765" y="11"/>
                  </a:cubicBezTo>
                  <a:cubicBezTo>
                    <a:pt x="1765" y="4"/>
                    <a:pt x="1764" y="1"/>
                    <a:pt x="1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9"/>
            <p:cNvSpPr/>
            <p:nvPr/>
          </p:nvSpPr>
          <p:spPr>
            <a:xfrm>
              <a:off x="4732500" y="3155175"/>
              <a:ext cx="123800" cy="172875"/>
            </a:xfrm>
            <a:custGeom>
              <a:avLst/>
              <a:gdLst/>
              <a:ahLst/>
              <a:cxnLst/>
              <a:rect l="l" t="t" r="r" b="b"/>
              <a:pathLst>
                <a:path w="4952" h="6915" extrusionOk="0">
                  <a:moveTo>
                    <a:pt x="1" y="9"/>
                  </a:moveTo>
                  <a:cubicBezTo>
                    <a:pt x="0" y="9"/>
                    <a:pt x="0" y="9"/>
                    <a:pt x="0" y="11"/>
                  </a:cubicBezTo>
                  <a:cubicBezTo>
                    <a:pt x="1" y="12"/>
                    <a:pt x="2" y="13"/>
                    <a:pt x="3" y="14"/>
                  </a:cubicBezTo>
                  <a:lnTo>
                    <a:pt x="3" y="14"/>
                  </a:lnTo>
                  <a:cubicBezTo>
                    <a:pt x="2" y="10"/>
                    <a:pt x="1" y="9"/>
                    <a:pt x="1" y="9"/>
                  </a:cubicBezTo>
                  <a:close/>
                  <a:moveTo>
                    <a:pt x="3189" y="1"/>
                  </a:moveTo>
                  <a:cubicBezTo>
                    <a:pt x="3187" y="1"/>
                    <a:pt x="3187" y="4"/>
                    <a:pt x="3187" y="11"/>
                  </a:cubicBezTo>
                  <a:cubicBezTo>
                    <a:pt x="3187" y="11"/>
                    <a:pt x="2921" y="136"/>
                    <a:pt x="2609" y="136"/>
                  </a:cubicBezTo>
                  <a:lnTo>
                    <a:pt x="781" y="136"/>
                  </a:lnTo>
                  <a:cubicBezTo>
                    <a:pt x="397" y="136"/>
                    <a:pt x="73" y="75"/>
                    <a:pt x="3" y="14"/>
                  </a:cubicBezTo>
                  <a:lnTo>
                    <a:pt x="3" y="14"/>
                  </a:lnTo>
                  <a:cubicBezTo>
                    <a:pt x="85" y="210"/>
                    <a:pt x="1687" y="6321"/>
                    <a:pt x="1687" y="6321"/>
                  </a:cubicBezTo>
                  <a:cubicBezTo>
                    <a:pt x="1750" y="6649"/>
                    <a:pt x="2078" y="6914"/>
                    <a:pt x="2406" y="6914"/>
                  </a:cubicBezTo>
                  <a:lnTo>
                    <a:pt x="4358" y="6914"/>
                  </a:lnTo>
                  <a:cubicBezTo>
                    <a:pt x="4749" y="6914"/>
                    <a:pt x="4952" y="6649"/>
                    <a:pt x="4873" y="6321"/>
                  </a:cubicBezTo>
                  <a:lnTo>
                    <a:pt x="3312" y="526"/>
                  </a:lnTo>
                  <a:cubicBezTo>
                    <a:pt x="3256" y="232"/>
                    <a:pt x="3200" y="1"/>
                    <a:pt x="31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9"/>
            <p:cNvSpPr/>
            <p:nvPr/>
          </p:nvSpPr>
          <p:spPr>
            <a:xfrm>
              <a:off x="4779750" y="2974625"/>
              <a:ext cx="117150" cy="99600"/>
            </a:xfrm>
            <a:custGeom>
              <a:avLst/>
              <a:gdLst/>
              <a:ahLst/>
              <a:cxnLst/>
              <a:rect l="l" t="t" r="r" b="b"/>
              <a:pathLst>
                <a:path w="4686" h="3984" extrusionOk="0">
                  <a:moveTo>
                    <a:pt x="2343" y="1"/>
                  </a:moveTo>
                  <a:cubicBezTo>
                    <a:pt x="516" y="1"/>
                    <a:pt x="0" y="922"/>
                    <a:pt x="0" y="2031"/>
                  </a:cubicBezTo>
                  <a:cubicBezTo>
                    <a:pt x="0" y="3062"/>
                    <a:pt x="906" y="3984"/>
                    <a:pt x="2343" y="3984"/>
                  </a:cubicBezTo>
                  <a:cubicBezTo>
                    <a:pt x="3764" y="3984"/>
                    <a:pt x="4686" y="3062"/>
                    <a:pt x="4686" y="2031"/>
                  </a:cubicBezTo>
                  <a:cubicBezTo>
                    <a:pt x="4686" y="922"/>
                    <a:pt x="4155" y="1"/>
                    <a:pt x="23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9"/>
            <p:cNvSpPr/>
            <p:nvPr/>
          </p:nvSpPr>
          <p:spPr>
            <a:xfrm>
              <a:off x="4761775" y="2839925"/>
              <a:ext cx="68375" cy="45300"/>
            </a:xfrm>
            <a:custGeom>
              <a:avLst/>
              <a:gdLst/>
              <a:ahLst/>
              <a:cxnLst/>
              <a:rect l="l" t="t" r="r" b="b"/>
              <a:pathLst>
                <a:path w="2735" h="1812" extrusionOk="0">
                  <a:moveTo>
                    <a:pt x="579" y="0"/>
                  </a:moveTo>
                  <a:cubicBezTo>
                    <a:pt x="266" y="0"/>
                    <a:pt x="1" y="313"/>
                    <a:pt x="1" y="641"/>
                  </a:cubicBezTo>
                  <a:lnTo>
                    <a:pt x="1" y="1172"/>
                  </a:lnTo>
                  <a:cubicBezTo>
                    <a:pt x="1" y="1562"/>
                    <a:pt x="266" y="1812"/>
                    <a:pt x="579" y="1812"/>
                  </a:cubicBezTo>
                  <a:lnTo>
                    <a:pt x="2078" y="1812"/>
                  </a:lnTo>
                  <a:cubicBezTo>
                    <a:pt x="2406" y="1812"/>
                    <a:pt x="2734" y="1562"/>
                    <a:pt x="2734" y="1172"/>
                  </a:cubicBezTo>
                  <a:lnTo>
                    <a:pt x="2734" y="641"/>
                  </a:lnTo>
                  <a:cubicBezTo>
                    <a:pt x="2734" y="313"/>
                    <a:pt x="2406" y="0"/>
                    <a:pt x="20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9"/>
            <p:cNvSpPr/>
            <p:nvPr/>
          </p:nvSpPr>
          <p:spPr>
            <a:xfrm>
              <a:off x="4846525" y="2839925"/>
              <a:ext cx="68350" cy="45300"/>
            </a:xfrm>
            <a:custGeom>
              <a:avLst/>
              <a:gdLst/>
              <a:ahLst/>
              <a:cxnLst/>
              <a:rect l="l" t="t" r="r" b="b"/>
              <a:pathLst>
                <a:path w="2734" h="1812" extrusionOk="0">
                  <a:moveTo>
                    <a:pt x="578" y="0"/>
                  </a:moveTo>
                  <a:cubicBezTo>
                    <a:pt x="250" y="0"/>
                    <a:pt x="0" y="313"/>
                    <a:pt x="0" y="641"/>
                  </a:cubicBezTo>
                  <a:lnTo>
                    <a:pt x="0" y="1172"/>
                  </a:lnTo>
                  <a:cubicBezTo>
                    <a:pt x="0" y="1562"/>
                    <a:pt x="250" y="1812"/>
                    <a:pt x="578" y="1812"/>
                  </a:cubicBezTo>
                  <a:lnTo>
                    <a:pt x="2077" y="1812"/>
                  </a:lnTo>
                  <a:cubicBezTo>
                    <a:pt x="2468" y="1812"/>
                    <a:pt x="2733" y="1562"/>
                    <a:pt x="2733" y="1172"/>
                  </a:cubicBezTo>
                  <a:lnTo>
                    <a:pt x="2733" y="641"/>
                  </a:lnTo>
                  <a:cubicBezTo>
                    <a:pt x="2733" y="313"/>
                    <a:pt x="2468" y="0"/>
                    <a:pt x="20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9"/>
            <p:cNvSpPr/>
            <p:nvPr/>
          </p:nvSpPr>
          <p:spPr>
            <a:xfrm>
              <a:off x="4761775" y="2904725"/>
              <a:ext cx="68375" cy="44150"/>
            </a:xfrm>
            <a:custGeom>
              <a:avLst/>
              <a:gdLst/>
              <a:ahLst/>
              <a:cxnLst/>
              <a:rect l="l" t="t" r="r" b="b"/>
              <a:pathLst>
                <a:path w="2735" h="1766" extrusionOk="0">
                  <a:moveTo>
                    <a:pt x="579" y="1"/>
                  </a:moveTo>
                  <a:cubicBezTo>
                    <a:pt x="266" y="1"/>
                    <a:pt x="1" y="266"/>
                    <a:pt x="1" y="594"/>
                  </a:cubicBezTo>
                  <a:lnTo>
                    <a:pt x="1" y="1110"/>
                  </a:lnTo>
                  <a:cubicBezTo>
                    <a:pt x="1" y="1500"/>
                    <a:pt x="266" y="1766"/>
                    <a:pt x="579" y="1766"/>
                  </a:cubicBezTo>
                  <a:lnTo>
                    <a:pt x="2078" y="1766"/>
                  </a:lnTo>
                  <a:cubicBezTo>
                    <a:pt x="2406" y="1766"/>
                    <a:pt x="2734" y="1500"/>
                    <a:pt x="2734" y="1110"/>
                  </a:cubicBezTo>
                  <a:lnTo>
                    <a:pt x="2734" y="594"/>
                  </a:lnTo>
                  <a:cubicBezTo>
                    <a:pt x="2734" y="266"/>
                    <a:pt x="2406" y="1"/>
                    <a:pt x="20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9"/>
            <p:cNvSpPr/>
            <p:nvPr/>
          </p:nvSpPr>
          <p:spPr>
            <a:xfrm>
              <a:off x="4846525" y="2904725"/>
              <a:ext cx="68350" cy="44150"/>
            </a:xfrm>
            <a:custGeom>
              <a:avLst/>
              <a:gdLst/>
              <a:ahLst/>
              <a:cxnLst/>
              <a:rect l="l" t="t" r="r" b="b"/>
              <a:pathLst>
                <a:path w="2734" h="1766" extrusionOk="0">
                  <a:moveTo>
                    <a:pt x="578" y="1"/>
                  </a:moveTo>
                  <a:cubicBezTo>
                    <a:pt x="250" y="1"/>
                    <a:pt x="0" y="266"/>
                    <a:pt x="0" y="594"/>
                  </a:cubicBezTo>
                  <a:lnTo>
                    <a:pt x="0" y="1110"/>
                  </a:lnTo>
                  <a:cubicBezTo>
                    <a:pt x="0" y="1500"/>
                    <a:pt x="250" y="1766"/>
                    <a:pt x="578" y="1766"/>
                  </a:cubicBezTo>
                  <a:lnTo>
                    <a:pt x="2077" y="1766"/>
                  </a:lnTo>
                  <a:cubicBezTo>
                    <a:pt x="2468" y="1766"/>
                    <a:pt x="2733" y="1500"/>
                    <a:pt x="2733" y="1110"/>
                  </a:cubicBezTo>
                  <a:lnTo>
                    <a:pt x="2733" y="594"/>
                  </a:lnTo>
                  <a:cubicBezTo>
                    <a:pt x="2733" y="266"/>
                    <a:pt x="2468" y="1"/>
                    <a:pt x="20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9"/>
            <p:cNvSpPr/>
            <p:nvPr/>
          </p:nvSpPr>
          <p:spPr>
            <a:xfrm>
              <a:off x="4761775" y="3098425"/>
              <a:ext cx="68375" cy="45700"/>
            </a:xfrm>
            <a:custGeom>
              <a:avLst/>
              <a:gdLst/>
              <a:ahLst/>
              <a:cxnLst/>
              <a:rect l="l" t="t" r="r" b="b"/>
              <a:pathLst>
                <a:path w="2735" h="1828" extrusionOk="0">
                  <a:moveTo>
                    <a:pt x="579" y="0"/>
                  </a:moveTo>
                  <a:cubicBezTo>
                    <a:pt x="266" y="0"/>
                    <a:pt x="1" y="328"/>
                    <a:pt x="1" y="656"/>
                  </a:cubicBezTo>
                  <a:lnTo>
                    <a:pt x="1" y="1172"/>
                  </a:lnTo>
                  <a:cubicBezTo>
                    <a:pt x="1" y="1562"/>
                    <a:pt x="266" y="1828"/>
                    <a:pt x="579" y="1828"/>
                  </a:cubicBezTo>
                  <a:lnTo>
                    <a:pt x="2078" y="1828"/>
                  </a:lnTo>
                  <a:cubicBezTo>
                    <a:pt x="2406" y="1828"/>
                    <a:pt x="2734" y="1562"/>
                    <a:pt x="2734" y="1172"/>
                  </a:cubicBezTo>
                  <a:lnTo>
                    <a:pt x="2734" y="656"/>
                  </a:lnTo>
                  <a:cubicBezTo>
                    <a:pt x="2734" y="328"/>
                    <a:pt x="2406" y="0"/>
                    <a:pt x="20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9"/>
            <p:cNvSpPr/>
            <p:nvPr/>
          </p:nvSpPr>
          <p:spPr>
            <a:xfrm>
              <a:off x="4846525" y="3098425"/>
              <a:ext cx="68350" cy="45700"/>
            </a:xfrm>
            <a:custGeom>
              <a:avLst/>
              <a:gdLst/>
              <a:ahLst/>
              <a:cxnLst/>
              <a:rect l="l" t="t" r="r" b="b"/>
              <a:pathLst>
                <a:path w="2734" h="1828" extrusionOk="0">
                  <a:moveTo>
                    <a:pt x="578" y="0"/>
                  </a:moveTo>
                  <a:cubicBezTo>
                    <a:pt x="250" y="0"/>
                    <a:pt x="0" y="328"/>
                    <a:pt x="0" y="656"/>
                  </a:cubicBezTo>
                  <a:lnTo>
                    <a:pt x="0" y="1172"/>
                  </a:lnTo>
                  <a:cubicBezTo>
                    <a:pt x="0" y="1562"/>
                    <a:pt x="250" y="1828"/>
                    <a:pt x="578" y="1828"/>
                  </a:cubicBezTo>
                  <a:lnTo>
                    <a:pt x="2077" y="1828"/>
                  </a:lnTo>
                  <a:cubicBezTo>
                    <a:pt x="2468" y="1828"/>
                    <a:pt x="2733" y="1562"/>
                    <a:pt x="2733" y="1172"/>
                  </a:cubicBezTo>
                  <a:lnTo>
                    <a:pt x="2733" y="656"/>
                  </a:lnTo>
                  <a:cubicBezTo>
                    <a:pt x="2733" y="328"/>
                    <a:pt x="2468" y="0"/>
                    <a:pt x="20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9"/>
            <p:cNvSpPr/>
            <p:nvPr/>
          </p:nvSpPr>
          <p:spPr>
            <a:xfrm>
              <a:off x="4109275" y="2749600"/>
              <a:ext cx="637700" cy="468075"/>
            </a:xfrm>
            <a:custGeom>
              <a:avLst/>
              <a:gdLst/>
              <a:ahLst/>
              <a:cxnLst/>
              <a:rect l="l" t="t" r="r" b="b"/>
              <a:pathLst>
                <a:path w="25508" h="18723" extrusionOk="0">
                  <a:moveTo>
                    <a:pt x="9704" y="0"/>
                  </a:moveTo>
                  <a:cubicBezTo>
                    <a:pt x="4144" y="0"/>
                    <a:pt x="1" y="655"/>
                    <a:pt x="1" y="9392"/>
                  </a:cubicBezTo>
                  <a:cubicBezTo>
                    <a:pt x="1" y="18061"/>
                    <a:pt x="4117" y="18723"/>
                    <a:pt x="9649" y="18723"/>
                  </a:cubicBezTo>
                  <a:cubicBezTo>
                    <a:pt x="10646" y="18723"/>
                    <a:pt x="11689" y="18701"/>
                    <a:pt x="12762" y="18701"/>
                  </a:cubicBezTo>
                  <a:cubicBezTo>
                    <a:pt x="13052" y="18701"/>
                    <a:pt x="13340" y="18702"/>
                    <a:pt x="13625" y="18702"/>
                  </a:cubicBezTo>
                  <a:cubicBezTo>
                    <a:pt x="20307" y="18702"/>
                    <a:pt x="25507" y="18515"/>
                    <a:pt x="25507" y="9392"/>
                  </a:cubicBezTo>
                  <a:cubicBezTo>
                    <a:pt x="25507" y="194"/>
                    <a:pt x="20272" y="20"/>
                    <a:pt x="13558" y="20"/>
                  </a:cubicBezTo>
                  <a:cubicBezTo>
                    <a:pt x="13295" y="20"/>
                    <a:pt x="13029" y="21"/>
                    <a:pt x="12762" y="21"/>
                  </a:cubicBezTo>
                  <a:cubicBezTo>
                    <a:pt x="11708" y="21"/>
                    <a:pt x="10684" y="0"/>
                    <a:pt x="97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220"/>
        <p:cNvGrpSpPr/>
        <p:nvPr/>
      </p:nvGrpSpPr>
      <p:grpSpPr>
        <a:xfrm>
          <a:off x="0" y="0"/>
          <a:ext cx="0" cy="0"/>
          <a:chOff x="0" y="0"/>
          <a:chExt cx="0" cy="0"/>
        </a:xfrm>
      </p:grpSpPr>
      <p:grpSp>
        <p:nvGrpSpPr>
          <p:cNvPr id="2221" name="Google Shape;2221;p50"/>
          <p:cNvGrpSpPr/>
          <p:nvPr/>
        </p:nvGrpSpPr>
        <p:grpSpPr>
          <a:xfrm>
            <a:off x="-1353400" y="-1221675"/>
            <a:ext cx="5381590" cy="5920873"/>
            <a:chOff x="-1353400" y="-1221675"/>
            <a:chExt cx="5381590" cy="5920873"/>
          </a:xfrm>
        </p:grpSpPr>
        <p:sp>
          <p:nvSpPr>
            <p:cNvPr id="2222" name="Google Shape;2222;p50"/>
            <p:cNvSpPr/>
            <p:nvPr/>
          </p:nvSpPr>
          <p:spPr>
            <a:xfrm>
              <a:off x="-1353400" y="801573"/>
              <a:ext cx="5381590" cy="3628864"/>
            </a:xfrm>
            <a:custGeom>
              <a:avLst/>
              <a:gdLst/>
              <a:ahLst/>
              <a:cxnLst/>
              <a:rect l="l" t="t" r="r" b="b"/>
              <a:pathLst>
                <a:path w="37488" h="25279" extrusionOk="0">
                  <a:moveTo>
                    <a:pt x="21604" y="1"/>
                  </a:moveTo>
                  <a:cubicBezTo>
                    <a:pt x="19846" y="1"/>
                    <a:pt x="17923" y="19"/>
                    <a:pt x="15823" y="19"/>
                  </a:cubicBezTo>
                  <a:cubicBezTo>
                    <a:pt x="1" y="19"/>
                    <a:pt x="266" y="5673"/>
                    <a:pt x="266" y="12640"/>
                  </a:cubicBezTo>
                  <a:cubicBezTo>
                    <a:pt x="266" y="19606"/>
                    <a:pt x="2016" y="25260"/>
                    <a:pt x="15823" y="25260"/>
                  </a:cubicBezTo>
                  <a:cubicBezTo>
                    <a:pt x="17655" y="25260"/>
                    <a:pt x="19382" y="25279"/>
                    <a:pt x="21000" y="25279"/>
                  </a:cubicBezTo>
                  <a:cubicBezTo>
                    <a:pt x="31567" y="25279"/>
                    <a:pt x="37487" y="24492"/>
                    <a:pt x="37487" y="12640"/>
                  </a:cubicBezTo>
                  <a:cubicBezTo>
                    <a:pt x="37487" y="788"/>
                    <a:pt x="33083" y="1"/>
                    <a:pt x="21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0"/>
            <p:cNvSpPr/>
            <p:nvPr/>
          </p:nvSpPr>
          <p:spPr>
            <a:xfrm>
              <a:off x="-568587" y="4082353"/>
              <a:ext cx="3850145" cy="616845"/>
            </a:xfrm>
            <a:custGeom>
              <a:avLst/>
              <a:gdLst/>
              <a:ahLst/>
              <a:cxnLst/>
              <a:rect l="l" t="t" r="r" b="b"/>
              <a:pathLst>
                <a:path w="26820" h="4297" extrusionOk="0">
                  <a:moveTo>
                    <a:pt x="1625" y="1"/>
                  </a:moveTo>
                  <a:cubicBezTo>
                    <a:pt x="719" y="1"/>
                    <a:pt x="1" y="719"/>
                    <a:pt x="1" y="1625"/>
                  </a:cubicBezTo>
                  <a:lnTo>
                    <a:pt x="1" y="2672"/>
                  </a:lnTo>
                  <a:cubicBezTo>
                    <a:pt x="1" y="3578"/>
                    <a:pt x="719" y="4296"/>
                    <a:pt x="1625" y="4296"/>
                  </a:cubicBezTo>
                  <a:lnTo>
                    <a:pt x="25195" y="4296"/>
                  </a:lnTo>
                  <a:cubicBezTo>
                    <a:pt x="26101" y="4296"/>
                    <a:pt x="26819" y="3578"/>
                    <a:pt x="26819" y="2672"/>
                  </a:cubicBezTo>
                  <a:lnTo>
                    <a:pt x="26819" y="1625"/>
                  </a:lnTo>
                  <a:cubicBezTo>
                    <a:pt x="26819" y="719"/>
                    <a:pt x="26101" y="1"/>
                    <a:pt x="251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0"/>
            <p:cNvSpPr/>
            <p:nvPr/>
          </p:nvSpPr>
          <p:spPr>
            <a:xfrm>
              <a:off x="-774875" y="-1221675"/>
              <a:ext cx="2551834" cy="2501402"/>
            </a:xfrm>
            <a:custGeom>
              <a:avLst/>
              <a:gdLst/>
              <a:ahLst/>
              <a:cxnLst/>
              <a:rect l="l" t="t" r="r" b="b"/>
              <a:pathLst>
                <a:path w="17776" h="17425" extrusionOk="0">
                  <a:moveTo>
                    <a:pt x="16515" y="0"/>
                  </a:moveTo>
                  <a:cubicBezTo>
                    <a:pt x="16164" y="0"/>
                    <a:pt x="15827" y="174"/>
                    <a:pt x="15620" y="509"/>
                  </a:cubicBezTo>
                  <a:lnTo>
                    <a:pt x="6717" y="13973"/>
                  </a:lnTo>
                  <a:lnTo>
                    <a:pt x="2219" y="3758"/>
                  </a:lnTo>
                  <a:cubicBezTo>
                    <a:pt x="2082" y="3381"/>
                    <a:pt x="1694" y="3138"/>
                    <a:pt x="1264" y="3138"/>
                  </a:cubicBezTo>
                  <a:cubicBezTo>
                    <a:pt x="1106" y="3138"/>
                    <a:pt x="941" y="3171"/>
                    <a:pt x="782" y="3242"/>
                  </a:cubicBezTo>
                  <a:cubicBezTo>
                    <a:pt x="266" y="3492"/>
                    <a:pt x="1" y="4086"/>
                    <a:pt x="204" y="4663"/>
                  </a:cubicBezTo>
                  <a:lnTo>
                    <a:pt x="5546" y="16706"/>
                  </a:lnTo>
                  <a:cubicBezTo>
                    <a:pt x="5671" y="17097"/>
                    <a:pt x="5999" y="17362"/>
                    <a:pt x="6451" y="17425"/>
                  </a:cubicBezTo>
                  <a:lnTo>
                    <a:pt x="6514" y="17425"/>
                  </a:lnTo>
                  <a:cubicBezTo>
                    <a:pt x="6904" y="17425"/>
                    <a:pt x="7232" y="17237"/>
                    <a:pt x="7420" y="16909"/>
                  </a:cubicBezTo>
                  <a:lnTo>
                    <a:pt x="17448" y="1680"/>
                  </a:lnTo>
                  <a:cubicBezTo>
                    <a:pt x="17776" y="1149"/>
                    <a:pt x="17651" y="509"/>
                    <a:pt x="17119" y="181"/>
                  </a:cubicBezTo>
                  <a:cubicBezTo>
                    <a:pt x="16929" y="60"/>
                    <a:pt x="16720" y="0"/>
                    <a:pt x="165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0"/>
            <p:cNvSpPr/>
            <p:nvPr/>
          </p:nvSpPr>
          <p:spPr>
            <a:xfrm>
              <a:off x="3200500" y="2375850"/>
              <a:ext cx="385487" cy="391393"/>
            </a:xfrm>
            <a:custGeom>
              <a:avLst/>
              <a:gdLst/>
              <a:ahLst/>
              <a:cxnLst/>
              <a:rect l="l" t="t" r="r" b="b"/>
              <a:pathLst>
                <a:path w="4047" h="4109" extrusionOk="0">
                  <a:moveTo>
                    <a:pt x="2016" y="0"/>
                  </a:moveTo>
                  <a:cubicBezTo>
                    <a:pt x="1" y="0"/>
                    <a:pt x="1" y="922"/>
                    <a:pt x="1" y="2031"/>
                  </a:cubicBezTo>
                  <a:cubicBezTo>
                    <a:pt x="1" y="3202"/>
                    <a:pt x="391" y="4108"/>
                    <a:pt x="2016" y="4108"/>
                  </a:cubicBezTo>
                  <a:cubicBezTo>
                    <a:pt x="3718" y="4108"/>
                    <a:pt x="4046" y="3202"/>
                    <a:pt x="4046" y="2031"/>
                  </a:cubicBezTo>
                  <a:cubicBezTo>
                    <a:pt x="4046" y="922"/>
                    <a:pt x="4046" y="0"/>
                    <a:pt x="20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0"/>
            <p:cNvSpPr/>
            <p:nvPr/>
          </p:nvSpPr>
          <p:spPr>
            <a:xfrm>
              <a:off x="3200500" y="2872781"/>
              <a:ext cx="385487" cy="389868"/>
            </a:xfrm>
            <a:custGeom>
              <a:avLst/>
              <a:gdLst/>
              <a:ahLst/>
              <a:cxnLst/>
              <a:rect l="l" t="t" r="r" b="b"/>
              <a:pathLst>
                <a:path w="4047" h="4093" extrusionOk="0">
                  <a:moveTo>
                    <a:pt x="2016" y="0"/>
                  </a:moveTo>
                  <a:cubicBezTo>
                    <a:pt x="1" y="0"/>
                    <a:pt x="1" y="906"/>
                    <a:pt x="1" y="2015"/>
                  </a:cubicBezTo>
                  <a:cubicBezTo>
                    <a:pt x="1" y="3187"/>
                    <a:pt x="391" y="4093"/>
                    <a:pt x="2016" y="4093"/>
                  </a:cubicBezTo>
                  <a:cubicBezTo>
                    <a:pt x="3718" y="4093"/>
                    <a:pt x="4046" y="3187"/>
                    <a:pt x="4046" y="2015"/>
                  </a:cubicBezTo>
                  <a:cubicBezTo>
                    <a:pt x="4046" y="906"/>
                    <a:pt x="4046" y="0"/>
                    <a:pt x="20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0"/>
            <p:cNvSpPr/>
            <p:nvPr/>
          </p:nvSpPr>
          <p:spPr>
            <a:xfrm>
              <a:off x="3200500" y="3368187"/>
              <a:ext cx="385487" cy="391393"/>
            </a:xfrm>
            <a:custGeom>
              <a:avLst/>
              <a:gdLst/>
              <a:ahLst/>
              <a:cxnLst/>
              <a:rect l="l" t="t" r="r" b="b"/>
              <a:pathLst>
                <a:path w="4047" h="4109" extrusionOk="0">
                  <a:moveTo>
                    <a:pt x="2016" y="1"/>
                  </a:moveTo>
                  <a:cubicBezTo>
                    <a:pt x="1" y="1"/>
                    <a:pt x="1" y="906"/>
                    <a:pt x="1" y="2078"/>
                  </a:cubicBezTo>
                  <a:cubicBezTo>
                    <a:pt x="1" y="3187"/>
                    <a:pt x="391" y="4108"/>
                    <a:pt x="2016" y="4108"/>
                  </a:cubicBezTo>
                  <a:cubicBezTo>
                    <a:pt x="3718" y="4108"/>
                    <a:pt x="4046" y="3187"/>
                    <a:pt x="4046" y="2078"/>
                  </a:cubicBezTo>
                  <a:cubicBezTo>
                    <a:pt x="4046" y="906"/>
                    <a:pt x="4046" y="1"/>
                    <a:pt x="20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8" name="Google Shape;2228;p50"/>
          <p:cNvSpPr txBox="1">
            <a:spLocks noGrp="1"/>
          </p:cNvSpPr>
          <p:nvPr>
            <p:ph type="title"/>
          </p:nvPr>
        </p:nvSpPr>
        <p:spPr>
          <a:xfrm>
            <a:off x="4647350" y="1238625"/>
            <a:ext cx="3524100" cy="982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TONE ARE WE GOING TO USE?</a:t>
            </a:r>
            <a:endParaRPr/>
          </a:p>
        </p:txBody>
      </p:sp>
      <p:sp>
        <p:nvSpPr>
          <p:cNvPr id="2229" name="Google Shape;2229;p50"/>
          <p:cNvSpPr txBox="1">
            <a:spLocks noGrp="1"/>
          </p:cNvSpPr>
          <p:nvPr>
            <p:ph type="body" idx="1"/>
          </p:nvPr>
        </p:nvSpPr>
        <p:spPr>
          <a:xfrm>
            <a:off x="4647350" y="2375850"/>
            <a:ext cx="3347100" cy="18354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Mercury is the closest planet to the Sun and the smallest one in the Solar System—it’s only a bit larger than the Moon</a:t>
            </a:r>
            <a:endParaRPr/>
          </a:p>
        </p:txBody>
      </p:sp>
      <p:pic>
        <p:nvPicPr>
          <p:cNvPr id="2230" name="Google Shape;2230;p50"/>
          <p:cNvPicPr preferRelativeResize="0"/>
          <p:nvPr/>
        </p:nvPicPr>
        <p:blipFill>
          <a:blip r:embed="rId3">
            <a:alphaModFix/>
          </a:blip>
          <a:stretch>
            <a:fillRect/>
          </a:stretch>
        </p:blipFill>
        <p:spPr>
          <a:xfrm>
            <a:off x="-838850" y="1310850"/>
            <a:ext cx="3889800" cy="2595300"/>
          </a:xfrm>
          <a:prstGeom prst="roundRect">
            <a:avLst>
              <a:gd name="adj" fmla="val 29353"/>
            </a:avLst>
          </a:prstGeom>
          <a:noFill/>
          <a:ln>
            <a:noFill/>
          </a:ln>
        </p:spPr>
      </p:pic>
      <p:pic>
        <p:nvPicPr>
          <p:cNvPr id="2231" name="Google Shape;2231;p50"/>
          <p:cNvPicPr preferRelativeResize="0"/>
          <p:nvPr/>
        </p:nvPicPr>
        <p:blipFill>
          <a:blip r:embed="rId4">
            <a:alphaModFix amt="15000"/>
          </a:blip>
          <a:stretch>
            <a:fillRect/>
          </a:stretch>
        </p:blipFill>
        <p:spPr>
          <a:xfrm>
            <a:off x="-838850" y="1310850"/>
            <a:ext cx="3889800" cy="2595300"/>
          </a:xfrm>
          <a:prstGeom prst="roundRect">
            <a:avLst>
              <a:gd name="adj" fmla="val 29353"/>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235"/>
        <p:cNvGrpSpPr/>
        <p:nvPr/>
      </p:nvGrpSpPr>
      <p:grpSpPr>
        <a:xfrm>
          <a:off x="0" y="0"/>
          <a:ext cx="0" cy="0"/>
          <a:chOff x="0" y="0"/>
          <a:chExt cx="0" cy="0"/>
        </a:xfrm>
      </p:grpSpPr>
      <p:pic>
        <p:nvPicPr>
          <p:cNvPr id="2236" name="Google Shape;2236;p51"/>
          <p:cNvPicPr preferRelativeResize="0"/>
          <p:nvPr/>
        </p:nvPicPr>
        <p:blipFill>
          <a:blip r:embed="rId4">
            <a:alphaModFix amt="82000"/>
          </a:blip>
          <a:stretch>
            <a:fillRect/>
          </a:stretch>
        </p:blipFill>
        <p:spPr>
          <a:xfrm>
            <a:off x="0" y="0"/>
            <a:ext cx="9144000" cy="5143500"/>
          </a:xfrm>
          <a:prstGeom prst="rect">
            <a:avLst/>
          </a:prstGeom>
          <a:noFill/>
          <a:ln>
            <a:noFill/>
          </a:ln>
        </p:spPr>
      </p:pic>
      <p:grpSp>
        <p:nvGrpSpPr>
          <p:cNvPr id="2237" name="Google Shape;2237;p51"/>
          <p:cNvGrpSpPr/>
          <p:nvPr/>
        </p:nvGrpSpPr>
        <p:grpSpPr>
          <a:xfrm>
            <a:off x="-297100" y="-962975"/>
            <a:ext cx="1466225" cy="5867175"/>
            <a:chOff x="-297100" y="-962975"/>
            <a:chExt cx="1466225" cy="5867175"/>
          </a:xfrm>
        </p:grpSpPr>
        <p:grpSp>
          <p:nvGrpSpPr>
            <p:cNvPr id="2238" name="Google Shape;2238;p51"/>
            <p:cNvGrpSpPr/>
            <p:nvPr/>
          </p:nvGrpSpPr>
          <p:grpSpPr>
            <a:xfrm>
              <a:off x="-297100" y="2847025"/>
              <a:ext cx="1466225" cy="2057175"/>
              <a:chOff x="-297100" y="2847025"/>
              <a:chExt cx="1466225" cy="2057175"/>
            </a:xfrm>
          </p:grpSpPr>
          <p:sp>
            <p:nvSpPr>
              <p:cNvPr id="2239" name="Google Shape;2239;p51"/>
              <p:cNvSpPr/>
              <p:nvPr/>
            </p:nvSpPr>
            <p:spPr>
              <a:xfrm flipH="1">
                <a:off x="-56262"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1"/>
              <p:cNvSpPr/>
              <p:nvPr/>
            </p:nvSpPr>
            <p:spPr>
              <a:xfrm>
                <a:off x="6173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1"/>
              <p:cNvSpPr/>
              <p:nvPr/>
            </p:nvSpPr>
            <p:spPr>
              <a:xfrm>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1"/>
              <p:cNvSpPr/>
              <p:nvPr/>
            </p:nvSpPr>
            <p:spPr>
              <a:xfrm>
                <a:off x="1601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1"/>
              <p:cNvSpPr/>
              <p:nvPr/>
            </p:nvSpPr>
            <p:spPr>
              <a:xfrm>
                <a:off x="-144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1"/>
              <p:cNvSpPr/>
              <p:nvPr/>
            </p:nvSpPr>
            <p:spPr>
              <a:xfrm rot="10800000" flipH="1">
                <a:off x="839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1"/>
              <p:cNvSpPr/>
              <p:nvPr/>
            </p:nvSpPr>
            <p:spPr>
              <a:xfrm rot="10800000" flipH="1">
                <a:off x="-68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1"/>
              <p:cNvSpPr/>
              <p:nvPr/>
            </p:nvSpPr>
            <p:spPr>
              <a:xfrm>
                <a:off x="-297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7" name="Google Shape;2247;p51"/>
            <p:cNvGrpSpPr/>
            <p:nvPr/>
          </p:nvGrpSpPr>
          <p:grpSpPr>
            <a:xfrm>
              <a:off x="-297100" y="-962975"/>
              <a:ext cx="1466225" cy="2057175"/>
              <a:chOff x="-297100" y="2847025"/>
              <a:chExt cx="1466225" cy="2057175"/>
            </a:xfrm>
          </p:grpSpPr>
          <p:sp>
            <p:nvSpPr>
              <p:cNvPr id="2248" name="Google Shape;2248;p51"/>
              <p:cNvSpPr/>
              <p:nvPr/>
            </p:nvSpPr>
            <p:spPr>
              <a:xfrm flipH="1">
                <a:off x="-56262" y="3975038"/>
                <a:ext cx="546400" cy="144050"/>
              </a:xfrm>
              <a:custGeom>
                <a:avLst/>
                <a:gdLst/>
                <a:ahLst/>
                <a:cxnLst/>
                <a:rect l="l" t="t" r="r" b="b"/>
                <a:pathLst>
                  <a:path w="21856" h="5762" extrusionOk="0">
                    <a:moveTo>
                      <a:pt x="0" y="0"/>
                    </a:moveTo>
                    <a:lnTo>
                      <a:pt x="0" y="5762"/>
                    </a:lnTo>
                    <a:lnTo>
                      <a:pt x="21856" y="5762"/>
                    </a:lnTo>
                    <a:lnTo>
                      <a:pt x="218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1"/>
              <p:cNvSpPr/>
              <p:nvPr/>
            </p:nvSpPr>
            <p:spPr>
              <a:xfrm>
                <a:off x="617300" y="41424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1"/>
              <p:cNvSpPr/>
              <p:nvPr/>
            </p:nvSpPr>
            <p:spPr>
              <a:xfrm>
                <a:off x="312500" y="42948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1"/>
              <p:cNvSpPr/>
              <p:nvPr/>
            </p:nvSpPr>
            <p:spPr>
              <a:xfrm>
                <a:off x="160100" y="45996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1"/>
              <p:cNvSpPr/>
              <p:nvPr/>
            </p:nvSpPr>
            <p:spPr>
              <a:xfrm>
                <a:off x="-144700" y="4752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1"/>
              <p:cNvSpPr/>
              <p:nvPr/>
            </p:nvSpPr>
            <p:spPr>
              <a:xfrm rot="10800000" flipH="1">
                <a:off x="83900" y="3609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1"/>
              <p:cNvSpPr/>
              <p:nvPr/>
            </p:nvSpPr>
            <p:spPr>
              <a:xfrm rot="10800000" flipH="1">
                <a:off x="-68500" y="33042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1"/>
              <p:cNvSpPr/>
              <p:nvPr/>
            </p:nvSpPr>
            <p:spPr>
              <a:xfrm>
                <a:off x="-297100" y="2847025"/>
                <a:ext cx="551825" cy="152175"/>
              </a:xfrm>
              <a:custGeom>
                <a:avLst/>
                <a:gdLst/>
                <a:ahLst/>
                <a:cxnLst/>
                <a:rect l="l" t="t" r="r" b="b"/>
                <a:pathLst>
                  <a:path w="22073" h="6087" extrusionOk="0">
                    <a:moveTo>
                      <a:pt x="108" y="1"/>
                    </a:moveTo>
                    <a:lnTo>
                      <a:pt x="0" y="109"/>
                    </a:lnTo>
                    <a:lnTo>
                      <a:pt x="0" y="3030"/>
                    </a:lnTo>
                    <a:lnTo>
                      <a:pt x="0" y="5979"/>
                    </a:lnTo>
                    <a:lnTo>
                      <a:pt x="0" y="6087"/>
                    </a:lnTo>
                    <a:lnTo>
                      <a:pt x="108" y="6087"/>
                    </a:lnTo>
                    <a:lnTo>
                      <a:pt x="15878" y="5979"/>
                    </a:lnTo>
                    <a:lnTo>
                      <a:pt x="15770" y="5979"/>
                    </a:lnTo>
                    <a:lnTo>
                      <a:pt x="216" y="5871"/>
                    </a:lnTo>
                    <a:lnTo>
                      <a:pt x="216" y="5871"/>
                    </a:lnTo>
                    <a:lnTo>
                      <a:pt x="216" y="3166"/>
                    </a:lnTo>
                    <a:lnTo>
                      <a:pt x="216" y="325"/>
                    </a:lnTo>
                    <a:lnTo>
                      <a:pt x="216" y="325"/>
                    </a:lnTo>
                    <a:lnTo>
                      <a:pt x="21964" y="218"/>
                    </a:lnTo>
                    <a:lnTo>
                      <a:pt x="21964" y="218"/>
                    </a:lnTo>
                    <a:cubicBezTo>
                      <a:pt x="22072" y="2030"/>
                      <a:pt x="22072" y="3490"/>
                      <a:pt x="22072" y="4518"/>
                    </a:cubicBezTo>
                    <a:lnTo>
                      <a:pt x="22072" y="109"/>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56" name="Google Shape;2256;p51"/>
          <p:cNvSpPr txBox="1">
            <a:spLocks noGrp="1"/>
          </p:cNvSpPr>
          <p:nvPr>
            <p:ph type="title"/>
          </p:nvPr>
        </p:nvSpPr>
        <p:spPr>
          <a:xfrm>
            <a:off x="761200" y="1118325"/>
            <a:ext cx="2333700" cy="172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THOUSAND WORDS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260"/>
        <p:cNvGrpSpPr/>
        <p:nvPr/>
      </p:nvGrpSpPr>
      <p:grpSpPr>
        <a:xfrm>
          <a:off x="0" y="0"/>
          <a:ext cx="0" cy="0"/>
          <a:chOff x="0" y="0"/>
          <a:chExt cx="0" cy="0"/>
        </a:xfrm>
      </p:grpSpPr>
      <p:sp>
        <p:nvSpPr>
          <p:cNvPr id="2261" name="Google Shape;2261;p52"/>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PLATFORMS ARE WE GOING TO USE?</a:t>
            </a:r>
            <a:endParaRPr/>
          </a:p>
        </p:txBody>
      </p:sp>
      <p:grpSp>
        <p:nvGrpSpPr>
          <p:cNvPr id="2262" name="Google Shape;2262;p52"/>
          <p:cNvGrpSpPr/>
          <p:nvPr/>
        </p:nvGrpSpPr>
        <p:grpSpPr>
          <a:xfrm>
            <a:off x="6803575" y="3057304"/>
            <a:ext cx="2225383" cy="2631300"/>
            <a:chOff x="3184150" y="2683700"/>
            <a:chExt cx="2090150" cy="2471400"/>
          </a:xfrm>
        </p:grpSpPr>
        <p:sp>
          <p:nvSpPr>
            <p:cNvPr id="2263" name="Google Shape;2263;p52"/>
            <p:cNvSpPr/>
            <p:nvPr/>
          </p:nvSpPr>
          <p:spPr>
            <a:xfrm>
              <a:off x="3977625" y="2928925"/>
              <a:ext cx="257575" cy="977350"/>
            </a:xfrm>
            <a:custGeom>
              <a:avLst/>
              <a:gdLst/>
              <a:ahLst/>
              <a:cxnLst/>
              <a:rect l="l" t="t" r="r" b="b"/>
              <a:pathLst>
                <a:path w="10303" h="39094" extrusionOk="0">
                  <a:moveTo>
                    <a:pt x="10302" y="0"/>
                  </a:moveTo>
                  <a:cubicBezTo>
                    <a:pt x="10183" y="0"/>
                    <a:pt x="10064" y="119"/>
                    <a:pt x="10064" y="238"/>
                  </a:cubicBezTo>
                  <a:cubicBezTo>
                    <a:pt x="9677" y="506"/>
                    <a:pt x="9439" y="863"/>
                    <a:pt x="9201" y="1251"/>
                  </a:cubicBezTo>
                  <a:cubicBezTo>
                    <a:pt x="8814" y="1727"/>
                    <a:pt x="8575" y="2471"/>
                    <a:pt x="8456" y="3097"/>
                  </a:cubicBezTo>
                  <a:cubicBezTo>
                    <a:pt x="8188" y="3960"/>
                    <a:pt x="8188" y="4853"/>
                    <a:pt x="8188" y="5717"/>
                  </a:cubicBezTo>
                  <a:cubicBezTo>
                    <a:pt x="8188" y="7831"/>
                    <a:pt x="8933" y="10064"/>
                    <a:pt x="9052" y="12654"/>
                  </a:cubicBezTo>
                  <a:cubicBezTo>
                    <a:pt x="9320" y="14024"/>
                    <a:pt x="9052" y="15393"/>
                    <a:pt x="8694" y="16614"/>
                  </a:cubicBezTo>
                  <a:cubicBezTo>
                    <a:pt x="8069" y="17864"/>
                    <a:pt x="7206" y="18996"/>
                    <a:pt x="6580" y="20485"/>
                  </a:cubicBezTo>
                  <a:cubicBezTo>
                    <a:pt x="6223" y="21229"/>
                    <a:pt x="6074" y="21973"/>
                    <a:pt x="6074" y="22718"/>
                  </a:cubicBezTo>
                  <a:cubicBezTo>
                    <a:pt x="6223" y="23462"/>
                    <a:pt x="6342" y="24206"/>
                    <a:pt x="6461" y="24802"/>
                  </a:cubicBezTo>
                  <a:cubicBezTo>
                    <a:pt x="6580" y="25546"/>
                    <a:pt x="6700" y="26171"/>
                    <a:pt x="6819" y="26916"/>
                  </a:cubicBezTo>
                  <a:cubicBezTo>
                    <a:pt x="6819" y="27541"/>
                    <a:pt x="6700" y="28166"/>
                    <a:pt x="6580" y="28792"/>
                  </a:cubicBezTo>
                  <a:cubicBezTo>
                    <a:pt x="6342" y="29417"/>
                    <a:pt x="5836" y="29893"/>
                    <a:pt x="5330" y="30161"/>
                  </a:cubicBezTo>
                  <a:cubicBezTo>
                    <a:pt x="4854" y="30518"/>
                    <a:pt x="4347" y="30757"/>
                    <a:pt x="3841" y="31025"/>
                  </a:cubicBezTo>
                  <a:cubicBezTo>
                    <a:pt x="3246" y="31263"/>
                    <a:pt x="2740" y="31501"/>
                    <a:pt x="2353" y="31888"/>
                  </a:cubicBezTo>
                  <a:cubicBezTo>
                    <a:pt x="1876" y="32126"/>
                    <a:pt x="1489" y="32513"/>
                    <a:pt x="1251" y="32990"/>
                  </a:cubicBezTo>
                  <a:cubicBezTo>
                    <a:pt x="745" y="33734"/>
                    <a:pt x="387" y="34627"/>
                    <a:pt x="119" y="35491"/>
                  </a:cubicBezTo>
                  <a:cubicBezTo>
                    <a:pt x="0" y="36116"/>
                    <a:pt x="0" y="36860"/>
                    <a:pt x="119" y="37456"/>
                  </a:cubicBezTo>
                  <a:cubicBezTo>
                    <a:pt x="251" y="37799"/>
                    <a:pt x="360" y="38236"/>
                    <a:pt x="549" y="38579"/>
                  </a:cubicBezTo>
                  <a:lnTo>
                    <a:pt x="549" y="38579"/>
                  </a:lnTo>
                  <a:cubicBezTo>
                    <a:pt x="430" y="38200"/>
                    <a:pt x="349" y="37800"/>
                    <a:pt x="268" y="37456"/>
                  </a:cubicBezTo>
                  <a:cubicBezTo>
                    <a:pt x="119" y="36711"/>
                    <a:pt x="268" y="36116"/>
                    <a:pt x="387" y="35491"/>
                  </a:cubicBezTo>
                  <a:cubicBezTo>
                    <a:pt x="507" y="34627"/>
                    <a:pt x="864" y="33734"/>
                    <a:pt x="1370" y="32990"/>
                  </a:cubicBezTo>
                  <a:cubicBezTo>
                    <a:pt x="1608" y="32632"/>
                    <a:pt x="1995" y="32245"/>
                    <a:pt x="2353" y="32007"/>
                  </a:cubicBezTo>
                  <a:cubicBezTo>
                    <a:pt x="2859" y="31650"/>
                    <a:pt x="3365" y="31382"/>
                    <a:pt x="3841" y="31144"/>
                  </a:cubicBezTo>
                  <a:cubicBezTo>
                    <a:pt x="4467" y="31025"/>
                    <a:pt x="4973" y="30638"/>
                    <a:pt x="5479" y="30399"/>
                  </a:cubicBezTo>
                  <a:cubicBezTo>
                    <a:pt x="6074" y="30012"/>
                    <a:pt x="6461" y="29536"/>
                    <a:pt x="6700" y="28911"/>
                  </a:cubicBezTo>
                  <a:cubicBezTo>
                    <a:pt x="7206" y="27541"/>
                    <a:pt x="6968" y="26171"/>
                    <a:pt x="6700" y="24802"/>
                  </a:cubicBezTo>
                  <a:cubicBezTo>
                    <a:pt x="6580" y="24057"/>
                    <a:pt x="6461" y="23313"/>
                    <a:pt x="6342" y="22718"/>
                  </a:cubicBezTo>
                  <a:cubicBezTo>
                    <a:pt x="6342" y="21973"/>
                    <a:pt x="6461" y="21229"/>
                    <a:pt x="6700" y="20604"/>
                  </a:cubicBezTo>
                  <a:cubicBezTo>
                    <a:pt x="7325" y="19115"/>
                    <a:pt x="8307" y="17984"/>
                    <a:pt x="8814" y="16614"/>
                  </a:cubicBezTo>
                  <a:cubicBezTo>
                    <a:pt x="9320" y="15393"/>
                    <a:pt x="9558" y="14024"/>
                    <a:pt x="9320" y="12535"/>
                  </a:cubicBezTo>
                  <a:cubicBezTo>
                    <a:pt x="9052" y="9915"/>
                    <a:pt x="8456" y="7682"/>
                    <a:pt x="8307" y="5717"/>
                  </a:cubicBezTo>
                  <a:cubicBezTo>
                    <a:pt x="8188" y="4228"/>
                    <a:pt x="8575" y="2620"/>
                    <a:pt x="9320" y="1251"/>
                  </a:cubicBezTo>
                  <a:cubicBezTo>
                    <a:pt x="9558" y="744"/>
                    <a:pt x="9945" y="387"/>
                    <a:pt x="10302" y="0"/>
                  </a:cubicBezTo>
                  <a:close/>
                  <a:moveTo>
                    <a:pt x="549" y="38579"/>
                  </a:moveTo>
                  <a:cubicBezTo>
                    <a:pt x="605" y="38758"/>
                    <a:pt x="669" y="38932"/>
                    <a:pt x="745" y="39093"/>
                  </a:cubicBezTo>
                  <a:cubicBezTo>
                    <a:pt x="745" y="38945"/>
                    <a:pt x="626" y="38825"/>
                    <a:pt x="626" y="38706"/>
                  </a:cubicBezTo>
                  <a:cubicBezTo>
                    <a:pt x="599" y="38666"/>
                    <a:pt x="573" y="38623"/>
                    <a:pt x="549" y="3857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2"/>
            <p:cNvSpPr/>
            <p:nvPr/>
          </p:nvSpPr>
          <p:spPr>
            <a:xfrm>
              <a:off x="4002925" y="2696025"/>
              <a:ext cx="1252775" cy="1420300"/>
            </a:xfrm>
            <a:custGeom>
              <a:avLst/>
              <a:gdLst/>
              <a:ahLst/>
              <a:cxnLst/>
              <a:rect l="l" t="t" r="r" b="b"/>
              <a:pathLst>
                <a:path w="50111" h="56812" extrusionOk="0">
                  <a:moveTo>
                    <a:pt x="29657" y="1"/>
                  </a:moveTo>
                  <a:cubicBezTo>
                    <a:pt x="29076" y="1"/>
                    <a:pt x="28485" y="86"/>
                    <a:pt x="27899" y="265"/>
                  </a:cubicBezTo>
                  <a:cubicBezTo>
                    <a:pt x="27274" y="384"/>
                    <a:pt x="26529" y="771"/>
                    <a:pt x="26053" y="1247"/>
                  </a:cubicBezTo>
                  <a:lnTo>
                    <a:pt x="10660" y="4731"/>
                  </a:lnTo>
                  <a:cubicBezTo>
                    <a:pt x="8040" y="7708"/>
                    <a:pt x="7295" y="12532"/>
                    <a:pt x="7802" y="15658"/>
                  </a:cubicBezTo>
                  <a:cubicBezTo>
                    <a:pt x="8189" y="18754"/>
                    <a:pt x="9171" y="21851"/>
                    <a:pt x="8427" y="24828"/>
                  </a:cubicBezTo>
                  <a:cubicBezTo>
                    <a:pt x="7802" y="27180"/>
                    <a:pt x="6194" y="29294"/>
                    <a:pt x="6075" y="31766"/>
                  </a:cubicBezTo>
                  <a:cubicBezTo>
                    <a:pt x="6075" y="33373"/>
                    <a:pt x="6819" y="35130"/>
                    <a:pt x="6432" y="36738"/>
                  </a:cubicBezTo>
                  <a:cubicBezTo>
                    <a:pt x="6075" y="38852"/>
                    <a:pt x="4080" y="40222"/>
                    <a:pt x="2591" y="41829"/>
                  </a:cubicBezTo>
                  <a:cubicBezTo>
                    <a:pt x="596" y="44301"/>
                    <a:pt x="1" y="48141"/>
                    <a:pt x="1966" y="50494"/>
                  </a:cubicBezTo>
                  <a:cubicBezTo>
                    <a:pt x="3842" y="52727"/>
                    <a:pt x="6819" y="53114"/>
                    <a:pt x="9677" y="53233"/>
                  </a:cubicBezTo>
                  <a:cubicBezTo>
                    <a:pt x="15632" y="53233"/>
                    <a:pt x="21438" y="51982"/>
                    <a:pt x="27274" y="50762"/>
                  </a:cubicBezTo>
                  <a:cubicBezTo>
                    <a:pt x="28524" y="53739"/>
                    <a:pt x="31621" y="55853"/>
                    <a:pt x="34836" y="56448"/>
                  </a:cubicBezTo>
                  <a:cubicBezTo>
                    <a:pt x="35929" y="56699"/>
                    <a:pt x="37045" y="56811"/>
                    <a:pt x="38174" y="56811"/>
                  </a:cubicBezTo>
                  <a:cubicBezTo>
                    <a:pt x="40397" y="56811"/>
                    <a:pt x="42668" y="56376"/>
                    <a:pt x="44900" y="55704"/>
                  </a:cubicBezTo>
                  <a:cubicBezTo>
                    <a:pt x="46895" y="55228"/>
                    <a:pt x="49247" y="54215"/>
                    <a:pt x="49872" y="52131"/>
                  </a:cubicBezTo>
                  <a:cubicBezTo>
                    <a:pt x="50110" y="50881"/>
                    <a:pt x="49872" y="49630"/>
                    <a:pt x="49485" y="48409"/>
                  </a:cubicBezTo>
                  <a:cubicBezTo>
                    <a:pt x="48979" y="46653"/>
                    <a:pt x="48503" y="44926"/>
                    <a:pt x="48116" y="43318"/>
                  </a:cubicBezTo>
                  <a:cubicBezTo>
                    <a:pt x="47639" y="41710"/>
                    <a:pt x="47252" y="40222"/>
                    <a:pt x="46270" y="38971"/>
                  </a:cubicBezTo>
                  <a:cubicBezTo>
                    <a:pt x="44781" y="36976"/>
                    <a:pt x="42161" y="35994"/>
                    <a:pt x="40434" y="34267"/>
                  </a:cubicBezTo>
                  <a:cubicBezTo>
                    <a:pt x="38707" y="32391"/>
                    <a:pt x="37814" y="29920"/>
                    <a:pt x="37576" y="27419"/>
                  </a:cubicBezTo>
                  <a:cubicBezTo>
                    <a:pt x="37337" y="24947"/>
                    <a:pt x="37576" y="22476"/>
                    <a:pt x="37576" y="19856"/>
                  </a:cubicBezTo>
                  <a:lnTo>
                    <a:pt x="37576" y="16998"/>
                  </a:lnTo>
                  <a:cubicBezTo>
                    <a:pt x="37888" y="17132"/>
                    <a:pt x="38231" y="17199"/>
                    <a:pt x="38573" y="17199"/>
                  </a:cubicBezTo>
                  <a:cubicBezTo>
                    <a:pt x="38915" y="17199"/>
                    <a:pt x="39258" y="17132"/>
                    <a:pt x="39570" y="16998"/>
                  </a:cubicBezTo>
                  <a:cubicBezTo>
                    <a:pt x="41684" y="16253"/>
                    <a:pt x="42667" y="13901"/>
                    <a:pt x="43024" y="11787"/>
                  </a:cubicBezTo>
                  <a:lnTo>
                    <a:pt x="43024" y="11787"/>
                  </a:lnTo>
                  <a:cubicBezTo>
                    <a:pt x="42667" y="11948"/>
                    <a:pt x="42256" y="12012"/>
                    <a:pt x="41824" y="12012"/>
                  </a:cubicBezTo>
                  <a:cubicBezTo>
                    <a:pt x="41536" y="12012"/>
                    <a:pt x="41238" y="11984"/>
                    <a:pt x="40940" y="11936"/>
                  </a:cubicBezTo>
                  <a:cubicBezTo>
                    <a:pt x="41684" y="11311"/>
                    <a:pt x="42161" y="10299"/>
                    <a:pt x="42161" y="9316"/>
                  </a:cubicBezTo>
                  <a:lnTo>
                    <a:pt x="42161" y="9316"/>
                  </a:lnTo>
                  <a:cubicBezTo>
                    <a:pt x="41178" y="9554"/>
                    <a:pt x="40196" y="9554"/>
                    <a:pt x="39302" y="9554"/>
                  </a:cubicBezTo>
                  <a:cubicBezTo>
                    <a:pt x="38320" y="9554"/>
                    <a:pt x="37337" y="9078"/>
                    <a:pt x="36712" y="8333"/>
                  </a:cubicBezTo>
                  <a:cubicBezTo>
                    <a:pt x="35849" y="7321"/>
                    <a:pt x="35849" y="5713"/>
                    <a:pt x="35462" y="4344"/>
                  </a:cubicBezTo>
                  <a:cubicBezTo>
                    <a:pt x="34658" y="1714"/>
                    <a:pt x="32262" y="1"/>
                    <a:pt x="2965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2"/>
            <p:cNvSpPr/>
            <p:nvPr/>
          </p:nvSpPr>
          <p:spPr>
            <a:xfrm>
              <a:off x="4855225" y="2919975"/>
              <a:ext cx="390800" cy="926750"/>
            </a:xfrm>
            <a:custGeom>
              <a:avLst/>
              <a:gdLst/>
              <a:ahLst/>
              <a:cxnLst/>
              <a:rect l="l" t="t" r="r" b="b"/>
              <a:pathLst>
                <a:path w="15632" h="37070" extrusionOk="0">
                  <a:moveTo>
                    <a:pt x="0" y="1"/>
                  </a:moveTo>
                  <a:cubicBezTo>
                    <a:pt x="149" y="239"/>
                    <a:pt x="506" y="477"/>
                    <a:pt x="893" y="864"/>
                  </a:cubicBezTo>
                  <a:cubicBezTo>
                    <a:pt x="506" y="477"/>
                    <a:pt x="268" y="120"/>
                    <a:pt x="0" y="1"/>
                  </a:cubicBezTo>
                  <a:close/>
                  <a:moveTo>
                    <a:pt x="893" y="864"/>
                  </a:moveTo>
                  <a:cubicBezTo>
                    <a:pt x="1876" y="2085"/>
                    <a:pt x="2739" y="3455"/>
                    <a:pt x="3364" y="4824"/>
                  </a:cubicBezTo>
                  <a:cubicBezTo>
                    <a:pt x="4347" y="6938"/>
                    <a:pt x="4853" y="9290"/>
                    <a:pt x="4734" y="11642"/>
                  </a:cubicBezTo>
                  <a:cubicBezTo>
                    <a:pt x="4615" y="12893"/>
                    <a:pt x="4347" y="14263"/>
                    <a:pt x="4109" y="15751"/>
                  </a:cubicBezTo>
                  <a:cubicBezTo>
                    <a:pt x="3871" y="17240"/>
                    <a:pt x="3990" y="18729"/>
                    <a:pt x="4466" y="20217"/>
                  </a:cubicBezTo>
                  <a:cubicBezTo>
                    <a:pt x="4853" y="20843"/>
                    <a:pt x="5359" y="21587"/>
                    <a:pt x="5836" y="22063"/>
                  </a:cubicBezTo>
                  <a:cubicBezTo>
                    <a:pt x="6461" y="22569"/>
                    <a:pt x="7086" y="22927"/>
                    <a:pt x="7711" y="23314"/>
                  </a:cubicBezTo>
                  <a:cubicBezTo>
                    <a:pt x="8932" y="23939"/>
                    <a:pt x="10183" y="24564"/>
                    <a:pt x="11314" y="25309"/>
                  </a:cubicBezTo>
                  <a:cubicBezTo>
                    <a:pt x="12297" y="26053"/>
                    <a:pt x="13041" y="27036"/>
                    <a:pt x="13279" y="28286"/>
                  </a:cubicBezTo>
                  <a:cubicBezTo>
                    <a:pt x="13547" y="29269"/>
                    <a:pt x="13547" y="30370"/>
                    <a:pt x="13398" y="31502"/>
                  </a:cubicBezTo>
                  <a:cubicBezTo>
                    <a:pt x="13279" y="32365"/>
                    <a:pt x="13398" y="33229"/>
                    <a:pt x="13547" y="34241"/>
                  </a:cubicBezTo>
                  <a:cubicBezTo>
                    <a:pt x="13666" y="34836"/>
                    <a:pt x="13905" y="35462"/>
                    <a:pt x="14292" y="36087"/>
                  </a:cubicBezTo>
                  <a:cubicBezTo>
                    <a:pt x="14530" y="36474"/>
                    <a:pt x="14887" y="36712"/>
                    <a:pt x="15274" y="36950"/>
                  </a:cubicBezTo>
                  <a:cubicBezTo>
                    <a:pt x="15393" y="36950"/>
                    <a:pt x="15512" y="37069"/>
                    <a:pt x="15631" y="37069"/>
                  </a:cubicBezTo>
                  <a:cubicBezTo>
                    <a:pt x="15631" y="37069"/>
                    <a:pt x="15512" y="37069"/>
                    <a:pt x="15274" y="36831"/>
                  </a:cubicBezTo>
                  <a:cubicBezTo>
                    <a:pt x="14887" y="36593"/>
                    <a:pt x="14530" y="36325"/>
                    <a:pt x="14292" y="35968"/>
                  </a:cubicBezTo>
                  <a:cubicBezTo>
                    <a:pt x="14024" y="35462"/>
                    <a:pt x="13785" y="34717"/>
                    <a:pt x="13666" y="34092"/>
                  </a:cubicBezTo>
                  <a:cubicBezTo>
                    <a:pt x="13547" y="33229"/>
                    <a:pt x="13547" y="32365"/>
                    <a:pt x="13547" y="31502"/>
                  </a:cubicBezTo>
                  <a:cubicBezTo>
                    <a:pt x="13666" y="30370"/>
                    <a:pt x="13666" y="29269"/>
                    <a:pt x="13547" y="28137"/>
                  </a:cubicBezTo>
                  <a:cubicBezTo>
                    <a:pt x="13398" y="27899"/>
                    <a:pt x="13398" y="27542"/>
                    <a:pt x="13279" y="27274"/>
                  </a:cubicBezTo>
                  <a:cubicBezTo>
                    <a:pt x="13160" y="27155"/>
                    <a:pt x="13160" y="27036"/>
                    <a:pt x="13041" y="26916"/>
                  </a:cubicBezTo>
                  <a:cubicBezTo>
                    <a:pt x="12922" y="26797"/>
                    <a:pt x="12922" y="26529"/>
                    <a:pt x="12803" y="26410"/>
                  </a:cubicBezTo>
                  <a:cubicBezTo>
                    <a:pt x="12416" y="25904"/>
                    <a:pt x="11910" y="25428"/>
                    <a:pt x="11433" y="25041"/>
                  </a:cubicBezTo>
                  <a:cubicBezTo>
                    <a:pt x="10183" y="24296"/>
                    <a:pt x="9081" y="23671"/>
                    <a:pt x="7831" y="23076"/>
                  </a:cubicBezTo>
                  <a:cubicBezTo>
                    <a:pt x="6580" y="22331"/>
                    <a:pt x="5359" y="21438"/>
                    <a:pt x="4734" y="20098"/>
                  </a:cubicBezTo>
                  <a:cubicBezTo>
                    <a:pt x="4228" y="18729"/>
                    <a:pt x="4109" y="17240"/>
                    <a:pt x="4347" y="15751"/>
                  </a:cubicBezTo>
                  <a:cubicBezTo>
                    <a:pt x="4615" y="14382"/>
                    <a:pt x="4853" y="13012"/>
                    <a:pt x="4853" y="11642"/>
                  </a:cubicBezTo>
                  <a:cubicBezTo>
                    <a:pt x="5091" y="7682"/>
                    <a:pt x="3603" y="3722"/>
                    <a:pt x="893" y="86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2"/>
            <p:cNvSpPr/>
            <p:nvPr/>
          </p:nvSpPr>
          <p:spPr>
            <a:xfrm>
              <a:off x="3184150" y="3353325"/>
              <a:ext cx="468225" cy="540300"/>
            </a:xfrm>
            <a:custGeom>
              <a:avLst/>
              <a:gdLst/>
              <a:ahLst/>
              <a:cxnLst/>
              <a:rect l="l" t="t" r="r" b="b"/>
              <a:pathLst>
                <a:path w="18729" h="21612" extrusionOk="0">
                  <a:moveTo>
                    <a:pt x="5379" y="1"/>
                  </a:moveTo>
                  <a:cubicBezTo>
                    <a:pt x="5326" y="1"/>
                    <a:pt x="5270" y="9"/>
                    <a:pt x="5211" y="25"/>
                  </a:cubicBezTo>
                  <a:cubicBezTo>
                    <a:pt x="3573" y="382"/>
                    <a:pt x="6431" y="7975"/>
                    <a:pt x="6699" y="8570"/>
                  </a:cubicBezTo>
                  <a:cubicBezTo>
                    <a:pt x="6848" y="8885"/>
                    <a:pt x="6569" y="9096"/>
                    <a:pt x="6309" y="9096"/>
                  </a:cubicBezTo>
                  <a:cubicBezTo>
                    <a:pt x="6151" y="9096"/>
                    <a:pt x="6000" y="9018"/>
                    <a:pt x="5955" y="8838"/>
                  </a:cubicBezTo>
                  <a:cubicBezTo>
                    <a:pt x="5694" y="8229"/>
                    <a:pt x="4049" y="1857"/>
                    <a:pt x="2478" y="1857"/>
                  </a:cubicBezTo>
                  <a:cubicBezTo>
                    <a:pt x="2436" y="1857"/>
                    <a:pt x="2394" y="1862"/>
                    <a:pt x="2352" y="1871"/>
                  </a:cubicBezTo>
                  <a:cubicBezTo>
                    <a:pt x="983" y="2139"/>
                    <a:pt x="4585" y="8094"/>
                    <a:pt x="4198" y="9702"/>
                  </a:cubicBezTo>
                  <a:cubicBezTo>
                    <a:pt x="4158" y="9884"/>
                    <a:pt x="4098" y="9964"/>
                    <a:pt x="4022" y="9964"/>
                  </a:cubicBezTo>
                  <a:cubicBezTo>
                    <a:pt x="3437" y="9964"/>
                    <a:pt x="1894" y="5229"/>
                    <a:pt x="813" y="5229"/>
                  </a:cubicBezTo>
                  <a:cubicBezTo>
                    <a:pt x="790" y="5229"/>
                    <a:pt x="767" y="5231"/>
                    <a:pt x="745" y="5235"/>
                  </a:cubicBezTo>
                  <a:cubicBezTo>
                    <a:pt x="358" y="5355"/>
                    <a:pt x="0" y="5474"/>
                    <a:pt x="1608" y="8957"/>
                  </a:cubicBezTo>
                  <a:cubicBezTo>
                    <a:pt x="2471" y="10684"/>
                    <a:pt x="3335" y="12292"/>
                    <a:pt x="4317" y="13781"/>
                  </a:cubicBezTo>
                  <a:lnTo>
                    <a:pt x="7295" y="21611"/>
                  </a:lnTo>
                  <a:lnTo>
                    <a:pt x="17120" y="18515"/>
                  </a:lnTo>
                  <a:lnTo>
                    <a:pt x="15751" y="15269"/>
                  </a:lnTo>
                  <a:cubicBezTo>
                    <a:pt x="15751" y="13930"/>
                    <a:pt x="15870" y="12560"/>
                    <a:pt x="15989" y="11190"/>
                  </a:cubicBezTo>
                  <a:cubicBezTo>
                    <a:pt x="16108" y="10565"/>
                    <a:pt x="16376" y="9821"/>
                    <a:pt x="16733" y="9195"/>
                  </a:cubicBezTo>
                  <a:cubicBezTo>
                    <a:pt x="17120" y="8451"/>
                    <a:pt x="17597" y="7707"/>
                    <a:pt x="18103" y="7081"/>
                  </a:cubicBezTo>
                  <a:cubicBezTo>
                    <a:pt x="18728" y="6486"/>
                    <a:pt x="18341" y="5593"/>
                    <a:pt x="17597" y="5593"/>
                  </a:cubicBezTo>
                  <a:cubicBezTo>
                    <a:pt x="16971" y="5742"/>
                    <a:pt x="15245" y="7230"/>
                    <a:pt x="14262" y="9582"/>
                  </a:cubicBezTo>
                  <a:cubicBezTo>
                    <a:pt x="14034" y="10111"/>
                    <a:pt x="13802" y="10327"/>
                    <a:pt x="13574" y="10327"/>
                  </a:cubicBezTo>
                  <a:cubicBezTo>
                    <a:pt x="12785" y="10327"/>
                    <a:pt x="12034" y="7759"/>
                    <a:pt x="11642" y="6605"/>
                  </a:cubicBezTo>
                  <a:cubicBezTo>
                    <a:pt x="11166" y="5235"/>
                    <a:pt x="9677" y="888"/>
                    <a:pt x="9052" y="650"/>
                  </a:cubicBezTo>
                  <a:cubicBezTo>
                    <a:pt x="8951" y="614"/>
                    <a:pt x="8855" y="596"/>
                    <a:pt x="8766" y="596"/>
                  </a:cubicBezTo>
                  <a:cubicBezTo>
                    <a:pt x="8189" y="596"/>
                    <a:pt x="7869" y="1327"/>
                    <a:pt x="8307" y="2615"/>
                  </a:cubicBezTo>
                  <a:cubicBezTo>
                    <a:pt x="8784" y="3985"/>
                    <a:pt x="9915" y="8332"/>
                    <a:pt x="9171" y="8451"/>
                  </a:cubicBezTo>
                  <a:cubicBezTo>
                    <a:pt x="9157" y="8456"/>
                    <a:pt x="9143" y="8458"/>
                    <a:pt x="9129" y="8458"/>
                  </a:cubicBezTo>
                  <a:cubicBezTo>
                    <a:pt x="8347" y="8458"/>
                    <a:pt x="6193" y="1395"/>
                    <a:pt x="6193" y="1395"/>
                  </a:cubicBezTo>
                  <a:cubicBezTo>
                    <a:pt x="6193" y="1395"/>
                    <a:pt x="6090" y="1"/>
                    <a:pt x="5379"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2"/>
            <p:cNvSpPr/>
            <p:nvPr/>
          </p:nvSpPr>
          <p:spPr>
            <a:xfrm>
              <a:off x="3373200" y="3648700"/>
              <a:ext cx="136250" cy="99025"/>
            </a:xfrm>
            <a:custGeom>
              <a:avLst/>
              <a:gdLst/>
              <a:ahLst/>
              <a:cxnLst/>
              <a:rect l="l" t="t" r="r" b="b"/>
              <a:pathLst>
                <a:path w="5450" h="3961" extrusionOk="0">
                  <a:moveTo>
                    <a:pt x="5450" y="1"/>
                  </a:moveTo>
                  <a:lnTo>
                    <a:pt x="5450" y="1"/>
                  </a:lnTo>
                  <a:cubicBezTo>
                    <a:pt x="5092" y="120"/>
                    <a:pt x="4705" y="239"/>
                    <a:pt x="4467" y="626"/>
                  </a:cubicBezTo>
                  <a:cubicBezTo>
                    <a:pt x="3723" y="1221"/>
                    <a:pt x="3216" y="2115"/>
                    <a:pt x="3097" y="3097"/>
                  </a:cubicBezTo>
                  <a:cubicBezTo>
                    <a:pt x="3015" y="3180"/>
                    <a:pt x="2989" y="3320"/>
                    <a:pt x="2982" y="3488"/>
                  </a:cubicBezTo>
                  <a:lnTo>
                    <a:pt x="2982" y="3488"/>
                  </a:lnTo>
                  <a:cubicBezTo>
                    <a:pt x="2506" y="3269"/>
                    <a:pt x="1995" y="3121"/>
                    <a:pt x="1503" y="3121"/>
                  </a:cubicBezTo>
                  <a:cubicBezTo>
                    <a:pt x="1285" y="3121"/>
                    <a:pt x="1070" y="3150"/>
                    <a:pt x="864" y="3216"/>
                  </a:cubicBezTo>
                  <a:cubicBezTo>
                    <a:pt x="477" y="3216"/>
                    <a:pt x="239" y="3335"/>
                    <a:pt x="1" y="3454"/>
                  </a:cubicBezTo>
                  <a:cubicBezTo>
                    <a:pt x="1" y="3487"/>
                    <a:pt x="12" y="3499"/>
                    <a:pt x="36" y="3499"/>
                  </a:cubicBezTo>
                  <a:cubicBezTo>
                    <a:pt x="123" y="3499"/>
                    <a:pt x="375" y="3335"/>
                    <a:pt x="864" y="3335"/>
                  </a:cubicBezTo>
                  <a:cubicBezTo>
                    <a:pt x="995" y="3314"/>
                    <a:pt x="1126" y="3304"/>
                    <a:pt x="1257" y="3304"/>
                  </a:cubicBezTo>
                  <a:cubicBezTo>
                    <a:pt x="1870" y="3304"/>
                    <a:pt x="2484" y="3522"/>
                    <a:pt x="3097" y="3841"/>
                  </a:cubicBezTo>
                  <a:lnTo>
                    <a:pt x="3216" y="3961"/>
                  </a:lnTo>
                  <a:lnTo>
                    <a:pt x="3216" y="3722"/>
                  </a:lnTo>
                  <a:cubicBezTo>
                    <a:pt x="3216" y="3454"/>
                    <a:pt x="3216" y="3335"/>
                    <a:pt x="3336" y="3097"/>
                  </a:cubicBezTo>
                  <a:cubicBezTo>
                    <a:pt x="3455" y="2115"/>
                    <a:pt x="3842" y="1370"/>
                    <a:pt x="4586" y="745"/>
                  </a:cubicBezTo>
                  <a:cubicBezTo>
                    <a:pt x="5092" y="239"/>
                    <a:pt x="5449" y="1"/>
                    <a:pt x="5450"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2"/>
            <p:cNvSpPr/>
            <p:nvPr/>
          </p:nvSpPr>
          <p:spPr>
            <a:xfrm>
              <a:off x="3798225" y="3747700"/>
              <a:ext cx="1463425" cy="1398650"/>
            </a:xfrm>
            <a:custGeom>
              <a:avLst/>
              <a:gdLst/>
              <a:ahLst/>
              <a:cxnLst/>
              <a:rect l="l" t="t" r="r" b="b"/>
              <a:pathLst>
                <a:path w="58537" h="55946" extrusionOk="0">
                  <a:moveTo>
                    <a:pt x="29269" y="1"/>
                  </a:moveTo>
                  <a:cubicBezTo>
                    <a:pt x="13131" y="1"/>
                    <a:pt x="1" y="12535"/>
                    <a:pt x="1" y="28048"/>
                  </a:cubicBezTo>
                  <a:cubicBezTo>
                    <a:pt x="1" y="43411"/>
                    <a:pt x="13131" y="55946"/>
                    <a:pt x="29269" y="55946"/>
                  </a:cubicBezTo>
                  <a:cubicBezTo>
                    <a:pt x="45406" y="55946"/>
                    <a:pt x="58537" y="43411"/>
                    <a:pt x="58537" y="28048"/>
                  </a:cubicBezTo>
                  <a:cubicBezTo>
                    <a:pt x="58537" y="12535"/>
                    <a:pt x="45406" y="1"/>
                    <a:pt x="29269"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2"/>
            <p:cNvSpPr/>
            <p:nvPr/>
          </p:nvSpPr>
          <p:spPr>
            <a:xfrm>
              <a:off x="4229225" y="2801125"/>
              <a:ext cx="588800" cy="1167000"/>
            </a:xfrm>
            <a:custGeom>
              <a:avLst/>
              <a:gdLst/>
              <a:ahLst/>
              <a:cxnLst/>
              <a:rect l="l" t="t" r="r" b="b"/>
              <a:pathLst>
                <a:path w="23552" h="46680" extrusionOk="0">
                  <a:moveTo>
                    <a:pt x="9899" y="0"/>
                  </a:moveTo>
                  <a:cubicBezTo>
                    <a:pt x="7143" y="0"/>
                    <a:pt x="4322" y="551"/>
                    <a:pt x="1608" y="1628"/>
                  </a:cubicBezTo>
                  <a:cubicBezTo>
                    <a:pt x="1608" y="1628"/>
                    <a:pt x="0" y="16039"/>
                    <a:pt x="983" y="22738"/>
                  </a:cubicBezTo>
                  <a:cubicBezTo>
                    <a:pt x="1965" y="29676"/>
                    <a:pt x="7324" y="30658"/>
                    <a:pt x="7324" y="30658"/>
                  </a:cubicBezTo>
                  <a:lnTo>
                    <a:pt x="7324" y="39233"/>
                  </a:lnTo>
                  <a:cubicBezTo>
                    <a:pt x="7324" y="43193"/>
                    <a:pt x="10659" y="46438"/>
                    <a:pt x="14887" y="46677"/>
                  </a:cubicBezTo>
                  <a:cubicBezTo>
                    <a:pt x="14965" y="46679"/>
                    <a:pt x="15043" y="46680"/>
                    <a:pt x="15121" y="46680"/>
                  </a:cubicBezTo>
                  <a:cubicBezTo>
                    <a:pt x="19214" y="46680"/>
                    <a:pt x="22571" y="43628"/>
                    <a:pt x="22688" y="39858"/>
                  </a:cubicBezTo>
                  <a:lnTo>
                    <a:pt x="23551" y="5975"/>
                  </a:lnTo>
                  <a:cubicBezTo>
                    <a:pt x="19998" y="1937"/>
                    <a:pt x="15065" y="0"/>
                    <a:pt x="9899"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2"/>
            <p:cNvSpPr/>
            <p:nvPr/>
          </p:nvSpPr>
          <p:spPr>
            <a:xfrm>
              <a:off x="4303650" y="3096400"/>
              <a:ext cx="46175" cy="43200"/>
            </a:xfrm>
            <a:custGeom>
              <a:avLst/>
              <a:gdLst/>
              <a:ahLst/>
              <a:cxnLst/>
              <a:rect l="l" t="t" r="r" b="b"/>
              <a:pathLst>
                <a:path w="1847" h="1728" extrusionOk="0">
                  <a:moveTo>
                    <a:pt x="983" y="0"/>
                  </a:moveTo>
                  <a:cubicBezTo>
                    <a:pt x="477" y="0"/>
                    <a:pt x="120" y="387"/>
                    <a:pt x="120" y="864"/>
                  </a:cubicBezTo>
                  <a:cubicBezTo>
                    <a:pt x="0" y="1370"/>
                    <a:pt x="477" y="1727"/>
                    <a:pt x="864" y="1727"/>
                  </a:cubicBezTo>
                  <a:cubicBezTo>
                    <a:pt x="1370" y="1727"/>
                    <a:pt x="1846" y="1489"/>
                    <a:pt x="1846" y="983"/>
                  </a:cubicBezTo>
                  <a:cubicBezTo>
                    <a:pt x="1846" y="506"/>
                    <a:pt x="1489" y="0"/>
                    <a:pt x="98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2"/>
            <p:cNvSpPr/>
            <p:nvPr/>
          </p:nvSpPr>
          <p:spPr>
            <a:xfrm>
              <a:off x="4266425" y="3077775"/>
              <a:ext cx="93075" cy="23900"/>
            </a:xfrm>
            <a:custGeom>
              <a:avLst/>
              <a:gdLst/>
              <a:ahLst/>
              <a:cxnLst/>
              <a:rect l="l" t="t" r="r" b="b"/>
              <a:pathLst>
                <a:path w="3723" h="956" extrusionOk="0">
                  <a:moveTo>
                    <a:pt x="1847" y="1"/>
                  </a:moveTo>
                  <a:cubicBezTo>
                    <a:pt x="1370" y="1"/>
                    <a:pt x="864" y="120"/>
                    <a:pt x="477" y="388"/>
                  </a:cubicBezTo>
                  <a:cubicBezTo>
                    <a:pt x="120" y="626"/>
                    <a:pt x="1" y="864"/>
                    <a:pt x="120" y="864"/>
                  </a:cubicBezTo>
                  <a:cubicBezTo>
                    <a:pt x="133" y="878"/>
                    <a:pt x="153" y="883"/>
                    <a:pt x="178" y="883"/>
                  </a:cubicBezTo>
                  <a:cubicBezTo>
                    <a:pt x="382" y="883"/>
                    <a:pt x="973" y="507"/>
                    <a:pt x="1847" y="507"/>
                  </a:cubicBezTo>
                  <a:cubicBezTo>
                    <a:pt x="3273" y="688"/>
                    <a:pt x="3615" y="955"/>
                    <a:pt x="3644" y="955"/>
                  </a:cubicBezTo>
                  <a:cubicBezTo>
                    <a:pt x="3654" y="955"/>
                    <a:pt x="3632" y="929"/>
                    <a:pt x="3603" y="864"/>
                  </a:cubicBezTo>
                  <a:cubicBezTo>
                    <a:pt x="3722" y="864"/>
                    <a:pt x="3603" y="626"/>
                    <a:pt x="3216" y="388"/>
                  </a:cubicBezTo>
                  <a:cubicBezTo>
                    <a:pt x="2859" y="120"/>
                    <a:pt x="2353" y="1"/>
                    <a:pt x="184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2"/>
            <p:cNvSpPr/>
            <p:nvPr/>
          </p:nvSpPr>
          <p:spPr>
            <a:xfrm>
              <a:off x="4551525" y="3105275"/>
              <a:ext cx="46900" cy="41550"/>
            </a:xfrm>
            <a:custGeom>
              <a:avLst/>
              <a:gdLst/>
              <a:ahLst/>
              <a:cxnLst/>
              <a:rect l="l" t="t" r="r" b="b"/>
              <a:pathLst>
                <a:path w="1876" h="1662" extrusionOk="0">
                  <a:moveTo>
                    <a:pt x="779" y="0"/>
                  </a:moveTo>
                  <a:cubicBezTo>
                    <a:pt x="398" y="0"/>
                    <a:pt x="102" y="345"/>
                    <a:pt x="0" y="777"/>
                  </a:cubicBezTo>
                  <a:cubicBezTo>
                    <a:pt x="0" y="1253"/>
                    <a:pt x="387" y="1640"/>
                    <a:pt x="864" y="1640"/>
                  </a:cubicBezTo>
                  <a:cubicBezTo>
                    <a:pt x="926" y="1655"/>
                    <a:pt x="987" y="1662"/>
                    <a:pt x="1045" y="1662"/>
                  </a:cubicBezTo>
                  <a:cubicBezTo>
                    <a:pt x="1455" y="1662"/>
                    <a:pt x="1746" y="1313"/>
                    <a:pt x="1876" y="896"/>
                  </a:cubicBezTo>
                  <a:cubicBezTo>
                    <a:pt x="1876" y="390"/>
                    <a:pt x="1489" y="32"/>
                    <a:pt x="983" y="32"/>
                  </a:cubicBezTo>
                  <a:cubicBezTo>
                    <a:pt x="913" y="10"/>
                    <a:pt x="844" y="0"/>
                    <a:pt x="7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2"/>
            <p:cNvSpPr/>
            <p:nvPr/>
          </p:nvSpPr>
          <p:spPr>
            <a:xfrm>
              <a:off x="4520250" y="3083750"/>
              <a:ext cx="90100" cy="25775"/>
            </a:xfrm>
            <a:custGeom>
              <a:avLst/>
              <a:gdLst/>
              <a:ahLst/>
              <a:cxnLst/>
              <a:rect l="l" t="t" r="r" b="b"/>
              <a:pathLst>
                <a:path w="3604" h="1031" extrusionOk="0">
                  <a:moveTo>
                    <a:pt x="1757" y="0"/>
                  </a:moveTo>
                  <a:cubicBezTo>
                    <a:pt x="1251" y="0"/>
                    <a:pt x="745" y="149"/>
                    <a:pt x="388" y="506"/>
                  </a:cubicBezTo>
                  <a:cubicBezTo>
                    <a:pt x="150" y="744"/>
                    <a:pt x="1" y="893"/>
                    <a:pt x="1" y="1012"/>
                  </a:cubicBezTo>
                  <a:cubicBezTo>
                    <a:pt x="16" y="1025"/>
                    <a:pt x="39" y="1030"/>
                    <a:pt x="67" y="1030"/>
                  </a:cubicBezTo>
                  <a:cubicBezTo>
                    <a:pt x="308" y="1030"/>
                    <a:pt x="985" y="625"/>
                    <a:pt x="1757" y="625"/>
                  </a:cubicBezTo>
                  <a:cubicBezTo>
                    <a:pt x="2636" y="625"/>
                    <a:pt x="3325" y="1030"/>
                    <a:pt x="3545" y="1030"/>
                  </a:cubicBezTo>
                  <a:cubicBezTo>
                    <a:pt x="3571" y="1030"/>
                    <a:pt x="3591" y="1025"/>
                    <a:pt x="3603" y="1012"/>
                  </a:cubicBezTo>
                  <a:cubicBezTo>
                    <a:pt x="3603" y="893"/>
                    <a:pt x="3484" y="744"/>
                    <a:pt x="3246" y="506"/>
                  </a:cubicBezTo>
                  <a:cubicBezTo>
                    <a:pt x="2740" y="268"/>
                    <a:pt x="2234" y="0"/>
                    <a:pt x="175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2"/>
            <p:cNvSpPr/>
            <p:nvPr/>
          </p:nvSpPr>
          <p:spPr>
            <a:xfrm>
              <a:off x="4368400" y="3080650"/>
              <a:ext cx="81175" cy="201850"/>
            </a:xfrm>
            <a:custGeom>
              <a:avLst/>
              <a:gdLst/>
              <a:ahLst/>
              <a:cxnLst/>
              <a:rect l="l" t="t" r="r" b="b"/>
              <a:pathLst>
                <a:path w="3247" h="8074" extrusionOk="0">
                  <a:moveTo>
                    <a:pt x="3086" y="0"/>
                  </a:moveTo>
                  <a:cubicBezTo>
                    <a:pt x="2928" y="0"/>
                    <a:pt x="1970" y="2186"/>
                    <a:pt x="1013" y="4739"/>
                  </a:cubicBezTo>
                  <a:lnTo>
                    <a:pt x="269" y="6585"/>
                  </a:lnTo>
                  <a:cubicBezTo>
                    <a:pt x="120" y="6972"/>
                    <a:pt x="1" y="7210"/>
                    <a:pt x="120" y="7568"/>
                  </a:cubicBezTo>
                  <a:cubicBezTo>
                    <a:pt x="120" y="7716"/>
                    <a:pt x="388" y="7955"/>
                    <a:pt x="507" y="7955"/>
                  </a:cubicBezTo>
                  <a:lnTo>
                    <a:pt x="1013" y="7955"/>
                  </a:lnTo>
                  <a:cubicBezTo>
                    <a:pt x="1489" y="8074"/>
                    <a:pt x="1996" y="8074"/>
                    <a:pt x="2502" y="8074"/>
                  </a:cubicBezTo>
                  <a:cubicBezTo>
                    <a:pt x="1996" y="7836"/>
                    <a:pt x="1489" y="7716"/>
                    <a:pt x="1013" y="7716"/>
                  </a:cubicBezTo>
                  <a:cubicBezTo>
                    <a:pt x="745" y="7716"/>
                    <a:pt x="507" y="7716"/>
                    <a:pt x="507" y="7448"/>
                  </a:cubicBezTo>
                  <a:cubicBezTo>
                    <a:pt x="388" y="7210"/>
                    <a:pt x="507" y="6972"/>
                    <a:pt x="626" y="6704"/>
                  </a:cubicBezTo>
                  <a:lnTo>
                    <a:pt x="1370" y="4858"/>
                  </a:lnTo>
                  <a:cubicBezTo>
                    <a:pt x="2353" y="2238"/>
                    <a:pt x="3246" y="5"/>
                    <a:pt x="3097" y="5"/>
                  </a:cubicBezTo>
                  <a:cubicBezTo>
                    <a:pt x="3094" y="2"/>
                    <a:pt x="3091" y="0"/>
                    <a:pt x="308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2"/>
            <p:cNvSpPr/>
            <p:nvPr/>
          </p:nvSpPr>
          <p:spPr>
            <a:xfrm>
              <a:off x="4412325" y="3505775"/>
              <a:ext cx="235250" cy="104700"/>
            </a:xfrm>
            <a:custGeom>
              <a:avLst/>
              <a:gdLst/>
              <a:ahLst/>
              <a:cxnLst/>
              <a:rect l="l" t="t" r="r" b="b"/>
              <a:pathLst>
                <a:path w="9410" h="4188" extrusionOk="0">
                  <a:moveTo>
                    <a:pt x="9409" y="1"/>
                  </a:moveTo>
                  <a:lnTo>
                    <a:pt x="9409" y="1"/>
                  </a:lnTo>
                  <a:cubicBezTo>
                    <a:pt x="6551" y="1728"/>
                    <a:pt x="3216" y="2472"/>
                    <a:pt x="0" y="2472"/>
                  </a:cubicBezTo>
                  <a:lnTo>
                    <a:pt x="0" y="4110"/>
                  </a:lnTo>
                  <a:cubicBezTo>
                    <a:pt x="503" y="4163"/>
                    <a:pt x="982" y="4187"/>
                    <a:pt x="1437" y="4187"/>
                  </a:cubicBezTo>
                  <a:cubicBezTo>
                    <a:pt x="7380" y="4187"/>
                    <a:pt x="9409" y="1"/>
                    <a:pt x="9409"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2"/>
            <p:cNvSpPr/>
            <p:nvPr/>
          </p:nvSpPr>
          <p:spPr>
            <a:xfrm>
              <a:off x="4439875" y="3299925"/>
              <a:ext cx="90075" cy="86750"/>
            </a:xfrm>
            <a:custGeom>
              <a:avLst/>
              <a:gdLst/>
              <a:ahLst/>
              <a:cxnLst/>
              <a:rect l="l" t="t" r="r" b="b"/>
              <a:pathLst>
                <a:path w="3603" h="3470" extrusionOk="0">
                  <a:moveTo>
                    <a:pt x="1813" y="0"/>
                  </a:moveTo>
                  <a:cubicBezTo>
                    <a:pt x="1553" y="0"/>
                    <a:pt x="1338" y="111"/>
                    <a:pt x="1251" y="285"/>
                  </a:cubicBezTo>
                  <a:cubicBezTo>
                    <a:pt x="1132" y="434"/>
                    <a:pt x="1132" y="553"/>
                    <a:pt x="983" y="672"/>
                  </a:cubicBezTo>
                  <a:cubicBezTo>
                    <a:pt x="744" y="911"/>
                    <a:pt x="506" y="911"/>
                    <a:pt x="238" y="1178"/>
                  </a:cubicBezTo>
                  <a:cubicBezTo>
                    <a:pt x="119" y="1298"/>
                    <a:pt x="0" y="1536"/>
                    <a:pt x="0" y="1774"/>
                  </a:cubicBezTo>
                  <a:cubicBezTo>
                    <a:pt x="0" y="1910"/>
                    <a:pt x="0" y="2068"/>
                    <a:pt x="16" y="2227"/>
                  </a:cubicBezTo>
                  <a:lnTo>
                    <a:pt x="16" y="2227"/>
                  </a:lnTo>
                  <a:lnTo>
                    <a:pt x="0" y="2161"/>
                  </a:lnTo>
                  <a:lnTo>
                    <a:pt x="0" y="2161"/>
                  </a:lnTo>
                  <a:cubicBezTo>
                    <a:pt x="5" y="2187"/>
                    <a:pt x="10" y="2212"/>
                    <a:pt x="17" y="2237"/>
                  </a:cubicBezTo>
                  <a:lnTo>
                    <a:pt x="17" y="2237"/>
                  </a:lnTo>
                  <a:cubicBezTo>
                    <a:pt x="32" y="2388"/>
                    <a:pt x="62" y="2538"/>
                    <a:pt x="119" y="2667"/>
                  </a:cubicBezTo>
                  <a:lnTo>
                    <a:pt x="29" y="2285"/>
                  </a:lnTo>
                  <a:lnTo>
                    <a:pt x="29" y="2285"/>
                  </a:lnTo>
                  <a:cubicBezTo>
                    <a:pt x="188" y="2849"/>
                    <a:pt x="667" y="3273"/>
                    <a:pt x="1251" y="3412"/>
                  </a:cubicBezTo>
                  <a:cubicBezTo>
                    <a:pt x="1393" y="3451"/>
                    <a:pt x="1539" y="3470"/>
                    <a:pt x="1684" y="3470"/>
                  </a:cubicBezTo>
                  <a:cubicBezTo>
                    <a:pt x="2419" y="3470"/>
                    <a:pt x="3141" y="2982"/>
                    <a:pt x="3365" y="2161"/>
                  </a:cubicBezTo>
                  <a:cubicBezTo>
                    <a:pt x="3603" y="1298"/>
                    <a:pt x="2977" y="285"/>
                    <a:pt x="2114" y="47"/>
                  </a:cubicBezTo>
                  <a:cubicBezTo>
                    <a:pt x="2010" y="15"/>
                    <a:pt x="1909" y="0"/>
                    <a:pt x="1813"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2"/>
            <p:cNvSpPr/>
            <p:nvPr/>
          </p:nvSpPr>
          <p:spPr>
            <a:xfrm>
              <a:off x="4424225" y="3298100"/>
              <a:ext cx="84150" cy="69225"/>
            </a:xfrm>
            <a:custGeom>
              <a:avLst/>
              <a:gdLst/>
              <a:ahLst/>
              <a:cxnLst/>
              <a:rect l="l" t="t" r="r" b="b"/>
              <a:pathLst>
                <a:path w="3366" h="2769" extrusionOk="0">
                  <a:moveTo>
                    <a:pt x="3097" y="1"/>
                  </a:moveTo>
                  <a:cubicBezTo>
                    <a:pt x="2978" y="1"/>
                    <a:pt x="2978" y="1103"/>
                    <a:pt x="1996" y="1847"/>
                  </a:cubicBezTo>
                  <a:cubicBezTo>
                    <a:pt x="1132" y="2472"/>
                    <a:pt x="1" y="2353"/>
                    <a:pt x="1" y="2591"/>
                  </a:cubicBezTo>
                  <a:cubicBezTo>
                    <a:pt x="1" y="2591"/>
                    <a:pt x="269" y="2740"/>
                    <a:pt x="745" y="2740"/>
                  </a:cubicBezTo>
                  <a:cubicBezTo>
                    <a:pt x="848" y="2760"/>
                    <a:pt x="951" y="2769"/>
                    <a:pt x="1052" y="2769"/>
                  </a:cubicBezTo>
                  <a:cubicBezTo>
                    <a:pt x="1569" y="2769"/>
                    <a:pt x="2054" y="2533"/>
                    <a:pt x="2353" y="2234"/>
                  </a:cubicBezTo>
                  <a:cubicBezTo>
                    <a:pt x="2859" y="1847"/>
                    <a:pt x="3246" y="1371"/>
                    <a:pt x="3246" y="745"/>
                  </a:cubicBezTo>
                  <a:cubicBezTo>
                    <a:pt x="3365" y="239"/>
                    <a:pt x="3246" y="1"/>
                    <a:pt x="30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2"/>
            <p:cNvSpPr/>
            <p:nvPr/>
          </p:nvSpPr>
          <p:spPr>
            <a:xfrm>
              <a:off x="4520250" y="3037600"/>
              <a:ext cx="99775" cy="23650"/>
            </a:xfrm>
            <a:custGeom>
              <a:avLst/>
              <a:gdLst/>
              <a:ahLst/>
              <a:cxnLst/>
              <a:rect l="l" t="t" r="r" b="b"/>
              <a:pathLst>
                <a:path w="3991" h="946" extrusionOk="0">
                  <a:moveTo>
                    <a:pt x="1996" y="0"/>
                  </a:moveTo>
                  <a:cubicBezTo>
                    <a:pt x="1489" y="0"/>
                    <a:pt x="894" y="119"/>
                    <a:pt x="507" y="357"/>
                  </a:cubicBezTo>
                  <a:cubicBezTo>
                    <a:pt x="150" y="625"/>
                    <a:pt x="1" y="744"/>
                    <a:pt x="1" y="863"/>
                  </a:cubicBezTo>
                  <a:cubicBezTo>
                    <a:pt x="38" y="923"/>
                    <a:pt x="120" y="945"/>
                    <a:pt x="237" y="945"/>
                  </a:cubicBezTo>
                  <a:cubicBezTo>
                    <a:pt x="589" y="945"/>
                    <a:pt x="1259" y="744"/>
                    <a:pt x="1996" y="744"/>
                  </a:cubicBezTo>
                  <a:cubicBezTo>
                    <a:pt x="2732" y="744"/>
                    <a:pt x="3419" y="945"/>
                    <a:pt x="3767" y="945"/>
                  </a:cubicBezTo>
                  <a:cubicBezTo>
                    <a:pt x="3882" y="945"/>
                    <a:pt x="3961" y="923"/>
                    <a:pt x="3990" y="863"/>
                  </a:cubicBezTo>
                  <a:cubicBezTo>
                    <a:pt x="3990" y="863"/>
                    <a:pt x="3871" y="625"/>
                    <a:pt x="3484" y="357"/>
                  </a:cubicBezTo>
                  <a:cubicBezTo>
                    <a:pt x="2978" y="119"/>
                    <a:pt x="2502" y="0"/>
                    <a:pt x="199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2"/>
            <p:cNvSpPr/>
            <p:nvPr/>
          </p:nvSpPr>
          <p:spPr>
            <a:xfrm>
              <a:off x="4282050" y="3014875"/>
              <a:ext cx="89350" cy="25725"/>
            </a:xfrm>
            <a:custGeom>
              <a:avLst/>
              <a:gdLst/>
              <a:ahLst/>
              <a:cxnLst/>
              <a:rect l="l" t="t" r="r" b="b"/>
              <a:pathLst>
                <a:path w="3574" h="1029" extrusionOk="0">
                  <a:moveTo>
                    <a:pt x="1474" y="1"/>
                  </a:moveTo>
                  <a:cubicBezTo>
                    <a:pt x="1108" y="1"/>
                    <a:pt x="768" y="135"/>
                    <a:pt x="477" y="403"/>
                  </a:cubicBezTo>
                  <a:cubicBezTo>
                    <a:pt x="120" y="522"/>
                    <a:pt x="1" y="790"/>
                    <a:pt x="120" y="909"/>
                  </a:cubicBezTo>
                  <a:cubicBezTo>
                    <a:pt x="138" y="926"/>
                    <a:pt x="168" y="934"/>
                    <a:pt x="211" y="934"/>
                  </a:cubicBezTo>
                  <a:cubicBezTo>
                    <a:pt x="417" y="934"/>
                    <a:pt x="899" y="765"/>
                    <a:pt x="1477" y="765"/>
                  </a:cubicBezTo>
                  <a:cubicBezTo>
                    <a:pt x="1597" y="765"/>
                    <a:pt x="1721" y="772"/>
                    <a:pt x="1847" y="790"/>
                  </a:cubicBezTo>
                  <a:cubicBezTo>
                    <a:pt x="2234" y="790"/>
                    <a:pt x="2591" y="909"/>
                    <a:pt x="2978" y="1028"/>
                  </a:cubicBezTo>
                  <a:lnTo>
                    <a:pt x="3574" y="1028"/>
                  </a:lnTo>
                  <a:cubicBezTo>
                    <a:pt x="3574" y="909"/>
                    <a:pt x="3455" y="671"/>
                    <a:pt x="3217" y="522"/>
                  </a:cubicBezTo>
                  <a:cubicBezTo>
                    <a:pt x="2830" y="165"/>
                    <a:pt x="2353" y="46"/>
                    <a:pt x="1847" y="46"/>
                  </a:cubicBezTo>
                  <a:cubicBezTo>
                    <a:pt x="1720" y="16"/>
                    <a:pt x="1596" y="1"/>
                    <a:pt x="147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2"/>
            <p:cNvSpPr/>
            <p:nvPr/>
          </p:nvSpPr>
          <p:spPr>
            <a:xfrm>
              <a:off x="4203900" y="2683700"/>
              <a:ext cx="722800" cy="1017575"/>
            </a:xfrm>
            <a:custGeom>
              <a:avLst/>
              <a:gdLst/>
              <a:ahLst/>
              <a:cxnLst/>
              <a:rect l="l" t="t" r="r" b="b"/>
              <a:pathLst>
                <a:path w="28912" h="40703" extrusionOk="0">
                  <a:moveTo>
                    <a:pt x="12277" y="0"/>
                  </a:moveTo>
                  <a:cubicBezTo>
                    <a:pt x="10008" y="0"/>
                    <a:pt x="7751" y="597"/>
                    <a:pt x="5836" y="1859"/>
                  </a:cubicBezTo>
                  <a:cubicBezTo>
                    <a:pt x="1757" y="4599"/>
                    <a:pt x="1" y="8439"/>
                    <a:pt x="1876" y="13025"/>
                  </a:cubicBezTo>
                  <a:cubicBezTo>
                    <a:pt x="4616" y="11298"/>
                    <a:pt x="6849" y="8946"/>
                    <a:pt x="8457" y="6087"/>
                  </a:cubicBezTo>
                  <a:cubicBezTo>
                    <a:pt x="8576" y="6087"/>
                    <a:pt x="8695" y="6206"/>
                    <a:pt x="8814" y="6325"/>
                  </a:cubicBezTo>
                  <a:cubicBezTo>
                    <a:pt x="10183" y="9184"/>
                    <a:pt x="12416" y="12280"/>
                    <a:pt x="15037" y="13412"/>
                  </a:cubicBezTo>
                  <a:cubicBezTo>
                    <a:pt x="16438" y="13957"/>
                    <a:pt x="17929" y="14298"/>
                    <a:pt x="19432" y="14298"/>
                  </a:cubicBezTo>
                  <a:cubicBezTo>
                    <a:pt x="19654" y="14298"/>
                    <a:pt x="19876" y="14290"/>
                    <a:pt x="20098" y="14275"/>
                  </a:cubicBezTo>
                  <a:cubicBezTo>
                    <a:pt x="20604" y="15764"/>
                    <a:pt x="20604" y="17372"/>
                    <a:pt x="20366" y="18860"/>
                  </a:cubicBezTo>
                  <a:cubicBezTo>
                    <a:pt x="19979" y="21212"/>
                    <a:pt x="19354" y="23714"/>
                    <a:pt x="19979" y="25947"/>
                  </a:cubicBezTo>
                  <a:cubicBezTo>
                    <a:pt x="20366" y="27554"/>
                    <a:pt x="21349" y="29043"/>
                    <a:pt x="21468" y="30651"/>
                  </a:cubicBezTo>
                  <a:cubicBezTo>
                    <a:pt x="21587" y="32020"/>
                    <a:pt x="20991" y="33390"/>
                    <a:pt x="20485" y="34760"/>
                  </a:cubicBezTo>
                  <a:cubicBezTo>
                    <a:pt x="20098" y="36100"/>
                    <a:pt x="19860" y="37588"/>
                    <a:pt x="20485" y="38839"/>
                  </a:cubicBezTo>
                  <a:cubicBezTo>
                    <a:pt x="21241" y="40167"/>
                    <a:pt x="22808" y="40703"/>
                    <a:pt x="24399" y="40703"/>
                  </a:cubicBezTo>
                  <a:cubicBezTo>
                    <a:pt x="24876" y="40703"/>
                    <a:pt x="25355" y="40655"/>
                    <a:pt x="25815" y="40566"/>
                  </a:cubicBezTo>
                  <a:cubicBezTo>
                    <a:pt x="26946" y="40447"/>
                    <a:pt x="28167" y="39970"/>
                    <a:pt x="28673" y="38839"/>
                  </a:cubicBezTo>
                  <a:cubicBezTo>
                    <a:pt x="28911" y="38094"/>
                    <a:pt x="28673" y="37231"/>
                    <a:pt x="28435" y="36367"/>
                  </a:cubicBezTo>
                  <a:cubicBezTo>
                    <a:pt x="26440" y="30026"/>
                    <a:pt x="25309" y="23446"/>
                    <a:pt x="24445" y="16895"/>
                  </a:cubicBezTo>
                  <a:cubicBezTo>
                    <a:pt x="24951" y="16508"/>
                    <a:pt x="25190" y="15764"/>
                    <a:pt x="25190" y="15019"/>
                  </a:cubicBezTo>
                  <a:cubicBezTo>
                    <a:pt x="25696" y="10196"/>
                    <a:pt x="23582" y="5105"/>
                    <a:pt x="19622" y="2246"/>
                  </a:cubicBezTo>
                  <a:cubicBezTo>
                    <a:pt x="17491" y="784"/>
                    <a:pt x="14877" y="0"/>
                    <a:pt x="1227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2"/>
            <p:cNvSpPr/>
            <p:nvPr/>
          </p:nvSpPr>
          <p:spPr>
            <a:xfrm>
              <a:off x="4408600" y="2851500"/>
              <a:ext cx="381875" cy="221125"/>
            </a:xfrm>
            <a:custGeom>
              <a:avLst/>
              <a:gdLst/>
              <a:ahLst/>
              <a:cxnLst/>
              <a:rect l="l" t="t" r="r" b="b"/>
              <a:pathLst>
                <a:path w="15275" h="8845" extrusionOk="0">
                  <a:moveTo>
                    <a:pt x="1" y="1"/>
                  </a:moveTo>
                  <a:lnTo>
                    <a:pt x="1" y="1"/>
                  </a:lnTo>
                  <a:cubicBezTo>
                    <a:pt x="149" y="507"/>
                    <a:pt x="507" y="1251"/>
                    <a:pt x="894" y="1995"/>
                  </a:cubicBezTo>
                  <a:cubicBezTo>
                    <a:pt x="1370" y="2978"/>
                    <a:pt x="1995" y="3960"/>
                    <a:pt x="2740" y="4824"/>
                  </a:cubicBezTo>
                  <a:cubicBezTo>
                    <a:pt x="3603" y="5955"/>
                    <a:pt x="4616" y="6819"/>
                    <a:pt x="5717" y="7563"/>
                  </a:cubicBezTo>
                  <a:cubicBezTo>
                    <a:pt x="6968" y="8307"/>
                    <a:pt x="8188" y="8695"/>
                    <a:pt x="9558" y="8814"/>
                  </a:cubicBezTo>
                  <a:cubicBezTo>
                    <a:pt x="9757" y="8835"/>
                    <a:pt x="9955" y="8844"/>
                    <a:pt x="10152" y="8844"/>
                  </a:cubicBezTo>
                  <a:cubicBezTo>
                    <a:pt x="11077" y="8844"/>
                    <a:pt x="11990" y="8627"/>
                    <a:pt x="12923" y="8307"/>
                  </a:cubicBezTo>
                  <a:cubicBezTo>
                    <a:pt x="13548" y="8069"/>
                    <a:pt x="14143" y="7563"/>
                    <a:pt x="14769" y="7057"/>
                  </a:cubicBezTo>
                  <a:cubicBezTo>
                    <a:pt x="14888" y="6938"/>
                    <a:pt x="15036" y="6700"/>
                    <a:pt x="15156" y="6581"/>
                  </a:cubicBezTo>
                  <a:cubicBezTo>
                    <a:pt x="15156" y="6461"/>
                    <a:pt x="15275" y="6461"/>
                    <a:pt x="15275" y="6461"/>
                  </a:cubicBezTo>
                  <a:cubicBezTo>
                    <a:pt x="15275" y="6433"/>
                    <a:pt x="15266" y="6420"/>
                    <a:pt x="15249" y="6420"/>
                  </a:cubicBezTo>
                  <a:cubicBezTo>
                    <a:pt x="15177" y="6420"/>
                    <a:pt x="14962" y="6650"/>
                    <a:pt x="14649" y="6938"/>
                  </a:cubicBezTo>
                  <a:cubicBezTo>
                    <a:pt x="14143" y="7444"/>
                    <a:pt x="13548" y="7801"/>
                    <a:pt x="12803" y="8188"/>
                  </a:cubicBezTo>
                  <a:cubicBezTo>
                    <a:pt x="11791" y="8546"/>
                    <a:pt x="10689" y="8695"/>
                    <a:pt x="9558" y="8695"/>
                  </a:cubicBezTo>
                  <a:cubicBezTo>
                    <a:pt x="8337" y="8546"/>
                    <a:pt x="6968" y="8069"/>
                    <a:pt x="5836" y="7325"/>
                  </a:cubicBezTo>
                  <a:cubicBezTo>
                    <a:pt x="4735" y="6581"/>
                    <a:pt x="3722" y="5717"/>
                    <a:pt x="2859" y="4705"/>
                  </a:cubicBezTo>
                  <a:cubicBezTo>
                    <a:pt x="2234" y="3841"/>
                    <a:pt x="1638" y="2978"/>
                    <a:pt x="1132" y="1995"/>
                  </a:cubicBezTo>
                  <a:cubicBezTo>
                    <a:pt x="626" y="1102"/>
                    <a:pt x="269" y="507"/>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2"/>
            <p:cNvSpPr/>
            <p:nvPr/>
          </p:nvSpPr>
          <p:spPr>
            <a:xfrm>
              <a:off x="4660200" y="2721975"/>
              <a:ext cx="145900" cy="116900"/>
            </a:xfrm>
            <a:custGeom>
              <a:avLst/>
              <a:gdLst/>
              <a:ahLst/>
              <a:cxnLst/>
              <a:rect l="l" t="t" r="r" b="b"/>
              <a:pathLst>
                <a:path w="5836" h="4676" extrusionOk="0">
                  <a:moveTo>
                    <a:pt x="614" y="1"/>
                  </a:moveTo>
                  <a:cubicBezTo>
                    <a:pt x="395" y="1"/>
                    <a:pt x="179" y="31"/>
                    <a:pt x="0" y="90"/>
                  </a:cubicBezTo>
                  <a:cubicBezTo>
                    <a:pt x="0" y="150"/>
                    <a:pt x="127" y="150"/>
                    <a:pt x="346" y="150"/>
                  </a:cubicBezTo>
                  <a:cubicBezTo>
                    <a:pt x="566" y="150"/>
                    <a:pt x="879" y="150"/>
                    <a:pt x="1251" y="209"/>
                  </a:cubicBezTo>
                  <a:cubicBezTo>
                    <a:pt x="3097" y="477"/>
                    <a:pt x="4705" y="1817"/>
                    <a:pt x="5449" y="3574"/>
                  </a:cubicBezTo>
                  <a:cubicBezTo>
                    <a:pt x="5717" y="4318"/>
                    <a:pt x="5717" y="4675"/>
                    <a:pt x="5717" y="4675"/>
                  </a:cubicBezTo>
                  <a:cubicBezTo>
                    <a:pt x="5836" y="4318"/>
                    <a:pt x="5717" y="3931"/>
                    <a:pt x="5568" y="3574"/>
                  </a:cubicBezTo>
                  <a:cubicBezTo>
                    <a:pt x="4972" y="1579"/>
                    <a:pt x="3216" y="209"/>
                    <a:pt x="1251" y="90"/>
                  </a:cubicBezTo>
                  <a:cubicBezTo>
                    <a:pt x="1057" y="31"/>
                    <a:pt x="834" y="1"/>
                    <a:pt x="614"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2"/>
            <p:cNvSpPr/>
            <p:nvPr/>
          </p:nvSpPr>
          <p:spPr>
            <a:xfrm>
              <a:off x="4445825" y="2729075"/>
              <a:ext cx="397500" cy="308550"/>
            </a:xfrm>
            <a:custGeom>
              <a:avLst/>
              <a:gdLst/>
              <a:ahLst/>
              <a:cxnLst/>
              <a:rect l="l" t="t" r="r" b="b"/>
              <a:pathLst>
                <a:path w="15900" h="12342" extrusionOk="0">
                  <a:moveTo>
                    <a:pt x="1443" y="0"/>
                  </a:moveTo>
                  <a:cubicBezTo>
                    <a:pt x="1260" y="0"/>
                    <a:pt x="1077" y="15"/>
                    <a:pt x="894" y="44"/>
                  </a:cubicBezTo>
                  <a:cubicBezTo>
                    <a:pt x="626" y="44"/>
                    <a:pt x="387" y="44"/>
                    <a:pt x="268" y="193"/>
                  </a:cubicBezTo>
                  <a:cubicBezTo>
                    <a:pt x="149" y="193"/>
                    <a:pt x="149" y="193"/>
                    <a:pt x="0" y="312"/>
                  </a:cubicBezTo>
                  <a:cubicBezTo>
                    <a:pt x="0" y="312"/>
                    <a:pt x="387" y="193"/>
                    <a:pt x="894" y="193"/>
                  </a:cubicBezTo>
                  <a:cubicBezTo>
                    <a:pt x="1042" y="163"/>
                    <a:pt x="1191" y="150"/>
                    <a:pt x="1340" y="150"/>
                  </a:cubicBezTo>
                  <a:cubicBezTo>
                    <a:pt x="1936" y="150"/>
                    <a:pt x="2531" y="360"/>
                    <a:pt x="3127" y="550"/>
                  </a:cubicBezTo>
                  <a:cubicBezTo>
                    <a:pt x="4109" y="1057"/>
                    <a:pt x="4973" y="1682"/>
                    <a:pt x="5717" y="2664"/>
                  </a:cubicBezTo>
                  <a:cubicBezTo>
                    <a:pt x="6580" y="3766"/>
                    <a:pt x="7206" y="4898"/>
                    <a:pt x="7831" y="6148"/>
                  </a:cubicBezTo>
                  <a:cubicBezTo>
                    <a:pt x="8456" y="7488"/>
                    <a:pt x="9200" y="8619"/>
                    <a:pt x="10064" y="9721"/>
                  </a:cubicBezTo>
                  <a:cubicBezTo>
                    <a:pt x="10689" y="10733"/>
                    <a:pt x="11672" y="11478"/>
                    <a:pt x="12654" y="11835"/>
                  </a:cubicBezTo>
                  <a:cubicBezTo>
                    <a:pt x="13399" y="12222"/>
                    <a:pt x="14143" y="12341"/>
                    <a:pt x="15036" y="12341"/>
                  </a:cubicBezTo>
                  <a:cubicBezTo>
                    <a:pt x="15274" y="12341"/>
                    <a:pt x="15393" y="12222"/>
                    <a:pt x="15632" y="12222"/>
                  </a:cubicBezTo>
                  <a:cubicBezTo>
                    <a:pt x="15632" y="12222"/>
                    <a:pt x="15780" y="12103"/>
                    <a:pt x="15900" y="12103"/>
                  </a:cubicBezTo>
                  <a:lnTo>
                    <a:pt x="15900" y="12103"/>
                  </a:lnTo>
                  <a:cubicBezTo>
                    <a:pt x="15780" y="12103"/>
                    <a:pt x="15512" y="12222"/>
                    <a:pt x="15036" y="12222"/>
                  </a:cubicBezTo>
                  <a:cubicBezTo>
                    <a:pt x="14292" y="12222"/>
                    <a:pt x="13547" y="12103"/>
                    <a:pt x="12803" y="11716"/>
                  </a:cubicBezTo>
                  <a:cubicBezTo>
                    <a:pt x="11791" y="11210"/>
                    <a:pt x="10927" y="10465"/>
                    <a:pt x="10183" y="9602"/>
                  </a:cubicBezTo>
                  <a:cubicBezTo>
                    <a:pt x="9439" y="8500"/>
                    <a:pt x="8694" y="7369"/>
                    <a:pt x="8069" y="5999"/>
                  </a:cubicBezTo>
                  <a:cubicBezTo>
                    <a:pt x="7444" y="4778"/>
                    <a:pt x="6699" y="3528"/>
                    <a:pt x="5836" y="2426"/>
                  </a:cubicBezTo>
                  <a:cubicBezTo>
                    <a:pt x="5211" y="1533"/>
                    <a:pt x="4228" y="789"/>
                    <a:pt x="3127" y="431"/>
                  </a:cubicBezTo>
                  <a:cubicBezTo>
                    <a:pt x="2565" y="140"/>
                    <a:pt x="2004" y="0"/>
                    <a:pt x="144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2"/>
            <p:cNvSpPr/>
            <p:nvPr/>
          </p:nvSpPr>
          <p:spPr>
            <a:xfrm>
              <a:off x="4731650" y="2764400"/>
              <a:ext cx="328275" cy="1023525"/>
            </a:xfrm>
            <a:custGeom>
              <a:avLst/>
              <a:gdLst/>
              <a:ahLst/>
              <a:cxnLst/>
              <a:rect l="l" t="t" r="r" b="b"/>
              <a:pathLst>
                <a:path w="13131" h="40941" extrusionOk="0">
                  <a:moveTo>
                    <a:pt x="1" y="1"/>
                  </a:moveTo>
                  <a:lnTo>
                    <a:pt x="120" y="120"/>
                  </a:lnTo>
                  <a:lnTo>
                    <a:pt x="477" y="269"/>
                  </a:lnTo>
                  <a:cubicBezTo>
                    <a:pt x="745" y="626"/>
                    <a:pt x="1102" y="864"/>
                    <a:pt x="1489" y="1251"/>
                  </a:cubicBezTo>
                  <a:cubicBezTo>
                    <a:pt x="2591" y="2353"/>
                    <a:pt x="3454" y="3723"/>
                    <a:pt x="4199" y="5211"/>
                  </a:cubicBezTo>
                  <a:cubicBezTo>
                    <a:pt x="4586" y="6343"/>
                    <a:pt x="4943" y="7325"/>
                    <a:pt x="5211" y="8457"/>
                  </a:cubicBezTo>
                  <a:cubicBezTo>
                    <a:pt x="5449" y="9797"/>
                    <a:pt x="5568" y="11047"/>
                    <a:pt x="5568" y="12417"/>
                  </a:cubicBezTo>
                  <a:cubicBezTo>
                    <a:pt x="5836" y="15156"/>
                    <a:pt x="4705" y="17984"/>
                    <a:pt x="4199" y="21230"/>
                  </a:cubicBezTo>
                  <a:cubicBezTo>
                    <a:pt x="3841" y="22719"/>
                    <a:pt x="3841" y="24326"/>
                    <a:pt x="3960" y="25815"/>
                  </a:cubicBezTo>
                  <a:cubicBezTo>
                    <a:pt x="4080" y="27304"/>
                    <a:pt x="4467" y="28673"/>
                    <a:pt x="5211" y="30043"/>
                  </a:cubicBezTo>
                  <a:cubicBezTo>
                    <a:pt x="5955" y="31145"/>
                    <a:pt x="6819" y="32127"/>
                    <a:pt x="7920" y="32872"/>
                  </a:cubicBezTo>
                  <a:cubicBezTo>
                    <a:pt x="8814" y="33765"/>
                    <a:pt x="9677" y="34360"/>
                    <a:pt x="10541" y="35105"/>
                  </a:cubicBezTo>
                  <a:cubicBezTo>
                    <a:pt x="11791" y="36236"/>
                    <a:pt x="12654" y="37606"/>
                    <a:pt x="13012" y="39213"/>
                  </a:cubicBezTo>
                  <a:cubicBezTo>
                    <a:pt x="13131" y="39839"/>
                    <a:pt x="13131" y="40464"/>
                    <a:pt x="13012" y="40940"/>
                  </a:cubicBezTo>
                  <a:cubicBezTo>
                    <a:pt x="13131" y="40821"/>
                    <a:pt x="13131" y="40702"/>
                    <a:pt x="13131" y="40583"/>
                  </a:cubicBezTo>
                  <a:lnTo>
                    <a:pt x="13131" y="39213"/>
                  </a:lnTo>
                  <a:cubicBezTo>
                    <a:pt x="12774" y="37606"/>
                    <a:pt x="11910" y="36117"/>
                    <a:pt x="10660" y="34985"/>
                  </a:cubicBezTo>
                  <a:cubicBezTo>
                    <a:pt x="9796" y="34241"/>
                    <a:pt x="8933" y="33497"/>
                    <a:pt x="8069" y="32752"/>
                  </a:cubicBezTo>
                  <a:cubicBezTo>
                    <a:pt x="7057" y="31889"/>
                    <a:pt x="6074" y="31026"/>
                    <a:pt x="5449" y="29894"/>
                  </a:cubicBezTo>
                  <a:cubicBezTo>
                    <a:pt x="4705" y="28673"/>
                    <a:pt x="4348" y="27304"/>
                    <a:pt x="4199" y="25815"/>
                  </a:cubicBezTo>
                  <a:cubicBezTo>
                    <a:pt x="4080" y="24326"/>
                    <a:pt x="4199" y="22719"/>
                    <a:pt x="4467" y="21230"/>
                  </a:cubicBezTo>
                  <a:cubicBezTo>
                    <a:pt x="4705" y="19622"/>
                    <a:pt x="5092" y="18133"/>
                    <a:pt x="5449" y="16645"/>
                  </a:cubicBezTo>
                  <a:cubicBezTo>
                    <a:pt x="5568" y="16019"/>
                    <a:pt x="5687" y="15275"/>
                    <a:pt x="5836" y="14531"/>
                  </a:cubicBezTo>
                  <a:cubicBezTo>
                    <a:pt x="5836" y="13786"/>
                    <a:pt x="5955" y="13042"/>
                    <a:pt x="5836" y="12417"/>
                  </a:cubicBezTo>
                  <a:cubicBezTo>
                    <a:pt x="5836" y="11047"/>
                    <a:pt x="5687" y="9678"/>
                    <a:pt x="5449" y="8457"/>
                  </a:cubicBezTo>
                  <a:cubicBezTo>
                    <a:pt x="5330" y="7832"/>
                    <a:pt x="5211" y="7325"/>
                    <a:pt x="4943" y="6700"/>
                  </a:cubicBezTo>
                  <a:cubicBezTo>
                    <a:pt x="4824" y="6224"/>
                    <a:pt x="4586" y="5718"/>
                    <a:pt x="4348" y="5211"/>
                  </a:cubicBezTo>
                  <a:cubicBezTo>
                    <a:pt x="3603" y="3723"/>
                    <a:pt x="2710" y="2353"/>
                    <a:pt x="1489" y="1132"/>
                  </a:cubicBezTo>
                  <a:cubicBezTo>
                    <a:pt x="1102" y="626"/>
                    <a:pt x="626" y="269"/>
                    <a:pt x="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2"/>
            <p:cNvSpPr/>
            <p:nvPr/>
          </p:nvSpPr>
          <p:spPr>
            <a:xfrm>
              <a:off x="3323325" y="3741750"/>
              <a:ext cx="1950975" cy="1413350"/>
            </a:xfrm>
            <a:custGeom>
              <a:avLst/>
              <a:gdLst/>
              <a:ahLst/>
              <a:cxnLst/>
              <a:rect l="l" t="t" r="r" b="b"/>
              <a:pathLst>
                <a:path w="78039" h="56534" extrusionOk="0">
                  <a:moveTo>
                    <a:pt x="59043" y="0"/>
                  </a:moveTo>
                  <a:lnTo>
                    <a:pt x="55827" y="2114"/>
                  </a:lnTo>
                  <a:cubicBezTo>
                    <a:pt x="54217" y="3300"/>
                    <a:pt x="52147" y="3905"/>
                    <a:pt x="50140" y="3905"/>
                  </a:cubicBezTo>
                  <a:cubicBezTo>
                    <a:pt x="47360" y="3905"/>
                    <a:pt x="44702" y="2744"/>
                    <a:pt x="43560" y="358"/>
                  </a:cubicBezTo>
                  <a:cubicBezTo>
                    <a:pt x="43560" y="358"/>
                    <a:pt x="36474" y="1102"/>
                    <a:pt x="31145" y="3960"/>
                  </a:cubicBezTo>
                  <a:cubicBezTo>
                    <a:pt x="29537" y="4824"/>
                    <a:pt x="27542" y="7176"/>
                    <a:pt x="25428" y="10153"/>
                  </a:cubicBezTo>
                  <a:cubicBezTo>
                    <a:pt x="24058" y="12148"/>
                    <a:pt x="22838" y="14262"/>
                    <a:pt x="21706" y="16376"/>
                  </a:cubicBezTo>
                  <a:lnTo>
                    <a:pt x="21706" y="16495"/>
                  </a:lnTo>
                  <a:lnTo>
                    <a:pt x="18104" y="22450"/>
                  </a:lnTo>
                  <a:lnTo>
                    <a:pt x="11911" y="983"/>
                  </a:lnTo>
                  <a:lnTo>
                    <a:pt x="1" y="6074"/>
                  </a:lnTo>
                  <a:cubicBezTo>
                    <a:pt x="1" y="6074"/>
                    <a:pt x="6938" y="30251"/>
                    <a:pt x="7951" y="34241"/>
                  </a:cubicBezTo>
                  <a:cubicBezTo>
                    <a:pt x="9338" y="39125"/>
                    <a:pt x="12533" y="40368"/>
                    <a:pt x="15440" y="40368"/>
                  </a:cubicBezTo>
                  <a:cubicBezTo>
                    <a:pt x="16964" y="40368"/>
                    <a:pt x="18409" y="40027"/>
                    <a:pt x="19473" y="39689"/>
                  </a:cubicBezTo>
                  <a:cubicBezTo>
                    <a:pt x="19592" y="39570"/>
                    <a:pt x="19860" y="39570"/>
                    <a:pt x="19979" y="39451"/>
                  </a:cubicBezTo>
                  <a:cubicBezTo>
                    <a:pt x="20486" y="39183"/>
                    <a:pt x="20843" y="38826"/>
                    <a:pt x="21081" y="38439"/>
                  </a:cubicBezTo>
                  <a:lnTo>
                    <a:pt x="29269" y="30638"/>
                  </a:lnTo>
                  <a:lnTo>
                    <a:pt x="29269" y="30757"/>
                  </a:lnTo>
                  <a:cubicBezTo>
                    <a:pt x="29418" y="31263"/>
                    <a:pt x="28286" y="40314"/>
                    <a:pt x="27036" y="47371"/>
                  </a:cubicBezTo>
                  <a:cubicBezTo>
                    <a:pt x="32580" y="53242"/>
                    <a:pt x="40154" y="56533"/>
                    <a:pt x="48048" y="56533"/>
                  </a:cubicBezTo>
                  <a:cubicBezTo>
                    <a:pt x="49522" y="56533"/>
                    <a:pt x="51007" y="56418"/>
                    <a:pt x="52493" y="56184"/>
                  </a:cubicBezTo>
                  <a:cubicBezTo>
                    <a:pt x="56810" y="55440"/>
                    <a:pt x="58299" y="54814"/>
                    <a:pt x="61901" y="53088"/>
                  </a:cubicBezTo>
                  <a:cubicBezTo>
                    <a:pt x="62407" y="52849"/>
                    <a:pt x="62914" y="52581"/>
                    <a:pt x="63271" y="52343"/>
                  </a:cubicBezTo>
                  <a:cubicBezTo>
                    <a:pt x="63271" y="52343"/>
                    <a:pt x="69464" y="49753"/>
                    <a:pt x="73811" y="42160"/>
                  </a:cubicBezTo>
                  <a:cubicBezTo>
                    <a:pt x="76431" y="37456"/>
                    <a:pt x="78039" y="32127"/>
                    <a:pt x="77533" y="26529"/>
                  </a:cubicBezTo>
                  <a:cubicBezTo>
                    <a:pt x="77175" y="22450"/>
                    <a:pt x="76907" y="16495"/>
                    <a:pt x="75925" y="13637"/>
                  </a:cubicBezTo>
                  <a:lnTo>
                    <a:pt x="75806" y="13637"/>
                  </a:lnTo>
                  <a:cubicBezTo>
                    <a:pt x="75806" y="13131"/>
                    <a:pt x="75687" y="12654"/>
                    <a:pt x="75568" y="12267"/>
                  </a:cubicBezTo>
                  <a:cubicBezTo>
                    <a:pt x="74317" y="7325"/>
                    <a:pt x="70833" y="3097"/>
                    <a:pt x="66010" y="1221"/>
                  </a:cubicBezTo>
                  <a:cubicBezTo>
                    <a:pt x="63777" y="358"/>
                    <a:pt x="61425" y="0"/>
                    <a:pt x="59043"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2"/>
            <p:cNvSpPr/>
            <p:nvPr/>
          </p:nvSpPr>
          <p:spPr>
            <a:xfrm>
              <a:off x="4427200" y="4464500"/>
              <a:ext cx="757050" cy="576900"/>
            </a:xfrm>
            <a:custGeom>
              <a:avLst/>
              <a:gdLst/>
              <a:ahLst/>
              <a:cxnLst/>
              <a:rect l="l" t="t" r="r" b="b"/>
              <a:pathLst>
                <a:path w="30282" h="23076" extrusionOk="0">
                  <a:moveTo>
                    <a:pt x="29251" y="11690"/>
                  </a:moveTo>
                  <a:lnTo>
                    <a:pt x="29656" y="11911"/>
                  </a:lnTo>
                  <a:lnTo>
                    <a:pt x="30043" y="12030"/>
                  </a:lnTo>
                  <a:cubicBezTo>
                    <a:pt x="30103" y="12030"/>
                    <a:pt x="30133" y="12060"/>
                    <a:pt x="30163" y="12090"/>
                  </a:cubicBezTo>
                  <a:lnTo>
                    <a:pt x="30163" y="12090"/>
                  </a:lnTo>
                  <a:cubicBezTo>
                    <a:pt x="30162" y="12075"/>
                    <a:pt x="30162" y="12055"/>
                    <a:pt x="30162" y="12030"/>
                  </a:cubicBezTo>
                  <a:lnTo>
                    <a:pt x="29775" y="11911"/>
                  </a:lnTo>
                  <a:lnTo>
                    <a:pt x="29251" y="11690"/>
                  </a:lnTo>
                  <a:close/>
                  <a:moveTo>
                    <a:pt x="30163" y="12090"/>
                  </a:moveTo>
                  <a:cubicBezTo>
                    <a:pt x="30167" y="12149"/>
                    <a:pt x="30187" y="12149"/>
                    <a:pt x="30281" y="12149"/>
                  </a:cubicBezTo>
                  <a:cubicBezTo>
                    <a:pt x="30222" y="12149"/>
                    <a:pt x="30193" y="12120"/>
                    <a:pt x="30163" y="12090"/>
                  </a:cubicBezTo>
                  <a:close/>
                  <a:moveTo>
                    <a:pt x="5092" y="1"/>
                  </a:moveTo>
                  <a:lnTo>
                    <a:pt x="4973" y="120"/>
                  </a:lnTo>
                  <a:lnTo>
                    <a:pt x="3484" y="2829"/>
                  </a:lnTo>
                  <a:lnTo>
                    <a:pt x="1" y="9290"/>
                  </a:lnTo>
                  <a:lnTo>
                    <a:pt x="1" y="9410"/>
                  </a:lnTo>
                  <a:lnTo>
                    <a:pt x="150" y="9529"/>
                  </a:lnTo>
                  <a:cubicBezTo>
                    <a:pt x="150" y="9529"/>
                    <a:pt x="150" y="9678"/>
                    <a:pt x="269" y="9678"/>
                  </a:cubicBezTo>
                  <a:lnTo>
                    <a:pt x="507" y="9916"/>
                  </a:lnTo>
                  <a:cubicBezTo>
                    <a:pt x="626" y="10035"/>
                    <a:pt x="745" y="10154"/>
                    <a:pt x="1013" y="10273"/>
                  </a:cubicBezTo>
                  <a:cubicBezTo>
                    <a:pt x="1251" y="10541"/>
                    <a:pt x="1639" y="10779"/>
                    <a:pt x="1996" y="11017"/>
                  </a:cubicBezTo>
                  <a:cubicBezTo>
                    <a:pt x="2621" y="11524"/>
                    <a:pt x="3246" y="12030"/>
                    <a:pt x="3872" y="12506"/>
                  </a:cubicBezTo>
                  <a:cubicBezTo>
                    <a:pt x="5211" y="13399"/>
                    <a:pt x="6343" y="14263"/>
                    <a:pt x="7593" y="15126"/>
                  </a:cubicBezTo>
                  <a:cubicBezTo>
                    <a:pt x="9945" y="16734"/>
                    <a:pt x="11911" y="18223"/>
                    <a:pt x="13667" y="19354"/>
                  </a:cubicBezTo>
                  <a:lnTo>
                    <a:pt x="17746" y="22064"/>
                  </a:lnTo>
                  <a:lnTo>
                    <a:pt x="18878" y="22808"/>
                  </a:lnTo>
                  <a:lnTo>
                    <a:pt x="19235" y="23076"/>
                  </a:lnTo>
                  <a:lnTo>
                    <a:pt x="18997" y="22808"/>
                  </a:lnTo>
                  <a:lnTo>
                    <a:pt x="17865" y="22064"/>
                  </a:lnTo>
                  <a:lnTo>
                    <a:pt x="13786" y="19205"/>
                  </a:lnTo>
                  <a:lnTo>
                    <a:pt x="7712" y="14888"/>
                  </a:lnTo>
                  <a:cubicBezTo>
                    <a:pt x="6581" y="14144"/>
                    <a:pt x="5360" y="13250"/>
                    <a:pt x="4110" y="12268"/>
                  </a:cubicBezTo>
                  <a:cubicBezTo>
                    <a:pt x="3365" y="11762"/>
                    <a:pt x="2740" y="11285"/>
                    <a:pt x="2115" y="10779"/>
                  </a:cubicBezTo>
                  <a:cubicBezTo>
                    <a:pt x="1758" y="10541"/>
                    <a:pt x="1490" y="10273"/>
                    <a:pt x="1132" y="10035"/>
                  </a:cubicBezTo>
                  <a:lnTo>
                    <a:pt x="626" y="9678"/>
                  </a:lnTo>
                  <a:cubicBezTo>
                    <a:pt x="507" y="9529"/>
                    <a:pt x="507" y="9529"/>
                    <a:pt x="388" y="9410"/>
                  </a:cubicBezTo>
                  <a:lnTo>
                    <a:pt x="311" y="9332"/>
                  </a:lnTo>
                  <a:lnTo>
                    <a:pt x="311" y="9332"/>
                  </a:lnTo>
                  <a:lnTo>
                    <a:pt x="3723" y="2978"/>
                  </a:lnTo>
                  <a:cubicBezTo>
                    <a:pt x="4302" y="2151"/>
                    <a:pt x="4779" y="1247"/>
                    <a:pt x="5248" y="432"/>
                  </a:cubicBezTo>
                  <a:lnTo>
                    <a:pt x="5248" y="432"/>
                  </a:lnTo>
                  <a:lnTo>
                    <a:pt x="22957" y="8784"/>
                  </a:lnTo>
                  <a:lnTo>
                    <a:pt x="28286" y="11285"/>
                  </a:lnTo>
                  <a:lnTo>
                    <a:pt x="29251" y="11690"/>
                  </a:lnTo>
                  <a:lnTo>
                    <a:pt x="29251" y="11690"/>
                  </a:lnTo>
                  <a:lnTo>
                    <a:pt x="28286" y="11166"/>
                  </a:lnTo>
                  <a:lnTo>
                    <a:pt x="22957" y="8665"/>
                  </a:lnTo>
                  <a:lnTo>
                    <a:pt x="5211" y="120"/>
                  </a:lnTo>
                  <a:lnTo>
                    <a:pt x="509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2"/>
            <p:cNvSpPr/>
            <p:nvPr/>
          </p:nvSpPr>
          <p:spPr>
            <a:xfrm>
              <a:off x="4883500" y="3840750"/>
              <a:ext cx="145925" cy="794250"/>
            </a:xfrm>
            <a:custGeom>
              <a:avLst/>
              <a:gdLst/>
              <a:ahLst/>
              <a:cxnLst/>
              <a:rect l="l" t="t" r="r" b="b"/>
              <a:pathLst>
                <a:path w="5837" h="31770" extrusionOk="0">
                  <a:moveTo>
                    <a:pt x="5836" y="0"/>
                  </a:moveTo>
                  <a:cubicBezTo>
                    <a:pt x="5722" y="0"/>
                    <a:pt x="5580" y="0"/>
                    <a:pt x="5569" y="105"/>
                  </a:cubicBezTo>
                  <a:lnTo>
                    <a:pt x="5569" y="105"/>
                  </a:lnTo>
                  <a:cubicBezTo>
                    <a:pt x="5658" y="64"/>
                    <a:pt x="5746" y="28"/>
                    <a:pt x="5836" y="0"/>
                  </a:cubicBezTo>
                  <a:close/>
                  <a:moveTo>
                    <a:pt x="5569" y="105"/>
                  </a:moveTo>
                  <a:cubicBezTo>
                    <a:pt x="5535" y="121"/>
                    <a:pt x="5501" y="138"/>
                    <a:pt x="5467" y="155"/>
                  </a:cubicBezTo>
                  <a:lnTo>
                    <a:pt x="5467" y="155"/>
                  </a:lnTo>
                  <a:cubicBezTo>
                    <a:pt x="5500" y="143"/>
                    <a:pt x="5533" y="131"/>
                    <a:pt x="5568" y="119"/>
                  </a:cubicBezTo>
                  <a:cubicBezTo>
                    <a:pt x="5568" y="114"/>
                    <a:pt x="5568" y="110"/>
                    <a:pt x="5569" y="105"/>
                  </a:cubicBezTo>
                  <a:close/>
                  <a:moveTo>
                    <a:pt x="5467" y="155"/>
                  </a:moveTo>
                  <a:cubicBezTo>
                    <a:pt x="5163" y="267"/>
                    <a:pt x="4935" y="399"/>
                    <a:pt x="4586" y="506"/>
                  </a:cubicBezTo>
                  <a:cubicBezTo>
                    <a:pt x="3484" y="1132"/>
                    <a:pt x="2591" y="1995"/>
                    <a:pt x="1995" y="3097"/>
                  </a:cubicBezTo>
                  <a:cubicBezTo>
                    <a:pt x="1489" y="3722"/>
                    <a:pt x="1102" y="4585"/>
                    <a:pt x="864" y="5330"/>
                  </a:cubicBezTo>
                  <a:cubicBezTo>
                    <a:pt x="507" y="6342"/>
                    <a:pt x="239" y="7325"/>
                    <a:pt x="239" y="8188"/>
                  </a:cubicBezTo>
                  <a:cubicBezTo>
                    <a:pt x="120" y="9320"/>
                    <a:pt x="0" y="10421"/>
                    <a:pt x="0" y="11553"/>
                  </a:cubicBezTo>
                  <a:lnTo>
                    <a:pt x="0" y="15006"/>
                  </a:lnTo>
                  <a:cubicBezTo>
                    <a:pt x="120" y="17359"/>
                    <a:pt x="358" y="19592"/>
                    <a:pt x="626" y="21706"/>
                  </a:cubicBezTo>
                  <a:cubicBezTo>
                    <a:pt x="864" y="23700"/>
                    <a:pt x="1102" y="25546"/>
                    <a:pt x="1251" y="27184"/>
                  </a:cubicBezTo>
                  <a:cubicBezTo>
                    <a:pt x="1370" y="28673"/>
                    <a:pt x="1489" y="29893"/>
                    <a:pt x="1489" y="30757"/>
                  </a:cubicBezTo>
                  <a:cubicBezTo>
                    <a:pt x="1489" y="31144"/>
                    <a:pt x="1608" y="31501"/>
                    <a:pt x="1608" y="31769"/>
                  </a:cubicBezTo>
                  <a:lnTo>
                    <a:pt x="1608" y="30757"/>
                  </a:lnTo>
                  <a:cubicBezTo>
                    <a:pt x="1608" y="29893"/>
                    <a:pt x="1489" y="28673"/>
                    <a:pt x="1370" y="27035"/>
                  </a:cubicBezTo>
                  <a:cubicBezTo>
                    <a:pt x="1251" y="25546"/>
                    <a:pt x="1102" y="23700"/>
                    <a:pt x="864" y="21586"/>
                  </a:cubicBezTo>
                  <a:cubicBezTo>
                    <a:pt x="626" y="19592"/>
                    <a:pt x="358" y="17359"/>
                    <a:pt x="239" y="15006"/>
                  </a:cubicBezTo>
                  <a:lnTo>
                    <a:pt x="239" y="11553"/>
                  </a:lnTo>
                  <a:cubicBezTo>
                    <a:pt x="239" y="10421"/>
                    <a:pt x="239" y="9320"/>
                    <a:pt x="358" y="8307"/>
                  </a:cubicBezTo>
                  <a:cubicBezTo>
                    <a:pt x="507" y="6461"/>
                    <a:pt x="1102" y="4705"/>
                    <a:pt x="2114" y="3097"/>
                  </a:cubicBezTo>
                  <a:cubicBezTo>
                    <a:pt x="2740" y="2114"/>
                    <a:pt x="3603" y="1251"/>
                    <a:pt x="4586" y="626"/>
                  </a:cubicBezTo>
                  <a:cubicBezTo>
                    <a:pt x="4929" y="464"/>
                    <a:pt x="5205" y="288"/>
                    <a:pt x="5467" y="155"/>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2"/>
            <p:cNvSpPr/>
            <p:nvPr/>
          </p:nvSpPr>
          <p:spPr>
            <a:xfrm>
              <a:off x="4449550" y="4706425"/>
              <a:ext cx="471200" cy="387100"/>
            </a:xfrm>
            <a:custGeom>
              <a:avLst/>
              <a:gdLst/>
              <a:ahLst/>
              <a:cxnLst/>
              <a:rect l="l" t="t" r="r" b="b"/>
              <a:pathLst>
                <a:path w="18848" h="15484" extrusionOk="0">
                  <a:moveTo>
                    <a:pt x="0" y="1"/>
                  </a:moveTo>
                  <a:lnTo>
                    <a:pt x="745" y="745"/>
                  </a:lnTo>
                  <a:cubicBezTo>
                    <a:pt x="864" y="864"/>
                    <a:pt x="983" y="983"/>
                    <a:pt x="1221" y="1102"/>
                  </a:cubicBezTo>
                  <a:cubicBezTo>
                    <a:pt x="1846" y="1608"/>
                    <a:pt x="2471" y="2085"/>
                    <a:pt x="3216" y="2591"/>
                  </a:cubicBezTo>
                  <a:cubicBezTo>
                    <a:pt x="4466" y="3573"/>
                    <a:pt x="5687" y="4467"/>
                    <a:pt x="6818" y="5211"/>
                  </a:cubicBezTo>
                  <a:lnTo>
                    <a:pt x="12892" y="9528"/>
                  </a:lnTo>
                  <a:lnTo>
                    <a:pt x="16971" y="12387"/>
                  </a:lnTo>
                  <a:lnTo>
                    <a:pt x="18103" y="13131"/>
                  </a:lnTo>
                  <a:lnTo>
                    <a:pt x="18341" y="13399"/>
                  </a:lnTo>
                  <a:lnTo>
                    <a:pt x="17984" y="13131"/>
                  </a:lnTo>
                  <a:lnTo>
                    <a:pt x="16852" y="12387"/>
                  </a:lnTo>
                  <a:lnTo>
                    <a:pt x="12773" y="9677"/>
                  </a:lnTo>
                  <a:cubicBezTo>
                    <a:pt x="11017" y="8546"/>
                    <a:pt x="9051" y="7057"/>
                    <a:pt x="6699" y="5449"/>
                  </a:cubicBezTo>
                  <a:cubicBezTo>
                    <a:pt x="5449" y="4586"/>
                    <a:pt x="4317" y="3722"/>
                    <a:pt x="2978" y="2829"/>
                  </a:cubicBezTo>
                  <a:cubicBezTo>
                    <a:pt x="2590" y="2472"/>
                    <a:pt x="2233" y="2234"/>
                    <a:pt x="1846" y="1966"/>
                  </a:cubicBezTo>
                  <a:lnTo>
                    <a:pt x="1846" y="1966"/>
                  </a:lnTo>
                  <a:lnTo>
                    <a:pt x="14619" y="15483"/>
                  </a:lnTo>
                  <a:lnTo>
                    <a:pt x="18847" y="13399"/>
                  </a:lnTo>
                  <a:lnTo>
                    <a:pt x="0" y="1"/>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2"/>
            <p:cNvSpPr/>
            <p:nvPr/>
          </p:nvSpPr>
          <p:spPr>
            <a:xfrm>
              <a:off x="4468150" y="4725025"/>
              <a:ext cx="439925" cy="316375"/>
            </a:xfrm>
            <a:custGeom>
              <a:avLst/>
              <a:gdLst/>
              <a:ahLst/>
              <a:cxnLst/>
              <a:rect l="l" t="t" r="r" b="b"/>
              <a:pathLst>
                <a:path w="17597" h="12655" extrusionOk="0">
                  <a:moveTo>
                    <a:pt x="1" y="1"/>
                  </a:moveTo>
                  <a:lnTo>
                    <a:pt x="1102" y="1222"/>
                  </a:lnTo>
                  <a:cubicBezTo>
                    <a:pt x="1489" y="1490"/>
                    <a:pt x="1846" y="1728"/>
                    <a:pt x="2234" y="2085"/>
                  </a:cubicBezTo>
                  <a:cubicBezTo>
                    <a:pt x="3573" y="2978"/>
                    <a:pt x="4705" y="3842"/>
                    <a:pt x="5955" y="4705"/>
                  </a:cubicBezTo>
                  <a:cubicBezTo>
                    <a:pt x="8307" y="6313"/>
                    <a:pt x="10273" y="7802"/>
                    <a:pt x="12029" y="8933"/>
                  </a:cubicBezTo>
                  <a:lnTo>
                    <a:pt x="16108" y="11643"/>
                  </a:lnTo>
                  <a:lnTo>
                    <a:pt x="17240" y="12387"/>
                  </a:lnTo>
                  <a:lnTo>
                    <a:pt x="17597" y="12655"/>
                  </a:lnTo>
                  <a:lnTo>
                    <a:pt x="17359" y="12387"/>
                  </a:lnTo>
                  <a:lnTo>
                    <a:pt x="16227" y="11643"/>
                  </a:lnTo>
                  <a:lnTo>
                    <a:pt x="12148" y="8784"/>
                  </a:lnTo>
                  <a:lnTo>
                    <a:pt x="6074" y="4467"/>
                  </a:lnTo>
                  <a:cubicBezTo>
                    <a:pt x="4943" y="3723"/>
                    <a:pt x="3722" y="2829"/>
                    <a:pt x="2472" y="1847"/>
                  </a:cubicBezTo>
                  <a:cubicBezTo>
                    <a:pt x="1727" y="1341"/>
                    <a:pt x="1102" y="864"/>
                    <a:pt x="477" y="358"/>
                  </a:cubicBezTo>
                  <a:cubicBezTo>
                    <a:pt x="239" y="239"/>
                    <a:pt x="120" y="120"/>
                    <a:pt x="1" y="1"/>
                  </a:cubicBez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2"/>
            <p:cNvSpPr/>
            <p:nvPr/>
          </p:nvSpPr>
          <p:spPr>
            <a:xfrm>
              <a:off x="4846275" y="4070000"/>
              <a:ext cx="90100" cy="570950"/>
            </a:xfrm>
            <a:custGeom>
              <a:avLst/>
              <a:gdLst/>
              <a:ahLst/>
              <a:cxnLst/>
              <a:rect l="l" t="t" r="r" b="b"/>
              <a:pathLst>
                <a:path w="3604" h="22838" extrusionOk="0">
                  <a:moveTo>
                    <a:pt x="1489" y="2621"/>
                  </a:moveTo>
                  <a:cubicBezTo>
                    <a:pt x="507" y="8933"/>
                    <a:pt x="507" y="14888"/>
                    <a:pt x="1" y="21349"/>
                  </a:cubicBezTo>
                  <a:lnTo>
                    <a:pt x="3097" y="22599"/>
                  </a:lnTo>
                  <a:cubicBezTo>
                    <a:pt x="3097" y="22331"/>
                    <a:pt x="2978" y="21974"/>
                    <a:pt x="2978" y="21587"/>
                  </a:cubicBezTo>
                  <a:cubicBezTo>
                    <a:pt x="2978" y="20723"/>
                    <a:pt x="2859" y="19503"/>
                    <a:pt x="2740" y="18014"/>
                  </a:cubicBezTo>
                  <a:cubicBezTo>
                    <a:pt x="2591" y="16376"/>
                    <a:pt x="2353" y="14530"/>
                    <a:pt x="2115" y="12536"/>
                  </a:cubicBezTo>
                  <a:cubicBezTo>
                    <a:pt x="1847" y="10422"/>
                    <a:pt x="1609" y="8189"/>
                    <a:pt x="1489" y="5836"/>
                  </a:cubicBezTo>
                  <a:lnTo>
                    <a:pt x="1489" y="2621"/>
                  </a:lnTo>
                  <a:close/>
                  <a:moveTo>
                    <a:pt x="1996" y="1"/>
                  </a:moveTo>
                  <a:cubicBezTo>
                    <a:pt x="1847" y="388"/>
                    <a:pt x="1847" y="894"/>
                    <a:pt x="1728" y="1251"/>
                  </a:cubicBezTo>
                  <a:lnTo>
                    <a:pt x="1728" y="2383"/>
                  </a:lnTo>
                  <a:lnTo>
                    <a:pt x="1728" y="5836"/>
                  </a:lnTo>
                  <a:cubicBezTo>
                    <a:pt x="1847" y="8189"/>
                    <a:pt x="2115" y="10422"/>
                    <a:pt x="2353" y="12416"/>
                  </a:cubicBezTo>
                  <a:cubicBezTo>
                    <a:pt x="2591" y="14530"/>
                    <a:pt x="2740" y="16376"/>
                    <a:pt x="2859" y="17865"/>
                  </a:cubicBezTo>
                  <a:cubicBezTo>
                    <a:pt x="2978" y="19503"/>
                    <a:pt x="3097" y="20723"/>
                    <a:pt x="3097" y="21587"/>
                  </a:cubicBezTo>
                  <a:lnTo>
                    <a:pt x="3097" y="22599"/>
                  </a:lnTo>
                  <a:lnTo>
                    <a:pt x="3603" y="22837"/>
                  </a:lnTo>
                  <a:cubicBezTo>
                    <a:pt x="2859" y="14769"/>
                    <a:pt x="1847" y="7593"/>
                    <a:pt x="1996" y="1"/>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2"/>
            <p:cNvSpPr/>
            <p:nvPr/>
          </p:nvSpPr>
          <p:spPr>
            <a:xfrm>
              <a:off x="4883500" y="4101275"/>
              <a:ext cx="40225" cy="533725"/>
            </a:xfrm>
            <a:custGeom>
              <a:avLst/>
              <a:gdLst/>
              <a:ahLst/>
              <a:cxnLst/>
              <a:rect l="l" t="t" r="r" b="b"/>
              <a:pathLst>
                <a:path w="1609" h="21349" extrusionOk="0">
                  <a:moveTo>
                    <a:pt x="239" y="0"/>
                  </a:moveTo>
                  <a:cubicBezTo>
                    <a:pt x="120" y="506"/>
                    <a:pt x="120" y="864"/>
                    <a:pt x="0" y="1370"/>
                  </a:cubicBezTo>
                  <a:lnTo>
                    <a:pt x="0" y="4585"/>
                  </a:lnTo>
                  <a:cubicBezTo>
                    <a:pt x="120" y="6938"/>
                    <a:pt x="358" y="9171"/>
                    <a:pt x="626" y="11285"/>
                  </a:cubicBezTo>
                  <a:cubicBezTo>
                    <a:pt x="864" y="13279"/>
                    <a:pt x="1102" y="15125"/>
                    <a:pt x="1251" y="16763"/>
                  </a:cubicBezTo>
                  <a:cubicBezTo>
                    <a:pt x="1370" y="18252"/>
                    <a:pt x="1489" y="19472"/>
                    <a:pt x="1489" y="20336"/>
                  </a:cubicBezTo>
                  <a:cubicBezTo>
                    <a:pt x="1489" y="20723"/>
                    <a:pt x="1608" y="21080"/>
                    <a:pt x="1608" y="21348"/>
                  </a:cubicBezTo>
                  <a:lnTo>
                    <a:pt x="1608" y="20336"/>
                  </a:lnTo>
                  <a:cubicBezTo>
                    <a:pt x="1608" y="19472"/>
                    <a:pt x="1489" y="18252"/>
                    <a:pt x="1370" y="16614"/>
                  </a:cubicBezTo>
                  <a:cubicBezTo>
                    <a:pt x="1251" y="15125"/>
                    <a:pt x="1102" y="13279"/>
                    <a:pt x="864" y="11165"/>
                  </a:cubicBezTo>
                  <a:cubicBezTo>
                    <a:pt x="626" y="9171"/>
                    <a:pt x="358" y="6938"/>
                    <a:pt x="239" y="4585"/>
                  </a:cubicBezTo>
                  <a:lnTo>
                    <a:pt x="239" y="1132"/>
                  </a:lnTo>
                  <a:lnTo>
                    <a:pt x="239" y="0"/>
                  </a:ln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2"/>
            <p:cNvSpPr/>
            <p:nvPr/>
          </p:nvSpPr>
          <p:spPr>
            <a:xfrm>
              <a:off x="4043125" y="4367750"/>
              <a:ext cx="446625" cy="297750"/>
            </a:xfrm>
            <a:custGeom>
              <a:avLst/>
              <a:gdLst/>
              <a:ahLst/>
              <a:cxnLst/>
              <a:rect l="l" t="t" r="r" b="b"/>
              <a:pathLst>
                <a:path w="17865" h="11910" extrusionOk="0">
                  <a:moveTo>
                    <a:pt x="6581" y="0"/>
                  </a:moveTo>
                  <a:lnTo>
                    <a:pt x="5687" y="1251"/>
                  </a:lnTo>
                  <a:lnTo>
                    <a:pt x="1966" y="9826"/>
                  </a:lnTo>
                  <a:lnTo>
                    <a:pt x="120" y="9201"/>
                  </a:lnTo>
                  <a:lnTo>
                    <a:pt x="1" y="11166"/>
                  </a:lnTo>
                  <a:cubicBezTo>
                    <a:pt x="239" y="11672"/>
                    <a:pt x="1102" y="11910"/>
                    <a:pt x="1847" y="11910"/>
                  </a:cubicBezTo>
                  <a:cubicBezTo>
                    <a:pt x="2234" y="11910"/>
                    <a:pt x="2591" y="11910"/>
                    <a:pt x="2859" y="11791"/>
                  </a:cubicBezTo>
                  <a:cubicBezTo>
                    <a:pt x="3603" y="11314"/>
                    <a:pt x="4348" y="10570"/>
                    <a:pt x="4586" y="9677"/>
                  </a:cubicBezTo>
                  <a:cubicBezTo>
                    <a:pt x="4943" y="8813"/>
                    <a:pt x="5449" y="8069"/>
                    <a:pt x="5955" y="7206"/>
                  </a:cubicBezTo>
                  <a:cubicBezTo>
                    <a:pt x="8069" y="9945"/>
                    <a:pt x="13280" y="11672"/>
                    <a:pt x="15513" y="11672"/>
                  </a:cubicBezTo>
                  <a:cubicBezTo>
                    <a:pt x="15751" y="11672"/>
                    <a:pt x="16108" y="11672"/>
                    <a:pt x="16257" y="11553"/>
                  </a:cubicBezTo>
                  <a:lnTo>
                    <a:pt x="17865" y="8694"/>
                  </a:lnTo>
                  <a:lnTo>
                    <a:pt x="6581" y="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2"/>
            <p:cNvSpPr/>
            <p:nvPr/>
          </p:nvSpPr>
          <p:spPr>
            <a:xfrm>
              <a:off x="4449550" y="4585100"/>
              <a:ext cx="40200" cy="71475"/>
            </a:xfrm>
            <a:custGeom>
              <a:avLst/>
              <a:gdLst/>
              <a:ahLst/>
              <a:cxnLst/>
              <a:rect l="l" t="t" r="r" b="b"/>
              <a:pathLst>
                <a:path w="1608" h="2859" extrusionOk="0">
                  <a:moveTo>
                    <a:pt x="1608" y="0"/>
                  </a:moveTo>
                  <a:lnTo>
                    <a:pt x="0" y="2859"/>
                  </a:lnTo>
                  <a:lnTo>
                    <a:pt x="0" y="2859"/>
                  </a:lnTo>
                  <a:lnTo>
                    <a:pt x="1608" y="0"/>
                  </a:ln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2"/>
            <p:cNvSpPr/>
            <p:nvPr/>
          </p:nvSpPr>
          <p:spPr>
            <a:xfrm>
              <a:off x="3496775" y="4023850"/>
              <a:ext cx="9700" cy="18650"/>
            </a:xfrm>
            <a:custGeom>
              <a:avLst/>
              <a:gdLst/>
              <a:ahLst/>
              <a:cxnLst/>
              <a:rect l="l" t="t" r="r" b="b"/>
              <a:pathLst>
                <a:path w="388" h="746" extrusionOk="0">
                  <a:moveTo>
                    <a:pt x="268" y="1"/>
                  </a:moveTo>
                  <a:cubicBezTo>
                    <a:pt x="149" y="1"/>
                    <a:pt x="149" y="120"/>
                    <a:pt x="149" y="358"/>
                  </a:cubicBezTo>
                  <a:cubicBezTo>
                    <a:pt x="0" y="507"/>
                    <a:pt x="149" y="745"/>
                    <a:pt x="149" y="745"/>
                  </a:cubicBezTo>
                  <a:cubicBezTo>
                    <a:pt x="268" y="745"/>
                    <a:pt x="268" y="626"/>
                    <a:pt x="387" y="358"/>
                  </a:cubicBezTo>
                  <a:cubicBezTo>
                    <a:pt x="387" y="120"/>
                    <a:pt x="268" y="1"/>
                    <a:pt x="26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2"/>
            <p:cNvSpPr/>
            <p:nvPr/>
          </p:nvSpPr>
          <p:spPr>
            <a:xfrm>
              <a:off x="3636700" y="4112750"/>
              <a:ext cx="12700" cy="16825"/>
            </a:xfrm>
            <a:custGeom>
              <a:avLst/>
              <a:gdLst/>
              <a:ahLst/>
              <a:cxnLst/>
              <a:rect l="l" t="t" r="r" b="b"/>
              <a:pathLst>
                <a:path w="508" h="673" extrusionOk="0">
                  <a:moveTo>
                    <a:pt x="94" y="1"/>
                  </a:moveTo>
                  <a:cubicBezTo>
                    <a:pt x="65" y="1"/>
                    <a:pt x="33" y="15"/>
                    <a:pt x="1" y="47"/>
                  </a:cubicBezTo>
                  <a:cubicBezTo>
                    <a:pt x="1" y="47"/>
                    <a:pt x="1" y="166"/>
                    <a:pt x="120" y="405"/>
                  </a:cubicBezTo>
                  <a:cubicBezTo>
                    <a:pt x="120" y="524"/>
                    <a:pt x="358" y="673"/>
                    <a:pt x="358" y="673"/>
                  </a:cubicBezTo>
                  <a:cubicBezTo>
                    <a:pt x="507" y="673"/>
                    <a:pt x="358" y="405"/>
                    <a:pt x="239" y="286"/>
                  </a:cubicBezTo>
                  <a:cubicBezTo>
                    <a:pt x="239" y="111"/>
                    <a:pt x="175" y="1"/>
                    <a:pt x="9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2"/>
            <p:cNvSpPr/>
            <p:nvPr/>
          </p:nvSpPr>
          <p:spPr>
            <a:xfrm>
              <a:off x="3534000" y="4212925"/>
              <a:ext cx="6725" cy="18625"/>
            </a:xfrm>
            <a:custGeom>
              <a:avLst/>
              <a:gdLst/>
              <a:ahLst/>
              <a:cxnLst/>
              <a:rect l="l" t="t" r="r" b="b"/>
              <a:pathLst>
                <a:path w="269" h="745" extrusionOk="0">
                  <a:moveTo>
                    <a:pt x="149" y="0"/>
                  </a:moveTo>
                  <a:cubicBezTo>
                    <a:pt x="149" y="0"/>
                    <a:pt x="0" y="239"/>
                    <a:pt x="0" y="387"/>
                  </a:cubicBezTo>
                  <a:cubicBezTo>
                    <a:pt x="0" y="626"/>
                    <a:pt x="149" y="745"/>
                    <a:pt x="149" y="745"/>
                  </a:cubicBezTo>
                  <a:cubicBezTo>
                    <a:pt x="268" y="745"/>
                    <a:pt x="268" y="626"/>
                    <a:pt x="268" y="387"/>
                  </a:cubicBezTo>
                  <a:cubicBezTo>
                    <a:pt x="268" y="239"/>
                    <a:pt x="268" y="0"/>
                    <a:pt x="14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2"/>
            <p:cNvSpPr/>
            <p:nvPr/>
          </p:nvSpPr>
          <p:spPr>
            <a:xfrm>
              <a:off x="3664250" y="4375475"/>
              <a:ext cx="22350" cy="17600"/>
            </a:xfrm>
            <a:custGeom>
              <a:avLst/>
              <a:gdLst/>
              <a:ahLst/>
              <a:cxnLst/>
              <a:rect l="l" t="t" r="r" b="b"/>
              <a:pathLst>
                <a:path w="894" h="704" extrusionOk="0">
                  <a:moveTo>
                    <a:pt x="117" y="0"/>
                  </a:moveTo>
                  <a:cubicBezTo>
                    <a:pt x="46" y="0"/>
                    <a:pt x="1" y="29"/>
                    <a:pt x="1" y="78"/>
                  </a:cubicBezTo>
                  <a:lnTo>
                    <a:pt x="388" y="436"/>
                  </a:lnTo>
                  <a:cubicBezTo>
                    <a:pt x="507" y="585"/>
                    <a:pt x="626" y="704"/>
                    <a:pt x="745" y="704"/>
                  </a:cubicBezTo>
                  <a:cubicBezTo>
                    <a:pt x="894" y="704"/>
                    <a:pt x="745" y="436"/>
                    <a:pt x="507" y="197"/>
                  </a:cubicBezTo>
                  <a:cubicBezTo>
                    <a:pt x="367" y="58"/>
                    <a:pt x="217" y="0"/>
                    <a:pt x="117"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2"/>
            <p:cNvSpPr/>
            <p:nvPr/>
          </p:nvSpPr>
          <p:spPr>
            <a:xfrm>
              <a:off x="3661275" y="4534000"/>
              <a:ext cx="9700" cy="13900"/>
            </a:xfrm>
            <a:custGeom>
              <a:avLst/>
              <a:gdLst/>
              <a:ahLst/>
              <a:cxnLst/>
              <a:rect l="l" t="t" r="r" b="b"/>
              <a:pathLst>
                <a:path w="388" h="556" extrusionOk="0">
                  <a:moveTo>
                    <a:pt x="236" y="1"/>
                  </a:moveTo>
                  <a:cubicBezTo>
                    <a:pt x="186" y="1"/>
                    <a:pt x="85" y="92"/>
                    <a:pt x="0" y="198"/>
                  </a:cubicBezTo>
                  <a:lnTo>
                    <a:pt x="0" y="556"/>
                  </a:lnTo>
                  <a:cubicBezTo>
                    <a:pt x="120" y="556"/>
                    <a:pt x="268" y="437"/>
                    <a:pt x="268" y="317"/>
                  </a:cubicBezTo>
                  <a:cubicBezTo>
                    <a:pt x="387" y="198"/>
                    <a:pt x="387" y="49"/>
                    <a:pt x="268" y="49"/>
                  </a:cubicBezTo>
                  <a:cubicBezTo>
                    <a:pt x="268" y="15"/>
                    <a:pt x="256" y="1"/>
                    <a:pt x="23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2"/>
            <p:cNvSpPr/>
            <p:nvPr/>
          </p:nvSpPr>
          <p:spPr>
            <a:xfrm>
              <a:off x="3798225" y="4579150"/>
              <a:ext cx="21625" cy="16800"/>
            </a:xfrm>
            <a:custGeom>
              <a:avLst/>
              <a:gdLst/>
              <a:ahLst/>
              <a:cxnLst/>
              <a:rect l="l" t="t" r="r" b="b"/>
              <a:pathLst>
                <a:path w="865" h="672" extrusionOk="0">
                  <a:moveTo>
                    <a:pt x="1" y="0"/>
                  </a:moveTo>
                  <a:cubicBezTo>
                    <a:pt x="1" y="0"/>
                    <a:pt x="120" y="238"/>
                    <a:pt x="239" y="357"/>
                  </a:cubicBezTo>
                  <a:cubicBezTo>
                    <a:pt x="415" y="555"/>
                    <a:pt x="606" y="672"/>
                    <a:pt x="695" y="672"/>
                  </a:cubicBezTo>
                  <a:cubicBezTo>
                    <a:pt x="727" y="672"/>
                    <a:pt x="745" y="657"/>
                    <a:pt x="745" y="625"/>
                  </a:cubicBezTo>
                  <a:cubicBezTo>
                    <a:pt x="864" y="625"/>
                    <a:pt x="596" y="357"/>
                    <a:pt x="477" y="238"/>
                  </a:cubicBezTo>
                  <a:cubicBezTo>
                    <a:pt x="239" y="0"/>
                    <a:pt x="1" y="0"/>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2"/>
            <p:cNvSpPr/>
            <p:nvPr/>
          </p:nvSpPr>
          <p:spPr>
            <a:xfrm>
              <a:off x="3894250" y="4340200"/>
              <a:ext cx="8950" cy="21625"/>
            </a:xfrm>
            <a:custGeom>
              <a:avLst/>
              <a:gdLst/>
              <a:ahLst/>
              <a:cxnLst/>
              <a:rect l="l" t="t" r="r" b="b"/>
              <a:pathLst>
                <a:path w="358" h="865" extrusionOk="0">
                  <a:moveTo>
                    <a:pt x="239" y="1"/>
                  </a:moveTo>
                  <a:cubicBezTo>
                    <a:pt x="120" y="1"/>
                    <a:pt x="1" y="120"/>
                    <a:pt x="1" y="358"/>
                  </a:cubicBezTo>
                  <a:cubicBezTo>
                    <a:pt x="1" y="626"/>
                    <a:pt x="120" y="864"/>
                    <a:pt x="239" y="864"/>
                  </a:cubicBezTo>
                  <a:cubicBezTo>
                    <a:pt x="239" y="864"/>
                    <a:pt x="358" y="626"/>
                    <a:pt x="358" y="358"/>
                  </a:cubicBezTo>
                  <a:cubicBezTo>
                    <a:pt x="358" y="120"/>
                    <a:pt x="239" y="1"/>
                    <a:pt x="239"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2"/>
            <p:cNvSpPr/>
            <p:nvPr/>
          </p:nvSpPr>
          <p:spPr>
            <a:xfrm>
              <a:off x="3863000" y="4464500"/>
              <a:ext cx="12675" cy="14925"/>
            </a:xfrm>
            <a:custGeom>
              <a:avLst/>
              <a:gdLst/>
              <a:ahLst/>
              <a:cxnLst/>
              <a:rect l="l" t="t" r="r" b="b"/>
              <a:pathLst>
                <a:path w="507" h="597" extrusionOk="0">
                  <a:moveTo>
                    <a:pt x="0" y="1"/>
                  </a:moveTo>
                  <a:cubicBezTo>
                    <a:pt x="0" y="120"/>
                    <a:pt x="0" y="239"/>
                    <a:pt x="119" y="358"/>
                  </a:cubicBezTo>
                  <a:cubicBezTo>
                    <a:pt x="238" y="477"/>
                    <a:pt x="387" y="596"/>
                    <a:pt x="506" y="596"/>
                  </a:cubicBezTo>
                  <a:cubicBezTo>
                    <a:pt x="506" y="477"/>
                    <a:pt x="506" y="358"/>
                    <a:pt x="387" y="239"/>
                  </a:cubicBezTo>
                  <a:cubicBezTo>
                    <a:pt x="238" y="120"/>
                    <a:pt x="119" y="1"/>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2"/>
            <p:cNvSpPr/>
            <p:nvPr/>
          </p:nvSpPr>
          <p:spPr>
            <a:xfrm>
              <a:off x="3977625" y="4108150"/>
              <a:ext cx="25325" cy="11000"/>
            </a:xfrm>
            <a:custGeom>
              <a:avLst/>
              <a:gdLst/>
              <a:ahLst/>
              <a:cxnLst/>
              <a:rect l="l" t="t" r="r" b="b"/>
              <a:pathLst>
                <a:path w="1013" h="440" extrusionOk="0">
                  <a:moveTo>
                    <a:pt x="164" y="1"/>
                  </a:moveTo>
                  <a:cubicBezTo>
                    <a:pt x="67" y="1"/>
                    <a:pt x="0" y="38"/>
                    <a:pt x="0" y="112"/>
                  </a:cubicBezTo>
                  <a:cubicBezTo>
                    <a:pt x="0" y="112"/>
                    <a:pt x="119" y="231"/>
                    <a:pt x="507" y="350"/>
                  </a:cubicBezTo>
                  <a:cubicBezTo>
                    <a:pt x="626" y="410"/>
                    <a:pt x="752" y="440"/>
                    <a:pt x="849" y="440"/>
                  </a:cubicBezTo>
                  <a:cubicBezTo>
                    <a:pt x="946" y="440"/>
                    <a:pt x="1013" y="410"/>
                    <a:pt x="1013" y="350"/>
                  </a:cubicBezTo>
                  <a:cubicBezTo>
                    <a:pt x="1013" y="350"/>
                    <a:pt x="745" y="231"/>
                    <a:pt x="507" y="112"/>
                  </a:cubicBezTo>
                  <a:cubicBezTo>
                    <a:pt x="387" y="38"/>
                    <a:pt x="261" y="1"/>
                    <a:pt x="16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2"/>
            <p:cNvSpPr/>
            <p:nvPr/>
          </p:nvSpPr>
          <p:spPr>
            <a:xfrm>
              <a:off x="3525050" y="4413400"/>
              <a:ext cx="8975" cy="10200"/>
            </a:xfrm>
            <a:custGeom>
              <a:avLst/>
              <a:gdLst/>
              <a:ahLst/>
              <a:cxnLst/>
              <a:rect l="l" t="t" r="r" b="b"/>
              <a:pathLst>
                <a:path w="359" h="408" extrusionOk="0">
                  <a:moveTo>
                    <a:pt x="214" y="1"/>
                  </a:moveTo>
                  <a:cubicBezTo>
                    <a:pt x="179" y="1"/>
                    <a:pt x="120" y="85"/>
                    <a:pt x="120" y="169"/>
                  </a:cubicBezTo>
                  <a:cubicBezTo>
                    <a:pt x="1" y="169"/>
                    <a:pt x="1" y="288"/>
                    <a:pt x="120" y="407"/>
                  </a:cubicBezTo>
                  <a:cubicBezTo>
                    <a:pt x="120" y="407"/>
                    <a:pt x="239" y="407"/>
                    <a:pt x="239" y="288"/>
                  </a:cubicBezTo>
                  <a:cubicBezTo>
                    <a:pt x="358" y="169"/>
                    <a:pt x="358" y="50"/>
                    <a:pt x="239" y="50"/>
                  </a:cubicBezTo>
                  <a:cubicBezTo>
                    <a:pt x="239" y="15"/>
                    <a:pt x="229" y="1"/>
                    <a:pt x="21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2"/>
            <p:cNvSpPr/>
            <p:nvPr/>
          </p:nvSpPr>
          <p:spPr>
            <a:xfrm>
              <a:off x="3540700" y="3888375"/>
              <a:ext cx="21600" cy="10450"/>
            </a:xfrm>
            <a:custGeom>
              <a:avLst/>
              <a:gdLst/>
              <a:ahLst/>
              <a:cxnLst/>
              <a:rect l="l" t="t" r="r" b="b"/>
              <a:pathLst>
                <a:path w="864" h="418" extrusionOk="0">
                  <a:moveTo>
                    <a:pt x="208" y="1"/>
                  </a:moveTo>
                  <a:cubicBezTo>
                    <a:pt x="149" y="1"/>
                    <a:pt x="119" y="31"/>
                    <a:pt x="119" y="90"/>
                  </a:cubicBezTo>
                  <a:cubicBezTo>
                    <a:pt x="0" y="90"/>
                    <a:pt x="238" y="209"/>
                    <a:pt x="357" y="328"/>
                  </a:cubicBezTo>
                  <a:cubicBezTo>
                    <a:pt x="491" y="388"/>
                    <a:pt x="618" y="418"/>
                    <a:pt x="711" y="418"/>
                  </a:cubicBezTo>
                  <a:cubicBezTo>
                    <a:pt x="804" y="418"/>
                    <a:pt x="863" y="388"/>
                    <a:pt x="863" y="328"/>
                  </a:cubicBezTo>
                  <a:cubicBezTo>
                    <a:pt x="863" y="328"/>
                    <a:pt x="744" y="209"/>
                    <a:pt x="476" y="90"/>
                  </a:cubicBezTo>
                  <a:cubicBezTo>
                    <a:pt x="357" y="31"/>
                    <a:pt x="268" y="1"/>
                    <a:pt x="20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2"/>
            <p:cNvSpPr/>
            <p:nvPr/>
          </p:nvSpPr>
          <p:spPr>
            <a:xfrm>
              <a:off x="3394800" y="3934525"/>
              <a:ext cx="8950" cy="11950"/>
            </a:xfrm>
            <a:custGeom>
              <a:avLst/>
              <a:gdLst/>
              <a:ahLst/>
              <a:cxnLst/>
              <a:rect l="l" t="t" r="r" b="b"/>
              <a:pathLst>
                <a:path w="358" h="478" extrusionOk="0">
                  <a:moveTo>
                    <a:pt x="283" y="1"/>
                  </a:moveTo>
                  <a:cubicBezTo>
                    <a:pt x="238" y="1"/>
                    <a:pt x="179" y="31"/>
                    <a:pt x="119" y="90"/>
                  </a:cubicBezTo>
                  <a:cubicBezTo>
                    <a:pt x="0" y="209"/>
                    <a:pt x="0" y="358"/>
                    <a:pt x="0" y="477"/>
                  </a:cubicBezTo>
                  <a:cubicBezTo>
                    <a:pt x="119" y="477"/>
                    <a:pt x="119" y="477"/>
                    <a:pt x="238" y="358"/>
                  </a:cubicBezTo>
                  <a:cubicBezTo>
                    <a:pt x="358" y="209"/>
                    <a:pt x="358" y="90"/>
                    <a:pt x="358" y="90"/>
                  </a:cubicBezTo>
                  <a:cubicBezTo>
                    <a:pt x="358" y="31"/>
                    <a:pt x="328" y="1"/>
                    <a:pt x="283"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2"/>
            <p:cNvSpPr/>
            <p:nvPr/>
          </p:nvSpPr>
          <p:spPr>
            <a:xfrm>
              <a:off x="4210600" y="4760750"/>
              <a:ext cx="15650" cy="20125"/>
            </a:xfrm>
            <a:custGeom>
              <a:avLst/>
              <a:gdLst/>
              <a:ahLst/>
              <a:cxnLst/>
              <a:rect l="l" t="t" r="r" b="b"/>
              <a:pathLst>
                <a:path w="626" h="805" extrusionOk="0">
                  <a:moveTo>
                    <a:pt x="164" y="1"/>
                  </a:moveTo>
                  <a:cubicBezTo>
                    <a:pt x="138" y="1"/>
                    <a:pt x="120" y="19"/>
                    <a:pt x="120" y="61"/>
                  </a:cubicBezTo>
                  <a:cubicBezTo>
                    <a:pt x="1" y="61"/>
                    <a:pt x="120" y="180"/>
                    <a:pt x="239" y="418"/>
                  </a:cubicBezTo>
                  <a:cubicBezTo>
                    <a:pt x="239" y="656"/>
                    <a:pt x="358" y="805"/>
                    <a:pt x="477" y="805"/>
                  </a:cubicBezTo>
                  <a:cubicBezTo>
                    <a:pt x="626" y="656"/>
                    <a:pt x="477" y="537"/>
                    <a:pt x="358" y="299"/>
                  </a:cubicBezTo>
                  <a:cubicBezTo>
                    <a:pt x="358" y="127"/>
                    <a:pt x="233" y="1"/>
                    <a:pt x="16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2"/>
            <p:cNvSpPr/>
            <p:nvPr/>
          </p:nvSpPr>
          <p:spPr>
            <a:xfrm>
              <a:off x="4139150" y="4923025"/>
              <a:ext cx="18625" cy="13925"/>
            </a:xfrm>
            <a:custGeom>
              <a:avLst/>
              <a:gdLst/>
              <a:ahLst/>
              <a:cxnLst/>
              <a:rect l="l" t="t" r="r" b="b"/>
              <a:pathLst>
                <a:path w="745" h="557" extrusionOk="0">
                  <a:moveTo>
                    <a:pt x="0" y="1"/>
                  </a:moveTo>
                  <a:cubicBezTo>
                    <a:pt x="0" y="120"/>
                    <a:pt x="119" y="269"/>
                    <a:pt x="239" y="388"/>
                  </a:cubicBezTo>
                  <a:cubicBezTo>
                    <a:pt x="428" y="472"/>
                    <a:pt x="543" y="556"/>
                    <a:pt x="594" y="556"/>
                  </a:cubicBezTo>
                  <a:cubicBezTo>
                    <a:pt x="615" y="556"/>
                    <a:pt x="626" y="542"/>
                    <a:pt x="626" y="507"/>
                  </a:cubicBezTo>
                  <a:cubicBezTo>
                    <a:pt x="745" y="507"/>
                    <a:pt x="626" y="269"/>
                    <a:pt x="358" y="120"/>
                  </a:cubicBezTo>
                  <a:cubicBezTo>
                    <a:pt x="239" y="1"/>
                    <a:pt x="119" y="1"/>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2"/>
            <p:cNvSpPr/>
            <p:nvPr/>
          </p:nvSpPr>
          <p:spPr>
            <a:xfrm>
              <a:off x="4104900" y="4769950"/>
              <a:ext cx="15675" cy="13925"/>
            </a:xfrm>
            <a:custGeom>
              <a:avLst/>
              <a:gdLst/>
              <a:ahLst/>
              <a:cxnLst/>
              <a:rect l="l" t="t" r="r" b="b"/>
              <a:pathLst>
                <a:path w="627" h="557" extrusionOk="0">
                  <a:moveTo>
                    <a:pt x="476" y="1"/>
                  </a:moveTo>
                  <a:cubicBezTo>
                    <a:pt x="424" y="1"/>
                    <a:pt x="309" y="85"/>
                    <a:pt x="120" y="169"/>
                  </a:cubicBezTo>
                  <a:cubicBezTo>
                    <a:pt x="1" y="288"/>
                    <a:pt x="1" y="556"/>
                    <a:pt x="1" y="556"/>
                  </a:cubicBezTo>
                  <a:cubicBezTo>
                    <a:pt x="1" y="556"/>
                    <a:pt x="239" y="556"/>
                    <a:pt x="388" y="437"/>
                  </a:cubicBezTo>
                  <a:cubicBezTo>
                    <a:pt x="507" y="288"/>
                    <a:pt x="626" y="50"/>
                    <a:pt x="507" y="50"/>
                  </a:cubicBezTo>
                  <a:cubicBezTo>
                    <a:pt x="507" y="15"/>
                    <a:pt x="497" y="1"/>
                    <a:pt x="47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2"/>
            <p:cNvSpPr/>
            <p:nvPr/>
          </p:nvSpPr>
          <p:spPr>
            <a:xfrm>
              <a:off x="4356500" y="4994500"/>
              <a:ext cx="8950" cy="18625"/>
            </a:xfrm>
            <a:custGeom>
              <a:avLst/>
              <a:gdLst/>
              <a:ahLst/>
              <a:cxnLst/>
              <a:rect l="l" t="t" r="r" b="b"/>
              <a:pathLst>
                <a:path w="358" h="745" extrusionOk="0">
                  <a:moveTo>
                    <a:pt x="239" y="0"/>
                  </a:moveTo>
                  <a:cubicBezTo>
                    <a:pt x="119" y="0"/>
                    <a:pt x="0" y="119"/>
                    <a:pt x="0" y="387"/>
                  </a:cubicBezTo>
                  <a:cubicBezTo>
                    <a:pt x="0" y="625"/>
                    <a:pt x="0" y="744"/>
                    <a:pt x="119" y="744"/>
                  </a:cubicBezTo>
                  <a:cubicBezTo>
                    <a:pt x="119" y="744"/>
                    <a:pt x="239" y="625"/>
                    <a:pt x="239" y="387"/>
                  </a:cubicBezTo>
                  <a:cubicBezTo>
                    <a:pt x="358" y="119"/>
                    <a:pt x="239" y="0"/>
                    <a:pt x="23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2"/>
            <p:cNvSpPr/>
            <p:nvPr/>
          </p:nvSpPr>
          <p:spPr>
            <a:xfrm>
              <a:off x="4365425" y="4853650"/>
              <a:ext cx="21625" cy="8950"/>
            </a:xfrm>
            <a:custGeom>
              <a:avLst/>
              <a:gdLst/>
              <a:ahLst/>
              <a:cxnLst/>
              <a:rect l="l" t="t" r="r" b="b"/>
              <a:pathLst>
                <a:path w="865" h="358" extrusionOk="0">
                  <a:moveTo>
                    <a:pt x="257" y="0"/>
                  </a:moveTo>
                  <a:cubicBezTo>
                    <a:pt x="107" y="0"/>
                    <a:pt x="1" y="66"/>
                    <a:pt x="1" y="66"/>
                  </a:cubicBezTo>
                  <a:cubicBezTo>
                    <a:pt x="1" y="185"/>
                    <a:pt x="239" y="185"/>
                    <a:pt x="388" y="305"/>
                  </a:cubicBezTo>
                  <a:cubicBezTo>
                    <a:pt x="547" y="305"/>
                    <a:pt x="652" y="357"/>
                    <a:pt x="741" y="357"/>
                  </a:cubicBezTo>
                  <a:cubicBezTo>
                    <a:pt x="785" y="357"/>
                    <a:pt x="824" y="344"/>
                    <a:pt x="864" y="305"/>
                  </a:cubicBezTo>
                  <a:cubicBezTo>
                    <a:pt x="864" y="305"/>
                    <a:pt x="745" y="66"/>
                    <a:pt x="507" y="66"/>
                  </a:cubicBezTo>
                  <a:cubicBezTo>
                    <a:pt x="418" y="17"/>
                    <a:pt x="332" y="0"/>
                    <a:pt x="257"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2"/>
            <p:cNvSpPr/>
            <p:nvPr/>
          </p:nvSpPr>
          <p:spPr>
            <a:xfrm>
              <a:off x="4303650" y="4682875"/>
              <a:ext cx="24575" cy="13900"/>
            </a:xfrm>
            <a:custGeom>
              <a:avLst/>
              <a:gdLst/>
              <a:ahLst/>
              <a:cxnLst/>
              <a:rect l="l" t="t" r="r" b="b"/>
              <a:pathLst>
                <a:path w="983" h="556" extrusionOk="0">
                  <a:moveTo>
                    <a:pt x="810" y="1"/>
                  </a:moveTo>
                  <a:cubicBezTo>
                    <a:pt x="725" y="1"/>
                    <a:pt x="549" y="92"/>
                    <a:pt x="358" y="198"/>
                  </a:cubicBezTo>
                  <a:cubicBezTo>
                    <a:pt x="239" y="317"/>
                    <a:pt x="0" y="436"/>
                    <a:pt x="120" y="555"/>
                  </a:cubicBezTo>
                  <a:cubicBezTo>
                    <a:pt x="120" y="555"/>
                    <a:pt x="358" y="555"/>
                    <a:pt x="626" y="436"/>
                  </a:cubicBezTo>
                  <a:cubicBezTo>
                    <a:pt x="745" y="198"/>
                    <a:pt x="983" y="49"/>
                    <a:pt x="864" y="49"/>
                  </a:cubicBezTo>
                  <a:cubicBezTo>
                    <a:pt x="864" y="15"/>
                    <a:pt x="844" y="1"/>
                    <a:pt x="81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2"/>
            <p:cNvSpPr/>
            <p:nvPr/>
          </p:nvSpPr>
          <p:spPr>
            <a:xfrm>
              <a:off x="4554500" y="4960250"/>
              <a:ext cx="6725" cy="18625"/>
            </a:xfrm>
            <a:custGeom>
              <a:avLst/>
              <a:gdLst/>
              <a:ahLst/>
              <a:cxnLst/>
              <a:rect l="l" t="t" r="r" b="b"/>
              <a:pathLst>
                <a:path w="269" h="745" extrusionOk="0">
                  <a:moveTo>
                    <a:pt x="119" y="0"/>
                  </a:moveTo>
                  <a:cubicBezTo>
                    <a:pt x="119" y="0"/>
                    <a:pt x="0" y="120"/>
                    <a:pt x="0" y="388"/>
                  </a:cubicBezTo>
                  <a:cubicBezTo>
                    <a:pt x="0" y="626"/>
                    <a:pt x="0" y="745"/>
                    <a:pt x="119" y="745"/>
                  </a:cubicBezTo>
                  <a:cubicBezTo>
                    <a:pt x="119" y="745"/>
                    <a:pt x="268" y="626"/>
                    <a:pt x="268" y="388"/>
                  </a:cubicBezTo>
                  <a:cubicBezTo>
                    <a:pt x="268" y="268"/>
                    <a:pt x="268" y="120"/>
                    <a:pt x="11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2"/>
            <p:cNvSpPr/>
            <p:nvPr/>
          </p:nvSpPr>
          <p:spPr>
            <a:xfrm>
              <a:off x="4719000" y="5014750"/>
              <a:ext cx="12675" cy="11025"/>
            </a:xfrm>
            <a:custGeom>
              <a:avLst/>
              <a:gdLst/>
              <a:ahLst/>
              <a:cxnLst/>
              <a:rect l="l" t="t" r="r" b="b"/>
              <a:pathLst>
                <a:path w="507" h="441" extrusionOk="0">
                  <a:moveTo>
                    <a:pt x="466" y="1"/>
                  </a:moveTo>
                  <a:cubicBezTo>
                    <a:pt x="411" y="1"/>
                    <a:pt x="298" y="54"/>
                    <a:pt x="119" y="54"/>
                  </a:cubicBezTo>
                  <a:cubicBezTo>
                    <a:pt x="0" y="173"/>
                    <a:pt x="0" y="322"/>
                    <a:pt x="0" y="441"/>
                  </a:cubicBezTo>
                  <a:cubicBezTo>
                    <a:pt x="0" y="441"/>
                    <a:pt x="119" y="441"/>
                    <a:pt x="387" y="322"/>
                  </a:cubicBezTo>
                  <a:cubicBezTo>
                    <a:pt x="507" y="173"/>
                    <a:pt x="507" y="54"/>
                    <a:pt x="507" y="54"/>
                  </a:cubicBezTo>
                  <a:cubicBezTo>
                    <a:pt x="507" y="14"/>
                    <a:pt x="493" y="1"/>
                    <a:pt x="46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2"/>
            <p:cNvSpPr/>
            <p:nvPr/>
          </p:nvSpPr>
          <p:spPr>
            <a:xfrm>
              <a:off x="4638600" y="4684100"/>
              <a:ext cx="8975" cy="18625"/>
            </a:xfrm>
            <a:custGeom>
              <a:avLst/>
              <a:gdLst/>
              <a:ahLst/>
              <a:cxnLst/>
              <a:rect l="l" t="t" r="r" b="b"/>
              <a:pathLst>
                <a:path w="359" h="745" extrusionOk="0">
                  <a:moveTo>
                    <a:pt x="120" y="0"/>
                  </a:moveTo>
                  <a:cubicBezTo>
                    <a:pt x="1" y="0"/>
                    <a:pt x="1" y="268"/>
                    <a:pt x="1" y="387"/>
                  </a:cubicBezTo>
                  <a:cubicBezTo>
                    <a:pt x="120" y="626"/>
                    <a:pt x="120" y="745"/>
                    <a:pt x="239" y="745"/>
                  </a:cubicBezTo>
                  <a:cubicBezTo>
                    <a:pt x="239" y="626"/>
                    <a:pt x="358" y="506"/>
                    <a:pt x="239" y="387"/>
                  </a:cubicBezTo>
                  <a:cubicBezTo>
                    <a:pt x="239" y="149"/>
                    <a:pt x="120" y="0"/>
                    <a:pt x="12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2"/>
            <p:cNvSpPr/>
            <p:nvPr/>
          </p:nvSpPr>
          <p:spPr>
            <a:xfrm>
              <a:off x="4756225" y="4659525"/>
              <a:ext cx="9700" cy="15675"/>
            </a:xfrm>
            <a:custGeom>
              <a:avLst/>
              <a:gdLst/>
              <a:ahLst/>
              <a:cxnLst/>
              <a:rect l="l" t="t" r="r" b="b"/>
              <a:pathLst>
                <a:path w="388" h="627" extrusionOk="0">
                  <a:moveTo>
                    <a:pt x="238" y="1"/>
                  </a:moveTo>
                  <a:cubicBezTo>
                    <a:pt x="119" y="1"/>
                    <a:pt x="0" y="120"/>
                    <a:pt x="0" y="239"/>
                  </a:cubicBezTo>
                  <a:cubicBezTo>
                    <a:pt x="0" y="388"/>
                    <a:pt x="0" y="626"/>
                    <a:pt x="119" y="626"/>
                  </a:cubicBezTo>
                  <a:cubicBezTo>
                    <a:pt x="238" y="626"/>
                    <a:pt x="238" y="507"/>
                    <a:pt x="238" y="239"/>
                  </a:cubicBezTo>
                  <a:cubicBezTo>
                    <a:pt x="387" y="120"/>
                    <a:pt x="238" y="1"/>
                    <a:pt x="23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2"/>
            <p:cNvSpPr/>
            <p:nvPr/>
          </p:nvSpPr>
          <p:spPr>
            <a:xfrm>
              <a:off x="4542575" y="4565250"/>
              <a:ext cx="24600" cy="12150"/>
            </a:xfrm>
            <a:custGeom>
              <a:avLst/>
              <a:gdLst/>
              <a:ahLst/>
              <a:cxnLst/>
              <a:rect l="l" t="t" r="r" b="b"/>
              <a:pathLst>
                <a:path w="984" h="486" extrusionOk="0">
                  <a:moveTo>
                    <a:pt x="151" y="1"/>
                  </a:moveTo>
                  <a:cubicBezTo>
                    <a:pt x="130" y="1"/>
                    <a:pt x="120" y="15"/>
                    <a:pt x="120" y="50"/>
                  </a:cubicBezTo>
                  <a:cubicBezTo>
                    <a:pt x="1" y="50"/>
                    <a:pt x="120" y="288"/>
                    <a:pt x="358" y="437"/>
                  </a:cubicBezTo>
                  <a:cubicBezTo>
                    <a:pt x="469" y="471"/>
                    <a:pt x="567" y="486"/>
                    <a:pt x="651" y="486"/>
                  </a:cubicBezTo>
                  <a:cubicBezTo>
                    <a:pt x="862" y="486"/>
                    <a:pt x="983" y="395"/>
                    <a:pt x="983" y="288"/>
                  </a:cubicBezTo>
                  <a:cubicBezTo>
                    <a:pt x="983" y="288"/>
                    <a:pt x="745" y="288"/>
                    <a:pt x="477" y="169"/>
                  </a:cubicBezTo>
                  <a:cubicBezTo>
                    <a:pt x="309" y="85"/>
                    <a:pt x="200" y="1"/>
                    <a:pt x="15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2"/>
            <p:cNvSpPr/>
            <p:nvPr/>
          </p:nvSpPr>
          <p:spPr>
            <a:xfrm>
              <a:off x="4759200" y="4837425"/>
              <a:ext cx="18625" cy="8225"/>
            </a:xfrm>
            <a:custGeom>
              <a:avLst/>
              <a:gdLst/>
              <a:ahLst/>
              <a:cxnLst/>
              <a:rect l="l" t="t" r="r" b="b"/>
              <a:pathLst>
                <a:path w="745" h="329" extrusionOk="0">
                  <a:moveTo>
                    <a:pt x="611" y="1"/>
                  </a:moveTo>
                  <a:cubicBezTo>
                    <a:pt x="536" y="1"/>
                    <a:pt x="447" y="31"/>
                    <a:pt x="387" y="90"/>
                  </a:cubicBezTo>
                  <a:cubicBezTo>
                    <a:pt x="119" y="90"/>
                    <a:pt x="0" y="209"/>
                    <a:pt x="0" y="328"/>
                  </a:cubicBezTo>
                  <a:lnTo>
                    <a:pt x="387" y="328"/>
                  </a:lnTo>
                  <a:cubicBezTo>
                    <a:pt x="625" y="209"/>
                    <a:pt x="745" y="90"/>
                    <a:pt x="745" y="90"/>
                  </a:cubicBezTo>
                  <a:cubicBezTo>
                    <a:pt x="745" y="31"/>
                    <a:pt x="685" y="1"/>
                    <a:pt x="61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2"/>
            <p:cNvSpPr/>
            <p:nvPr/>
          </p:nvSpPr>
          <p:spPr>
            <a:xfrm>
              <a:off x="4963900" y="4786825"/>
              <a:ext cx="9700" cy="21600"/>
            </a:xfrm>
            <a:custGeom>
              <a:avLst/>
              <a:gdLst/>
              <a:ahLst/>
              <a:cxnLst/>
              <a:rect l="l" t="t" r="r" b="b"/>
              <a:pathLst>
                <a:path w="388" h="864" extrusionOk="0">
                  <a:moveTo>
                    <a:pt x="119" y="0"/>
                  </a:moveTo>
                  <a:cubicBezTo>
                    <a:pt x="0" y="0"/>
                    <a:pt x="0" y="238"/>
                    <a:pt x="0" y="506"/>
                  </a:cubicBezTo>
                  <a:cubicBezTo>
                    <a:pt x="0" y="625"/>
                    <a:pt x="119" y="864"/>
                    <a:pt x="268" y="864"/>
                  </a:cubicBezTo>
                  <a:cubicBezTo>
                    <a:pt x="268" y="864"/>
                    <a:pt x="387" y="625"/>
                    <a:pt x="268" y="357"/>
                  </a:cubicBezTo>
                  <a:cubicBezTo>
                    <a:pt x="268" y="119"/>
                    <a:pt x="119" y="0"/>
                    <a:pt x="11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2"/>
            <p:cNvSpPr/>
            <p:nvPr/>
          </p:nvSpPr>
          <p:spPr>
            <a:xfrm>
              <a:off x="4905075" y="4900125"/>
              <a:ext cx="18650" cy="12250"/>
            </a:xfrm>
            <a:custGeom>
              <a:avLst/>
              <a:gdLst/>
              <a:ahLst/>
              <a:cxnLst/>
              <a:rect l="l" t="t" r="r" b="b"/>
              <a:pathLst>
                <a:path w="746" h="490" extrusionOk="0">
                  <a:moveTo>
                    <a:pt x="257" y="0"/>
                  </a:moveTo>
                  <a:cubicBezTo>
                    <a:pt x="107" y="0"/>
                    <a:pt x="1" y="53"/>
                    <a:pt x="1" y="53"/>
                  </a:cubicBezTo>
                  <a:cubicBezTo>
                    <a:pt x="1" y="172"/>
                    <a:pt x="120" y="292"/>
                    <a:pt x="388" y="292"/>
                  </a:cubicBezTo>
                  <a:cubicBezTo>
                    <a:pt x="473" y="398"/>
                    <a:pt x="558" y="489"/>
                    <a:pt x="643" y="489"/>
                  </a:cubicBezTo>
                  <a:cubicBezTo>
                    <a:pt x="677" y="489"/>
                    <a:pt x="711" y="474"/>
                    <a:pt x="745" y="440"/>
                  </a:cubicBezTo>
                  <a:cubicBezTo>
                    <a:pt x="745" y="440"/>
                    <a:pt x="745" y="172"/>
                    <a:pt x="507" y="53"/>
                  </a:cubicBezTo>
                  <a:cubicBezTo>
                    <a:pt x="418" y="14"/>
                    <a:pt x="332" y="0"/>
                    <a:pt x="257"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2"/>
            <p:cNvSpPr/>
            <p:nvPr/>
          </p:nvSpPr>
          <p:spPr>
            <a:xfrm>
              <a:off x="5106800" y="4593200"/>
              <a:ext cx="18625" cy="13500"/>
            </a:xfrm>
            <a:custGeom>
              <a:avLst/>
              <a:gdLst/>
              <a:ahLst/>
              <a:cxnLst/>
              <a:rect l="l" t="t" r="r" b="b"/>
              <a:pathLst>
                <a:path w="745" h="540" extrusionOk="0">
                  <a:moveTo>
                    <a:pt x="687" y="1"/>
                  </a:moveTo>
                  <a:cubicBezTo>
                    <a:pt x="600" y="1"/>
                    <a:pt x="427" y="99"/>
                    <a:pt x="239" y="183"/>
                  </a:cubicBezTo>
                  <a:cubicBezTo>
                    <a:pt x="120" y="302"/>
                    <a:pt x="1" y="421"/>
                    <a:pt x="1" y="540"/>
                  </a:cubicBezTo>
                  <a:cubicBezTo>
                    <a:pt x="1" y="540"/>
                    <a:pt x="239" y="540"/>
                    <a:pt x="507" y="421"/>
                  </a:cubicBezTo>
                  <a:cubicBezTo>
                    <a:pt x="626" y="183"/>
                    <a:pt x="745" y="63"/>
                    <a:pt x="745" y="63"/>
                  </a:cubicBezTo>
                  <a:cubicBezTo>
                    <a:pt x="745" y="19"/>
                    <a:pt x="724" y="1"/>
                    <a:pt x="68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2"/>
            <p:cNvSpPr/>
            <p:nvPr/>
          </p:nvSpPr>
          <p:spPr>
            <a:xfrm>
              <a:off x="5013750" y="4498950"/>
              <a:ext cx="18650" cy="8750"/>
            </a:xfrm>
            <a:custGeom>
              <a:avLst/>
              <a:gdLst/>
              <a:ahLst/>
              <a:cxnLst/>
              <a:rect l="l" t="t" r="r" b="b"/>
              <a:pathLst>
                <a:path w="746" h="350" extrusionOk="0">
                  <a:moveTo>
                    <a:pt x="135" y="0"/>
                  </a:moveTo>
                  <a:cubicBezTo>
                    <a:pt x="60" y="0"/>
                    <a:pt x="1" y="37"/>
                    <a:pt x="1" y="112"/>
                  </a:cubicBezTo>
                  <a:cubicBezTo>
                    <a:pt x="1" y="112"/>
                    <a:pt x="120" y="231"/>
                    <a:pt x="358" y="350"/>
                  </a:cubicBezTo>
                  <a:lnTo>
                    <a:pt x="745" y="350"/>
                  </a:lnTo>
                  <a:cubicBezTo>
                    <a:pt x="745" y="231"/>
                    <a:pt x="626" y="112"/>
                    <a:pt x="358" y="112"/>
                  </a:cubicBezTo>
                  <a:cubicBezTo>
                    <a:pt x="299" y="37"/>
                    <a:pt x="209" y="0"/>
                    <a:pt x="135"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2"/>
            <p:cNvSpPr/>
            <p:nvPr/>
          </p:nvSpPr>
          <p:spPr>
            <a:xfrm>
              <a:off x="5184225" y="4390075"/>
              <a:ext cx="15650" cy="11925"/>
            </a:xfrm>
            <a:custGeom>
              <a:avLst/>
              <a:gdLst/>
              <a:ahLst/>
              <a:cxnLst/>
              <a:rect l="l" t="t" r="r" b="b"/>
              <a:pathLst>
                <a:path w="626" h="477" extrusionOk="0">
                  <a:moveTo>
                    <a:pt x="506" y="1"/>
                  </a:moveTo>
                  <a:lnTo>
                    <a:pt x="506" y="1"/>
                  </a:lnTo>
                  <a:cubicBezTo>
                    <a:pt x="506" y="1"/>
                    <a:pt x="387" y="1"/>
                    <a:pt x="238" y="120"/>
                  </a:cubicBezTo>
                  <a:cubicBezTo>
                    <a:pt x="119" y="239"/>
                    <a:pt x="0" y="358"/>
                    <a:pt x="119" y="477"/>
                  </a:cubicBezTo>
                  <a:cubicBezTo>
                    <a:pt x="119" y="477"/>
                    <a:pt x="238" y="477"/>
                    <a:pt x="387" y="358"/>
                  </a:cubicBezTo>
                  <a:cubicBezTo>
                    <a:pt x="506" y="239"/>
                    <a:pt x="625" y="120"/>
                    <a:pt x="50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2"/>
            <p:cNvSpPr/>
            <p:nvPr/>
          </p:nvSpPr>
          <p:spPr>
            <a:xfrm>
              <a:off x="5053950" y="4297025"/>
              <a:ext cx="12675" cy="16400"/>
            </a:xfrm>
            <a:custGeom>
              <a:avLst/>
              <a:gdLst/>
              <a:ahLst/>
              <a:cxnLst/>
              <a:rect l="l" t="t" r="r" b="b"/>
              <a:pathLst>
                <a:path w="507" h="656" extrusionOk="0">
                  <a:moveTo>
                    <a:pt x="1" y="1"/>
                  </a:moveTo>
                  <a:cubicBezTo>
                    <a:pt x="1" y="1"/>
                    <a:pt x="1" y="239"/>
                    <a:pt x="120" y="358"/>
                  </a:cubicBezTo>
                  <a:cubicBezTo>
                    <a:pt x="206" y="530"/>
                    <a:pt x="308" y="656"/>
                    <a:pt x="402" y="656"/>
                  </a:cubicBezTo>
                  <a:cubicBezTo>
                    <a:pt x="439" y="656"/>
                    <a:pt x="474" y="637"/>
                    <a:pt x="507" y="596"/>
                  </a:cubicBezTo>
                  <a:cubicBezTo>
                    <a:pt x="507" y="596"/>
                    <a:pt x="507" y="358"/>
                    <a:pt x="388" y="239"/>
                  </a:cubicBezTo>
                  <a:cubicBezTo>
                    <a:pt x="239" y="120"/>
                    <a:pt x="120" y="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2"/>
            <p:cNvSpPr/>
            <p:nvPr/>
          </p:nvSpPr>
          <p:spPr>
            <a:xfrm>
              <a:off x="5202825" y="4200275"/>
              <a:ext cx="12675" cy="10925"/>
            </a:xfrm>
            <a:custGeom>
              <a:avLst/>
              <a:gdLst/>
              <a:ahLst/>
              <a:cxnLst/>
              <a:rect l="l" t="t" r="r" b="b"/>
              <a:pathLst>
                <a:path w="507" h="437" extrusionOk="0">
                  <a:moveTo>
                    <a:pt x="388" y="0"/>
                  </a:moveTo>
                  <a:cubicBezTo>
                    <a:pt x="388" y="0"/>
                    <a:pt x="239" y="0"/>
                    <a:pt x="120" y="149"/>
                  </a:cubicBezTo>
                  <a:cubicBezTo>
                    <a:pt x="120" y="268"/>
                    <a:pt x="1" y="387"/>
                    <a:pt x="120" y="387"/>
                  </a:cubicBezTo>
                  <a:cubicBezTo>
                    <a:pt x="120" y="422"/>
                    <a:pt x="130" y="437"/>
                    <a:pt x="148" y="437"/>
                  </a:cubicBezTo>
                  <a:cubicBezTo>
                    <a:pt x="192" y="437"/>
                    <a:pt x="282" y="352"/>
                    <a:pt x="388" y="268"/>
                  </a:cubicBezTo>
                  <a:cubicBezTo>
                    <a:pt x="388" y="268"/>
                    <a:pt x="507" y="149"/>
                    <a:pt x="388"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2"/>
            <p:cNvSpPr/>
            <p:nvPr/>
          </p:nvSpPr>
          <p:spPr>
            <a:xfrm>
              <a:off x="4945275" y="4151150"/>
              <a:ext cx="6725" cy="21600"/>
            </a:xfrm>
            <a:custGeom>
              <a:avLst/>
              <a:gdLst/>
              <a:ahLst/>
              <a:cxnLst/>
              <a:rect l="l" t="t" r="r" b="b"/>
              <a:pathLst>
                <a:path w="269" h="864" extrusionOk="0">
                  <a:moveTo>
                    <a:pt x="120" y="0"/>
                  </a:moveTo>
                  <a:cubicBezTo>
                    <a:pt x="1" y="0"/>
                    <a:pt x="1" y="238"/>
                    <a:pt x="1" y="476"/>
                  </a:cubicBezTo>
                  <a:cubicBezTo>
                    <a:pt x="1" y="744"/>
                    <a:pt x="1" y="864"/>
                    <a:pt x="120" y="864"/>
                  </a:cubicBezTo>
                  <a:cubicBezTo>
                    <a:pt x="120" y="864"/>
                    <a:pt x="269" y="744"/>
                    <a:pt x="269" y="476"/>
                  </a:cubicBezTo>
                  <a:cubicBezTo>
                    <a:pt x="269" y="238"/>
                    <a:pt x="120" y="0"/>
                    <a:pt x="12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2"/>
            <p:cNvSpPr/>
            <p:nvPr/>
          </p:nvSpPr>
          <p:spPr>
            <a:xfrm>
              <a:off x="5029400" y="4029800"/>
              <a:ext cx="8950" cy="9700"/>
            </a:xfrm>
            <a:custGeom>
              <a:avLst/>
              <a:gdLst/>
              <a:ahLst/>
              <a:cxnLst/>
              <a:rect l="l" t="t" r="r" b="b"/>
              <a:pathLst>
                <a:path w="358" h="388" extrusionOk="0">
                  <a:moveTo>
                    <a:pt x="0" y="1"/>
                  </a:moveTo>
                  <a:cubicBezTo>
                    <a:pt x="0" y="120"/>
                    <a:pt x="0" y="269"/>
                    <a:pt x="119" y="269"/>
                  </a:cubicBezTo>
                  <a:cubicBezTo>
                    <a:pt x="238" y="388"/>
                    <a:pt x="357" y="388"/>
                    <a:pt x="357" y="388"/>
                  </a:cubicBezTo>
                  <a:cubicBezTo>
                    <a:pt x="357" y="269"/>
                    <a:pt x="357" y="120"/>
                    <a:pt x="238" y="120"/>
                  </a:cubicBezTo>
                  <a:cubicBezTo>
                    <a:pt x="119" y="1"/>
                    <a:pt x="0" y="1"/>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2"/>
            <p:cNvSpPr/>
            <p:nvPr/>
          </p:nvSpPr>
          <p:spPr>
            <a:xfrm>
              <a:off x="5115725" y="3918150"/>
              <a:ext cx="12700" cy="25350"/>
            </a:xfrm>
            <a:custGeom>
              <a:avLst/>
              <a:gdLst/>
              <a:ahLst/>
              <a:cxnLst/>
              <a:rect l="l" t="t" r="r" b="b"/>
              <a:pathLst>
                <a:path w="508" h="1014" extrusionOk="0">
                  <a:moveTo>
                    <a:pt x="150" y="1"/>
                  </a:moveTo>
                  <a:cubicBezTo>
                    <a:pt x="1" y="1"/>
                    <a:pt x="1" y="269"/>
                    <a:pt x="150" y="507"/>
                  </a:cubicBezTo>
                  <a:cubicBezTo>
                    <a:pt x="269" y="864"/>
                    <a:pt x="388" y="1013"/>
                    <a:pt x="507" y="1013"/>
                  </a:cubicBezTo>
                  <a:cubicBezTo>
                    <a:pt x="507" y="1013"/>
                    <a:pt x="507" y="745"/>
                    <a:pt x="388" y="507"/>
                  </a:cubicBezTo>
                  <a:cubicBezTo>
                    <a:pt x="269" y="269"/>
                    <a:pt x="150" y="1"/>
                    <a:pt x="15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2"/>
            <p:cNvSpPr/>
            <p:nvPr/>
          </p:nvSpPr>
          <p:spPr>
            <a:xfrm>
              <a:off x="4700400" y="4360550"/>
              <a:ext cx="12675" cy="12150"/>
            </a:xfrm>
            <a:custGeom>
              <a:avLst/>
              <a:gdLst/>
              <a:ahLst/>
              <a:cxnLst/>
              <a:rect l="l" t="t" r="r" b="b"/>
              <a:pathLst>
                <a:path w="507" h="486" extrusionOk="0">
                  <a:moveTo>
                    <a:pt x="478" y="1"/>
                  </a:moveTo>
                  <a:cubicBezTo>
                    <a:pt x="434" y="1"/>
                    <a:pt x="343" y="85"/>
                    <a:pt x="238" y="169"/>
                  </a:cubicBezTo>
                  <a:cubicBezTo>
                    <a:pt x="0" y="288"/>
                    <a:pt x="0" y="437"/>
                    <a:pt x="0" y="437"/>
                  </a:cubicBezTo>
                  <a:cubicBezTo>
                    <a:pt x="34" y="471"/>
                    <a:pt x="68" y="486"/>
                    <a:pt x="103" y="486"/>
                  </a:cubicBezTo>
                  <a:cubicBezTo>
                    <a:pt x="190" y="486"/>
                    <a:pt x="281" y="395"/>
                    <a:pt x="387" y="288"/>
                  </a:cubicBezTo>
                  <a:cubicBezTo>
                    <a:pt x="506" y="169"/>
                    <a:pt x="506" y="50"/>
                    <a:pt x="506" y="50"/>
                  </a:cubicBezTo>
                  <a:cubicBezTo>
                    <a:pt x="506" y="15"/>
                    <a:pt x="496" y="1"/>
                    <a:pt x="47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2"/>
            <p:cNvSpPr/>
            <p:nvPr/>
          </p:nvSpPr>
          <p:spPr>
            <a:xfrm>
              <a:off x="4474100" y="4311925"/>
              <a:ext cx="18650" cy="20125"/>
            </a:xfrm>
            <a:custGeom>
              <a:avLst/>
              <a:gdLst/>
              <a:ahLst/>
              <a:cxnLst/>
              <a:rect l="l" t="t" r="r" b="b"/>
              <a:pathLst>
                <a:path w="746" h="805" extrusionOk="0">
                  <a:moveTo>
                    <a:pt x="1" y="0"/>
                  </a:moveTo>
                  <a:cubicBezTo>
                    <a:pt x="1" y="149"/>
                    <a:pt x="120" y="268"/>
                    <a:pt x="239" y="506"/>
                  </a:cubicBezTo>
                  <a:cubicBezTo>
                    <a:pt x="325" y="679"/>
                    <a:pt x="489" y="804"/>
                    <a:pt x="573" y="804"/>
                  </a:cubicBezTo>
                  <a:cubicBezTo>
                    <a:pt x="605" y="804"/>
                    <a:pt x="626" y="786"/>
                    <a:pt x="626" y="745"/>
                  </a:cubicBezTo>
                  <a:cubicBezTo>
                    <a:pt x="745" y="745"/>
                    <a:pt x="626" y="506"/>
                    <a:pt x="507" y="387"/>
                  </a:cubicBezTo>
                  <a:cubicBezTo>
                    <a:pt x="239" y="149"/>
                    <a:pt x="120" y="0"/>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2"/>
            <p:cNvSpPr/>
            <p:nvPr/>
          </p:nvSpPr>
          <p:spPr>
            <a:xfrm>
              <a:off x="4784500" y="4505450"/>
              <a:ext cx="24600" cy="8225"/>
            </a:xfrm>
            <a:custGeom>
              <a:avLst/>
              <a:gdLst/>
              <a:ahLst/>
              <a:cxnLst/>
              <a:rect l="l" t="t" r="r" b="b"/>
              <a:pathLst>
                <a:path w="984" h="329" extrusionOk="0">
                  <a:moveTo>
                    <a:pt x="830" y="1"/>
                  </a:moveTo>
                  <a:cubicBezTo>
                    <a:pt x="737" y="1"/>
                    <a:pt x="611" y="30"/>
                    <a:pt x="477" y="90"/>
                  </a:cubicBezTo>
                  <a:cubicBezTo>
                    <a:pt x="239" y="90"/>
                    <a:pt x="0" y="209"/>
                    <a:pt x="0" y="328"/>
                  </a:cubicBezTo>
                  <a:lnTo>
                    <a:pt x="477" y="328"/>
                  </a:lnTo>
                  <a:lnTo>
                    <a:pt x="983" y="90"/>
                  </a:lnTo>
                  <a:cubicBezTo>
                    <a:pt x="983" y="30"/>
                    <a:pt x="923" y="1"/>
                    <a:pt x="83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2"/>
            <p:cNvSpPr/>
            <p:nvPr/>
          </p:nvSpPr>
          <p:spPr>
            <a:xfrm>
              <a:off x="4613300" y="4181650"/>
              <a:ext cx="9700" cy="25350"/>
            </a:xfrm>
            <a:custGeom>
              <a:avLst/>
              <a:gdLst/>
              <a:ahLst/>
              <a:cxnLst/>
              <a:rect l="l" t="t" r="r" b="b"/>
              <a:pathLst>
                <a:path w="388" h="1014" extrusionOk="0">
                  <a:moveTo>
                    <a:pt x="388" y="1"/>
                  </a:moveTo>
                  <a:cubicBezTo>
                    <a:pt x="268" y="1"/>
                    <a:pt x="149" y="269"/>
                    <a:pt x="149" y="507"/>
                  </a:cubicBezTo>
                  <a:cubicBezTo>
                    <a:pt x="0" y="745"/>
                    <a:pt x="0" y="1013"/>
                    <a:pt x="149" y="1013"/>
                  </a:cubicBezTo>
                  <a:cubicBezTo>
                    <a:pt x="149" y="1013"/>
                    <a:pt x="268" y="745"/>
                    <a:pt x="388" y="507"/>
                  </a:cubicBezTo>
                  <a:lnTo>
                    <a:pt x="388" y="1"/>
                  </a:ln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2"/>
            <p:cNvSpPr/>
            <p:nvPr/>
          </p:nvSpPr>
          <p:spPr>
            <a:xfrm>
              <a:off x="4780775" y="4242950"/>
              <a:ext cx="18625" cy="14725"/>
            </a:xfrm>
            <a:custGeom>
              <a:avLst/>
              <a:gdLst/>
              <a:ahLst/>
              <a:cxnLst/>
              <a:rect l="l" t="t" r="r" b="b"/>
              <a:pathLst>
                <a:path w="745" h="589" extrusionOk="0">
                  <a:moveTo>
                    <a:pt x="125" y="0"/>
                  </a:moveTo>
                  <a:cubicBezTo>
                    <a:pt x="85" y="0"/>
                    <a:pt x="44" y="15"/>
                    <a:pt x="1" y="50"/>
                  </a:cubicBezTo>
                  <a:cubicBezTo>
                    <a:pt x="1" y="50"/>
                    <a:pt x="149" y="169"/>
                    <a:pt x="269" y="407"/>
                  </a:cubicBezTo>
                  <a:cubicBezTo>
                    <a:pt x="352" y="491"/>
                    <a:pt x="494" y="589"/>
                    <a:pt x="571" y="589"/>
                  </a:cubicBezTo>
                  <a:cubicBezTo>
                    <a:pt x="605" y="589"/>
                    <a:pt x="626" y="571"/>
                    <a:pt x="626" y="526"/>
                  </a:cubicBezTo>
                  <a:cubicBezTo>
                    <a:pt x="745" y="526"/>
                    <a:pt x="626" y="288"/>
                    <a:pt x="388" y="169"/>
                  </a:cubicBezTo>
                  <a:cubicBezTo>
                    <a:pt x="303" y="85"/>
                    <a:pt x="219" y="0"/>
                    <a:pt x="125"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2"/>
            <p:cNvSpPr/>
            <p:nvPr/>
          </p:nvSpPr>
          <p:spPr>
            <a:xfrm>
              <a:off x="4812050" y="4079675"/>
              <a:ext cx="9700" cy="12675"/>
            </a:xfrm>
            <a:custGeom>
              <a:avLst/>
              <a:gdLst/>
              <a:ahLst/>
              <a:cxnLst/>
              <a:rect l="l" t="t" r="r" b="b"/>
              <a:pathLst>
                <a:path w="388" h="507" extrusionOk="0">
                  <a:moveTo>
                    <a:pt x="238" y="1"/>
                  </a:moveTo>
                  <a:cubicBezTo>
                    <a:pt x="238" y="1"/>
                    <a:pt x="119" y="1"/>
                    <a:pt x="0" y="120"/>
                  </a:cubicBezTo>
                  <a:lnTo>
                    <a:pt x="0" y="507"/>
                  </a:lnTo>
                  <a:cubicBezTo>
                    <a:pt x="119" y="507"/>
                    <a:pt x="238" y="358"/>
                    <a:pt x="238" y="239"/>
                  </a:cubicBezTo>
                  <a:cubicBezTo>
                    <a:pt x="387" y="120"/>
                    <a:pt x="387" y="1"/>
                    <a:pt x="23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2"/>
            <p:cNvSpPr/>
            <p:nvPr/>
          </p:nvSpPr>
          <p:spPr>
            <a:xfrm>
              <a:off x="4675825" y="4061075"/>
              <a:ext cx="15650" cy="5975"/>
            </a:xfrm>
            <a:custGeom>
              <a:avLst/>
              <a:gdLst/>
              <a:ahLst/>
              <a:cxnLst/>
              <a:rect l="l" t="t" r="r" b="b"/>
              <a:pathLst>
                <a:path w="626" h="239" extrusionOk="0">
                  <a:moveTo>
                    <a:pt x="239" y="0"/>
                  </a:moveTo>
                  <a:cubicBezTo>
                    <a:pt x="120" y="0"/>
                    <a:pt x="0" y="0"/>
                    <a:pt x="0" y="119"/>
                  </a:cubicBezTo>
                  <a:cubicBezTo>
                    <a:pt x="0" y="239"/>
                    <a:pt x="120" y="239"/>
                    <a:pt x="239" y="239"/>
                  </a:cubicBezTo>
                  <a:cubicBezTo>
                    <a:pt x="477" y="239"/>
                    <a:pt x="626" y="239"/>
                    <a:pt x="626" y="119"/>
                  </a:cubicBezTo>
                  <a:cubicBezTo>
                    <a:pt x="626" y="0"/>
                    <a:pt x="477" y="0"/>
                    <a:pt x="23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2"/>
            <p:cNvSpPr/>
            <p:nvPr/>
          </p:nvSpPr>
          <p:spPr>
            <a:xfrm>
              <a:off x="4452525" y="4061075"/>
              <a:ext cx="8950" cy="21600"/>
            </a:xfrm>
            <a:custGeom>
              <a:avLst/>
              <a:gdLst/>
              <a:ahLst/>
              <a:cxnLst/>
              <a:rect l="l" t="t" r="r" b="b"/>
              <a:pathLst>
                <a:path w="358" h="864" extrusionOk="0">
                  <a:moveTo>
                    <a:pt x="119" y="0"/>
                  </a:moveTo>
                  <a:cubicBezTo>
                    <a:pt x="0" y="0"/>
                    <a:pt x="0" y="119"/>
                    <a:pt x="0" y="358"/>
                  </a:cubicBezTo>
                  <a:cubicBezTo>
                    <a:pt x="119" y="626"/>
                    <a:pt x="119" y="864"/>
                    <a:pt x="238" y="864"/>
                  </a:cubicBezTo>
                  <a:cubicBezTo>
                    <a:pt x="238" y="864"/>
                    <a:pt x="358" y="626"/>
                    <a:pt x="358" y="358"/>
                  </a:cubicBezTo>
                  <a:cubicBezTo>
                    <a:pt x="238" y="119"/>
                    <a:pt x="238" y="0"/>
                    <a:pt x="11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2"/>
            <p:cNvSpPr/>
            <p:nvPr/>
          </p:nvSpPr>
          <p:spPr>
            <a:xfrm>
              <a:off x="4864900" y="3898225"/>
              <a:ext cx="5975" cy="8050"/>
            </a:xfrm>
            <a:custGeom>
              <a:avLst/>
              <a:gdLst/>
              <a:ahLst/>
              <a:cxnLst/>
              <a:rect l="l" t="t" r="r" b="b"/>
              <a:pathLst>
                <a:path w="239" h="322" extrusionOk="0">
                  <a:moveTo>
                    <a:pt x="124" y="0"/>
                  </a:moveTo>
                  <a:cubicBezTo>
                    <a:pt x="53" y="0"/>
                    <a:pt x="0" y="53"/>
                    <a:pt x="0" y="53"/>
                  </a:cubicBezTo>
                  <a:lnTo>
                    <a:pt x="0" y="173"/>
                  </a:lnTo>
                  <a:cubicBezTo>
                    <a:pt x="0" y="173"/>
                    <a:pt x="0" y="321"/>
                    <a:pt x="119" y="321"/>
                  </a:cubicBezTo>
                  <a:cubicBezTo>
                    <a:pt x="119" y="321"/>
                    <a:pt x="238" y="321"/>
                    <a:pt x="238" y="173"/>
                  </a:cubicBezTo>
                  <a:lnTo>
                    <a:pt x="238" y="53"/>
                  </a:lnTo>
                  <a:cubicBezTo>
                    <a:pt x="199" y="14"/>
                    <a:pt x="159" y="0"/>
                    <a:pt x="12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2"/>
            <p:cNvSpPr/>
            <p:nvPr/>
          </p:nvSpPr>
          <p:spPr>
            <a:xfrm>
              <a:off x="4861900" y="3803525"/>
              <a:ext cx="8975" cy="12675"/>
            </a:xfrm>
            <a:custGeom>
              <a:avLst/>
              <a:gdLst/>
              <a:ahLst/>
              <a:cxnLst/>
              <a:rect l="l" t="t" r="r" b="b"/>
              <a:pathLst>
                <a:path w="359" h="507" extrusionOk="0">
                  <a:moveTo>
                    <a:pt x="1" y="1"/>
                  </a:moveTo>
                  <a:lnTo>
                    <a:pt x="1" y="239"/>
                  </a:lnTo>
                  <a:cubicBezTo>
                    <a:pt x="120" y="388"/>
                    <a:pt x="239" y="507"/>
                    <a:pt x="239" y="507"/>
                  </a:cubicBezTo>
                  <a:cubicBezTo>
                    <a:pt x="239" y="388"/>
                    <a:pt x="358" y="239"/>
                    <a:pt x="239" y="120"/>
                  </a:cubicBezTo>
                  <a:cubicBezTo>
                    <a:pt x="120" y="1"/>
                    <a:pt x="120" y="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2"/>
            <p:cNvSpPr/>
            <p:nvPr/>
          </p:nvSpPr>
          <p:spPr>
            <a:xfrm>
              <a:off x="4951975" y="3813200"/>
              <a:ext cx="14925" cy="7300"/>
            </a:xfrm>
            <a:custGeom>
              <a:avLst/>
              <a:gdLst/>
              <a:ahLst/>
              <a:cxnLst/>
              <a:rect l="l" t="t" r="r" b="b"/>
              <a:pathLst>
                <a:path w="597" h="292" extrusionOk="0">
                  <a:moveTo>
                    <a:pt x="358" y="1"/>
                  </a:moveTo>
                  <a:cubicBezTo>
                    <a:pt x="239" y="1"/>
                    <a:pt x="1" y="120"/>
                    <a:pt x="1" y="120"/>
                  </a:cubicBezTo>
                  <a:cubicBezTo>
                    <a:pt x="1" y="239"/>
                    <a:pt x="120" y="239"/>
                    <a:pt x="358" y="239"/>
                  </a:cubicBezTo>
                  <a:cubicBezTo>
                    <a:pt x="398" y="279"/>
                    <a:pt x="437" y="292"/>
                    <a:pt x="473" y="292"/>
                  </a:cubicBezTo>
                  <a:cubicBezTo>
                    <a:pt x="543" y="292"/>
                    <a:pt x="596" y="239"/>
                    <a:pt x="596" y="239"/>
                  </a:cubicBezTo>
                  <a:cubicBezTo>
                    <a:pt x="596" y="120"/>
                    <a:pt x="477" y="120"/>
                    <a:pt x="35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2"/>
            <p:cNvSpPr/>
            <p:nvPr/>
          </p:nvSpPr>
          <p:spPr>
            <a:xfrm>
              <a:off x="3965725" y="3927825"/>
              <a:ext cx="396750" cy="685575"/>
            </a:xfrm>
            <a:custGeom>
              <a:avLst/>
              <a:gdLst/>
              <a:ahLst/>
              <a:cxnLst/>
              <a:rect l="l" t="t" r="r" b="b"/>
              <a:pathLst>
                <a:path w="15870" h="27423" extrusionOk="0">
                  <a:moveTo>
                    <a:pt x="8932" y="1"/>
                  </a:moveTo>
                  <a:lnTo>
                    <a:pt x="0" y="25547"/>
                  </a:lnTo>
                  <a:lnTo>
                    <a:pt x="5062" y="27423"/>
                  </a:lnTo>
                  <a:lnTo>
                    <a:pt x="15870" y="2472"/>
                  </a:lnTo>
                  <a:lnTo>
                    <a:pt x="893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2"/>
            <p:cNvSpPr/>
            <p:nvPr/>
          </p:nvSpPr>
          <p:spPr>
            <a:xfrm>
              <a:off x="4200925" y="3654400"/>
              <a:ext cx="241950" cy="237175"/>
            </a:xfrm>
            <a:custGeom>
              <a:avLst/>
              <a:gdLst/>
              <a:ahLst/>
              <a:cxnLst/>
              <a:rect l="l" t="t" r="r" b="b"/>
              <a:pathLst>
                <a:path w="9678" h="9487" extrusionOk="0">
                  <a:moveTo>
                    <a:pt x="4756" y="0"/>
                  </a:moveTo>
                  <a:cubicBezTo>
                    <a:pt x="2956" y="0"/>
                    <a:pt x="724" y="902"/>
                    <a:pt x="388" y="3226"/>
                  </a:cubicBezTo>
                  <a:cubicBezTo>
                    <a:pt x="1" y="5102"/>
                    <a:pt x="1" y="8199"/>
                    <a:pt x="1608" y="9062"/>
                  </a:cubicBezTo>
                  <a:lnTo>
                    <a:pt x="2502" y="9181"/>
                  </a:lnTo>
                  <a:cubicBezTo>
                    <a:pt x="3071" y="9387"/>
                    <a:pt x="3670" y="9487"/>
                    <a:pt x="4269" y="9487"/>
                  </a:cubicBezTo>
                  <a:cubicBezTo>
                    <a:pt x="5489" y="9487"/>
                    <a:pt x="6714" y="9076"/>
                    <a:pt x="7712" y="8318"/>
                  </a:cubicBezTo>
                  <a:cubicBezTo>
                    <a:pt x="9052" y="7097"/>
                    <a:pt x="9677" y="5102"/>
                    <a:pt x="9201" y="3226"/>
                  </a:cubicBezTo>
                  <a:cubicBezTo>
                    <a:pt x="8576" y="1380"/>
                    <a:pt x="6968" y="130"/>
                    <a:pt x="5092" y="11"/>
                  </a:cubicBezTo>
                  <a:cubicBezTo>
                    <a:pt x="4982" y="4"/>
                    <a:pt x="4870" y="0"/>
                    <a:pt x="475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2"/>
            <p:cNvSpPr/>
            <p:nvPr/>
          </p:nvSpPr>
          <p:spPr>
            <a:xfrm>
              <a:off x="4005900" y="3769275"/>
              <a:ext cx="474175" cy="387850"/>
            </a:xfrm>
            <a:custGeom>
              <a:avLst/>
              <a:gdLst/>
              <a:ahLst/>
              <a:cxnLst/>
              <a:rect l="l" t="t" r="r" b="b"/>
              <a:pathLst>
                <a:path w="18967" h="15514" extrusionOk="0">
                  <a:moveTo>
                    <a:pt x="4586" y="1"/>
                  </a:moveTo>
                  <a:lnTo>
                    <a:pt x="1" y="9201"/>
                  </a:lnTo>
                  <a:lnTo>
                    <a:pt x="15632" y="15513"/>
                  </a:lnTo>
                  <a:lnTo>
                    <a:pt x="18967" y="4973"/>
                  </a:lnTo>
                  <a:lnTo>
                    <a:pt x="458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2"/>
            <p:cNvSpPr/>
            <p:nvPr/>
          </p:nvSpPr>
          <p:spPr>
            <a:xfrm>
              <a:off x="4077375" y="3834800"/>
              <a:ext cx="11925" cy="21600"/>
            </a:xfrm>
            <a:custGeom>
              <a:avLst/>
              <a:gdLst/>
              <a:ahLst/>
              <a:cxnLst/>
              <a:rect l="l" t="t" r="r" b="b"/>
              <a:pathLst>
                <a:path w="477" h="864" extrusionOk="0">
                  <a:moveTo>
                    <a:pt x="477" y="0"/>
                  </a:moveTo>
                  <a:lnTo>
                    <a:pt x="0" y="864"/>
                  </a:lnTo>
                  <a:close/>
                </a:path>
              </a:pathLst>
            </a:custGeom>
            <a:solidFill>
              <a:srgbClr val="7B8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2"/>
            <p:cNvSpPr/>
            <p:nvPr/>
          </p:nvSpPr>
          <p:spPr>
            <a:xfrm>
              <a:off x="4043125" y="3834800"/>
              <a:ext cx="328275" cy="195025"/>
            </a:xfrm>
            <a:custGeom>
              <a:avLst/>
              <a:gdLst/>
              <a:ahLst/>
              <a:cxnLst/>
              <a:rect l="l" t="t" r="r" b="b"/>
              <a:pathLst>
                <a:path w="13131" h="7801" extrusionOk="0">
                  <a:moveTo>
                    <a:pt x="1847" y="0"/>
                  </a:moveTo>
                  <a:lnTo>
                    <a:pt x="1370" y="864"/>
                  </a:lnTo>
                  <a:lnTo>
                    <a:pt x="1" y="3603"/>
                  </a:lnTo>
                  <a:lnTo>
                    <a:pt x="11166" y="7801"/>
                  </a:lnTo>
                  <a:lnTo>
                    <a:pt x="13131" y="3603"/>
                  </a:lnTo>
                  <a:lnTo>
                    <a:pt x="1847" y="0"/>
                  </a:lnTo>
                  <a:close/>
                </a:path>
              </a:pathLst>
            </a:custGeom>
            <a:solidFill>
              <a:srgbClr val="8D9A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2"/>
            <p:cNvSpPr/>
            <p:nvPr/>
          </p:nvSpPr>
          <p:spPr>
            <a:xfrm>
              <a:off x="4207625" y="3741750"/>
              <a:ext cx="226300" cy="55850"/>
            </a:xfrm>
            <a:custGeom>
              <a:avLst/>
              <a:gdLst/>
              <a:ahLst/>
              <a:cxnLst/>
              <a:rect l="l" t="t" r="r" b="b"/>
              <a:pathLst>
                <a:path w="9052" h="2234" extrusionOk="0">
                  <a:moveTo>
                    <a:pt x="1" y="0"/>
                  </a:moveTo>
                  <a:lnTo>
                    <a:pt x="1" y="0"/>
                  </a:lnTo>
                  <a:cubicBezTo>
                    <a:pt x="358" y="239"/>
                    <a:pt x="864" y="358"/>
                    <a:pt x="1221" y="477"/>
                  </a:cubicBezTo>
                  <a:cubicBezTo>
                    <a:pt x="2085" y="745"/>
                    <a:pt x="3216" y="1102"/>
                    <a:pt x="4467" y="1370"/>
                  </a:cubicBezTo>
                  <a:cubicBezTo>
                    <a:pt x="5687" y="1727"/>
                    <a:pt x="6819" y="1846"/>
                    <a:pt x="7682" y="2114"/>
                  </a:cubicBezTo>
                  <a:cubicBezTo>
                    <a:pt x="8040" y="2114"/>
                    <a:pt x="8546" y="2233"/>
                    <a:pt x="9052" y="2233"/>
                  </a:cubicBezTo>
                  <a:cubicBezTo>
                    <a:pt x="8546" y="2114"/>
                    <a:pt x="8188" y="1965"/>
                    <a:pt x="7682" y="1846"/>
                  </a:cubicBezTo>
                  <a:cubicBezTo>
                    <a:pt x="6819" y="1727"/>
                    <a:pt x="5687" y="1489"/>
                    <a:pt x="4467" y="1102"/>
                  </a:cubicBezTo>
                  <a:cubicBezTo>
                    <a:pt x="3216" y="864"/>
                    <a:pt x="2085" y="477"/>
                    <a:pt x="1340" y="358"/>
                  </a:cubicBezTo>
                  <a:cubicBezTo>
                    <a:pt x="864" y="119"/>
                    <a:pt x="477" y="119"/>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2"/>
            <p:cNvSpPr/>
            <p:nvPr/>
          </p:nvSpPr>
          <p:spPr>
            <a:xfrm>
              <a:off x="4142125" y="4055125"/>
              <a:ext cx="164525" cy="77425"/>
            </a:xfrm>
            <a:custGeom>
              <a:avLst/>
              <a:gdLst/>
              <a:ahLst/>
              <a:cxnLst/>
              <a:rect l="l" t="t" r="r" b="b"/>
              <a:pathLst>
                <a:path w="6581" h="3097" extrusionOk="0">
                  <a:moveTo>
                    <a:pt x="120" y="0"/>
                  </a:moveTo>
                  <a:lnTo>
                    <a:pt x="0" y="596"/>
                  </a:lnTo>
                  <a:lnTo>
                    <a:pt x="6342" y="3097"/>
                  </a:lnTo>
                  <a:lnTo>
                    <a:pt x="6581" y="2591"/>
                  </a:lnTo>
                  <a:lnTo>
                    <a:pt x="12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2"/>
            <p:cNvSpPr/>
            <p:nvPr/>
          </p:nvSpPr>
          <p:spPr>
            <a:xfrm>
              <a:off x="4024525" y="4064650"/>
              <a:ext cx="502450" cy="591925"/>
            </a:xfrm>
            <a:custGeom>
              <a:avLst/>
              <a:gdLst/>
              <a:ahLst/>
              <a:cxnLst/>
              <a:rect l="l" t="t" r="r" b="b"/>
              <a:pathLst>
                <a:path w="20098" h="23677" extrusionOk="0">
                  <a:moveTo>
                    <a:pt x="3454" y="0"/>
                  </a:moveTo>
                  <a:cubicBezTo>
                    <a:pt x="3144" y="0"/>
                    <a:pt x="2904" y="203"/>
                    <a:pt x="2710" y="483"/>
                  </a:cubicBezTo>
                  <a:cubicBezTo>
                    <a:pt x="2471" y="840"/>
                    <a:pt x="2591" y="1346"/>
                    <a:pt x="2978" y="1465"/>
                  </a:cubicBezTo>
                  <a:lnTo>
                    <a:pt x="9796" y="5306"/>
                  </a:lnTo>
                  <a:lnTo>
                    <a:pt x="9558" y="5931"/>
                  </a:lnTo>
                  <a:lnTo>
                    <a:pt x="2591" y="2448"/>
                  </a:lnTo>
                  <a:cubicBezTo>
                    <a:pt x="2486" y="2398"/>
                    <a:pt x="2377" y="2374"/>
                    <a:pt x="2272" y="2374"/>
                  </a:cubicBezTo>
                  <a:cubicBezTo>
                    <a:pt x="1631" y="2374"/>
                    <a:pt x="1160" y="3265"/>
                    <a:pt x="2978" y="4443"/>
                  </a:cubicBezTo>
                  <a:lnTo>
                    <a:pt x="8664" y="7539"/>
                  </a:lnTo>
                  <a:lnTo>
                    <a:pt x="8426" y="7926"/>
                  </a:lnTo>
                  <a:lnTo>
                    <a:pt x="2233" y="5693"/>
                  </a:lnTo>
                  <a:cubicBezTo>
                    <a:pt x="1975" y="5693"/>
                    <a:pt x="1505" y="5521"/>
                    <a:pt x="1186" y="5521"/>
                  </a:cubicBezTo>
                  <a:cubicBezTo>
                    <a:pt x="1026" y="5521"/>
                    <a:pt x="903" y="5564"/>
                    <a:pt x="864" y="5693"/>
                  </a:cubicBezTo>
                  <a:cubicBezTo>
                    <a:pt x="864" y="5693"/>
                    <a:pt x="119" y="6170"/>
                    <a:pt x="1727" y="7301"/>
                  </a:cubicBezTo>
                  <a:cubicBezTo>
                    <a:pt x="2233" y="7658"/>
                    <a:pt x="7444" y="10159"/>
                    <a:pt x="7444" y="10159"/>
                  </a:cubicBezTo>
                  <a:lnTo>
                    <a:pt x="6938" y="10517"/>
                  </a:lnTo>
                  <a:lnTo>
                    <a:pt x="1102" y="8909"/>
                  </a:lnTo>
                  <a:cubicBezTo>
                    <a:pt x="1039" y="8888"/>
                    <a:pt x="972" y="8878"/>
                    <a:pt x="903" y="8878"/>
                  </a:cubicBezTo>
                  <a:cubicBezTo>
                    <a:pt x="579" y="8878"/>
                    <a:pt x="217" y="9096"/>
                    <a:pt x="119" y="9415"/>
                  </a:cubicBezTo>
                  <a:cubicBezTo>
                    <a:pt x="0" y="9772"/>
                    <a:pt x="238" y="10278"/>
                    <a:pt x="625" y="10397"/>
                  </a:cubicBezTo>
                  <a:lnTo>
                    <a:pt x="6431" y="12869"/>
                  </a:lnTo>
                  <a:lnTo>
                    <a:pt x="8932" y="18347"/>
                  </a:lnTo>
                  <a:cubicBezTo>
                    <a:pt x="9409" y="19449"/>
                    <a:pt x="10302" y="20461"/>
                    <a:pt x="11404" y="21057"/>
                  </a:cubicBezTo>
                  <a:lnTo>
                    <a:pt x="17001" y="23677"/>
                  </a:lnTo>
                  <a:lnTo>
                    <a:pt x="20098" y="18228"/>
                  </a:lnTo>
                  <a:lnTo>
                    <a:pt x="16852" y="16590"/>
                  </a:lnTo>
                  <a:cubicBezTo>
                    <a:pt x="16852" y="16590"/>
                    <a:pt x="13875" y="5574"/>
                    <a:pt x="12773" y="4681"/>
                  </a:cubicBezTo>
                  <a:cubicBezTo>
                    <a:pt x="11791" y="4085"/>
                    <a:pt x="5836" y="1108"/>
                    <a:pt x="3841" y="96"/>
                  </a:cubicBezTo>
                  <a:cubicBezTo>
                    <a:pt x="3701" y="30"/>
                    <a:pt x="3573" y="0"/>
                    <a:pt x="3454"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2"/>
            <p:cNvSpPr/>
            <p:nvPr/>
          </p:nvSpPr>
          <p:spPr>
            <a:xfrm>
              <a:off x="4120550" y="4067025"/>
              <a:ext cx="325300" cy="406450"/>
            </a:xfrm>
            <a:custGeom>
              <a:avLst/>
              <a:gdLst/>
              <a:ahLst/>
              <a:cxnLst/>
              <a:rect l="l" t="t" r="r" b="b"/>
              <a:pathLst>
                <a:path w="13012" h="16258" extrusionOk="0">
                  <a:moveTo>
                    <a:pt x="0" y="1"/>
                  </a:moveTo>
                  <a:lnTo>
                    <a:pt x="119" y="120"/>
                  </a:lnTo>
                  <a:cubicBezTo>
                    <a:pt x="119" y="1"/>
                    <a:pt x="0" y="1"/>
                    <a:pt x="0" y="1"/>
                  </a:cubicBezTo>
                  <a:close/>
                  <a:moveTo>
                    <a:pt x="119" y="120"/>
                  </a:moveTo>
                  <a:lnTo>
                    <a:pt x="744" y="507"/>
                  </a:lnTo>
                  <a:lnTo>
                    <a:pt x="2858" y="1608"/>
                  </a:lnTo>
                  <a:lnTo>
                    <a:pt x="6074" y="3365"/>
                  </a:lnTo>
                  <a:lnTo>
                    <a:pt x="7950" y="4348"/>
                  </a:lnTo>
                  <a:lnTo>
                    <a:pt x="8426" y="4586"/>
                  </a:lnTo>
                  <a:lnTo>
                    <a:pt x="8694" y="4735"/>
                  </a:lnTo>
                  <a:cubicBezTo>
                    <a:pt x="8813" y="4735"/>
                    <a:pt x="8813" y="4735"/>
                    <a:pt x="8932" y="4854"/>
                  </a:cubicBezTo>
                  <a:cubicBezTo>
                    <a:pt x="9170" y="5092"/>
                    <a:pt x="9290" y="5479"/>
                    <a:pt x="9557" y="5717"/>
                  </a:cubicBezTo>
                  <a:cubicBezTo>
                    <a:pt x="10183" y="7087"/>
                    <a:pt x="10659" y="8456"/>
                    <a:pt x="11046" y="9796"/>
                  </a:cubicBezTo>
                  <a:cubicBezTo>
                    <a:pt x="11523" y="11166"/>
                    <a:pt x="11791" y="12297"/>
                    <a:pt x="12148" y="13280"/>
                  </a:cubicBezTo>
                  <a:lnTo>
                    <a:pt x="12773" y="15632"/>
                  </a:lnTo>
                  <a:cubicBezTo>
                    <a:pt x="12892" y="15900"/>
                    <a:pt x="12892" y="16138"/>
                    <a:pt x="13011" y="16257"/>
                  </a:cubicBezTo>
                  <a:cubicBezTo>
                    <a:pt x="13011" y="16138"/>
                    <a:pt x="12892" y="15900"/>
                    <a:pt x="12892" y="15632"/>
                  </a:cubicBezTo>
                  <a:cubicBezTo>
                    <a:pt x="12773" y="15007"/>
                    <a:pt x="12535" y="14262"/>
                    <a:pt x="12267" y="13280"/>
                  </a:cubicBezTo>
                  <a:cubicBezTo>
                    <a:pt x="12029" y="12297"/>
                    <a:pt x="11671" y="11047"/>
                    <a:pt x="11284" y="9796"/>
                  </a:cubicBezTo>
                  <a:cubicBezTo>
                    <a:pt x="10927" y="8308"/>
                    <a:pt x="10421" y="6968"/>
                    <a:pt x="9796" y="5598"/>
                  </a:cubicBezTo>
                  <a:cubicBezTo>
                    <a:pt x="9557" y="5211"/>
                    <a:pt x="9290" y="4973"/>
                    <a:pt x="9051" y="4586"/>
                  </a:cubicBezTo>
                  <a:cubicBezTo>
                    <a:pt x="9051" y="4586"/>
                    <a:pt x="8932" y="4467"/>
                    <a:pt x="8813" y="4467"/>
                  </a:cubicBezTo>
                  <a:lnTo>
                    <a:pt x="8545" y="4348"/>
                  </a:lnTo>
                  <a:lnTo>
                    <a:pt x="8069" y="4109"/>
                  </a:lnTo>
                  <a:lnTo>
                    <a:pt x="6193" y="3097"/>
                  </a:lnTo>
                  <a:lnTo>
                    <a:pt x="2977" y="1489"/>
                  </a:lnTo>
                  <a:lnTo>
                    <a:pt x="744" y="388"/>
                  </a:lnTo>
                  <a:lnTo>
                    <a:pt x="119" y="120"/>
                  </a:ln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2"/>
            <p:cNvSpPr/>
            <p:nvPr/>
          </p:nvSpPr>
          <p:spPr>
            <a:xfrm>
              <a:off x="4120550" y="3769275"/>
              <a:ext cx="359525" cy="124350"/>
            </a:xfrm>
            <a:custGeom>
              <a:avLst/>
              <a:gdLst/>
              <a:ahLst/>
              <a:cxnLst/>
              <a:rect l="l" t="t" r="r" b="b"/>
              <a:pathLst>
                <a:path w="14381" h="4974" extrusionOk="0">
                  <a:moveTo>
                    <a:pt x="0" y="1"/>
                  </a:moveTo>
                  <a:lnTo>
                    <a:pt x="0" y="1"/>
                  </a:lnTo>
                  <a:cubicBezTo>
                    <a:pt x="238" y="120"/>
                    <a:pt x="357" y="269"/>
                    <a:pt x="625" y="269"/>
                  </a:cubicBezTo>
                  <a:cubicBezTo>
                    <a:pt x="506" y="120"/>
                    <a:pt x="238" y="120"/>
                    <a:pt x="0" y="1"/>
                  </a:cubicBezTo>
                  <a:close/>
                  <a:moveTo>
                    <a:pt x="625" y="269"/>
                  </a:moveTo>
                  <a:lnTo>
                    <a:pt x="2114" y="864"/>
                  </a:lnTo>
                  <a:cubicBezTo>
                    <a:pt x="3484" y="1371"/>
                    <a:pt x="5210" y="1996"/>
                    <a:pt x="7205" y="2621"/>
                  </a:cubicBezTo>
                  <a:cubicBezTo>
                    <a:pt x="9170" y="3365"/>
                    <a:pt x="10927" y="3991"/>
                    <a:pt x="12267" y="4348"/>
                  </a:cubicBezTo>
                  <a:lnTo>
                    <a:pt x="13756" y="4854"/>
                  </a:lnTo>
                  <a:cubicBezTo>
                    <a:pt x="14024" y="4854"/>
                    <a:pt x="14262" y="4973"/>
                    <a:pt x="14381" y="4973"/>
                  </a:cubicBezTo>
                  <a:cubicBezTo>
                    <a:pt x="14262" y="4854"/>
                    <a:pt x="14024" y="4854"/>
                    <a:pt x="13905" y="4735"/>
                  </a:cubicBezTo>
                  <a:lnTo>
                    <a:pt x="12267" y="4229"/>
                  </a:lnTo>
                  <a:cubicBezTo>
                    <a:pt x="11046" y="3723"/>
                    <a:pt x="9290" y="3097"/>
                    <a:pt x="7324" y="2353"/>
                  </a:cubicBezTo>
                  <a:cubicBezTo>
                    <a:pt x="5330" y="1758"/>
                    <a:pt x="3484" y="1132"/>
                    <a:pt x="2233" y="745"/>
                  </a:cubicBezTo>
                  <a:lnTo>
                    <a:pt x="625" y="269"/>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9" name="Google Shape;2349;p52"/>
          <p:cNvGrpSpPr/>
          <p:nvPr/>
        </p:nvGrpSpPr>
        <p:grpSpPr>
          <a:xfrm>
            <a:off x="1279342" y="2310504"/>
            <a:ext cx="618961" cy="608669"/>
            <a:chOff x="2866317" y="3817357"/>
            <a:chExt cx="362920" cy="356865"/>
          </a:xfrm>
        </p:grpSpPr>
        <p:sp>
          <p:nvSpPr>
            <p:cNvPr id="2350" name="Google Shape;2350;p52"/>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2"/>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2"/>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3" name="Google Shape;2353;p52"/>
          <p:cNvSpPr txBox="1">
            <a:spLocks noGrp="1"/>
          </p:cNvSpPr>
          <p:nvPr>
            <p:ph type="subTitle" idx="4294967295"/>
          </p:nvPr>
        </p:nvSpPr>
        <p:spPr>
          <a:xfrm>
            <a:off x="709072" y="3659385"/>
            <a:ext cx="1759500" cy="81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t>Neptune is the farthest planet from the Sun</a:t>
            </a:r>
            <a:endParaRPr sz="1400"/>
          </a:p>
          <a:p>
            <a:pPr marL="0" lvl="0" indent="0" algn="ctr" rtl="0">
              <a:lnSpc>
                <a:spcPct val="100000"/>
              </a:lnSpc>
              <a:spcBef>
                <a:spcPts val="1600"/>
              </a:spcBef>
              <a:spcAft>
                <a:spcPts val="1600"/>
              </a:spcAft>
              <a:buNone/>
            </a:pPr>
            <a:endParaRPr sz="1400"/>
          </a:p>
        </p:txBody>
      </p:sp>
      <p:sp>
        <p:nvSpPr>
          <p:cNvPr id="2354" name="Google Shape;2354;p52"/>
          <p:cNvSpPr txBox="1">
            <a:spLocks noGrp="1"/>
          </p:cNvSpPr>
          <p:nvPr>
            <p:ph type="subTitle" idx="4294967295"/>
          </p:nvPr>
        </p:nvSpPr>
        <p:spPr>
          <a:xfrm>
            <a:off x="3147472" y="3120560"/>
            <a:ext cx="1759500" cy="81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solidFill>
                  <a:schemeClr val="lt2"/>
                </a:solidFill>
              </a:rPr>
              <a:t>Venus is terribly hot, even hotter than Mercury</a:t>
            </a:r>
            <a:endParaRPr sz="1400"/>
          </a:p>
          <a:p>
            <a:pPr marL="0" lvl="0" indent="0" algn="ctr" rtl="0">
              <a:lnSpc>
                <a:spcPct val="100000"/>
              </a:lnSpc>
              <a:spcBef>
                <a:spcPts val="1600"/>
              </a:spcBef>
              <a:spcAft>
                <a:spcPts val="1600"/>
              </a:spcAft>
              <a:buNone/>
            </a:pPr>
            <a:endParaRPr sz="1400"/>
          </a:p>
        </p:txBody>
      </p:sp>
      <p:grpSp>
        <p:nvGrpSpPr>
          <p:cNvPr id="2355" name="Google Shape;2355;p52"/>
          <p:cNvGrpSpPr/>
          <p:nvPr/>
        </p:nvGrpSpPr>
        <p:grpSpPr>
          <a:xfrm>
            <a:off x="3717542" y="1771430"/>
            <a:ext cx="619360" cy="609168"/>
            <a:chOff x="3314750" y="3817357"/>
            <a:chExt cx="362920" cy="356865"/>
          </a:xfrm>
        </p:grpSpPr>
        <p:sp>
          <p:nvSpPr>
            <p:cNvPr id="2356" name="Google Shape;2356;p52"/>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2"/>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2"/>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2"/>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2"/>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1" name="Google Shape;2361;p52"/>
          <p:cNvSpPr txBox="1">
            <a:spLocks noGrp="1"/>
          </p:cNvSpPr>
          <p:nvPr>
            <p:ph type="subTitle" idx="4294967295"/>
          </p:nvPr>
        </p:nvSpPr>
        <p:spPr>
          <a:xfrm>
            <a:off x="5585872" y="2587160"/>
            <a:ext cx="1759500" cy="81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solidFill>
                  <a:schemeClr val="lt2"/>
                </a:solidFill>
              </a:rPr>
              <a:t>It’s the smallest planet in the Solar System</a:t>
            </a:r>
            <a:endParaRPr sz="1400"/>
          </a:p>
          <a:p>
            <a:pPr marL="0" lvl="0" indent="0" algn="ctr" rtl="0">
              <a:lnSpc>
                <a:spcPct val="100000"/>
              </a:lnSpc>
              <a:spcBef>
                <a:spcPts val="1600"/>
              </a:spcBef>
              <a:spcAft>
                <a:spcPts val="1600"/>
              </a:spcAft>
              <a:buNone/>
            </a:pPr>
            <a:endParaRPr sz="1400"/>
          </a:p>
        </p:txBody>
      </p:sp>
      <p:grpSp>
        <p:nvGrpSpPr>
          <p:cNvPr id="2362" name="Google Shape;2362;p52"/>
          <p:cNvGrpSpPr/>
          <p:nvPr/>
        </p:nvGrpSpPr>
        <p:grpSpPr>
          <a:xfrm>
            <a:off x="6161927" y="1244357"/>
            <a:ext cx="607391" cy="596517"/>
            <a:chOff x="4211985" y="3817357"/>
            <a:chExt cx="362947" cy="356576"/>
          </a:xfrm>
        </p:grpSpPr>
        <p:sp>
          <p:nvSpPr>
            <p:cNvPr id="2363" name="Google Shape;2363;p52"/>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2"/>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2"/>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6" name="Google Shape;2366;p52"/>
          <p:cNvSpPr txBox="1">
            <a:spLocks noGrp="1"/>
          </p:cNvSpPr>
          <p:nvPr>
            <p:ph type="title" idx="4294967295"/>
          </p:nvPr>
        </p:nvSpPr>
        <p:spPr>
          <a:xfrm>
            <a:off x="709072" y="3139310"/>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FACEBOOK</a:t>
            </a:r>
            <a:endParaRPr sz="1800"/>
          </a:p>
        </p:txBody>
      </p:sp>
      <p:sp>
        <p:nvSpPr>
          <p:cNvPr id="2367" name="Google Shape;2367;p52"/>
          <p:cNvSpPr txBox="1">
            <a:spLocks noGrp="1"/>
          </p:cNvSpPr>
          <p:nvPr>
            <p:ph type="title" idx="4294967295"/>
          </p:nvPr>
        </p:nvSpPr>
        <p:spPr>
          <a:xfrm>
            <a:off x="3147472" y="2605910"/>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INSTAGRAM</a:t>
            </a:r>
            <a:endParaRPr sz="1800"/>
          </a:p>
        </p:txBody>
      </p:sp>
      <p:sp>
        <p:nvSpPr>
          <p:cNvPr id="2368" name="Google Shape;2368;p52"/>
          <p:cNvSpPr txBox="1">
            <a:spLocks noGrp="1"/>
          </p:cNvSpPr>
          <p:nvPr>
            <p:ph type="title" idx="4294967295"/>
          </p:nvPr>
        </p:nvSpPr>
        <p:spPr>
          <a:xfrm>
            <a:off x="5585872" y="2062985"/>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TWITTER</a:t>
            </a:r>
            <a:endParaRPr sz="180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372"/>
        <p:cNvGrpSpPr/>
        <p:nvPr/>
      </p:nvGrpSpPr>
      <p:grpSpPr>
        <a:xfrm>
          <a:off x="0" y="0"/>
          <a:ext cx="0" cy="0"/>
          <a:chOff x="0" y="0"/>
          <a:chExt cx="0" cy="0"/>
        </a:xfrm>
      </p:grpSpPr>
      <p:grpSp>
        <p:nvGrpSpPr>
          <p:cNvPr id="2373" name="Google Shape;2373;p53"/>
          <p:cNvGrpSpPr/>
          <p:nvPr/>
        </p:nvGrpSpPr>
        <p:grpSpPr>
          <a:xfrm>
            <a:off x="452400" y="1233650"/>
            <a:ext cx="8239200" cy="3639400"/>
            <a:chOff x="452400" y="1233650"/>
            <a:chExt cx="8239200" cy="3639400"/>
          </a:xfrm>
        </p:grpSpPr>
        <p:sp>
          <p:nvSpPr>
            <p:cNvPr id="2374" name="Google Shape;2374;p53"/>
            <p:cNvSpPr/>
            <p:nvPr/>
          </p:nvSpPr>
          <p:spPr>
            <a:xfrm>
              <a:off x="452400" y="1233650"/>
              <a:ext cx="8239200" cy="3486900"/>
            </a:xfrm>
            <a:prstGeom prst="roundRect">
              <a:avLst>
                <a:gd name="adj" fmla="val 1185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3"/>
            <p:cNvSpPr/>
            <p:nvPr/>
          </p:nvSpPr>
          <p:spPr>
            <a:xfrm>
              <a:off x="583800" y="1364670"/>
              <a:ext cx="7976400" cy="3228600"/>
            </a:xfrm>
            <a:prstGeom prst="roundRect">
              <a:avLst>
                <a:gd name="adj" fmla="val 11237"/>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3"/>
            <p:cNvSpPr/>
            <p:nvPr/>
          </p:nvSpPr>
          <p:spPr>
            <a:xfrm>
              <a:off x="1857450" y="4625550"/>
              <a:ext cx="5429100" cy="2475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7" name="Google Shape;2377;p53"/>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 SHARING PLAN</a:t>
            </a:r>
            <a:endParaRPr/>
          </a:p>
        </p:txBody>
      </p:sp>
      <p:graphicFrame>
        <p:nvGraphicFramePr>
          <p:cNvPr id="2378" name="Google Shape;2378;p53"/>
          <p:cNvGraphicFramePr/>
          <p:nvPr/>
        </p:nvGraphicFramePr>
        <p:xfrm>
          <a:off x="1005700" y="2148470"/>
          <a:ext cx="3000000" cy="3000000"/>
        </p:xfrm>
        <a:graphic>
          <a:graphicData uri="http://schemas.openxmlformats.org/drawingml/2006/table">
            <a:tbl>
              <a:tblPr>
                <a:noFill/>
                <a:tableStyleId>{06C9BFDA-D533-4318-A00A-715C373CFB32}</a:tableStyleId>
              </a:tblPr>
              <a:tblGrid>
                <a:gridCol w="1809750">
                  <a:extLst>
                    <a:ext uri="{9D8B030D-6E8A-4147-A177-3AD203B41FA5}">
                      <a16:colId xmlns:a16="http://schemas.microsoft.com/office/drawing/2014/main" val="20000"/>
                    </a:ext>
                  </a:extLst>
                </a:gridCol>
                <a:gridCol w="1809750">
                  <a:extLst>
                    <a:ext uri="{9D8B030D-6E8A-4147-A177-3AD203B41FA5}">
                      <a16:colId xmlns:a16="http://schemas.microsoft.com/office/drawing/2014/main" val="20001"/>
                    </a:ext>
                  </a:extLst>
                </a:gridCol>
                <a:gridCol w="1809750">
                  <a:extLst>
                    <a:ext uri="{9D8B030D-6E8A-4147-A177-3AD203B41FA5}">
                      <a16:colId xmlns:a16="http://schemas.microsoft.com/office/drawing/2014/main" val="20002"/>
                    </a:ext>
                  </a:extLst>
                </a:gridCol>
                <a:gridCol w="1809750">
                  <a:extLst>
                    <a:ext uri="{9D8B030D-6E8A-4147-A177-3AD203B41FA5}">
                      <a16:colId xmlns:a16="http://schemas.microsoft.com/office/drawing/2014/main" val="20003"/>
                    </a:ext>
                  </a:extLst>
                </a:gridCol>
              </a:tblGrid>
              <a:tr h="377450">
                <a:tc>
                  <a:txBody>
                    <a:bodyPr/>
                    <a:lstStyle/>
                    <a:p>
                      <a:pPr marL="0" lvl="0" indent="0" algn="ctr" rtl="0">
                        <a:spcBef>
                          <a:spcPts val="0"/>
                        </a:spcBef>
                        <a:spcAft>
                          <a:spcPts val="0"/>
                        </a:spcAft>
                        <a:buNone/>
                      </a:pPr>
                      <a:r>
                        <a:rPr lang="en" sz="1600">
                          <a:solidFill>
                            <a:schemeClr val="accent2"/>
                          </a:solidFill>
                          <a:latin typeface="Gugi"/>
                          <a:ea typeface="Gugi"/>
                          <a:cs typeface="Gugi"/>
                          <a:sym typeface="Gugi"/>
                        </a:rPr>
                        <a:t>MONDAY</a:t>
                      </a:r>
                      <a:endParaRPr sz="1600">
                        <a:solidFill>
                          <a:schemeClr val="accent2"/>
                        </a:solidFill>
                        <a:latin typeface="Gugi"/>
                        <a:ea typeface="Gugi"/>
                        <a:cs typeface="Gugi"/>
                        <a:sym typeface="Gugi"/>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2 stories</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1 post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377450">
                <a:tc>
                  <a:txBody>
                    <a:bodyPr/>
                    <a:lstStyle/>
                    <a:p>
                      <a:pPr marL="0" lvl="0" indent="0" algn="ctr" rtl="0">
                        <a:spcBef>
                          <a:spcPts val="0"/>
                        </a:spcBef>
                        <a:spcAft>
                          <a:spcPts val="0"/>
                        </a:spcAft>
                        <a:buNone/>
                      </a:pPr>
                      <a:r>
                        <a:rPr lang="en" sz="1600">
                          <a:solidFill>
                            <a:schemeClr val="accent2"/>
                          </a:solidFill>
                          <a:latin typeface="Gugi"/>
                          <a:ea typeface="Gugi"/>
                          <a:cs typeface="Gugi"/>
                          <a:sym typeface="Gugi"/>
                        </a:rPr>
                        <a:t>TUESDAY</a:t>
                      </a:r>
                      <a:endParaRPr sz="1600">
                        <a:solidFill>
                          <a:schemeClr val="accent2"/>
                        </a:solidFill>
                        <a:latin typeface="Gugi"/>
                        <a:ea typeface="Gugi"/>
                        <a:cs typeface="Gugi"/>
                        <a:sym typeface="Gugi"/>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2 posts</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377450">
                <a:tc>
                  <a:txBody>
                    <a:bodyPr/>
                    <a:lstStyle/>
                    <a:p>
                      <a:pPr marL="0" lvl="0" indent="0" algn="ctr" rtl="0">
                        <a:spcBef>
                          <a:spcPts val="0"/>
                        </a:spcBef>
                        <a:spcAft>
                          <a:spcPts val="0"/>
                        </a:spcAft>
                        <a:buNone/>
                      </a:pPr>
                      <a:r>
                        <a:rPr lang="en" sz="1600">
                          <a:solidFill>
                            <a:schemeClr val="accent2"/>
                          </a:solidFill>
                          <a:latin typeface="Gugi"/>
                          <a:ea typeface="Gugi"/>
                          <a:cs typeface="Gugi"/>
                          <a:sym typeface="Gugi"/>
                        </a:rPr>
                        <a:t>WEDNESDAY</a:t>
                      </a:r>
                      <a:endParaRPr sz="1600">
                        <a:solidFill>
                          <a:schemeClr val="accent2"/>
                        </a:solidFill>
                        <a:latin typeface="Gugi"/>
                        <a:ea typeface="Gugi"/>
                        <a:cs typeface="Gugi"/>
                        <a:sym typeface="Gugi"/>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1 story + 1 post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377450">
                <a:tc>
                  <a:txBody>
                    <a:bodyPr/>
                    <a:lstStyle/>
                    <a:p>
                      <a:pPr marL="0" lvl="0" indent="0" algn="ctr" rtl="0">
                        <a:spcBef>
                          <a:spcPts val="0"/>
                        </a:spcBef>
                        <a:spcAft>
                          <a:spcPts val="0"/>
                        </a:spcAft>
                        <a:buNone/>
                      </a:pPr>
                      <a:r>
                        <a:rPr lang="en" sz="1600">
                          <a:solidFill>
                            <a:schemeClr val="accent2"/>
                          </a:solidFill>
                          <a:latin typeface="Gugi"/>
                          <a:ea typeface="Gugi"/>
                          <a:cs typeface="Gugi"/>
                          <a:sym typeface="Gugi"/>
                        </a:rPr>
                        <a:t>THURSDAY</a:t>
                      </a:r>
                      <a:endParaRPr sz="1600">
                        <a:solidFill>
                          <a:schemeClr val="accent2"/>
                        </a:solidFill>
                        <a:latin typeface="Gugi"/>
                        <a:ea typeface="Gugi"/>
                        <a:cs typeface="Gugi"/>
                        <a:sym typeface="Gugi"/>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1 story</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377450">
                <a:tc>
                  <a:txBody>
                    <a:bodyPr/>
                    <a:lstStyle/>
                    <a:p>
                      <a:pPr marL="0" lvl="0" indent="0" algn="ctr" rtl="0">
                        <a:spcBef>
                          <a:spcPts val="0"/>
                        </a:spcBef>
                        <a:spcAft>
                          <a:spcPts val="0"/>
                        </a:spcAft>
                        <a:buNone/>
                      </a:pPr>
                      <a:r>
                        <a:rPr lang="en" sz="1600">
                          <a:solidFill>
                            <a:schemeClr val="accent2"/>
                          </a:solidFill>
                          <a:latin typeface="Gugi"/>
                          <a:ea typeface="Gugi"/>
                          <a:cs typeface="Gugi"/>
                          <a:sym typeface="Gugi"/>
                        </a:rPr>
                        <a:t>FRIDAY</a:t>
                      </a:r>
                      <a:endParaRPr sz="1600">
                        <a:solidFill>
                          <a:schemeClr val="accent2"/>
                        </a:solidFill>
                        <a:latin typeface="Gugi"/>
                        <a:ea typeface="Gugi"/>
                        <a:cs typeface="Gugi"/>
                        <a:sym typeface="Gugi"/>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1 post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2"/>
                          </a:solidFill>
                          <a:latin typeface="Spartan"/>
                          <a:ea typeface="Spartan"/>
                          <a:cs typeface="Spartan"/>
                          <a:sym typeface="Spartan"/>
                        </a:rPr>
                        <a:t>1 post</a:t>
                      </a:r>
                      <a:endParaRPr>
                        <a:solidFill>
                          <a:schemeClr val="lt2"/>
                        </a:solidFill>
                        <a:latin typeface="Spartan"/>
                        <a:ea typeface="Spartan"/>
                        <a:cs typeface="Spartan"/>
                        <a:sym typeface="Spartan"/>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2"/>
                    </a:solidFill>
                  </a:tcPr>
                </a:tc>
                <a:extLst>
                  <a:ext uri="{0D108BD9-81ED-4DB2-BD59-A6C34878D82A}">
                    <a16:rowId xmlns:a16="http://schemas.microsoft.com/office/drawing/2014/main" val="10004"/>
                  </a:ext>
                </a:extLst>
              </a:tr>
            </a:tbl>
          </a:graphicData>
        </a:graphic>
      </p:graphicFrame>
      <p:grpSp>
        <p:nvGrpSpPr>
          <p:cNvPr id="2379" name="Google Shape;2379;p53"/>
          <p:cNvGrpSpPr/>
          <p:nvPr/>
        </p:nvGrpSpPr>
        <p:grpSpPr>
          <a:xfrm>
            <a:off x="3530615" y="1652454"/>
            <a:ext cx="363066" cy="357008"/>
            <a:chOff x="2866317" y="3817357"/>
            <a:chExt cx="362920" cy="356865"/>
          </a:xfrm>
        </p:grpSpPr>
        <p:sp>
          <p:nvSpPr>
            <p:cNvPr id="2380" name="Google Shape;2380;p53"/>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3"/>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3"/>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 name="Google Shape;2383;p53"/>
          <p:cNvGrpSpPr/>
          <p:nvPr/>
        </p:nvGrpSpPr>
        <p:grpSpPr>
          <a:xfrm>
            <a:off x="5334059" y="1652454"/>
            <a:ext cx="363066" cy="357008"/>
            <a:chOff x="3314750" y="3817357"/>
            <a:chExt cx="362920" cy="356865"/>
          </a:xfrm>
        </p:grpSpPr>
        <p:sp>
          <p:nvSpPr>
            <p:cNvPr id="2384" name="Google Shape;2384;p53"/>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3"/>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3"/>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3"/>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3"/>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 name="Google Shape;2389;p53"/>
          <p:cNvGrpSpPr/>
          <p:nvPr/>
        </p:nvGrpSpPr>
        <p:grpSpPr>
          <a:xfrm>
            <a:off x="7164862" y="1654453"/>
            <a:ext cx="361858" cy="355328"/>
            <a:chOff x="4211985" y="3817357"/>
            <a:chExt cx="362947" cy="356576"/>
          </a:xfrm>
        </p:grpSpPr>
        <p:sp>
          <p:nvSpPr>
            <p:cNvPr id="2390" name="Google Shape;2390;p53"/>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3"/>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3"/>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96"/>
        <p:cNvGrpSpPr/>
        <p:nvPr/>
      </p:nvGrpSpPr>
      <p:grpSpPr>
        <a:xfrm>
          <a:off x="0" y="0"/>
          <a:ext cx="0" cy="0"/>
          <a:chOff x="0" y="0"/>
          <a:chExt cx="0" cy="0"/>
        </a:xfrm>
      </p:grpSpPr>
      <p:sp>
        <p:nvSpPr>
          <p:cNvPr id="2397" name="Google Shape;2397;p54"/>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CALENDAR</a:t>
            </a:r>
            <a:endParaRPr/>
          </a:p>
        </p:txBody>
      </p:sp>
      <p:sp>
        <p:nvSpPr>
          <p:cNvPr id="2398" name="Google Shape;2398;p54"/>
          <p:cNvSpPr txBox="1">
            <a:spLocks noGrp="1"/>
          </p:cNvSpPr>
          <p:nvPr>
            <p:ph type="subTitle" idx="4294967295"/>
          </p:nvPr>
        </p:nvSpPr>
        <p:spPr>
          <a:xfrm>
            <a:off x="305100" y="2279380"/>
            <a:ext cx="1759500" cy="3963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400"/>
              <a:t>Week 1</a:t>
            </a:r>
            <a:endParaRPr sz="1400"/>
          </a:p>
        </p:txBody>
      </p:sp>
      <p:sp>
        <p:nvSpPr>
          <p:cNvPr id="2399" name="Google Shape;2399;p54"/>
          <p:cNvSpPr txBox="1">
            <a:spLocks noGrp="1"/>
          </p:cNvSpPr>
          <p:nvPr>
            <p:ph type="subTitle" idx="4294967295"/>
          </p:nvPr>
        </p:nvSpPr>
        <p:spPr>
          <a:xfrm>
            <a:off x="7079400" y="3221905"/>
            <a:ext cx="1759500" cy="396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t>Week 2</a:t>
            </a:r>
            <a:endParaRPr sz="1400"/>
          </a:p>
        </p:txBody>
      </p:sp>
      <p:sp>
        <p:nvSpPr>
          <p:cNvPr id="2400" name="Google Shape;2400;p54"/>
          <p:cNvSpPr txBox="1">
            <a:spLocks noGrp="1"/>
          </p:cNvSpPr>
          <p:nvPr>
            <p:ph type="title" idx="4294967295"/>
          </p:nvPr>
        </p:nvSpPr>
        <p:spPr>
          <a:xfrm>
            <a:off x="2866610" y="3584684"/>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Day 4</a:t>
            </a:r>
            <a:endParaRPr sz="1800"/>
          </a:p>
        </p:txBody>
      </p:sp>
      <p:sp>
        <p:nvSpPr>
          <p:cNvPr id="2401" name="Google Shape;2401;p54"/>
          <p:cNvSpPr txBox="1">
            <a:spLocks noGrp="1"/>
          </p:cNvSpPr>
          <p:nvPr>
            <p:ph type="subTitle" idx="4294967295"/>
          </p:nvPr>
        </p:nvSpPr>
        <p:spPr>
          <a:xfrm>
            <a:off x="2866615" y="3947308"/>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400"/>
              <a:t>Venus has a beautiful name</a:t>
            </a:r>
            <a:endParaRPr sz="1400"/>
          </a:p>
          <a:p>
            <a:pPr marL="0" lvl="0" indent="0" algn="l" rtl="0">
              <a:lnSpc>
                <a:spcPct val="100000"/>
              </a:lnSpc>
              <a:spcBef>
                <a:spcPts val="1600"/>
              </a:spcBef>
              <a:spcAft>
                <a:spcPts val="0"/>
              </a:spcAft>
              <a:buNone/>
            </a:pPr>
            <a:endParaRPr sz="1400"/>
          </a:p>
          <a:p>
            <a:pPr marL="0" lvl="0" indent="0" algn="ctr" rtl="0">
              <a:lnSpc>
                <a:spcPct val="100000"/>
              </a:lnSpc>
              <a:spcBef>
                <a:spcPts val="1600"/>
              </a:spcBef>
              <a:spcAft>
                <a:spcPts val="1600"/>
              </a:spcAft>
              <a:buNone/>
            </a:pPr>
            <a:endParaRPr sz="1400"/>
          </a:p>
        </p:txBody>
      </p:sp>
      <p:sp>
        <p:nvSpPr>
          <p:cNvPr id="2402" name="Google Shape;2402;p54"/>
          <p:cNvSpPr txBox="1">
            <a:spLocks noGrp="1"/>
          </p:cNvSpPr>
          <p:nvPr>
            <p:ph type="title" idx="4294967295"/>
          </p:nvPr>
        </p:nvSpPr>
        <p:spPr>
          <a:xfrm>
            <a:off x="4662915" y="3584692"/>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Day 6</a:t>
            </a:r>
            <a:endParaRPr sz="1800"/>
          </a:p>
        </p:txBody>
      </p:sp>
      <p:sp>
        <p:nvSpPr>
          <p:cNvPr id="2403" name="Google Shape;2403;p54"/>
          <p:cNvSpPr txBox="1">
            <a:spLocks noGrp="1"/>
          </p:cNvSpPr>
          <p:nvPr>
            <p:ph type="subTitle" idx="4294967295"/>
          </p:nvPr>
        </p:nvSpPr>
        <p:spPr>
          <a:xfrm>
            <a:off x="4662920" y="3947314"/>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Mercury is the smallest planet</a:t>
            </a:r>
            <a:endParaRPr sz="1400"/>
          </a:p>
        </p:txBody>
      </p:sp>
      <p:sp>
        <p:nvSpPr>
          <p:cNvPr id="2404" name="Google Shape;2404;p54"/>
          <p:cNvSpPr txBox="1">
            <a:spLocks noGrp="1"/>
          </p:cNvSpPr>
          <p:nvPr>
            <p:ph type="title" idx="4294967295"/>
          </p:nvPr>
        </p:nvSpPr>
        <p:spPr>
          <a:xfrm>
            <a:off x="1837833" y="1286127"/>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Day 1</a:t>
            </a:r>
            <a:endParaRPr sz="1800"/>
          </a:p>
        </p:txBody>
      </p:sp>
      <p:sp>
        <p:nvSpPr>
          <p:cNvPr id="2405" name="Google Shape;2405;p54"/>
          <p:cNvSpPr txBox="1">
            <a:spLocks noGrp="1"/>
          </p:cNvSpPr>
          <p:nvPr>
            <p:ph type="subTitle" idx="4294967295"/>
          </p:nvPr>
        </p:nvSpPr>
        <p:spPr>
          <a:xfrm>
            <a:off x="1837838" y="1647855"/>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Jupiter is the biggest planet </a:t>
            </a:r>
            <a:endParaRPr sz="1400"/>
          </a:p>
        </p:txBody>
      </p:sp>
      <p:sp>
        <p:nvSpPr>
          <p:cNvPr id="2406" name="Google Shape;2406;p54"/>
          <p:cNvSpPr txBox="1">
            <a:spLocks noGrp="1"/>
          </p:cNvSpPr>
          <p:nvPr>
            <p:ph type="title" idx="4294967295"/>
          </p:nvPr>
        </p:nvSpPr>
        <p:spPr>
          <a:xfrm>
            <a:off x="3582495" y="1286127"/>
            <a:ext cx="1759500" cy="48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t>Day 3</a:t>
            </a:r>
            <a:endParaRPr sz="1800"/>
          </a:p>
        </p:txBody>
      </p:sp>
      <p:sp>
        <p:nvSpPr>
          <p:cNvPr id="2407" name="Google Shape;2407;p54"/>
          <p:cNvSpPr txBox="1">
            <a:spLocks noGrp="1"/>
          </p:cNvSpPr>
          <p:nvPr>
            <p:ph type="subTitle" idx="4294967295"/>
          </p:nvPr>
        </p:nvSpPr>
        <p:spPr>
          <a:xfrm>
            <a:off x="3582500" y="1647855"/>
            <a:ext cx="1759500" cy="610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1400"/>
              <a:t>Mars is a cold place</a:t>
            </a:r>
            <a:endParaRPr sz="1400"/>
          </a:p>
        </p:txBody>
      </p:sp>
      <p:cxnSp>
        <p:nvCxnSpPr>
          <p:cNvPr id="2408" name="Google Shape;2408;p54"/>
          <p:cNvCxnSpPr/>
          <p:nvPr/>
        </p:nvCxnSpPr>
        <p:spPr>
          <a:xfrm rot="10800000" flipH="1">
            <a:off x="5536863" y="2625500"/>
            <a:ext cx="1267800" cy="913200"/>
          </a:xfrm>
          <a:prstGeom prst="straightConnector1">
            <a:avLst/>
          </a:prstGeom>
          <a:noFill/>
          <a:ln w="19050" cap="flat" cmpd="sng">
            <a:solidFill>
              <a:schemeClr val="accent1"/>
            </a:solidFill>
            <a:prstDash val="solid"/>
            <a:round/>
            <a:headEnd type="none" w="med" len="med"/>
            <a:tailEnd type="none" w="med" len="med"/>
          </a:ln>
        </p:spPr>
      </p:cxnSp>
      <p:cxnSp>
        <p:nvCxnSpPr>
          <p:cNvPr id="2409" name="Google Shape;2409;p54"/>
          <p:cNvCxnSpPr/>
          <p:nvPr/>
        </p:nvCxnSpPr>
        <p:spPr>
          <a:xfrm rot="10800000" flipH="1">
            <a:off x="1482138" y="2338561"/>
            <a:ext cx="1240200" cy="895500"/>
          </a:xfrm>
          <a:prstGeom prst="straightConnector1">
            <a:avLst/>
          </a:prstGeom>
          <a:noFill/>
          <a:ln w="19050" cap="flat" cmpd="sng">
            <a:solidFill>
              <a:schemeClr val="accent1"/>
            </a:solidFill>
            <a:prstDash val="solid"/>
            <a:round/>
            <a:headEnd type="none" w="med" len="med"/>
            <a:tailEnd type="none" w="med" len="med"/>
          </a:ln>
        </p:spPr>
      </p:cxnSp>
      <p:cxnSp>
        <p:nvCxnSpPr>
          <p:cNvPr id="2410" name="Google Shape;2410;p54"/>
          <p:cNvCxnSpPr/>
          <p:nvPr/>
        </p:nvCxnSpPr>
        <p:spPr>
          <a:xfrm rot="10800000" flipH="1">
            <a:off x="3246644" y="2338261"/>
            <a:ext cx="1216500" cy="895800"/>
          </a:xfrm>
          <a:prstGeom prst="straightConnector1">
            <a:avLst/>
          </a:prstGeom>
          <a:noFill/>
          <a:ln w="19050" cap="flat" cmpd="sng">
            <a:solidFill>
              <a:schemeClr val="accent1"/>
            </a:solidFill>
            <a:prstDash val="solid"/>
            <a:round/>
            <a:headEnd type="none" w="med" len="med"/>
            <a:tailEnd type="none" w="med" len="med"/>
          </a:ln>
        </p:spPr>
      </p:cxnSp>
      <p:cxnSp>
        <p:nvCxnSpPr>
          <p:cNvPr id="2411" name="Google Shape;2411;p54"/>
          <p:cNvCxnSpPr>
            <a:stCxn id="2398" idx="2"/>
          </p:cNvCxnSpPr>
          <p:nvPr/>
        </p:nvCxnSpPr>
        <p:spPr>
          <a:xfrm>
            <a:off x="1184850" y="2675680"/>
            <a:ext cx="6518400" cy="0"/>
          </a:xfrm>
          <a:prstGeom prst="straightConnector1">
            <a:avLst/>
          </a:prstGeom>
          <a:noFill/>
          <a:ln w="19050" cap="flat" cmpd="sng">
            <a:solidFill>
              <a:schemeClr val="accent1"/>
            </a:solidFill>
            <a:prstDash val="solid"/>
            <a:round/>
            <a:headEnd type="none" w="med" len="med"/>
            <a:tailEnd type="none" w="med" len="med"/>
          </a:ln>
        </p:spPr>
      </p:cxnSp>
      <p:cxnSp>
        <p:nvCxnSpPr>
          <p:cNvPr id="2412" name="Google Shape;2412;p54"/>
          <p:cNvCxnSpPr>
            <a:stCxn id="2399" idx="0"/>
            <a:endCxn id="2413" idx="6"/>
          </p:cNvCxnSpPr>
          <p:nvPr/>
        </p:nvCxnSpPr>
        <p:spPr>
          <a:xfrm rot="10800000">
            <a:off x="1594650" y="3205705"/>
            <a:ext cx="6364500" cy="16200"/>
          </a:xfrm>
          <a:prstGeom prst="straightConnector1">
            <a:avLst/>
          </a:prstGeom>
          <a:noFill/>
          <a:ln w="19050" cap="flat" cmpd="sng">
            <a:solidFill>
              <a:schemeClr val="accent1"/>
            </a:solidFill>
            <a:prstDash val="solid"/>
            <a:round/>
            <a:headEnd type="none" w="med" len="med"/>
            <a:tailEnd type="none" w="med" len="med"/>
          </a:ln>
        </p:spPr>
      </p:cxnSp>
      <p:cxnSp>
        <p:nvCxnSpPr>
          <p:cNvPr id="2414" name="Google Shape;2414;p54"/>
          <p:cNvCxnSpPr/>
          <p:nvPr/>
        </p:nvCxnSpPr>
        <p:spPr>
          <a:xfrm rot="10800000" flipH="1">
            <a:off x="3741400" y="2625500"/>
            <a:ext cx="1267800" cy="913200"/>
          </a:xfrm>
          <a:prstGeom prst="straightConnector1">
            <a:avLst/>
          </a:prstGeom>
          <a:noFill/>
          <a:ln w="19050" cap="flat" cmpd="sng">
            <a:solidFill>
              <a:schemeClr val="accent1"/>
            </a:solidFill>
            <a:prstDash val="solid"/>
            <a:round/>
            <a:headEnd type="none" w="med" len="med"/>
            <a:tailEnd type="none" w="med" len="med"/>
          </a:ln>
        </p:spPr>
      </p:cxnSp>
      <p:sp>
        <p:nvSpPr>
          <p:cNvPr id="2415" name="Google Shape;2415;p54"/>
          <p:cNvSpPr/>
          <p:nvPr/>
        </p:nvSpPr>
        <p:spPr>
          <a:xfrm>
            <a:off x="2158779" y="2575811"/>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4"/>
          <p:cNvSpPr/>
          <p:nvPr/>
        </p:nvSpPr>
        <p:spPr>
          <a:xfrm>
            <a:off x="3060437" y="2575811"/>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4"/>
          <p:cNvSpPr/>
          <p:nvPr/>
        </p:nvSpPr>
        <p:spPr>
          <a:xfrm>
            <a:off x="3962096" y="2575811"/>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8" name="Google Shape;2418;p54"/>
          <p:cNvGrpSpPr/>
          <p:nvPr/>
        </p:nvGrpSpPr>
        <p:grpSpPr>
          <a:xfrm>
            <a:off x="3190695" y="3109211"/>
            <a:ext cx="2898176" cy="192900"/>
            <a:chOff x="-1828280" y="678823"/>
            <a:chExt cx="2898176" cy="192900"/>
          </a:xfrm>
        </p:grpSpPr>
        <p:sp>
          <p:nvSpPr>
            <p:cNvPr id="2419" name="Google Shape;2419;p54"/>
            <p:cNvSpPr/>
            <p:nvPr/>
          </p:nvSpPr>
          <p:spPr>
            <a:xfrm>
              <a:off x="-1828280" y="678823"/>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4"/>
            <p:cNvSpPr/>
            <p:nvPr/>
          </p:nvSpPr>
          <p:spPr>
            <a:xfrm>
              <a:off x="-926621" y="678823"/>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4"/>
            <p:cNvSpPr/>
            <p:nvPr/>
          </p:nvSpPr>
          <p:spPr>
            <a:xfrm>
              <a:off x="-24963" y="678823"/>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4"/>
            <p:cNvSpPr/>
            <p:nvPr/>
          </p:nvSpPr>
          <p:spPr>
            <a:xfrm>
              <a:off x="876696" y="678823"/>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3" name="Google Shape;2423;p54"/>
          <p:cNvSpPr/>
          <p:nvPr/>
        </p:nvSpPr>
        <p:spPr>
          <a:xfrm>
            <a:off x="6826029" y="3109211"/>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4" name="Google Shape;2424;p54"/>
          <p:cNvGrpSpPr/>
          <p:nvPr/>
        </p:nvGrpSpPr>
        <p:grpSpPr>
          <a:xfrm>
            <a:off x="3952100" y="2575811"/>
            <a:ext cx="2898176" cy="192900"/>
            <a:chOff x="-1828280" y="678823"/>
            <a:chExt cx="2898176" cy="192900"/>
          </a:xfrm>
        </p:grpSpPr>
        <p:sp>
          <p:nvSpPr>
            <p:cNvPr id="2425" name="Google Shape;2425;p54"/>
            <p:cNvSpPr/>
            <p:nvPr/>
          </p:nvSpPr>
          <p:spPr>
            <a:xfrm>
              <a:off x="-1828280" y="678823"/>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4"/>
            <p:cNvSpPr/>
            <p:nvPr/>
          </p:nvSpPr>
          <p:spPr>
            <a:xfrm>
              <a:off x="-926621" y="678823"/>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4"/>
            <p:cNvSpPr/>
            <p:nvPr/>
          </p:nvSpPr>
          <p:spPr>
            <a:xfrm>
              <a:off x="-24963" y="678823"/>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4"/>
            <p:cNvSpPr/>
            <p:nvPr/>
          </p:nvSpPr>
          <p:spPr>
            <a:xfrm>
              <a:off x="876696" y="678823"/>
              <a:ext cx="193200" cy="192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3" name="Google Shape;2413;p54"/>
          <p:cNvSpPr/>
          <p:nvPr/>
        </p:nvSpPr>
        <p:spPr>
          <a:xfrm>
            <a:off x="1401483" y="3109211"/>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4"/>
          <p:cNvSpPr/>
          <p:nvPr/>
        </p:nvSpPr>
        <p:spPr>
          <a:xfrm>
            <a:off x="2303142" y="3109211"/>
            <a:ext cx="193200" cy="192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433"/>
        <p:cNvGrpSpPr/>
        <p:nvPr/>
      </p:nvGrpSpPr>
      <p:grpSpPr>
        <a:xfrm>
          <a:off x="0" y="0"/>
          <a:ext cx="0" cy="0"/>
          <a:chOff x="0" y="0"/>
          <a:chExt cx="0" cy="0"/>
        </a:xfrm>
      </p:grpSpPr>
      <p:sp>
        <p:nvSpPr>
          <p:cNvPr id="2434" name="Google Shape;2434;p55"/>
          <p:cNvSpPr txBox="1">
            <a:spLocks noGrp="1"/>
          </p:cNvSpPr>
          <p:nvPr>
            <p:ph type="title" idx="2"/>
          </p:nvPr>
        </p:nvSpPr>
        <p:spPr>
          <a:xfrm>
            <a:off x="1457725" y="2812000"/>
            <a:ext cx="36003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Goals</a:t>
            </a:r>
            <a:endParaRPr dirty="0"/>
          </a:p>
        </p:txBody>
      </p:sp>
      <p:sp>
        <p:nvSpPr>
          <p:cNvPr id="2435" name="Google Shape;2435;p55"/>
          <p:cNvSpPr txBox="1">
            <a:spLocks noGrp="1"/>
          </p:cNvSpPr>
          <p:nvPr>
            <p:ph type="title"/>
          </p:nvPr>
        </p:nvSpPr>
        <p:spPr>
          <a:xfrm>
            <a:off x="1457725" y="1259507"/>
            <a:ext cx="3738900" cy="10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05</a:t>
            </a:r>
            <a:endParaRPr/>
          </a:p>
        </p:txBody>
      </p:sp>
      <p:sp>
        <p:nvSpPr>
          <p:cNvPr id="2436" name="Google Shape;2436;p55"/>
          <p:cNvSpPr txBox="1">
            <a:spLocks noGrp="1"/>
          </p:cNvSpPr>
          <p:nvPr>
            <p:ph type="subTitle" idx="1"/>
          </p:nvPr>
        </p:nvSpPr>
        <p:spPr>
          <a:xfrm>
            <a:off x="1457725" y="3401725"/>
            <a:ext cx="2628600" cy="792600"/>
          </a:xfrm>
          <a:prstGeom prst="rect">
            <a:avLst/>
          </a:prstGeom>
        </p:spPr>
        <p:txBody>
          <a:bodyPr spcFirstLastPara="1" wrap="square" lIns="91425" tIns="91425" rIns="91425" bIns="91425" anchor="b" anchorCtr="0">
            <a:noAutofit/>
          </a:bodyPr>
          <a:lstStyle/>
          <a:p>
            <a:r>
              <a:rPr lang="en-US" dirty="0"/>
              <a:t>What are my project’s goals.</a:t>
            </a:r>
            <a:endParaRPr lang="en-US" dirty="0">
              <a:effectLst/>
            </a:endParaRPr>
          </a:p>
        </p:txBody>
      </p:sp>
      <p:grpSp>
        <p:nvGrpSpPr>
          <p:cNvPr id="2437" name="Google Shape;2437;p55"/>
          <p:cNvGrpSpPr/>
          <p:nvPr/>
        </p:nvGrpSpPr>
        <p:grpSpPr>
          <a:xfrm>
            <a:off x="3781801" y="783097"/>
            <a:ext cx="4115721" cy="3567803"/>
            <a:chOff x="3781801" y="783097"/>
            <a:chExt cx="4115721" cy="3567803"/>
          </a:xfrm>
        </p:grpSpPr>
        <p:sp>
          <p:nvSpPr>
            <p:cNvPr id="2438" name="Google Shape;2438;p55"/>
            <p:cNvSpPr/>
            <p:nvPr/>
          </p:nvSpPr>
          <p:spPr>
            <a:xfrm>
              <a:off x="3781801" y="4225320"/>
              <a:ext cx="3652430" cy="11250"/>
            </a:xfrm>
            <a:custGeom>
              <a:avLst/>
              <a:gdLst/>
              <a:ahLst/>
              <a:cxnLst/>
              <a:rect l="l" t="t" r="r" b="b"/>
              <a:pathLst>
                <a:path w="204790" h="217" extrusionOk="0">
                  <a:moveTo>
                    <a:pt x="102436" y="0"/>
                  </a:moveTo>
                  <a:cubicBezTo>
                    <a:pt x="45876" y="0"/>
                    <a:pt x="1" y="0"/>
                    <a:pt x="1" y="108"/>
                  </a:cubicBezTo>
                  <a:cubicBezTo>
                    <a:pt x="1" y="108"/>
                    <a:pt x="45876" y="217"/>
                    <a:pt x="102436" y="217"/>
                  </a:cubicBezTo>
                  <a:cubicBezTo>
                    <a:pt x="159023" y="217"/>
                    <a:pt x="204790" y="108"/>
                    <a:pt x="204790" y="108"/>
                  </a:cubicBezTo>
                  <a:cubicBezTo>
                    <a:pt x="204790" y="0"/>
                    <a:pt x="159023" y="0"/>
                    <a:pt x="102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9" name="Google Shape;2439;p55"/>
            <p:cNvGrpSpPr/>
            <p:nvPr/>
          </p:nvGrpSpPr>
          <p:grpSpPr>
            <a:xfrm flipH="1">
              <a:off x="5522230" y="1212814"/>
              <a:ext cx="1119627" cy="3138086"/>
              <a:chOff x="3124425" y="1395650"/>
              <a:chExt cx="1452175" cy="4070150"/>
            </a:xfrm>
          </p:grpSpPr>
          <p:sp>
            <p:nvSpPr>
              <p:cNvPr id="2440" name="Google Shape;2440;p55"/>
              <p:cNvSpPr/>
              <p:nvPr/>
            </p:nvSpPr>
            <p:spPr>
              <a:xfrm>
                <a:off x="4319425" y="2251000"/>
                <a:ext cx="257175" cy="314700"/>
              </a:xfrm>
              <a:custGeom>
                <a:avLst/>
                <a:gdLst/>
                <a:ahLst/>
                <a:cxnLst/>
                <a:rect l="l" t="t" r="r" b="b"/>
                <a:pathLst>
                  <a:path w="10287" h="12588" extrusionOk="0">
                    <a:moveTo>
                      <a:pt x="10065" y="0"/>
                    </a:moveTo>
                    <a:lnTo>
                      <a:pt x="5324" y="3577"/>
                    </a:lnTo>
                    <a:lnTo>
                      <a:pt x="3245" y="3577"/>
                    </a:lnTo>
                    <a:lnTo>
                      <a:pt x="2662" y="4519"/>
                    </a:lnTo>
                    <a:lnTo>
                      <a:pt x="583" y="7403"/>
                    </a:lnTo>
                    <a:lnTo>
                      <a:pt x="1" y="9704"/>
                    </a:lnTo>
                    <a:lnTo>
                      <a:pt x="2080" y="12588"/>
                    </a:lnTo>
                    <a:lnTo>
                      <a:pt x="6017" y="10286"/>
                    </a:lnTo>
                    <a:lnTo>
                      <a:pt x="9372" y="6932"/>
                    </a:lnTo>
                    <a:cubicBezTo>
                      <a:pt x="9594" y="6710"/>
                      <a:pt x="9705" y="6349"/>
                      <a:pt x="9483" y="6127"/>
                    </a:cubicBezTo>
                    <a:lnTo>
                      <a:pt x="8901" y="5323"/>
                    </a:lnTo>
                    <a:lnTo>
                      <a:pt x="9012" y="5213"/>
                    </a:lnTo>
                    <a:cubicBezTo>
                      <a:pt x="9233" y="4741"/>
                      <a:pt x="9012" y="4159"/>
                      <a:pt x="8679" y="3937"/>
                    </a:cubicBezTo>
                    <a:lnTo>
                      <a:pt x="8207" y="3577"/>
                    </a:lnTo>
                    <a:lnTo>
                      <a:pt x="10065" y="1165"/>
                    </a:lnTo>
                    <a:cubicBezTo>
                      <a:pt x="10287" y="804"/>
                      <a:pt x="10287" y="361"/>
                      <a:pt x="10065" y="0"/>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5"/>
              <p:cNvSpPr/>
              <p:nvPr/>
            </p:nvSpPr>
            <p:spPr>
              <a:xfrm>
                <a:off x="4480925" y="2340400"/>
                <a:ext cx="63800" cy="69350"/>
              </a:xfrm>
              <a:custGeom>
                <a:avLst/>
                <a:gdLst/>
                <a:ahLst/>
                <a:cxnLst/>
                <a:rect l="l" t="t" r="r" b="b"/>
                <a:pathLst>
                  <a:path w="2552" h="2774" extrusionOk="0">
                    <a:moveTo>
                      <a:pt x="1747" y="1"/>
                    </a:moveTo>
                    <a:cubicBezTo>
                      <a:pt x="1526" y="139"/>
                      <a:pt x="1276" y="361"/>
                      <a:pt x="1165" y="583"/>
                    </a:cubicBezTo>
                    <a:lnTo>
                      <a:pt x="583" y="1165"/>
                    </a:lnTo>
                    <a:cubicBezTo>
                      <a:pt x="361" y="1387"/>
                      <a:pt x="250" y="1526"/>
                      <a:pt x="139" y="1637"/>
                    </a:cubicBezTo>
                    <a:cubicBezTo>
                      <a:pt x="1" y="1858"/>
                      <a:pt x="1" y="2080"/>
                      <a:pt x="1" y="2330"/>
                    </a:cubicBezTo>
                    <a:cubicBezTo>
                      <a:pt x="139" y="2551"/>
                      <a:pt x="250" y="2662"/>
                      <a:pt x="472" y="2773"/>
                    </a:cubicBezTo>
                    <a:cubicBezTo>
                      <a:pt x="694" y="2773"/>
                      <a:pt x="943" y="2773"/>
                      <a:pt x="1054" y="2662"/>
                    </a:cubicBezTo>
                    <a:cubicBezTo>
                      <a:pt x="1387" y="2551"/>
                      <a:pt x="1637" y="2441"/>
                      <a:pt x="1858" y="2219"/>
                    </a:cubicBezTo>
                    <a:cubicBezTo>
                      <a:pt x="2219" y="2080"/>
                      <a:pt x="2330" y="1858"/>
                      <a:pt x="2552" y="1637"/>
                    </a:cubicBezTo>
                    <a:lnTo>
                      <a:pt x="2552" y="1637"/>
                    </a:lnTo>
                    <a:cubicBezTo>
                      <a:pt x="2330" y="1747"/>
                      <a:pt x="2080" y="1969"/>
                      <a:pt x="1858" y="2080"/>
                    </a:cubicBezTo>
                    <a:cubicBezTo>
                      <a:pt x="1637" y="2219"/>
                      <a:pt x="1276" y="2330"/>
                      <a:pt x="1054" y="2441"/>
                    </a:cubicBezTo>
                    <a:cubicBezTo>
                      <a:pt x="943" y="2551"/>
                      <a:pt x="694" y="2551"/>
                      <a:pt x="583" y="2551"/>
                    </a:cubicBezTo>
                    <a:cubicBezTo>
                      <a:pt x="472" y="2551"/>
                      <a:pt x="361" y="2441"/>
                      <a:pt x="250" y="2219"/>
                    </a:cubicBezTo>
                    <a:cubicBezTo>
                      <a:pt x="250" y="1858"/>
                      <a:pt x="472" y="1637"/>
                      <a:pt x="694" y="1387"/>
                    </a:cubicBezTo>
                    <a:lnTo>
                      <a:pt x="1276" y="694"/>
                    </a:lnTo>
                    <a:cubicBezTo>
                      <a:pt x="1526" y="472"/>
                      <a:pt x="1637" y="250"/>
                      <a:pt x="1747" y="1"/>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5"/>
              <p:cNvSpPr/>
              <p:nvPr/>
            </p:nvSpPr>
            <p:spPr>
              <a:xfrm>
                <a:off x="4492725" y="2386850"/>
                <a:ext cx="63775" cy="63875"/>
              </a:xfrm>
              <a:custGeom>
                <a:avLst/>
                <a:gdLst/>
                <a:ahLst/>
                <a:cxnLst/>
                <a:rect l="l" t="t" r="r" b="b"/>
                <a:pathLst>
                  <a:path w="2551" h="2555" extrusionOk="0">
                    <a:moveTo>
                      <a:pt x="1969" y="0"/>
                    </a:moveTo>
                    <a:cubicBezTo>
                      <a:pt x="1608" y="0"/>
                      <a:pt x="1386" y="222"/>
                      <a:pt x="1165" y="361"/>
                    </a:cubicBezTo>
                    <a:cubicBezTo>
                      <a:pt x="915" y="583"/>
                      <a:pt x="693" y="804"/>
                      <a:pt x="471" y="1054"/>
                    </a:cubicBezTo>
                    <a:cubicBezTo>
                      <a:pt x="361" y="1165"/>
                      <a:pt x="222" y="1276"/>
                      <a:pt x="111" y="1498"/>
                    </a:cubicBezTo>
                    <a:cubicBezTo>
                      <a:pt x="0" y="1747"/>
                      <a:pt x="0" y="1969"/>
                      <a:pt x="111" y="2191"/>
                    </a:cubicBezTo>
                    <a:cubicBezTo>
                      <a:pt x="274" y="2425"/>
                      <a:pt x="519" y="2554"/>
                      <a:pt x="800" y="2554"/>
                    </a:cubicBezTo>
                    <a:cubicBezTo>
                      <a:pt x="950" y="2554"/>
                      <a:pt x="1111" y="2517"/>
                      <a:pt x="1275" y="2440"/>
                    </a:cubicBezTo>
                    <a:cubicBezTo>
                      <a:pt x="1497" y="2191"/>
                      <a:pt x="1747" y="2080"/>
                      <a:pt x="1969" y="1858"/>
                    </a:cubicBezTo>
                    <a:cubicBezTo>
                      <a:pt x="2440" y="1498"/>
                      <a:pt x="2551" y="1276"/>
                      <a:pt x="2551" y="1276"/>
                    </a:cubicBezTo>
                    <a:lnTo>
                      <a:pt x="2551" y="1276"/>
                    </a:lnTo>
                    <a:cubicBezTo>
                      <a:pt x="2301" y="1387"/>
                      <a:pt x="2080" y="1498"/>
                      <a:pt x="1858" y="1747"/>
                    </a:cubicBezTo>
                    <a:cubicBezTo>
                      <a:pt x="1608" y="1858"/>
                      <a:pt x="1386" y="2080"/>
                      <a:pt x="1165" y="2191"/>
                    </a:cubicBezTo>
                    <a:cubicBezTo>
                      <a:pt x="1054" y="2302"/>
                      <a:pt x="804" y="2302"/>
                      <a:pt x="693" y="2302"/>
                    </a:cubicBezTo>
                    <a:cubicBezTo>
                      <a:pt x="582" y="2302"/>
                      <a:pt x="361" y="2191"/>
                      <a:pt x="361" y="2080"/>
                    </a:cubicBezTo>
                    <a:cubicBezTo>
                      <a:pt x="222" y="1858"/>
                      <a:pt x="222" y="1747"/>
                      <a:pt x="361" y="1608"/>
                    </a:cubicBezTo>
                    <a:cubicBezTo>
                      <a:pt x="471" y="1498"/>
                      <a:pt x="582" y="1276"/>
                      <a:pt x="693" y="1165"/>
                    </a:cubicBezTo>
                    <a:cubicBezTo>
                      <a:pt x="804" y="915"/>
                      <a:pt x="1054" y="693"/>
                      <a:pt x="1275" y="472"/>
                    </a:cubicBezTo>
                    <a:cubicBezTo>
                      <a:pt x="1497" y="361"/>
                      <a:pt x="1747" y="111"/>
                      <a:pt x="1969"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5"/>
              <p:cNvSpPr/>
              <p:nvPr/>
            </p:nvSpPr>
            <p:spPr>
              <a:xfrm>
                <a:off x="4417850" y="2340400"/>
                <a:ext cx="77650" cy="118550"/>
              </a:xfrm>
              <a:custGeom>
                <a:avLst/>
                <a:gdLst/>
                <a:ahLst/>
                <a:cxnLst/>
                <a:rect l="l" t="t" r="r" b="b"/>
                <a:pathLst>
                  <a:path w="3106" h="4742" extrusionOk="0">
                    <a:moveTo>
                      <a:pt x="1276" y="1"/>
                    </a:moveTo>
                    <a:cubicBezTo>
                      <a:pt x="1027" y="1"/>
                      <a:pt x="805" y="1"/>
                      <a:pt x="694" y="139"/>
                    </a:cubicBezTo>
                    <a:lnTo>
                      <a:pt x="1276" y="139"/>
                    </a:lnTo>
                    <a:cubicBezTo>
                      <a:pt x="1687" y="242"/>
                      <a:pt x="2218" y="250"/>
                      <a:pt x="2846" y="250"/>
                    </a:cubicBezTo>
                    <a:lnTo>
                      <a:pt x="2846" y="250"/>
                    </a:lnTo>
                    <a:cubicBezTo>
                      <a:pt x="2746" y="524"/>
                      <a:pt x="2634" y="723"/>
                      <a:pt x="2413" y="943"/>
                    </a:cubicBezTo>
                    <a:cubicBezTo>
                      <a:pt x="2080" y="1165"/>
                      <a:pt x="1720" y="1276"/>
                      <a:pt x="1387" y="1387"/>
                    </a:cubicBezTo>
                    <a:lnTo>
                      <a:pt x="583" y="1387"/>
                    </a:lnTo>
                    <a:lnTo>
                      <a:pt x="223" y="1276"/>
                    </a:lnTo>
                    <a:lnTo>
                      <a:pt x="223" y="1276"/>
                    </a:lnTo>
                    <a:lnTo>
                      <a:pt x="444" y="1526"/>
                    </a:lnTo>
                    <a:cubicBezTo>
                      <a:pt x="694" y="1969"/>
                      <a:pt x="805" y="2441"/>
                      <a:pt x="805" y="2912"/>
                    </a:cubicBezTo>
                    <a:cubicBezTo>
                      <a:pt x="805" y="3245"/>
                      <a:pt x="805" y="3605"/>
                      <a:pt x="583" y="3938"/>
                    </a:cubicBezTo>
                    <a:cubicBezTo>
                      <a:pt x="444" y="4298"/>
                      <a:pt x="223" y="4520"/>
                      <a:pt x="1" y="4742"/>
                    </a:cubicBezTo>
                    <a:cubicBezTo>
                      <a:pt x="1" y="4742"/>
                      <a:pt x="112" y="4742"/>
                      <a:pt x="223" y="4631"/>
                    </a:cubicBezTo>
                    <a:cubicBezTo>
                      <a:pt x="444" y="4520"/>
                      <a:pt x="583" y="4298"/>
                      <a:pt x="805" y="4049"/>
                    </a:cubicBezTo>
                    <a:cubicBezTo>
                      <a:pt x="916" y="3716"/>
                      <a:pt x="1027" y="3245"/>
                      <a:pt x="1027" y="2912"/>
                    </a:cubicBezTo>
                    <a:cubicBezTo>
                      <a:pt x="1027" y="2414"/>
                      <a:pt x="945" y="1997"/>
                      <a:pt x="783" y="1591"/>
                    </a:cubicBezTo>
                    <a:lnTo>
                      <a:pt x="783" y="1591"/>
                    </a:lnTo>
                    <a:cubicBezTo>
                      <a:pt x="844" y="1603"/>
                      <a:pt x="909" y="1609"/>
                      <a:pt x="975" y="1609"/>
                    </a:cubicBezTo>
                    <a:cubicBezTo>
                      <a:pt x="1117" y="1609"/>
                      <a:pt x="1262" y="1581"/>
                      <a:pt x="1387" y="1526"/>
                    </a:cubicBezTo>
                    <a:cubicBezTo>
                      <a:pt x="1831" y="1526"/>
                      <a:pt x="2191" y="1387"/>
                      <a:pt x="2524" y="1054"/>
                    </a:cubicBezTo>
                    <a:cubicBezTo>
                      <a:pt x="2773" y="943"/>
                      <a:pt x="2995" y="583"/>
                      <a:pt x="3106" y="139"/>
                    </a:cubicBezTo>
                    <a:lnTo>
                      <a:pt x="3106" y="1"/>
                    </a:ln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5"/>
              <p:cNvSpPr/>
              <p:nvPr/>
            </p:nvSpPr>
            <p:spPr>
              <a:xfrm>
                <a:off x="3906325" y="1569625"/>
                <a:ext cx="61025" cy="375725"/>
              </a:xfrm>
              <a:custGeom>
                <a:avLst/>
                <a:gdLst/>
                <a:ahLst/>
                <a:cxnLst/>
                <a:rect l="l" t="t" r="r" b="b"/>
                <a:pathLst>
                  <a:path w="2441" h="15029" extrusionOk="0">
                    <a:moveTo>
                      <a:pt x="1165" y="1"/>
                    </a:moveTo>
                    <a:lnTo>
                      <a:pt x="1165" y="1"/>
                    </a:lnTo>
                    <a:cubicBezTo>
                      <a:pt x="1276" y="223"/>
                      <a:pt x="1276" y="334"/>
                      <a:pt x="1387" y="583"/>
                    </a:cubicBezTo>
                    <a:cubicBezTo>
                      <a:pt x="1498" y="1165"/>
                      <a:pt x="1387" y="1720"/>
                      <a:pt x="1165" y="2302"/>
                    </a:cubicBezTo>
                    <a:cubicBezTo>
                      <a:pt x="943" y="2995"/>
                      <a:pt x="361" y="3688"/>
                      <a:pt x="111" y="4742"/>
                    </a:cubicBezTo>
                    <a:cubicBezTo>
                      <a:pt x="0" y="5186"/>
                      <a:pt x="111" y="5768"/>
                      <a:pt x="250" y="6239"/>
                    </a:cubicBezTo>
                    <a:cubicBezTo>
                      <a:pt x="472" y="6821"/>
                      <a:pt x="693" y="7265"/>
                      <a:pt x="1054" y="7736"/>
                    </a:cubicBezTo>
                    <a:cubicBezTo>
                      <a:pt x="1276" y="8208"/>
                      <a:pt x="1636" y="8651"/>
                      <a:pt x="1747" y="9123"/>
                    </a:cubicBezTo>
                    <a:cubicBezTo>
                      <a:pt x="1969" y="9594"/>
                      <a:pt x="2080" y="10176"/>
                      <a:pt x="1969" y="10620"/>
                    </a:cubicBezTo>
                    <a:cubicBezTo>
                      <a:pt x="1969" y="11091"/>
                      <a:pt x="1858" y="11562"/>
                      <a:pt x="1747" y="11895"/>
                    </a:cubicBezTo>
                    <a:cubicBezTo>
                      <a:pt x="1498" y="12256"/>
                      <a:pt x="1276" y="12588"/>
                      <a:pt x="1054" y="12810"/>
                    </a:cubicBezTo>
                    <a:cubicBezTo>
                      <a:pt x="693" y="13171"/>
                      <a:pt x="583" y="13392"/>
                      <a:pt x="361" y="13642"/>
                    </a:cubicBezTo>
                    <a:cubicBezTo>
                      <a:pt x="250" y="13864"/>
                      <a:pt x="111" y="14196"/>
                      <a:pt x="111" y="14446"/>
                    </a:cubicBezTo>
                    <a:cubicBezTo>
                      <a:pt x="111" y="14557"/>
                      <a:pt x="111" y="14779"/>
                      <a:pt x="250" y="14890"/>
                    </a:cubicBezTo>
                    <a:lnTo>
                      <a:pt x="361" y="15028"/>
                    </a:lnTo>
                    <a:cubicBezTo>
                      <a:pt x="250" y="14890"/>
                      <a:pt x="250" y="14668"/>
                      <a:pt x="250" y="14446"/>
                    </a:cubicBezTo>
                    <a:cubicBezTo>
                      <a:pt x="361" y="14196"/>
                      <a:pt x="361" y="13975"/>
                      <a:pt x="472" y="13753"/>
                    </a:cubicBezTo>
                    <a:lnTo>
                      <a:pt x="1165" y="13060"/>
                    </a:lnTo>
                    <a:cubicBezTo>
                      <a:pt x="1387" y="12699"/>
                      <a:pt x="1747" y="12366"/>
                      <a:pt x="1858" y="12006"/>
                    </a:cubicBezTo>
                    <a:cubicBezTo>
                      <a:pt x="2329" y="11091"/>
                      <a:pt x="2440" y="10038"/>
                      <a:pt x="2080" y="9123"/>
                    </a:cubicBezTo>
                    <a:cubicBezTo>
                      <a:pt x="1858" y="8540"/>
                      <a:pt x="1498" y="8097"/>
                      <a:pt x="1276" y="7625"/>
                    </a:cubicBezTo>
                    <a:cubicBezTo>
                      <a:pt x="943" y="7154"/>
                      <a:pt x="693" y="6710"/>
                      <a:pt x="472" y="6239"/>
                    </a:cubicBezTo>
                    <a:cubicBezTo>
                      <a:pt x="361" y="5768"/>
                      <a:pt x="361" y="5186"/>
                      <a:pt x="361" y="4742"/>
                    </a:cubicBezTo>
                    <a:cubicBezTo>
                      <a:pt x="583" y="3799"/>
                      <a:pt x="1165" y="3106"/>
                      <a:pt x="1276" y="2302"/>
                    </a:cubicBezTo>
                    <a:cubicBezTo>
                      <a:pt x="1498" y="1858"/>
                      <a:pt x="1636" y="1165"/>
                      <a:pt x="1498" y="583"/>
                    </a:cubicBezTo>
                    <a:cubicBezTo>
                      <a:pt x="1387" y="472"/>
                      <a:pt x="1387" y="223"/>
                      <a:pt x="1276" y="112"/>
                    </a:cubicBezTo>
                    <a:lnTo>
                      <a:pt x="116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5"/>
              <p:cNvSpPr/>
              <p:nvPr/>
            </p:nvSpPr>
            <p:spPr>
              <a:xfrm>
                <a:off x="3444700" y="1663900"/>
                <a:ext cx="144200" cy="226000"/>
              </a:xfrm>
              <a:custGeom>
                <a:avLst/>
                <a:gdLst/>
                <a:ahLst/>
                <a:cxnLst/>
                <a:rect l="l" t="t" r="r" b="b"/>
                <a:pathLst>
                  <a:path w="5768" h="9040" extrusionOk="0">
                    <a:moveTo>
                      <a:pt x="3283" y="1"/>
                    </a:moveTo>
                    <a:cubicBezTo>
                      <a:pt x="2714" y="1"/>
                      <a:pt x="2138" y="116"/>
                      <a:pt x="1608" y="389"/>
                    </a:cubicBezTo>
                    <a:cubicBezTo>
                      <a:pt x="693" y="860"/>
                      <a:pt x="0" y="1886"/>
                      <a:pt x="333" y="2801"/>
                    </a:cubicBezTo>
                    <a:cubicBezTo>
                      <a:pt x="444" y="3383"/>
                      <a:pt x="915" y="3743"/>
                      <a:pt x="1026" y="4326"/>
                    </a:cubicBezTo>
                    <a:cubicBezTo>
                      <a:pt x="1026" y="4658"/>
                      <a:pt x="1026" y="5130"/>
                      <a:pt x="915" y="5462"/>
                    </a:cubicBezTo>
                    <a:cubicBezTo>
                      <a:pt x="804" y="6267"/>
                      <a:pt x="1026" y="7209"/>
                      <a:pt x="1608" y="7902"/>
                    </a:cubicBezTo>
                    <a:cubicBezTo>
                      <a:pt x="2080" y="8595"/>
                      <a:pt x="2884" y="9039"/>
                      <a:pt x="3799" y="9039"/>
                    </a:cubicBezTo>
                    <a:cubicBezTo>
                      <a:pt x="4714" y="8928"/>
                      <a:pt x="5407" y="8346"/>
                      <a:pt x="5767" y="7542"/>
                    </a:cubicBezTo>
                    <a:lnTo>
                      <a:pt x="4492" y="167"/>
                    </a:lnTo>
                    <a:cubicBezTo>
                      <a:pt x="4106" y="62"/>
                      <a:pt x="3696" y="1"/>
                      <a:pt x="328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5"/>
              <p:cNvSpPr/>
              <p:nvPr/>
            </p:nvSpPr>
            <p:spPr>
              <a:xfrm>
                <a:off x="3860575" y="1534975"/>
                <a:ext cx="86675" cy="421450"/>
              </a:xfrm>
              <a:custGeom>
                <a:avLst/>
                <a:gdLst/>
                <a:ahLst/>
                <a:cxnLst/>
                <a:rect l="l" t="t" r="r" b="b"/>
                <a:pathLst>
                  <a:path w="3467" h="16858" extrusionOk="0">
                    <a:moveTo>
                      <a:pt x="915" y="1"/>
                    </a:moveTo>
                    <a:lnTo>
                      <a:pt x="915" y="1"/>
                    </a:lnTo>
                    <a:cubicBezTo>
                      <a:pt x="1498" y="805"/>
                      <a:pt x="1387" y="2080"/>
                      <a:pt x="915" y="3106"/>
                    </a:cubicBezTo>
                    <a:cubicBezTo>
                      <a:pt x="555" y="4049"/>
                      <a:pt x="0" y="5074"/>
                      <a:pt x="0" y="6128"/>
                    </a:cubicBezTo>
                    <a:cubicBezTo>
                      <a:pt x="0" y="7154"/>
                      <a:pt x="444" y="8207"/>
                      <a:pt x="694" y="9233"/>
                    </a:cubicBezTo>
                    <a:cubicBezTo>
                      <a:pt x="1026" y="10980"/>
                      <a:pt x="222" y="12810"/>
                      <a:pt x="333" y="14667"/>
                    </a:cubicBezTo>
                    <a:cubicBezTo>
                      <a:pt x="333" y="15139"/>
                      <a:pt x="444" y="15721"/>
                      <a:pt x="694" y="16054"/>
                    </a:cubicBezTo>
                    <a:cubicBezTo>
                      <a:pt x="915" y="16525"/>
                      <a:pt x="1248" y="16858"/>
                      <a:pt x="1719" y="16858"/>
                    </a:cubicBezTo>
                    <a:cubicBezTo>
                      <a:pt x="1248" y="16165"/>
                      <a:pt x="1248" y="15250"/>
                      <a:pt x="1609" y="14446"/>
                    </a:cubicBezTo>
                    <a:cubicBezTo>
                      <a:pt x="1941" y="13642"/>
                      <a:pt x="2523" y="12948"/>
                      <a:pt x="2773" y="12117"/>
                    </a:cubicBezTo>
                    <a:cubicBezTo>
                      <a:pt x="3217" y="10980"/>
                      <a:pt x="3217" y="9815"/>
                      <a:pt x="2884" y="8790"/>
                    </a:cubicBezTo>
                    <a:cubicBezTo>
                      <a:pt x="2523" y="7847"/>
                      <a:pt x="2080" y="7043"/>
                      <a:pt x="1941" y="6128"/>
                    </a:cubicBezTo>
                    <a:cubicBezTo>
                      <a:pt x="1941" y="5324"/>
                      <a:pt x="2413" y="4381"/>
                      <a:pt x="2773" y="3577"/>
                    </a:cubicBezTo>
                    <a:cubicBezTo>
                      <a:pt x="3106" y="2773"/>
                      <a:pt x="3466" y="1609"/>
                      <a:pt x="2523" y="805"/>
                    </a:cubicBezTo>
                    <a:lnTo>
                      <a:pt x="91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5"/>
              <p:cNvSpPr/>
              <p:nvPr/>
            </p:nvSpPr>
            <p:spPr>
              <a:xfrm>
                <a:off x="3805125" y="1466700"/>
                <a:ext cx="142125" cy="126475"/>
              </a:xfrm>
              <a:custGeom>
                <a:avLst/>
                <a:gdLst/>
                <a:ahLst/>
                <a:cxnLst/>
                <a:rect l="l" t="t" r="r" b="b"/>
                <a:pathLst>
                  <a:path w="5685" h="5059" extrusionOk="0">
                    <a:moveTo>
                      <a:pt x="2042" y="1"/>
                    </a:moveTo>
                    <a:cubicBezTo>
                      <a:pt x="1421" y="1"/>
                      <a:pt x="843" y="304"/>
                      <a:pt x="472" y="763"/>
                    </a:cubicBezTo>
                    <a:cubicBezTo>
                      <a:pt x="139" y="1456"/>
                      <a:pt x="0" y="2260"/>
                      <a:pt x="250" y="2953"/>
                    </a:cubicBezTo>
                    <a:cubicBezTo>
                      <a:pt x="583" y="3647"/>
                      <a:pt x="1165" y="4229"/>
                      <a:pt x="1747" y="4589"/>
                    </a:cubicBezTo>
                    <a:cubicBezTo>
                      <a:pt x="2230" y="4882"/>
                      <a:pt x="2813" y="5058"/>
                      <a:pt x="3374" y="5058"/>
                    </a:cubicBezTo>
                    <a:cubicBezTo>
                      <a:pt x="3876" y="5058"/>
                      <a:pt x="4362" y="4917"/>
                      <a:pt x="4741" y="4589"/>
                    </a:cubicBezTo>
                    <a:cubicBezTo>
                      <a:pt x="5546" y="3896"/>
                      <a:pt x="5684" y="2621"/>
                      <a:pt x="5102" y="1678"/>
                    </a:cubicBezTo>
                    <a:cubicBezTo>
                      <a:pt x="4520" y="763"/>
                      <a:pt x="3466" y="181"/>
                      <a:pt x="2329" y="181"/>
                    </a:cubicBezTo>
                    <a:lnTo>
                      <a:pt x="2551" y="70"/>
                    </a:lnTo>
                    <a:cubicBezTo>
                      <a:pt x="2380" y="23"/>
                      <a:pt x="2210" y="1"/>
                      <a:pt x="20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5"/>
              <p:cNvSpPr/>
              <p:nvPr/>
            </p:nvSpPr>
            <p:spPr>
              <a:xfrm>
                <a:off x="3487675" y="1395650"/>
                <a:ext cx="398575" cy="384725"/>
              </a:xfrm>
              <a:custGeom>
                <a:avLst/>
                <a:gdLst/>
                <a:ahLst/>
                <a:cxnLst/>
                <a:rect l="l" t="t" r="r" b="b"/>
                <a:pathLst>
                  <a:path w="15943" h="15389" extrusionOk="0">
                    <a:moveTo>
                      <a:pt x="10706" y="1"/>
                    </a:moveTo>
                    <a:cubicBezTo>
                      <a:pt x="9995" y="1"/>
                      <a:pt x="9302" y="84"/>
                      <a:pt x="8678" y="250"/>
                    </a:cubicBezTo>
                    <a:cubicBezTo>
                      <a:pt x="7292" y="611"/>
                      <a:pt x="5906" y="1054"/>
                      <a:pt x="4630" y="1747"/>
                    </a:cubicBezTo>
                    <a:cubicBezTo>
                      <a:pt x="3688" y="2108"/>
                      <a:pt x="2773" y="2579"/>
                      <a:pt x="2080" y="3272"/>
                    </a:cubicBezTo>
                    <a:cubicBezTo>
                      <a:pt x="1386" y="3965"/>
                      <a:pt x="804" y="4880"/>
                      <a:pt x="582" y="5906"/>
                    </a:cubicBezTo>
                    <a:cubicBezTo>
                      <a:pt x="0" y="7653"/>
                      <a:pt x="0" y="9039"/>
                      <a:pt x="915" y="10647"/>
                    </a:cubicBezTo>
                    <a:cubicBezTo>
                      <a:pt x="1276" y="11451"/>
                      <a:pt x="1054" y="12283"/>
                      <a:pt x="1386" y="13087"/>
                    </a:cubicBezTo>
                    <a:cubicBezTo>
                      <a:pt x="1747" y="13780"/>
                      <a:pt x="3244" y="14584"/>
                      <a:pt x="2773" y="15388"/>
                    </a:cubicBezTo>
                    <a:lnTo>
                      <a:pt x="15942" y="2801"/>
                    </a:lnTo>
                    <a:cubicBezTo>
                      <a:pt x="15249" y="1526"/>
                      <a:pt x="14085" y="611"/>
                      <a:pt x="12837" y="250"/>
                    </a:cubicBezTo>
                    <a:cubicBezTo>
                      <a:pt x="12144" y="84"/>
                      <a:pt x="11416" y="1"/>
                      <a:pt x="107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5"/>
              <p:cNvSpPr/>
              <p:nvPr/>
            </p:nvSpPr>
            <p:spPr>
              <a:xfrm>
                <a:off x="3574300" y="1453600"/>
                <a:ext cx="343825" cy="583925"/>
              </a:xfrm>
              <a:custGeom>
                <a:avLst/>
                <a:gdLst/>
                <a:ahLst/>
                <a:cxnLst/>
                <a:rect l="l" t="t" r="r" b="b"/>
                <a:pathLst>
                  <a:path w="13753" h="23357" extrusionOk="0">
                    <a:moveTo>
                      <a:pt x="9377" y="0"/>
                    </a:moveTo>
                    <a:cubicBezTo>
                      <a:pt x="9293" y="0"/>
                      <a:pt x="9208" y="4"/>
                      <a:pt x="9123" y="12"/>
                    </a:cubicBezTo>
                    <a:lnTo>
                      <a:pt x="1387" y="1980"/>
                    </a:lnTo>
                    <a:cubicBezTo>
                      <a:pt x="583" y="2091"/>
                      <a:pt x="1" y="2784"/>
                      <a:pt x="1" y="3477"/>
                    </a:cubicBezTo>
                    <a:lnTo>
                      <a:pt x="1" y="23357"/>
                    </a:lnTo>
                    <a:lnTo>
                      <a:pt x="9483" y="23357"/>
                    </a:lnTo>
                    <a:cubicBezTo>
                      <a:pt x="9594" y="19669"/>
                      <a:pt x="9594" y="18283"/>
                      <a:pt x="9594" y="18283"/>
                    </a:cubicBezTo>
                    <a:cubicBezTo>
                      <a:pt x="9594" y="18283"/>
                      <a:pt x="12699" y="17701"/>
                      <a:pt x="13392" y="13542"/>
                    </a:cubicBezTo>
                    <a:cubicBezTo>
                      <a:pt x="13753" y="11462"/>
                      <a:pt x="13642" y="8108"/>
                      <a:pt x="13392" y="5335"/>
                    </a:cubicBezTo>
                    <a:cubicBezTo>
                      <a:pt x="13285" y="2874"/>
                      <a:pt x="11681" y="0"/>
                      <a:pt x="9377" y="0"/>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5"/>
              <p:cNvSpPr/>
              <p:nvPr/>
            </p:nvSpPr>
            <p:spPr>
              <a:xfrm>
                <a:off x="3860575" y="1646600"/>
                <a:ext cx="25675" cy="24250"/>
              </a:xfrm>
              <a:custGeom>
                <a:avLst/>
                <a:gdLst/>
                <a:ahLst/>
                <a:cxnLst/>
                <a:rect l="l" t="t" r="r" b="b"/>
                <a:pathLst>
                  <a:path w="1027" h="970" extrusionOk="0">
                    <a:moveTo>
                      <a:pt x="610" y="0"/>
                    </a:moveTo>
                    <a:cubicBezTo>
                      <a:pt x="559" y="0"/>
                      <a:pt x="503" y="9"/>
                      <a:pt x="444" y="27"/>
                    </a:cubicBezTo>
                    <a:cubicBezTo>
                      <a:pt x="222" y="27"/>
                      <a:pt x="0" y="277"/>
                      <a:pt x="0" y="498"/>
                    </a:cubicBezTo>
                    <a:cubicBezTo>
                      <a:pt x="0" y="859"/>
                      <a:pt x="222" y="970"/>
                      <a:pt x="555" y="970"/>
                    </a:cubicBezTo>
                    <a:cubicBezTo>
                      <a:pt x="805" y="970"/>
                      <a:pt x="1026" y="720"/>
                      <a:pt x="1026" y="498"/>
                    </a:cubicBezTo>
                    <a:cubicBezTo>
                      <a:pt x="1026" y="220"/>
                      <a:pt x="871" y="0"/>
                      <a:pt x="6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5"/>
              <p:cNvSpPr/>
              <p:nvPr/>
            </p:nvSpPr>
            <p:spPr>
              <a:xfrm>
                <a:off x="3837000" y="1609825"/>
                <a:ext cx="54800" cy="15150"/>
              </a:xfrm>
              <a:custGeom>
                <a:avLst/>
                <a:gdLst/>
                <a:ahLst/>
                <a:cxnLst/>
                <a:rect l="l" t="t" r="r" b="b"/>
                <a:pathLst>
                  <a:path w="2192" h="606" extrusionOk="0">
                    <a:moveTo>
                      <a:pt x="1165" y="1"/>
                    </a:moveTo>
                    <a:cubicBezTo>
                      <a:pt x="805" y="1"/>
                      <a:pt x="583" y="112"/>
                      <a:pt x="250" y="250"/>
                    </a:cubicBezTo>
                    <a:cubicBezTo>
                      <a:pt x="112" y="472"/>
                      <a:pt x="1" y="472"/>
                      <a:pt x="112" y="583"/>
                    </a:cubicBezTo>
                    <a:cubicBezTo>
                      <a:pt x="112" y="583"/>
                      <a:pt x="583" y="361"/>
                      <a:pt x="1165" y="361"/>
                    </a:cubicBezTo>
                    <a:cubicBezTo>
                      <a:pt x="1664" y="361"/>
                      <a:pt x="1980" y="606"/>
                      <a:pt x="2130" y="606"/>
                    </a:cubicBezTo>
                    <a:cubicBezTo>
                      <a:pt x="2155" y="606"/>
                      <a:pt x="2175" y="599"/>
                      <a:pt x="2191" y="583"/>
                    </a:cubicBezTo>
                    <a:cubicBezTo>
                      <a:pt x="2191" y="583"/>
                      <a:pt x="2080" y="472"/>
                      <a:pt x="1969" y="250"/>
                    </a:cubicBezTo>
                    <a:cubicBezTo>
                      <a:pt x="1748" y="112"/>
                      <a:pt x="1387" y="1"/>
                      <a:pt x="116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5"/>
              <p:cNvSpPr/>
              <p:nvPr/>
            </p:nvSpPr>
            <p:spPr>
              <a:xfrm>
                <a:off x="3724725" y="1646600"/>
                <a:ext cx="25675" cy="24250"/>
              </a:xfrm>
              <a:custGeom>
                <a:avLst/>
                <a:gdLst/>
                <a:ahLst/>
                <a:cxnLst/>
                <a:rect l="l" t="t" r="r" b="b"/>
                <a:pathLst>
                  <a:path w="1027" h="970" extrusionOk="0">
                    <a:moveTo>
                      <a:pt x="610" y="0"/>
                    </a:moveTo>
                    <a:cubicBezTo>
                      <a:pt x="559" y="0"/>
                      <a:pt x="503" y="9"/>
                      <a:pt x="444" y="27"/>
                    </a:cubicBezTo>
                    <a:cubicBezTo>
                      <a:pt x="222" y="27"/>
                      <a:pt x="0" y="277"/>
                      <a:pt x="0" y="498"/>
                    </a:cubicBezTo>
                    <a:cubicBezTo>
                      <a:pt x="0" y="859"/>
                      <a:pt x="222" y="970"/>
                      <a:pt x="583" y="970"/>
                    </a:cubicBezTo>
                    <a:cubicBezTo>
                      <a:pt x="804" y="970"/>
                      <a:pt x="1026" y="720"/>
                      <a:pt x="1026" y="498"/>
                    </a:cubicBezTo>
                    <a:cubicBezTo>
                      <a:pt x="1026" y="220"/>
                      <a:pt x="871" y="0"/>
                      <a:pt x="6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5"/>
              <p:cNvSpPr/>
              <p:nvPr/>
            </p:nvSpPr>
            <p:spPr>
              <a:xfrm>
                <a:off x="3695600" y="1618850"/>
                <a:ext cx="54800" cy="15100"/>
              </a:xfrm>
              <a:custGeom>
                <a:avLst/>
                <a:gdLst/>
                <a:ahLst/>
                <a:cxnLst/>
                <a:rect l="l" t="t" r="r" b="b"/>
                <a:pathLst>
                  <a:path w="2192" h="604" extrusionOk="0">
                    <a:moveTo>
                      <a:pt x="1165" y="0"/>
                    </a:moveTo>
                    <a:cubicBezTo>
                      <a:pt x="805" y="0"/>
                      <a:pt x="583" y="111"/>
                      <a:pt x="361" y="333"/>
                    </a:cubicBezTo>
                    <a:cubicBezTo>
                      <a:pt x="112" y="444"/>
                      <a:pt x="1" y="583"/>
                      <a:pt x="112" y="583"/>
                    </a:cubicBezTo>
                    <a:cubicBezTo>
                      <a:pt x="112" y="597"/>
                      <a:pt x="120" y="604"/>
                      <a:pt x="136" y="604"/>
                    </a:cubicBezTo>
                    <a:cubicBezTo>
                      <a:pt x="239" y="604"/>
                      <a:pt x="661" y="333"/>
                      <a:pt x="1165" y="333"/>
                    </a:cubicBezTo>
                    <a:cubicBezTo>
                      <a:pt x="1670" y="333"/>
                      <a:pt x="1987" y="604"/>
                      <a:pt x="2135" y="604"/>
                    </a:cubicBezTo>
                    <a:cubicBezTo>
                      <a:pt x="2158" y="604"/>
                      <a:pt x="2176" y="597"/>
                      <a:pt x="2191" y="583"/>
                    </a:cubicBezTo>
                    <a:cubicBezTo>
                      <a:pt x="2191" y="583"/>
                      <a:pt x="2191" y="444"/>
                      <a:pt x="1969" y="333"/>
                    </a:cubicBezTo>
                    <a:cubicBezTo>
                      <a:pt x="1748" y="111"/>
                      <a:pt x="1498" y="0"/>
                      <a:pt x="116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5"/>
              <p:cNvSpPr/>
              <p:nvPr/>
            </p:nvSpPr>
            <p:spPr>
              <a:xfrm>
                <a:off x="3796800" y="1621625"/>
                <a:ext cx="43000" cy="118550"/>
              </a:xfrm>
              <a:custGeom>
                <a:avLst/>
                <a:gdLst/>
                <a:ahLst/>
                <a:cxnLst/>
                <a:rect l="l" t="t" r="r" b="b"/>
                <a:pathLst>
                  <a:path w="1720" h="4742" extrusionOk="0">
                    <a:moveTo>
                      <a:pt x="1" y="0"/>
                    </a:moveTo>
                    <a:lnTo>
                      <a:pt x="1" y="0"/>
                    </a:lnTo>
                    <a:cubicBezTo>
                      <a:pt x="223" y="915"/>
                      <a:pt x="583" y="1969"/>
                      <a:pt x="916" y="2884"/>
                    </a:cubicBezTo>
                    <a:lnTo>
                      <a:pt x="1387" y="4048"/>
                    </a:lnTo>
                    <a:cubicBezTo>
                      <a:pt x="1498" y="4159"/>
                      <a:pt x="1498" y="4270"/>
                      <a:pt x="1498" y="4381"/>
                    </a:cubicBezTo>
                    <a:cubicBezTo>
                      <a:pt x="1498" y="4492"/>
                      <a:pt x="1276" y="4630"/>
                      <a:pt x="1165" y="4630"/>
                    </a:cubicBezTo>
                    <a:cubicBezTo>
                      <a:pt x="805" y="4630"/>
                      <a:pt x="583" y="4630"/>
                      <a:pt x="223" y="4741"/>
                    </a:cubicBezTo>
                    <a:lnTo>
                      <a:pt x="1387" y="4741"/>
                    </a:lnTo>
                    <a:cubicBezTo>
                      <a:pt x="1498" y="4630"/>
                      <a:pt x="1609" y="4630"/>
                      <a:pt x="1609" y="4492"/>
                    </a:cubicBezTo>
                    <a:cubicBezTo>
                      <a:pt x="1720" y="4270"/>
                      <a:pt x="1720" y="4048"/>
                      <a:pt x="1609" y="3937"/>
                    </a:cubicBezTo>
                    <a:cubicBezTo>
                      <a:pt x="1498" y="3577"/>
                      <a:pt x="1276" y="3244"/>
                      <a:pt x="1165" y="2773"/>
                    </a:cubicBezTo>
                    <a:cubicBezTo>
                      <a:pt x="805" y="1858"/>
                      <a:pt x="472" y="915"/>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5"/>
              <p:cNvSpPr/>
              <p:nvPr/>
            </p:nvSpPr>
            <p:spPr>
              <a:xfrm>
                <a:off x="3672725" y="1872525"/>
                <a:ext cx="141425" cy="62325"/>
              </a:xfrm>
              <a:custGeom>
                <a:avLst/>
                <a:gdLst/>
                <a:ahLst/>
                <a:cxnLst/>
                <a:rect l="l" t="t" r="r" b="b"/>
                <a:pathLst>
                  <a:path w="5657" h="2493" extrusionOk="0">
                    <a:moveTo>
                      <a:pt x="1" y="1"/>
                    </a:moveTo>
                    <a:cubicBezTo>
                      <a:pt x="1" y="1"/>
                      <a:pt x="1282" y="2492"/>
                      <a:pt x="4767" y="2492"/>
                    </a:cubicBezTo>
                    <a:cubicBezTo>
                      <a:pt x="5049" y="2492"/>
                      <a:pt x="5345" y="2476"/>
                      <a:pt x="5657" y="2441"/>
                    </a:cubicBezTo>
                    <a:lnTo>
                      <a:pt x="5657" y="1526"/>
                    </a:lnTo>
                    <a:cubicBezTo>
                      <a:pt x="3688" y="1526"/>
                      <a:pt x="1720" y="1055"/>
                      <a:pt x="1" y="1"/>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5"/>
              <p:cNvSpPr/>
              <p:nvPr/>
            </p:nvSpPr>
            <p:spPr>
              <a:xfrm>
                <a:off x="3690050" y="1581000"/>
                <a:ext cx="66575" cy="18900"/>
              </a:xfrm>
              <a:custGeom>
                <a:avLst/>
                <a:gdLst/>
                <a:ahLst/>
                <a:cxnLst/>
                <a:rect l="l" t="t" r="r" b="b"/>
                <a:pathLst>
                  <a:path w="2663" h="756" extrusionOk="0">
                    <a:moveTo>
                      <a:pt x="1574" y="0"/>
                    </a:moveTo>
                    <a:cubicBezTo>
                      <a:pt x="1134" y="0"/>
                      <a:pt x="711" y="134"/>
                      <a:pt x="334" y="350"/>
                    </a:cubicBezTo>
                    <a:cubicBezTo>
                      <a:pt x="112" y="461"/>
                      <a:pt x="1" y="710"/>
                      <a:pt x="112" y="710"/>
                    </a:cubicBezTo>
                    <a:cubicBezTo>
                      <a:pt x="112" y="742"/>
                      <a:pt x="159" y="756"/>
                      <a:pt x="243" y="756"/>
                    </a:cubicBezTo>
                    <a:cubicBezTo>
                      <a:pt x="454" y="756"/>
                      <a:pt x="892" y="671"/>
                      <a:pt x="1387" y="572"/>
                    </a:cubicBezTo>
                    <a:cubicBezTo>
                      <a:pt x="1734" y="516"/>
                      <a:pt x="2053" y="516"/>
                      <a:pt x="2285" y="516"/>
                    </a:cubicBezTo>
                    <a:cubicBezTo>
                      <a:pt x="2517" y="516"/>
                      <a:pt x="2663" y="516"/>
                      <a:pt x="2663" y="461"/>
                    </a:cubicBezTo>
                    <a:cubicBezTo>
                      <a:pt x="2663" y="350"/>
                      <a:pt x="2524" y="239"/>
                      <a:pt x="2302" y="128"/>
                    </a:cubicBezTo>
                    <a:cubicBezTo>
                      <a:pt x="2058" y="40"/>
                      <a:pt x="1814" y="0"/>
                      <a:pt x="157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5"/>
              <p:cNvSpPr/>
              <p:nvPr/>
            </p:nvSpPr>
            <p:spPr>
              <a:xfrm>
                <a:off x="3834225" y="1575175"/>
                <a:ext cx="52025" cy="15825"/>
              </a:xfrm>
              <a:custGeom>
                <a:avLst/>
                <a:gdLst/>
                <a:ahLst/>
                <a:cxnLst/>
                <a:rect l="l" t="t" r="r" b="b"/>
                <a:pathLst>
                  <a:path w="2081" h="633" extrusionOk="0">
                    <a:moveTo>
                      <a:pt x="1165" y="1"/>
                    </a:moveTo>
                    <a:cubicBezTo>
                      <a:pt x="805" y="1"/>
                      <a:pt x="583" y="1"/>
                      <a:pt x="361" y="250"/>
                    </a:cubicBezTo>
                    <a:cubicBezTo>
                      <a:pt x="112" y="361"/>
                      <a:pt x="1" y="361"/>
                      <a:pt x="112" y="472"/>
                    </a:cubicBezTo>
                    <a:cubicBezTo>
                      <a:pt x="167" y="583"/>
                      <a:pt x="285" y="611"/>
                      <a:pt x="462" y="611"/>
                    </a:cubicBezTo>
                    <a:cubicBezTo>
                      <a:pt x="639" y="611"/>
                      <a:pt x="874" y="583"/>
                      <a:pt x="1165" y="583"/>
                    </a:cubicBezTo>
                    <a:cubicBezTo>
                      <a:pt x="1461" y="583"/>
                      <a:pt x="1720" y="632"/>
                      <a:pt x="1892" y="632"/>
                    </a:cubicBezTo>
                    <a:cubicBezTo>
                      <a:pt x="1979" y="632"/>
                      <a:pt x="2043" y="620"/>
                      <a:pt x="2080" y="583"/>
                    </a:cubicBezTo>
                    <a:cubicBezTo>
                      <a:pt x="2080" y="472"/>
                      <a:pt x="2080" y="361"/>
                      <a:pt x="1859" y="250"/>
                    </a:cubicBezTo>
                    <a:cubicBezTo>
                      <a:pt x="1609" y="112"/>
                      <a:pt x="1387" y="1"/>
                      <a:pt x="116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5"/>
              <p:cNvSpPr/>
              <p:nvPr/>
            </p:nvSpPr>
            <p:spPr>
              <a:xfrm>
                <a:off x="3756600" y="1763025"/>
                <a:ext cx="40225" cy="30275"/>
              </a:xfrm>
              <a:custGeom>
                <a:avLst/>
                <a:gdLst/>
                <a:ahLst/>
                <a:cxnLst/>
                <a:rect l="l" t="t" r="r" b="b"/>
                <a:pathLst>
                  <a:path w="1609" h="1211" extrusionOk="0">
                    <a:moveTo>
                      <a:pt x="694" y="0"/>
                    </a:moveTo>
                    <a:cubicBezTo>
                      <a:pt x="444" y="111"/>
                      <a:pt x="222" y="222"/>
                      <a:pt x="112" y="361"/>
                    </a:cubicBezTo>
                    <a:cubicBezTo>
                      <a:pt x="1" y="583"/>
                      <a:pt x="1" y="804"/>
                      <a:pt x="112" y="1054"/>
                    </a:cubicBezTo>
                    <a:cubicBezTo>
                      <a:pt x="190" y="1132"/>
                      <a:pt x="379" y="1211"/>
                      <a:pt x="572" y="1211"/>
                    </a:cubicBezTo>
                    <a:cubicBezTo>
                      <a:pt x="651" y="1211"/>
                      <a:pt x="732" y="1197"/>
                      <a:pt x="805" y="1165"/>
                    </a:cubicBezTo>
                    <a:cubicBezTo>
                      <a:pt x="1026" y="1054"/>
                      <a:pt x="1248" y="915"/>
                      <a:pt x="1498" y="804"/>
                    </a:cubicBezTo>
                    <a:cubicBezTo>
                      <a:pt x="1498" y="693"/>
                      <a:pt x="1609" y="693"/>
                      <a:pt x="1609" y="583"/>
                    </a:cubicBezTo>
                    <a:lnTo>
                      <a:pt x="1609" y="472"/>
                    </a:lnTo>
                    <a:lnTo>
                      <a:pt x="1609" y="361"/>
                    </a:lnTo>
                    <a:cubicBezTo>
                      <a:pt x="1387" y="111"/>
                      <a:pt x="1026" y="0"/>
                      <a:pt x="694"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5"/>
              <p:cNvSpPr/>
              <p:nvPr/>
            </p:nvSpPr>
            <p:spPr>
              <a:xfrm>
                <a:off x="3759375" y="1751225"/>
                <a:ext cx="45775" cy="38150"/>
              </a:xfrm>
              <a:custGeom>
                <a:avLst/>
                <a:gdLst/>
                <a:ahLst/>
                <a:cxnLst/>
                <a:rect l="l" t="t" r="r" b="b"/>
                <a:pathLst>
                  <a:path w="1831" h="1526" extrusionOk="0">
                    <a:moveTo>
                      <a:pt x="111" y="1"/>
                    </a:moveTo>
                    <a:cubicBezTo>
                      <a:pt x="111" y="1"/>
                      <a:pt x="1" y="140"/>
                      <a:pt x="111" y="361"/>
                    </a:cubicBezTo>
                    <a:cubicBezTo>
                      <a:pt x="111" y="694"/>
                      <a:pt x="222" y="944"/>
                      <a:pt x="583" y="1165"/>
                    </a:cubicBezTo>
                    <a:cubicBezTo>
                      <a:pt x="805" y="1387"/>
                      <a:pt x="1137" y="1526"/>
                      <a:pt x="1498" y="1526"/>
                    </a:cubicBezTo>
                    <a:cubicBezTo>
                      <a:pt x="1720" y="1526"/>
                      <a:pt x="1830" y="1387"/>
                      <a:pt x="1830" y="1387"/>
                    </a:cubicBezTo>
                    <a:cubicBezTo>
                      <a:pt x="1830" y="1276"/>
                      <a:pt x="1276" y="1387"/>
                      <a:pt x="694" y="944"/>
                    </a:cubicBezTo>
                    <a:cubicBezTo>
                      <a:pt x="222" y="583"/>
                      <a:pt x="222" y="1"/>
                      <a:pt x="11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5"/>
              <p:cNvSpPr/>
              <p:nvPr/>
            </p:nvSpPr>
            <p:spPr>
              <a:xfrm>
                <a:off x="3551425" y="1428225"/>
                <a:ext cx="346600" cy="253725"/>
              </a:xfrm>
              <a:custGeom>
                <a:avLst/>
                <a:gdLst/>
                <a:ahLst/>
                <a:cxnLst/>
                <a:rect l="l" t="t" r="r" b="b"/>
                <a:pathLst>
                  <a:path w="13864" h="10149" extrusionOk="0">
                    <a:moveTo>
                      <a:pt x="10038" y="1"/>
                    </a:moveTo>
                    <a:lnTo>
                      <a:pt x="4603" y="1027"/>
                    </a:lnTo>
                    <a:lnTo>
                      <a:pt x="112" y="3106"/>
                    </a:lnTo>
                    <a:cubicBezTo>
                      <a:pt x="223" y="4853"/>
                      <a:pt x="223" y="6572"/>
                      <a:pt x="112" y="8208"/>
                    </a:cubicBezTo>
                    <a:cubicBezTo>
                      <a:pt x="1" y="9927"/>
                      <a:pt x="334" y="10148"/>
                      <a:pt x="334" y="10148"/>
                    </a:cubicBezTo>
                    <a:cubicBezTo>
                      <a:pt x="1720" y="9816"/>
                      <a:pt x="2773" y="8762"/>
                      <a:pt x="2884" y="7376"/>
                    </a:cubicBezTo>
                    <a:cubicBezTo>
                      <a:pt x="3799" y="7265"/>
                      <a:pt x="4603" y="6683"/>
                      <a:pt x="5186" y="5990"/>
                    </a:cubicBezTo>
                    <a:cubicBezTo>
                      <a:pt x="5296" y="5768"/>
                      <a:pt x="5435" y="5657"/>
                      <a:pt x="5657" y="5546"/>
                    </a:cubicBezTo>
                    <a:lnTo>
                      <a:pt x="6239" y="5546"/>
                    </a:lnTo>
                    <a:cubicBezTo>
                      <a:pt x="6351" y="5555"/>
                      <a:pt x="6462" y="5559"/>
                      <a:pt x="6574" y="5559"/>
                    </a:cubicBezTo>
                    <a:cubicBezTo>
                      <a:pt x="7846" y="5559"/>
                      <a:pt x="9085" y="4981"/>
                      <a:pt x="9927" y="3910"/>
                    </a:cubicBezTo>
                    <a:cubicBezTo>
                      <a:pt x="10213" y="3966"/>
                      <a:pt x="10541" y="3997"/>
                      <a:pt x="10878" y="3997"/>
                    </a:cubicBezTo>
                    <a:cubicBezTo>
                      <a:pt x="12043" y="3997"/>
                      <a:pt x="13331" y="3630"/>
                      <a:pt x="13503" y="2662"/>
                    </a:cubicBezTo>
                    <a:cubicBezTo>
                      <a:pt x="13864" y="444"/>
                      <a:pt x="10038" y="1"/>
                      <a:pt x="1003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5"/>
              <p:cNvSpPr/>
              <p:nvPr/>
            </p:nvSpPr>
            <p:spPr>
              <a:xfrm>
                <a:off x="3510550" y="1439550"/>
                <a:ext cx="358375" cy="228525"/>
              </a:xfrm>
              <a:custGeom>
                <a:avLst/>
                <a:gdLst/>
                <a:ahLst/>
                <a:cxnLst/>
                <a:rect l="l" t="t" r="r" b="b"/>
                <a:pathLst>
                  <a:path w="14335" h="9141" extrusionOk="0">
                    <a:moveTo>
                      <a:pt x="13006" y="1"/>
                    </a:moveTo>
                    <a:cubicBezTo>
                      <a:pt x="12529" y="1"/>
                      <a:pt x="12053" y="155"/>
                      <a:pt x="11673" y="463"/>
                    </a:cubicBezTo>
                    <a:cubicBezTo>
                      <a:pt x="11340" y="685"/>
                      <a:pt x="11090" y="1156"/>
                      <a:pt x="10647" y="1267"/>
                    </a:cubicBezTo>
                    <a:cubicBezTo>
                      <a:pt x="10490" y="1350"/>
                      <a:pt x="10332" y="1378"/>
                      <a:pt x="10167" y="1378"/>
                    </a:cubicBezTo>
                    <a:cubicBezTo>
                      <a:pt x="9836" y="1378"/>
                      <a:pt x="9473" y="1267"/>
                      <a:pt x="9011" y="1267"/>
                    </a:cubicBezTo>
                    <a:cubicBezTo>
                      <a:pt x="7776" y="1514"/>
                      <a:pt x="6731" y="2304"/>
                      <a:pt x="6146" y="3557"/>
                    </a:cubicBezTo>
                    <a:lnTo>
                      <a:pt x="6146" y="3557"/>
                    </a:lnTo>
                    <a:cubicBezTo>
                      <a:pt x="5876" y="3450"/>
                      <a:pt x="5585" y="3395"/>
                      <a:pt x="5292" y="3395"/>
                    </a:cubicBezTo>
                    <a:cubicBezTo>
                      <a:pt x="4727" y="3395"/>
                      <a:pt x="4154" y="3600"/>
                      <a:pt x="3715" y="4039"/>
                    </a:cubicBezTo>
                    <a:cubicBezTo>
                      <a:pt x="3156" y="4599"/>
                      <a:pt x="2801" y="5260"/>
                      <a:pt x="2676" y="6024"/>
                    </a:cubicBezTo>
                    <a:lnTo>
                      <a:pt x="2676" y="6024"/>
                    </a:lnTo>
                    <a:cubicBezTo>
                      <a:pt x="2028" y="6142"/>
                      <a:pt x="1503" y="6384"/>
                      <a:pt x="1054" y="6701"/>
                    </a:cubicBezTo>
                    <a:cubicBezTo>
                      <a:pt x="471" y="7283"/>
                      <a:pt x="139" y="7976"/>
                      <a:pt x="0" y="8780"/>
                    </a:cubicBezTo>
                    <a:lnTo>
                      <a:pt x="0" y="9141"/>
                    </a:lnTo>
                    <a:cubicBezTo>
                      <a:pt x="139" y="8780"/>
                      <a:pt x="250" y="8309"/>
                      <a:pt x="361" y="7976"/>
                    </a:cubicBezTo>
                    <a:cubicBezTo>
                      <a:pt x="471" y="7505"/>
                      <a:pt x="832" y="7172"/>
                      <a:pt x="1165" y="6812"/>
                    </a:cubicBezTo>
                    <a:cubicBezTo>
                      <a:pt x="1636" y="6479"/>
                      <a:pt x="2218" y="6230"/>
                      <a:pt x="2773" y="6230"/>
                    </a:cubicBezTo>
                    <a:lnTo>
                      <a:pt x="2911" y="6230"/>
                    </a:lnTo>
                    <a:lnTo>
                      <a:pt x="2911" y="6119"/>
                    </a:lnTo>
                    <a:cubicBezTo>
                      <a:pt x="3022" y="5426"/>
                      <a:pt x="3355" y="4733"/>
                      <a:pt x="3937" y="4150"/>
                    </a:cubicBezTo>
                    <a:cubicBezTo>
                      <a:pt x="4302" y="3802"/>
                      <a:pt x="4799" y="3618"/>
                      <a:pt x="5316" y="3618"/>
                    </a:cubicBezTo>
                    <a:cubicBezTo>
                      <a:pt x="5624" y="3618"/>
                      <a:pt x="5939" y="3683"/>
                      <a:pt x="6238" y="3818"/>
                    </a:cubicBezTo>
                    <a:lnTo>
                      <a:pt x="6377" y="3928"/>
                    </a:lnTo>
                    <a:lnTo>
                      <a:pt x="6377" y="3707"/>
                    </a:lnTo>
                    <a:lnTo>
                      <a:pt x="6377" y="3596"/>
                    </a:lnTo>
                    <a:cubicBezTo>
                      <a:pt x="6821" y="2431"/>
                      <a:pt x="7874" y="1627"/>
                      <a:pt x="9150" y="1516"/>
                    </a:cubicBezTo>
                    <a:lnTo>
                      <a:pt x="9954" y="1516"/>
                    </a:lnTo>
                    <a:cubicBezTo>
                      <a:pt x="10064" y="1572"/>
                      <a:pt x="10175" y="1600"/>
                      <a:pt x="10304" y="1600"/>
                    </a:cubicBezTo>
                    <a:cubicBezTo>
                      <a:pt x="10432" y="1600"/>
                      <a:pt x="10577" y="1572"/>
                      <a:pt x="10758" y="1516"/>
                    </a:cubicBezTo>
                    <a:cubicBezTo>
                      <a:pt x="10979" y="1378"/>
                      <a:pt x="11229" y="1267"/>
                      <a:pt x="11340" y="1045"/>
                    </a:cubicBezTo>
                    <a:cubicBezTo>
                      <a:pt x="11451" y="823"/>
                      <a:pt x="11673" y="685"/>
                      <a:pt x="11783" y="574"/>
                    </a:cubicBezTo>
                    <a:cubicBezTo>
                      <a:pt x="12220" y="324"/>
                      <a:pt x="12719" y="199"/>
                      <a:pt x="13187" y="199"/>
                    </a:cubicBezTo>
                    <a:cubicBezTo>
                      <a:pt x="13343" y="199"/>
                      <a:pt x="13495" y="213"/>
                      <a:pt x="13641" y="241"/>
                    </a:cubicBezTo>
                    <a:cubicBezTo>
                      <a:pt x="13863" y="241"/>
                      <a:pt x="14112" y="352"/>
                      <a:pt x="14334" y="463"/>
                    </a:cubicBezTo>
                    <a:lnTo>
                      <a:pt x="14223" y="352"/>
                    </a:lnTo>
                    <a:cubicBezTo>
                      <a:pt x="14112" y="241"/>
                      <a:pt x="13863" y="241"/>
                      <a:pt x="13752" y="130"/>
                    </a:cubicBezTo>
                    <a:cubicBezTo>
                      <a:pt x="13512" y="44"/>
                      <a:pt x="13259" y="1"/>
                      <a:pt x="13006"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5"/>
              <p:cNvSpPr/>
              <p:nvPr/>
            </p:nvSpPr>
            <p:spPr>
              <a:xfrm>
                <a:off x="3692825" y="1483000"/>
                <a:ext cx="202425" cy="79200"/>
              </a:xfrm>
              <a:custGeom>
                <a:avLst/>
                <a:gdLst/>
                <a:ahLst/>
                <a:cxnLst/>
                <a:rect l="l" t="t" r="r" b="b"/>
                <a:pathLst>
                  <a:path w="8097" h="3168" extrusionOk="0">
                    <a:moveTo>
                      <a:pt x="8097" y="0"/>
                    </a:moveTo>
                    <a:lnTo>
                      <a:pt x="8097" y="0"/>
                    </a:lnTo>
                    <a:cubicBezTo>
                      <a:pt x="7847" y="471"/>
                      <a:pt x="7515" y="804"/>
                      <a:pt x="7154" y="1026"/>
                    </a:cubicBezTo>
                    <a:cubicBezTo>
                      <a:pt x="6821" y="1386"/>
                      <a:pt x="6350" y="1608"/>
                      <a:pt x="5879" y="1719"/>
                    </a:cubicBezTo>
                    <a:cubicBezTo>
                      <a:pt x="5725" y="1758"/>
                      <a:pt x="5570" y="1775"/>
                      <a:pt x="5412" y="1775"/>
                    </a:cubicBezTo>
                    <a:cubicBezTo>
                      <a:pt x="5002" y="1775"/>
                      <a:pt x="4581" y="1658"/>
                      <a:pt x="4160" y="1497"/>
                    </a:cubicBezTo>
                    <a:lnTo>
                      <a:pt x="4049" y="1497"/>
                    </a:lnTo>
                    <a:lnTo>
                      <a:pt x="3938" y="1386"/>
                    </a:lnTo>
                    <a:lnTo>
                      <a:pt x="3938" y="1497"/>
                    </a:lnTo>
                    <a:cubicBezTo>
                      <a:pt x="3245" y="2301"/>
                      <a:pt x="2302" y="2884"/>
                      <a:pt x="1276" y="2995"/>
                    </a:cubicBezTo>
                    <a:lnTo>
                      <a:pt x="1" y="2995"/>
                    </a:lnTo>
                    <a:cubicBezTo>
                      <a:pt x="1" y="2995"/>
                      <a:pt x="223" y="3105"/>
                      <a:pt x="334" y="3105"/>
                    </a:cubicBezTo>
                    <a:cubicBezTo>
                      <a:pt x="500" y="3105"/>
                      <a:pt x="703" y="3167"/>
                      <a:pt x="927" y="3167"/>
                    </a:cubicBezTo>
                    <a:cubicBezTo>
                      <a:pt x="1039" y="3167"/>
                      <a:pt x="1156" y="3152"/>
                      <a:pt x="1276" y="3105"/>
                    </a:cubicBezTo>
                    <a:cubicBezTo>
                      <a:pt x="2364" y="3105"/>
                      <a:pt x="3376" y="2598"/>
                      <a:pt x="4068" y="1727"/>
                    </a:cubicBezTo>
                    <a:lnTo>
                      <a:pt x="4068" y="1727"/>
                    </a:lnTo>
                    <a:cubicBezTo>
                      <a:pt x="4428" y="1879"/>
                      <a:pt x="4828" y="1977"/>
                      <a:pt x="5211" y="1977"/>
                    </a:cubicBezTo>
                    <a:cubicBezTo>
                      <a:pt x="5444" y="1977"/>
                      <a:pt x="5671" y="1941"/>
                      <a:pt x="5879" y="1858"/>
                    </a:cubicBezTo>
                    <a:cubicBezTo>
                      <a:pt x="6461" y="1858"/>
                      <a:pt x="6932" y="1497"/>
                      <a:pt x="7265" y="1165"/>
                    </a:cubicBezTo>
                    <a:cubicBezTo>
                      <a:pt x="7515" y="1026"/>
                      <a:pt x="7736" y="693"/>
                      <a:pt x="7958" y="471"/>
                    </a:cubicBezTo>
                    <a:cubicBezTo>
                      <a:pt x="7958" y="333"/>
                      <a:pt x="8097" y="222"/>
                      <a:pt x="809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5"/>
              <p:cNvSpPr/>
              <p:nvPr/>
            </p:nvSpPr>
            <p:spPr>
              <a:xfrm>
                <a:off x="3750375" y="1492450"/>
                <a:ext cx="63775" cy="19675"/>
              </a:xfrm>
              <a:custGeom>
                <a:avLst/>
                <a:gdLst/>
                <a:ahLst/>
                <a:cxnLst/>
                <a:rect l="l" t="t" r="r" b="b"/>
                <a:pathLst>
                  <a:path w="2551" h="787" extrusionOk="0">
                    <a:moveTo>
                      <a:pt x="805" y="0"/>
                    </a:moveTo>
                    <a:cubicBezTo>
                      <a:pt x="540" y="0"/>
                      <a:pt x="270" y="61"/>
                      <a:pt x="0" y="204"/>
                    </a:cubicBezTo>
                    <a:cubicBezTo>
                      <a:pt x="0" y="204"/>
                      <a:pt x="582" y="204"/>
                      <a:pt x="1275" y="315"/>
                    </a:cubicBezTo>
                    <a:cubicBezTo>
                      <a:pt x="1969" y="537"/>
                      <a:pt x="2551" y="787"/>
                      <a:pt x="2551" y="787"/>
                    </a:cubicBezTo>
                    <a:cubicBezTo>
                      <a:pt x="2190" y="426"/>
                      <a:pt x="1858" y="204"/>
                      <a:pt x="1386" y="93"/>
                    </a:cubicBezTo>
                    <a:cubicBezTo>
                      <a:pt x="1197" y="34"/>
                      <a:pt x="1002" y="0"/>
                      <a:pt x="805"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5"/>
              <p:cNvSpPr/>
              <p:nvPr/>
            </p:nvSpPr>
            <p:spPr>
              <a:xfrm>
                <a:off x="3787800" y="1473975"/>
                <a:ext cx="26350" cy="18375"/>
              </a:xfrm>
              <a:custGeom>
                <a:avLst/>
                <a:gdLst/>
                <a:ahLst/>
                <a:cxnLst/>
                <a:rect l="l" t="t" r="r" b="b"/>
                <a:pathLst>
                  <a:path w="1054" h="735" extrusionOk="0">
                    <a:moveTo>
                      <a:pt x="1054" y="1"/>
                    </a:moveTo>
                    <a:cubicBezTo>
                      <a:pt x="1054" y="1"/>
                      <a:pt x="693" y="1"/>
                      <a:pt x="472" y="250"/>
                    </a:cubicBezTo>
                    <a:cubicBezTo>
                      <a:pt x="139" y="472"/>
                      <a:pt x="0" y="694"/>
                      <a:pt x="0" y="694"/>
                    </a:cubicBezTo>
                    <a:cubicBezTo>
                      <a:pt x="29" y="723"/>
                      <a:pt x="62" y="735"/>
                      <a:pt x="97" y="735"/>
                    </a:cubicBezTo>
                    <a:cubicBezTo>
                      <a:pt x="231" y="735"/>
                      <a:pt x="407" y="560"/>
                      <a:pt x="583" y="472"/>
                    </a:cubicBezTo>
                    <a:cubicBezTo>
                      <a:pt x="832" y="250"/>
                      <a:pt x="1054" y="139"/>
                      <a:pt x="105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5"/>
              <p:cNvSpPr/>
              <p:nvPr/>
            </p:nvSpPr>
            <p:spPr>
              <a:xfrm>
                <a:off x="3629075" y="1544725"/>
                <a:ext cx="61000" cy="10375"/>
              </a:xfrm>
              <a:custGeom>
                <a:avLst/>
                <a:gdLst/>
                <a:ahLst/>
                <a:cxnLst/>
                <a:rect l="l" t="t" r="r" b="b"/>
                <a:pathLst>
                  <a:path w="2440" h="415" extrusionOk="0">
                    <a:moveTo>
                      <a:pt x="1032" y="1"/>
                    </a:moveTo>
                    <a:cubicBezTo>
                      <a:pt x="662" y="1"/>
                      <a:pt x="307" y="95"/>
                      <a:pt x="0" y="304"/>
                    </a:cubicBezTo>
                    <a:cubicBezTo>
                      <a:pt x="0" y="327"/>
                      <a:pt x="21" y="336"/>
                      <a:pt x="61" y="336"/>
                    </a:cubicBezTo>
                    <a:cubicBezTo>
                      <a:pt x="170" y="336"/>
                      <a:pt x="418" y="272"/>
                      <a:pt x="757" y="272"/>
                    </a:cubicBezTo>
                    <a:cubicBezTo>
                      <a:pt x="882" y="272"/>
                      <a:pt x="1018" y="280"/>
                      <a:pt x="1165" y="304"/>
                    </a:cubicBezTo>
                    <a:cubicBezTo>
                      <a:pt x="1858" y="304"/>
                      <a:pt x="2329" y="415"/>
                      <a:pt x="2440" y="415"/>
                    </a:cubicBezTo>
                    <a:cubicBezTo>
                      <a:pt x="1991" y="152"/>
                      <a:pt x="1499" y="1"/>
                      <a:pt x="103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5"/>
              <p:cNvSpPr/>
              <p:nvPr/>
            </p:nvSpPr>
            <p:spPr>
              <a:xfrm>
                <a:off x="3600650" y="1581425"/>
                <a:ext cx="77650" cy="28425"/>
              </a:xfrm>
              <a:custGeom>
                <a:avLst/>
                <a:gdLst/>
                <a:ahLst/>
                <a:cxnLst/>
                <a:rect l="l" t="t" r="r" b="b"/>
                <a:pathLst>
                  <a:path w="3106" h="1137" extrusionOk="0">
                    <a:moveTo>
                      <a:pt x="3106" y="0"/>
                    </a:moveTo>
                    <a:cubicBezTo>
                      <a:pt x="2995" y="0"/>
                      <a:pt x="2413" y="333"/>
                      <a:pt x="1498" y="693"/>
                    </a:cubicBezTo>
                    <a:cubicBezTo>
                      <a:pt x="694" y="915"/>
                      <a:pt x="0" y="1026"/>
                      <a:pt x="0" y="1137"/>
                    </a:cubicBezTo>
                    <a:cubicBezTo>
                      <a:pt x="555" y="1137"/>
                      <a:pt x="1137" y="1137"/>
                      <a:pt x="1608" y="915"/>
                    </a:cubicBezTo>
                    <a:cubicBezTo>
                      <a:pt x="2191" y="693"/>
                      <a:pt x="2634" y="444"/>
                      <a:pt x="310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5"/>
              <p:cNvSpPr/>
              <p:nvPr/>
            </p:nvSpPr>
            <p:spPr>
              <a:xfrm>
                <a:off x="3527875" y="1625075"/>
                <a:ext cx="58250" cy="22225"/>
              </a:xfrm>
              <a:custGeom>
                <a:avLst/>
                <a:gdLst/>
                <a:ahLst/>
                <a:cxnLst/>
                <a:rect l="l" t="t" r="r" b="b"/>
                <a:pathLst>
                  <a:path w="2330" h="889" extrusionOk="0">
                    <a:moveTo>
                      <a:pt x="1640" y="1"/>
                    </a:moveTo>
                    <a:cubicBezTo>
                      <a:pt x="1421" y="1"/>
                      <a:pt x="1220" y="29"/>
                      <a:pt x="1054" y="84"/>
                    </a:cubicBezTo>
                    <a:cubicBezTo>
                      <a:pt x="250" y="334"/>
                      <a:pt x="0" y="888"/>
                      <a:pt x="0" y="888"/>
                    </a:cubicBezTo>
                    <a:cubicBezTo>
                      <a:pt x="361" y="666"/>
                      <a:pt x="693" y="555"/>
                      <a:pt x="1054" y="334"/>
                    </a:cubicBezTo>
                    <a:cubicBezTo>
                      <a:pt x="1525" y="195"/>
                      <a:pt x="1858" y="195"/>
                      <a:pt x="2329" y="84"/>
                    </a:cubicBezTo>
                    <a:cubicBezTo>
                      <a:pt x="2094" y="29"/>
                      <a:pt x="1858" y="1"/>
                      <a:pt x="164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5"/>
              <p:cNvSpPr/>
              <p:nvPr/>
            </p:nvSpPr>
            <p:spPr>
              <a:xfrm>
                <a:off x="3531325" y="1445550"/>
                <a:ext cx="248175" cy="54800"/>
              </a:xfrm>
              <a:custGeom>
                <a:avLst/>
                <a:gdLst/>
                <a:ahLst/>
                <a:cxnLst/>
                <a:rect l="l" t="t" r="r" b="b"/>
                <a:pathLst>
                  <a:path w="9927" h="2192" extrusionOk="0">
                    <a:moveTo>
                      <a:pt x="4603" y="1"/>
                    </a:moveTo>
                    <a:cubicBezTo>
                      <a:pt x="3328" y="1"/>
                      <a:pt x="2080" y="334"/>
                      <a:pt x="916" y="916"/>
                    </a:cubicBezTo>
                    <a:cubicBezTo>
                      <a:pt x="555" y="1138"/>
                      <a:pt x="334" y="1387"/>
                      <a:pt x="112" y="1720"/>
                    </a:cubicBezTo>
                    <a:cubicBezTo>
                      <a:pt x="1" y="1831"/>
                      <a:pt x="1" y="1969"/>
                      <a:pt x="1" y="2191"/>
                    </a:cubicBezTo>
                    <a:cubicBezTo>
                      <a:pt x="1" y="2191"/>
                      <a:pt x="1" y="2080"/>
                      <a:pt x="223" y="1831"/>
                    </a:cubicBezTo>
                    <a:cubicBezTo>
                      <a:pt x="334" y="1498"/>
                      <a:pt x="694" y="1276"/>
                      <a:pt x="1027" y="1027"/>
                    </a:cubicBezTo>
                    <a:cubicBezTo>
                      <a:pt x="2191" y="445"/>
                      <a:pt x="3328" y="223"/>
                      <a:pt x="4603" y="223"/>
                    </a:cubicBezTo>
                    <a:cubicBezTo>
                      <a:pt x="5879" y="223"/>
                      <a:pt x="7154" y="445"/>
                      <a:pt x="8429" y="694"/>
                    </a:cubicBezTo>
                    <a:cubicBezTo>
                      <a:pt x="9344" y="1027"/>
                      <a:pt x="9927" y="1138"/>
                      <a:pt x="9927" y="1138"/>
                    </a:cubicBezTo>
                    <a:cubicBezTo>
                      <a:pt x="9816" y="1027"/>
                      <a:pt x="9705" y="1027"/>
                      <a:pt x="9455" y="916"/>
                    </a:cubicBezTo>
                    <a:cubicBezTo>
                      <a:pt x="9233" y="805"/>
                      <a:pt x="8873" y="694"/>
                      <a:pt x="8429" y="583"/>
                    </a:cubicBezTo>
                    <a:cubicBezTo>
                      <a:pt x="7154" y="223"/>
                      <a:pt x="5879" y="1"/>
                      <a:pt x="4603"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5"/>
              <p:cNvSpPr/>
              <p:nvPr/>
            </p:nvSpPr>
            <p:spPr>
              <a:xfrm>
                <a:off x="3522325" y="1470125"/>
                <a:ext cx="193400" cy="84975"/>
              </a:xfrm>
              <a:custGeom>
                <a:avLst/>
                <a:gdLst/>
                <a:ahLst/>
                <a:cxnLst/>
                <a:rect l="l" t="t" r="r" b="b"/>
                <a:pathLst>
                  <a:path w="7736" h="3399" extrusionOk="0">
                    <a:moveTo>
                      <a:pt x="5578" y="1"/>
                    </a:moveTo>
                    <a:cubicBezTo>
                      <a:pt x="4764" y="1"/>
                      <a:pt x="3971" y="109"/>
                      <a:pt x="3133" y="293"/>
                    </a:cubicBezTo>
                    <a:cubicBezTo>
                      <a:pt x="2080" y="626"/>
                      <a:pt x="1165" y="1208"/>
                      <a:pt x="472" y="2123"/>
                    </a:cubicBezTo>
                    <a:cubicBezTo>
                      <a:pt x="222" y="2484"/>
                      <a:pt x="111" y="2705"/>
                      <a:pt x="0" y="3066"/>
                    </a:cubicBezTo>
                    <a:lnTo>
                      <a:pt x="0" y="3399"/>
                    </a:lnTo>
                    <a:cubicBezTo>
                      <a:pt x="111" y="3066"/>
                      <a:pt x="361" y="2595"/>
                      <a:pt x="583" y="2234"/>
                    </a:cubicBezTo>
                    <a:cubicBezTo>
                      <a:pt x="1276" y="1430"/>
                      <a:pt x="2191" y="737"/>
                      <a:pt x="3244" y="515"/>
                    </a:cubicBezTo>
                    <a:cubicBezTo>
                      <a:pt x="3986" y="355"/>
                      <a:pt x="4743" y="238"/>
                      <a:pt x="5534" y="238"/>
                    </a:cubicBezTo>
                    <a:cubicBezTo>
                      <a:pt x="5837" y="238"/>
                      <a:pt x="6146" y="255"/>
                      <a:pt x="6460" y="293"/>
                    </a:cubicBezTo>
                    <a:cubicBezTo>
                      <a:pt x="6932" y="293"/>
                      <a:pt x="7403" y="404"/>
                      <a:pt x="7736" y="404"/>
                    </a:cubicBezTo>
                    <a:cubicBezTo>
                      <a:pt x="7403" y="155"/>
                      <a:pt x="6932" y="155"/>
                      <a:pt x="6460" y="44"/>
                    </a:cubicBezTo>
                    <a:cubicBezTo>
                      <a:pt x="6162" y="15"/>
                      <a:pt x="5868" y="1"/>
                      <a:pt x="557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5"/>
              <p:cNvSpPr/>
              <p:nvPr/>
            </p:nvSpPr>
            <p:spPr>
              <a:xfrm>
                <a:off x="3880675" y="1483000"/>
                <a:ext cx="72100" cy="115775"/>
              </a:xfrm>
              <a:custGeom>
                <a:avLst/>
                <a:gdLst/>
                <a:ahLst/>
                <a:cxnLst/>
                <a:rect l="l" t="t" r="r" b="b"/>
                <a:pathLst>
                  <a:path w="2884" h="4631" extrusionOk="0">
                    <a:moveTo>
                      <a:pt x="1" y="0"/>
                    </a:moveTo>
                    <a:cubicBezTo>
                      <a:pt x="222" y="111"/>
                      <a:pt x="583" y="222"/>
                      <a:pt x="805" y="333"/>
                    </a:cubicBezTo>
                    <a:cubicBezTo>
                      <a:pt x="2080" y="804"/>
                      <a:pt x="2662" y="2190"/>
                      <a:pt x="2191" y="3466"/>
                    </a:cubicBezTo>
                    <a:cubicBezTo>
                      <a:pt x="2080" y="3577"/>
                      <a:pt x="1969" y="3799"/>
                      <a:pt x="1830" y="3937"/>
                    </a:cubicBezTo>
                    <a:cubicBezTo>
                      <a:pt x="1609" y="4159"/>
                      <a:pt x="1387" y="4381"/>
                      <a:pt x="1276" y="4630"/>
                    </a:cubicBezTo>
                    <a:cubicBezTo>
                      <a:pt x="1498" y="4492"/>
                      <a:pt x="1830" y="4381"/>
                      <a:pt x="1969" y="4048"/>
                    </a:cubicBezTo>
                    <a:cubicBezTo>
                      <a:pt x="2884" y="2995"/>
                      <a:pt x="2773" y="1497"/>
                      <a:pt x="1719" y="582"/>
                    </a:cubicBezTo>
                    <a:cubicBezTo>
                      <a:pt x="1498" y="333"/>
                      <a:pt x="1137" y="222"/>
                      <a:pt x="915" y="111"/>
                    </a:cubicBezTo>
                    <a:cubicBezTo>
                      <a:pt x="583" y="0"/>
                      <a:pt x="333" y="0"/>
                      <a:pt x="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5"/>
              <p:cNvSpPr/>
              <p:nvPr/>
            </p:nvSpPr>
            <p:spPr>
              <a:xfrm>
                <a:off x="3423900" y="1649275"/>
                <a:ext cx="95675" cy="113775"/>
              </a:xfrm>
              <a:custGeom>
                <a:avLst/>
                <a:gdLst/>
                <a:ahLst/>
                <a:cxnLst/>
                <a:rect l="l" t="t" r="r" b="b"/>
                <a:pathLst>
                  <a:path w="3827" h="4551" extrusionOk="0">
                    <a:moveTo>
                      <a:pt x="2368" y="1"/>
                    </a:moveTo>
                    <a:cubicBezTo>
                      <a:pt x="2047" y="1"/>
                      <a:pt x="1717" y="92"/>
                      <a:pt x="1387" y="170"/>
                    </a:cubicBezTo>
                    <a:cubicBezTo>
                      <a:pt x="832" y="391"/>
                      <a:pt x="472" y="863"/>
                      <a:pt x="250" y="1445"/>
                    </a:cubicBezTo>
                    <a:cubicBezTo>
                      <a:pt x="0" y="2000"/>
                      <a:pt x="139" y="2582"/>
                      <a:pt x="361" y="3053"/>
                    </a:cubicBezTo>
                    <a:cubicBezTo>
                      <a:pt x="694" y="3386"/>
                      <a:pt x="1054" y="3746"/>
                      <a:pt x="1387" y="3968"/>
                    </a:cubicBezTo>
                    <a:cubicBezTo>
                      <a:pt x="1636" y="4218"/>
                      <a:pt x="1969" y="4328"/>
                      <a:pt x="2218" y="4439"/>
                    </a:cubicBezTo>
                    <a:cubicBezTo>
                      <a:pt x="2440" y="4550"/>
                      <a:pt x="2551" y="4550"/>
                      <a:pt x="2551" y="4550"/>
                    </a:cubicBezTo>
                    <a:cubicBezTo>
                      <a:pt x="2551" y="4439"/>
                      <a:pt x="2080" y="4328"/>
                      <a:pt x="1525" y="3857"/>
                    </a:cubicBezTo>
                    <a:cubicBezTo>
                      <a:pt x="1165" y="3635"/>
                      <a:pt x="832" y="3275"/>
                      <a:pt x="583" y="2942"/>
                    </a:cubicBezTo>
                    <a:cubicBezTo>
                      <a:pt x="361" y="2471"/>
                      <a:pt x="250" y="2000"/>
                      <a:pt x="472" y="1556"/>
                    </a:cubicBezTo>
                    <a:cubicBezTo>
                      <a:pt x="583" y="974"/>
                      <a:pt x="1054" y="613"/>
                      <a:pt x="1525" y="391"/>
                    </a:cubicBezTo>
                    <a:cubicBezTo>
                      <a:pt x="1761" y="313"/>
                      <a:pt x="2065" y="235"/>
                      <a:pt x="2341" y="235"/>
                    </a:cubicBezTo>
                    <a:cubicBezTo>
                      <a:pt x="2455" y="235"/>
                      <a:pt x="2565" y="248"/>
                      <a:pt x="2662" y="281"/>
                    </a:cubicBezTo>
                    <a:cubicBezTo>
                      <a:pt x="3133" y="281"/>
                      <a:pt x="3466" y="502"/>
                      <a:pt x="3827" y="613"/>
                    </a:cubicBezTo>
                    <a:lnTo>
                      <a:pt x="3605" y="391"/>
                    </a:lnTo>
                    <a:cubicBezTo>
                      <a:pt x="3355" y="281"/>
                      <a:pt x="3022" y="170"/>
                      <a:pt x="2773" y="59"/>
                    </a:cubicBezTo>
                    <a:cubicBezTo>
                      <a:pt x="2640" y="17"/>
                      <a:pt x="2505" y="1"/>
                      <a:pt x="236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5"/>
              <p:cNvSpPr/>
              <p:nvPr/>
            </p:nvSpPr>
            <p:spPr>
              <a:xfrm>
                <a:off x="3464800" y="1763025"/>
                <a:ext cx="112300" cy="150425"/>
              </a:xfrm>
              <a:custGeom>
                <a:avLst/>
                <a:gdLst/>
                <a:ahLst/>
                <a:cxnLst/>
                <a:rect l="l" t="t" r="r" b="b"/>
                <a:pathLst>
                  <a:path w="4492" h="6017" extrusionOk="0">
                    <a:moveTo>
                      <a:pt x="4381" y="3937"/>
                    </a:moveTo>
                    <a:lnTo>
                      <a:pt x="4381" y="4270"/>
                    </a:lnTo>
                    <a:cubicBezTo>
                      <a:pt x="4492" y="4159"/>
                      <a:pt x="4381" y="4048"/>
                      <a:pt x="4381" y="3937"/>
                    </a:cubicBezTo>
                    <a:close/>
                    <a:moveTo>
                      <a:pt x="693" y="0"/>
                    </a:moveTo>
                    <a:lnTo>
                      <a:pt x="693" y="0"/>
                    </a:lnTo>
                    <a:cubicBezTo>
                      <a:pt x="582" y="111"/>
                      <a:pt x="582" y="222"/>
                      <a:pt x="582" y="361"/>
                    </a:cubicBezTo>
                    <a:cubicBezTo>
                      <a:pt x="333" y="693"/>
                      <a:pt x="222" y="1054"/>
                      <a:pt x="222" y="1387"/>
                    </a:cubicBezTo>
                    <a:cubicBezTo>
                      <a:pt x="0" y="1969"/>
                      <a:pt x="0" y="2551"/>
                      <a:pt x="0" y="3133"/>
                    </a:cubicBezTo>
                    <a:cubicBezTo>
                      <a:pt x="0" y="3826"/>
                      <a:pt x="222" y="4381"/>
                      <a:pt x="693" y="4963"/>
                    </a:cubicBezTo>
                    <a:cubicBezTo>
                      <a:pt x="1137" y="5545"/>
                      <a:pt x="1719" y="5906"/>
                      <a:pt x="2412" y="6017"/>
                    </a:cubicBezTo>
                    <a:cubicBezTo>
                      <a:pt x="2995" y="6017"/>
                      <a:pt x="3577" y="5767"/>
                      <a:pt x="4048" y="5324"/>
                    </a:cubicBezTo>
                    <a:cubicBezTo>
                      <a:pt x="4270" y="5074"/>
                      <a:pt x="4381" y="4741"/>
                      <a:pt x="4381" y="4270"/>
                    </a:cubicBezTo>
                    <a:lnTo>
                      <a:pt x="4381" y="4270"/>
                    </a:lnTo>
                    <a:cubicBezTo>
                      <a:pt x="4178" y="5132"/>
                      <a:pt x="3489" y="5785"/>
                      <a:pt x="2737" y="5785"/>
                    </a:cubicBezTo>
                    <a:cubicBezTo>
                      <a:pt x="2666" y="5785"/>
                      <a:pt x="2595" y="5779"/>
                      <a:pt x="2523" y="5767"/>
                    </a:cubicBezTo>
                    <a:cubicBezTo>
                      <a:pt x="1830" y="5656"/>
                      <a:pt x="1276" y="5324"/>
                      <a:pt x="915" y="4852"/>
                    </a:cubicBezTo>
                    <a:cubicBezTo>
                      <a:pt x="444" y="4270"/>
                      <a:pt x="333" y="3688"/>
                      <a:pt x="222" y="2995"/>
                    </a:cubicBezTo>
                    <a:cubicBezTo>
                      <a:pt x="222" y="2551"/>
                      <a:pt x="222" y="1969"/>
                      <a:pt x="333" y="1497"/>
                    </a:cubicBezTo>
                    <a:cubicBezTo>
                      <a:pt x="582" y="583"/>
                      <a:pt x="693" y="0"/>
                      <a:pt x="69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5"/>
              <p:cNvSpPr/>
              <p:nvPr/>
            </p:nvSpPr>
            <p:spPr>
              <a:xfrm>
                <a:off x="3510550" y="1612600"/>
                <a:ext cx="130325" cy="355625"/>
              </a:xfrm>
              <a:custGeom>
                <a:avLst/>
                <a:gdLst/>
                <a:ahLst/>
                <a:cxnLst/>
                <a:rect l="l" t="t" r="r" b="b"/>
                <a:pathLst>
                  <a:path w="5213" h="14225" extrusionOk="0">
                    <a:moveTo>
                      <a:pt x="4630" y="1"/>
                    </a:moveTo>
                    <a:lnTo>
                      <a:pt x="1525" y="1387"/>
                    </a:lnTo>
                    <a:cubicBezTo>
                      <a:pt x="361" y="2663"/>
                      <a:pt x="0" y="3134"/>
                      <a:pt x="1054" y="6600"/>
                    </a:cubicBezTo>
                    <a:cubicBezTo>
                      <a:pt x="1275" y="7625"/>
                      <a:pt x="3133" y="10176"/>
                      <a:pt x="3466" y="11230"/>
                    </a:cubicBezTo>
                    <a:cubicBezTo>
                      <a:pt x="3937" y="12256"/>
                      <a:pt x="3937" y="13531"/>
                      <a:pt x="3022" y="14224"/>
                    </a:cubicBezTo>
                    <a:cubicBezTo>
                      <a:pt x="4159" y="13864"/>
                      <a:pt x="4991" y="12838"/>
                      <a:pt x="4991" y="11673"/>
                    </a:cubicBezTo>
                    <a:cubicBezTo>
                      <a:pt x="5212" y="9843"/>
                      <a:pt x="3355" y="8319"/>
                      <a:pt x="3355" y="6378"/>
                    </a:cubicBezTo>
                    <a:cubicBezTo>
                      <a:pt x="3355" y="5324"/>
                      <a:pt x="3937" y="4298"/>
                      <a:pt x="4408" y="3245"/>
                    </a:cubicBezTo>
                    <a:cubicBezTo>
                      <a:pt x="4852" y="2219"/>
                      <a:pt x="5212" y="944"/>
                      <a:pt x="463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5"/>
              <p:cNvSpPr/>
              <p:nvPr/>
            </p:nvSpPr>
            <p:spPr>
              <a:xfrm>
                <a:off x="3545200" y="1609825"/>
                <a:ext cx="69325" cy="71425"/>
              </a:xfrm>
              <a:custGeom>
                <a:avLst/>
                <a:gdLst/>
                <a:ahLst/>
                <a:cxnLst/>
                <a:rect l="l" t="t" r="r" b="b"/>
                <a:pathLst>
                  <a:path w="2773" h="2857" extrusionOk="0">
                    <a:moveTo>
                      <a:pt x="2773" y="1"/>
                    </a:moveTo>
                    <a:cubicBezTo>
                      <a:pt x="2662" y="250"/>
                      <a:pt x="2662" y="361"/>
                      <a:pt x="2551" y="583"/>
                    </a:cubicBezTo>
                    <a:cubicBezTo>
                      <a:pt x="2329" y="1637"/>
                      <a:pt x="1636" y="2330"/>
                      <a:pt x="583" y="2663"/>
                    </a:cubicBezTo>
                    <a:cubicBezTo>
                      <a:pt x="361" y="2663"/>
                      <a:pt x="250" y="2774"/>
                      <a:pt x="0" y="2774"/>
                    </a:cubicBezTo>
                    <a:cubicBezTo>
                      <a:pt x="0" y="2829"/>
                      <a:pt x="63" y="2857"/>
                      <a:pt x="181" y="2857"/>
                    </a:cubicBezTo>
                    <a:cubicBezTo>
                      <a:pt x="298" y="2857"/>
                      <a:pt x="472" y="2829"/>
                      <a:pt x="694" y="2774"/>
                    </a:cubicBezTo>
                    <a:cubicBezTo>
                      <a:pt x="1747" y="2552"/>
                      <a:pt x="2551" y="1748"/>
                      <a:pt x="2773" y="583"/>
                    </a:cubicBezTo>
                    <a:lnTo>
                      <a:pt x="2773"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5"/>
              <p:cNvSpPr/>
              <p:nvPr/>
            </p:nvSpPr>
            <p:spPr>
              <a:xfrm>
                <a:off x="3551425" y="1618850"/>
                <a:ext cx="69350" cy="320250"/>
              </a:xfrm>
              <a:custGeom>
                <a:avLst/>
                <a:gdLst/>
                <a:ahLst/>
                <a:cxnLst/>
                <a:rect l="l" t="t" r="r" b="b"/>
                <a:pathLst>
                  <a:path w="2774" h="12810" extrusionOk="0">
                    <a:moveTo>
                      <a:pt x="2663" y="0"/>
                    </a:moveTo>
                    <a:cubicBezTo>
                      <a:pt x="2663" y="694"/>
                      <a:pt x="2524" y="1387"/>
                      <a:pt x="2302" y="2080"/>
                    </a:cubicBezTo>
                    <a:cubicBezTo>
                      <a:pt x="1969" y="2773"/>
                      <a:pt x="1609" y="3355"/>
                      <a:pt x="1138" y="3910"/>
                    </a:cubicBezTo>
                    <a:cubicBezTo>
                      <a:pt x="805" y="4381"/>
                      <a:pt x="583" y="4741"/>
                      <a:pt x="334" y="5074"/>
                    </a:cubicBezTo>
                    <a:cubicBezTo>
                      <a:pt x="112" y="5545"/>
                      <a:pt x="1" y="5989"/>
                      <a:pt x="1" y="6571"/>
                    </a:cubicBezTo>
                    <a:cubicBezTo>
                      <a:pt x="1" y="7043"/>
                      <a:pt x="112" y="7514"/>
                      <a:pt x="334" y="7958"/>
                    </a:cubicBezTo>
                    <a:cubicBezTo>
                      <a:pt x="583" y="8429"/>
                      <a:pt x="916" y="8762"/>
                      <a:pt x="1276" y="9122"/>
                    </a:cubicBezTo>
                    <a:cubicBezTo>
                      <a:pt x="1609" y="9344"/>
                      <a:pt x="1831" y="9593"/>
                      <a:pt x="2080" y="9926"/>
                    </a:cubicBezTo>
                    <a:cubicBezTo>
                      <a:pt x="2302" y="10287"/>
                      <a:pt x="2413" y="10508"/>
                      <a:pt x="2413" y="10841"/>
                    </a:cubicBezTo>
                    <a:cubicBezTo>
                      <a:pt x="2413" y="11423"/>
                      <a:pt x="2302" y="11895"/>
                      <a:pt x="2080" y="12366"/>
                    </a:cubicBezTo>
                    <a:cubicBezTo>
                      <a:pt x="1969" y="12588"/>
                      <a:pt x="1720" y="12810"/>
                      <a:pt x="1831" y="12810"/>
                    </a:cubicBezTo>
                    <a:lnTo>
                      <a:pt x="1969" y="12699"/>
                    </a:lnTo>
                    <a:cubicBezTo>
                      <a:pt x="2080" y="12588"/>
                      <a:pt x="2080" y="12477"/>
                      <a:pt x="2191" y="12366"/>
                    </a:cubicBezTo>
                    <a:cubicBezTo>
                      <a:pt x="2524" y="11895"/>
                      <a:pt x="2663" y="11423"/>
                      <a:pt x="2524" y="10841"/>
                    </a:cubicBezTo>
                    <a:cubicBezTo>
                      <a:pt x="2524" y="10508"/>
                      <a:pt x="2413" y="10148"/>
                      <a:pt x="2302" y="9815"/>
                    </a:cubicBezTo>
                    <a:lnTo>
                      <a:pt x="1387" y="8900"/>
                    </a:lnTo>
                    <a:cubicBezTo>
                      <a:pt x="1027" y="8651"/>
                      <a:pt x="805" y="8318"/>
                      <a:pt x="583" y="7847"/>
                    </a:cubicBezTo>
                    <a:cubicBezTo>
                      <a:pt x="334" y="7514"/>
                      <a:pt x="223" y="7043"/>
                      <a:pt x="223" y="6571"/>
                    </a:cubicBezTo>
                    <a:cubicBezTo>
                      <a:pt x="223" y="6128"/>
                      <a:pt x="334" y="5656"/>
                      <a:pt x="583" y="5185"/>
                    </a:cubicBezTo>
                    <a:cubicBezTo>
                      <a:pt x="805" y="4852"/>
                      <a:pt x="1027" y="4492"/>
                      <a:pt x="1276" y="4159"/>
                    </a:cubicBezTo>
                    <a:cubicBezTo>
                      <a:pt x="1831" y="3466"/>
                      <a:pt x="2191" y="2884"/>
                      <a:pt x="2413" y="2080"/>
                    </a:cubicBezTo>
                    <a:cubicBezTo>
                      <a:pt x="2663" y="1608"/>
                      <a:pt x="2773" y="1137"/>
                      <a:pt x="2773" y="583"/>
                    </a:cubicBezTo>
                    <a:cubicBezTo>
                      <a:pt x="2773" y="444"/>
                      <a:pt x="2773" y="222"/>
                      <a:pt x="266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5"/>
              <p:cNvSpPr/>
              <p:nvPr/>
            </p:nvSpPr>
            <p:spPr>
              <a:xfrm>
                <a:off x="3507775" y="1676375"/>
                <a:ext cx="75575" cy="185100"/>
              </a:xfrm>
              <a:custGeom>
                <a:avLst/>
                <a:gdLst/>
                <a:ahLst/>
                <a:cxnLst/>
                <a:rect l="l" t="t" r="r" b="b"/>
                <a:pathLst>
                  <a:path w="3023" h="7404" extrusionOk="0">
                    <a:moveTo>
                      <a:pt x="1054" y="1"/>
                    </a:moveTo>
                    <a:cubicBezTo>
                      <a:pt x="1054" y="1"/>
                      <a:pt x="943" y="112"/>
                      <a:pt x="804" y="222"/>
                    </a:cubicBezTo>
                    <a:cubicBezTo>
                      <a:pt x="582" y="472"/>
                      <a:pt x="472" y="805"/>
                      <a:pt x="361" y="1054"/>
                    </a:cubicBezTo>
                    <a:cubicBezTo>
                      <a:pt x="0" y="2080"/>
                      <a:pt x="0" y="3134"/>
                      <a:pt x="361" y="4049"/>
                    </a:cubicBezTo>
                    <a:cubicBezTo>
                      <a:pt x="804" y="4963"/>
                      <a:pt x="1386" y="5906"/>
                      <a:pt x="2080" y="6599"/>
                    </a:cubicBezTo>
                    <a:cubicBezTo>
                      <a:pt x="2329" y="6932"/>
                      <a:pt x="2662" y="7154"/>
                      <a:pt x="3022" y="7403"/>
                    </a:cubicBezTo>
                    <a:cubicBezTo>
                      <a:pt x="2773" y="7043"/>
                      <a:pt x="2440" y="6821"/>
                      <a:pt x="2191" y="6461"/>
                    </a:cubicBezTo>
                    <a:cubicBezTo>
                      <a:pt x="1497" y="5768"/>
                      <a:pt x="1054" y="4853"/>
                      <a:pt x="582" y="4049"/>
                    </a:cubicBezTo>
                    <a:cubicBezTo>
                      <a:pt x="250" y="3134"/>
                      <a:pt x="250" y="2080"/>
                      <a:pt x="582" y="1165"/>
                    </a:cubicBezTo>
                    <a:cubicBezTo>
                      <a:pt x="693" y="805"/>
                      <a:pt x="804" y="361"/>
                      <a:pt x="105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5"/>
              <p:cNvSpPr/>
              <p:nvPr/>
            </p:nvSpPr>
            <p:spPr>
              <a:xfrm>
                <a:off x="3124425" y="1953625"/>
                <a:ext cx="1293450" cy="895575"/>
              </a:xfrm>
              <a:custGeom>
                <a:avLst/>
                <a:gdLst/>
                <a:ahLst/>
                <a:cxnLst/>
                <a:rect l="l" t="t" r="r" b="b"/>
                <a:pathLst>
                  <a:path w="51738" h="35823" extrusionOk="0">
                    <a:moveTo>
                      <a:pt x="13144" y="18937"/>
                    </a:moveTo>
                    <a:lnTo>
                      <a:pt x="13144" y="22070"/>
                    </a:lnTo>
                    <a:lnTo>
                      <a:pt x="13144" y="22292"/>
                    </a:lnTo>
                    <a:lnTo>
                      <a:pt x="13033" y="23235"/>
                    </a:lnTo>
                    <a:lnTo>
                      <a:pt x="11869" y="23346"/>
                    </a:lnTo>
                    <a:lnTo>
                      <a:pt x="13144" y="18937"/>
                    </a:lnTo>
                    <a:close/>
                    <a:moveTo>
                      <a:pt x="28171" y="1"/>
                    </a:moveTo>
                    <a:lnTo>
                      <a:pt x="17303" y="223"/>
                    </a:lnTo>
                    <a:lnTo>
                      <a:pt x="17192" y="2441"/>
                    </a:lnTo>
                    <a:lnTo>
                      <a:pt x="13837" y="2995"/>
                    </a:lnTo>
                    <a:cubicBezTo>
                      <a:pt x="11758" y="3356"/>
                      <a:pt x="9900" y="4631"/>
                      <a:pt x="8874" y="6600"/>
                    </a:cubicBezTo>
                    <a:cubicBezTo>
                      <a:pt x="8763" y="6710"/>
                      <a:pt x="8763" y="6821"/>
                      <a:pt x="8652" y="6932"/>
                    </a:cubicBezTo>
                    <a:cubicBezTo>
                      <a:pt x="6434" y="12477"/>
                      <a:pt x="1582" y="24483"/>
                      <a:pt x="1250" y="25758"/>
                    </a:cubicBezTo>
                    <a:cubicBezTo>
                      <a:pt x="1" y="29729"/>
                      <a:pt x="3724" y="33295"/>
                      <a:pt x="7514" y="33295"/>
                    </a:cubicBezTo>
                    <a:cubicBezTo>
                      <a:pt x="7932" y="33295"/>
                      <a:pt x="8351" y="33251"/>
                      <a:pt x="8763" y="33161"/>
                    </a:cubicBezTo>
                    <a:cubicBezTo>
                      <a:pt x="9567" y="32939"/>
                      <a:pt x="10371" y="32578"/>
                      <a:pt x="11175" y="32246"/>
                    </a:cubicBezTo>
                    <a:lnTo>
                      <a:pt x="11175" y="32246"/>
                    </a:lnTo>
                    <a:cubicBezTo>
                      <a:pt x="11064" y="33382"/>
                      <a:pt x="11536" y="34436"/>
                      <a:pt x="12340" y="35129"/>
                    </a:cubicBezTo>
                    <a:cubicBezTo>
                      <a:pt x="12673" y="35462"/>
                      <a:pt x="13144" y="35711"/>
                      <a:pt x="13615" y="35711"/>
                    </a:cubicBezTo>
                    <a:lnTo>
                      <a:pt x="33356" y="35822"/>
                    </a:lnTo>
                    <a:cubicBezTo>
                      <a:pt x="33938" y="35822"/>
                      <a:pt x="34520" y="35351"/>
                      <a:pt x="34992" y="34880"/>
                    </a:cubicBezTo>
                    <a:cubicBezTo>
                      <a:pt x="35515" y="35114"/>
                      <a:pt x="36133" y="35243"/>
                      <a:pt x="36792" y="35243"/>
                    </a:cubicBezTo>
                    <a:cubicBezTo>
                      <a:pt x="37144" y="35243"/>
                      <a:pt x="37508" y="35206"/>
                      <a:pt x="37875" y="35129"/>
                    </a:cubicBezTo>
                    <a:cubicBezTo>
                      <a:pt x="39483" y="34769"/>
                      <a:pt x="41341" y="33743"/>
                      <a:pt x="41673" y="33382"/>
                    </a:cubicBezTo>
                    <a:lnTo>
                      <a:pt x="51738" y="23928"/>
                    </a:lnTo>
                    <a:lnTo>
                      <a:pt x="47912" y="19298"/>
                    </a:lnTo>
                    <a:lnTo>
                      <a:pt x="44446" y="21017"/>
                    </a:lnTo>
                    <a:lnTo>
                      <a:pt x="40065" y="23346"/>
                    </a:lnTo>
                    <a:cubicBezTo>
                      <a:pt x="38208" y="18022"/>
                      <a:pt x="38319" y="12366"/>
                      <a:pt x="37625" y="10176"/>
                    </a:cubicBezTo>
                    <a:cubicBezTo>
                      <a:pt x="35546" y="3467"/>
                      <a:pt x="31748" y="2773"/>
                      <a:pt x="31748" y="2773"/>
                    </a:cubicBezTo>
                    <a:lnTo>
                      <a:pt x="31748" y="2884"/>
                    </a:lnTo>
                    <a:cubicBezTo>
                      <a:pt x="31748" y="2773"/>
                      <a:pt x="31526" y="2773"/>
                      <a:pt x="31387" y="2662"/>
                    </a:cubicBezTo>
                    <a:lnTo>
                      <a:pt x="28282" y="1748"/>
                    </a:lnTo>
                    <a:lnTo>
                      <a:pt x="28171"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5"/>
              <p:cNvSpPr/>
              <p:nvPr/>
            </p:nvSpPr>
            <p:spPr>
              <a:xfrm>
                <a:off x="3418350" y="2314750"/>
                <a:ext cx="165000" cy="225300"/>
              </a:xfrm>
              <a:custGeom>
                <a:avLst/>
                <a:gdLst/>
                <a:ahLst/>
                <a:cxnLst/>
                <a:rect l="l" t="t" r="r" b="b"/>
                <a:pathLst>
                  <a:path w="6600" h="9012" extrusionOk="0">
                    <a:moveTo>
                      <a:pt x="2773" y="1"/>
                    </a:moveTo>
                    <a:lnTo>
                      <a:pt x="2773" y="1"/>
                    </a:lnTo>
                    <a:cubicBezTo>
                      <a:pt x="2662" y="112"/>
                      <a:pt x="2662" y="334"/>
                      <a:pt x="2551" y="583"/>
                    </a:cubicBezTo>
                    <a:cubicBezTo>
                      <a:pt x="2440" y="916"/>
                      <a:pt x="2191" y="1498"/>
                      <a:pt x="2080" y="2191"/>
                    </a:cubicBezTo>
                    <a:cubicBezTo>
                      <a:pt x="1609" y="3467"/>
                      <a:pt x="1054" y="5435"/>
                      <a:pt x="472" y="7515"/>
                    </a:cubicBezTo>
                    <a:cubicBezTo>
                      <a:pt x="361" y="7958"/>
                      <a:pt x="112" y="8319"/>
                      <a:pt x="1" y="8790"/>
                    </a:cubicBezTo>
                    <a:lnTo>
                      <a:pt x="1" y="9012"/>
                    </a:lnTo>
                    <a:lnTo>
                      <a:pt x="112" y="9012"/>
                    </a:lnTo>
                    <a:lnTo>
                      <a:pt x="4742" y="8540"/>
                    </a:lnTo>
                    <a:lnTo>
                      <a:pt x="6128" y="8429"/>
                    </a:lnTo>
                    <a:lnTo>
                      <a:pt x="6599" y="8429"/>
                    </a:lnTo>
                    <a:cubicBezTo>
                      <a:pt x="6599" y="8374"/>
                      <a:pt x="6426" y="8346"/>
                      <a:pt x="6107" y="8346"/>
                    </a:cubicBezTo>
                    <a:cubicBezTo>
                      <a:pt x="5788" y="8346"/>
                      <a:pt x="5324" y="8374"/>
                      <a:pt x="4742" y="8429"/>
                    </a:cubicBezTo>
                    <a:cubicBezTo>
                      <a:pt x="3618" y="8429"/>
                      <a:pt x="2082" y="8533"/>
                      <a:pt x="307" y="8640"/>
                    </a:cubicBezTo>
                    <a:lnTo>
                      <a:pt x="307" y="8640"/>
                    </a:lnTo>
                    <a:cubicBezTo>
                      <a:pt x="439" y="8256"/>
                      <a:pt x="603" y="7876"/>
                      <a:pt x="694" y="7515"/>
                    </a:cubicBezTo>
                    <a:cubicBezTo>
                      <a:pt x="1276" y="5435"/>
                      <a:pt x="1858" y="3577"/>
                      <a:pt x="2191" y="2191"/>
                    </a:cubicBezTo>
                    <a:cubicBezTo>
                      <a:pt x="2440" y="1498"/>
                      <a:pt x="2551" y="1027"/>
                      <a:pt x="2662" y="583"/>
                    </a:cubicBezTo>
                    <a:cubicBezTo>
                      <a:pt x="2662" y="334"/>
                      <a:pt x="2773" y="223"/>
                      <a:pt x="277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5"/>
              <p:cNvSpPr/>
              <p:nvPr/>
            </p:nvSpPr>
            <p:spPr>
              <a:xfrm>
                <a:off x="3319925" y="2649550"/>
                <a:ext cx="318175" cy="135875"/>
              </a:xfrm>
              <a:custGeom>
                <a:avLst/>
                <a:gdLst/>
                <a:ahLst/>
                <a:cxnLst/>
                <a:rect l="l" t="t" r="r" b="b"/>
                <a:pathLst>
                  <a:path w="12727" h="5435" extrusionOk="0">
                    <a:moveTo>
                      <a:pt x="12727" y="0"/>
                    </a:moveTo>
                    <a:cubicBezTo>
                      <a:pt x="12477" y="0"/>
                      <a:pt x="12366" y="111"/>
                      <a:pt x="12255" y="250"/>
                    </a:cubicBezTo>
                    <a:cubicBezTo>
                      <a:pt x="12366" y="250"/>
                      <a:pt x="12616" y="111"/>
                      <a:pt x="12727" y="0"/>
                    </a:cubicBezTo>
                    <a:close/>
                    <a:moveTo>
                      <a:pt x="12255" y="250"/>
                    </a:moveTo>
                    <a:lnTo>
                      <a:pt x="12255" y="250"/>
                    </a:lnTo>
                    <a:cubicBezTo>
                      <a:pt x="11923" y="361"/>
                      <a:pt x="11451" y="472"/>
                      <a:pt x="10869" y="804"/>
                    </a:cubicBezTo>
                    <a:cubicBezTo>
                      <a:pt x="9705" y="1276"/>
                      <a:pt x="8207" y="2080"/>
                      <a:pt x="6488" y="3022"/>
                    </a:cubicBezTo>
                    <a:cubicBezTo>
                      <a:pt x="4991" y="3716"/>
                      <a:pt x="3466" y="4409"/>
                      <a:pt x="1969" y="4852"/>
                    </a:cubicBezTo>
                    <a:cubicBezTo>
                      <a:pt x="694" y="5213"/>
                      <a:pt x="1" y="5435"/>
                      <a:pt x="1" y="5435"/>
                    </a:cubicBezTo>
                    <a:cubicBezTo>
                      <a:pt x="139" y="5435"/>
                      <a:pt x="361" y="5435"/>
                      <a:pt x="583" y="5324"/>
                    </a:cubicBezTo>
                    <a:cubicBezTo>
                      <a:pt x="943" y="5324"/>
                      <a:pt x="1387" y="5213"/>
                      <a:pt x="1969" y="4963"/>
                    </a:cubicBezTo>
                    <a:cubicBezTo>
                      <a:pt x="3605" y="4631"/>
                      <a:pt x="5102" y="3937"/>
                      <a:pt x="6599" y="3244"/>
                    </a:cubicBezTo>
                    <a:cubicBezTo>
                      <a:pt x="8318" y="2329"/>
                      <a:pt x="9843" y="1498"/>
                      <a:pt x="10869" y="943"/>
                    </a:cubicBezTo>
                    <a:lnTo>
                      <a:pt x="12255" y="25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5"/>
              <p:cNvSpPr/>
              <p:nvPr/>
            </p:nvSpPr>
            <p:spPr>
              <a:xfrm>
                <a:off x="3947225" y="2187925"/>
                <a:ext cx="43000" cy="305700"/>
              </a:xfrm>
              <a:custGeom>
                <a:avLst/>
                <a:gdLst/>
                <a:ahLst/>
                <a:cxnLst/>
                <a:rect l="l" t="t" r="r" b="b"/>
                <a:pathLst>
                  <a:path w="1720" h="12228" extrusionOk="0">
                    <a:moveTo>
                      <a:pt x="333" y="0"/>
                    </a:moveTo>
                    <a:lnTo>
                      <a:pt x="333" y="444"/>
                    </a:lnTo>
                    <a:cubicBezTo>
                      <a:pt x="333" y="915"/>
                      <a:pt x="333" y="1386"/>
                      <a:pt x="444" y="1830"/>
                    </a:cubicBezTo>
                    <a:cubicBezTo>
                      <a:pt x="444" y="2412"/>
                      <a:pt x="693" y="3105"/>
                      <a:pt x="804" y="3798"/>
                    </a:cubicBezTo>
                    <a:cubicBezTo>
                      <a:pt x="1026" y="4603"/>
                      <a:pt x="1137" y="5407"/>
                      <a:pt x="1248" y="6238"/>
                    </a:cubicBezTo>
                    <a:cubicBezTo>
                      <a:pt x="1497" y="7625"/>
                      <a:pt x="1248" y="9122"/>
                      <a:pt x="804" y="10508"/>
                    </a:cubicBezTo>
                    <a:cubicBezTo>
                      <a:pt x="444" y="11534"/>
                      <a:pt x="0" y="12227"/>
                      <a:pt x="0" y="12227"/>
                    </a:cubicBezTo>
                    <a:cubicBezTo>
                      <a:pt x="111" y="12116"/>
                      <a:pt x="222" y="12005"/>
                      <a:pt x="333" y="11783"/>
                    </a:cubicBezTo>
                    <a:cubicBezTo>
                      <a:pt x="555" y="11423"/>
                      <a:pt x="804" y="11090"/>
                      <a:pt x="915" y="10619"/>
                    </a:cubicBezTo>
                    <a:cubicBezTo>
                      <a:pt x="1497" y="9233"/>
                      <a:pt x="1719" y="7736"/>
                      <a:pt x="1608" y="6238"/>
                    </a:cubicBezTo>
                    <a:cubicBezTo>
                      <a:pt x="1386" y="5407"/>
                      <a:pt x="1248" y="4603"/>
                      <a:pt x="1026" y="3798"/>
                    </a:cubicBezTo>
                    <a:cubicBezTo>
                      <a:pt x="804" y="3105"/>
                      <a:pt x="693" y="2412"/>
                      <a:pt x="555" y="1830"/>
                    </a:cubicBezTo>
                    <a:cubicBezTo>
                      <a:pt x="444" y="1248"/>
                      <a:pt x="444" y="693"/>
                      <a:pt x="3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5"/>
              <p:cNvSpPr/>
              <p:nvPr/>
            </p:nvSpPr>
            <p:spPr>
              <a:xfrm>
                <a:off x="3938200" y="2502600"/>
                <a:ext cx="74900" cy="346600"/>
              </a:xfrm>
              <a:custGeom>
                <a:avLst/>
                <a:gdLst/>
                <a:ahLst/>
                <a:cxnLst/>
                <a:rect l="l" t="t" r="r" b="b"/>
                <a:pathLst>
                  <a:path w="2996" h="13864" extrusionOk="0">
                    <a:moveTo>
                      <a:pt x="472" y="1"/>
                    </a:moveTo>
                    <a:lnTo>
                      <a:pt x="361" y="111"/>
                    </a:lnTo>
                    <a:cubicBezTo>
                      <a:pt x="361" y="222"/>
                      <a:pt x="223" y="333"/>
                      <a:pt x="223" y="444"/>
                    </a:cubicBezTo>
                    <a:cubicBezTo>
                      <a:pt x="112" y="1026"/>
                      <a:pt x="1" y="1609"/>
                      <a:pt x="1" y="2191"/>
                    </a:cubicBezTo>
                    <a:cubicBezTo>
                      <a:pt x="112" y="2995"/>
                      <a:pt x="361" y="3799"/>
                      <a:pt x="583" y="4492"/>
                    </a:cubicBezTo>
                    <a:cubicBezTo>
                      <a:pt x="916" y="5435"/>
                      <a:pt x="1498" y="6239"/>
                      <a:pt x="1858" y="7265"/>
                    </a:cubicBezTo>
                    <a:cubicBezTo>
                      <a:pt x="2302" y="8069"/>
                      <a:pt x="2662" y="9122"/>
                      <a:pt x="2773" y="10037"/>
                    </a:cubicBezTo>
                    <a:cubicBezTo>
                      <a:pt x="2773" y="10841"/>
                      <a:pt x="2662" y="11673"/>
                      <a:pt x="2302" y="12366"/>
                    </a:cubicBezTo>
                    <a:cubicBezTo>
                      <a:pt x="2080" y="12810"/>
                      <a:pt x="1747" y="13281"/>
                      <a:pt x="1387" y="13614"/>
                    </a:cubicBezTo>
                    <a:cubicBezTo>
                      <a:pt x="1858" y="13392"/>
                      <a:pt x="2191" y="12921"/>
                      <a:pt x="2551" y="12477"/>
                    </a:cubicBezTo>
                    <a:cubicBezTo>
                      <a:pt x="2884" y="11673"/>
                      <a:pt x="2995" y="10841"/>
                      <a:pt x="2995" y="10037"/>
                    </a:cubicBezTo>
                    <a:cubicBezTo>
                      <a:pt x="2884" y="9011"/>
                      <a:pt x="2551" y="8069"/>
                      <a:pt x="2080" y="7154"/>
                    </a:cubicBezTo>
                    <a:cubicBezTo>
                      <a:pt x="1609" y="6128"/>
                      <a:pt x="1165" y="5296"/>
                      <a:pt x="805" y="4492"/>
                    </a:cubicBezTo>
                    <a:cubicBezTo>
                      <a:pt x="472" y="3688"/>
                      <a:pt x="361" y="2884"/>
                      <a:pt x="223" y="2191"/>
                    </a:cubicBezTo>
                    <a:cubicBezTo>
                      <a:pt x="112" y="1387"/>
                      <a:pt x="223" y="694"/>
                      <a:pt x="472" y="1"/>
                    </a:cubicBezTo>
                    <a:close/>
                    <a:moveTo>
                      <a:pt x="1387" y="13614"/>
                    </a:moveTo>
                    <a:lnTo>
                      <a:pt x="1387" y="13614"/>
                    </a:lnTo>
                    <a:cubicBezTo>
                      <a:pt x="1054" y="13863"/>
                      <a:pt x="805" y="13863"/>
                      <a:pt x="805" y="13863"/>
                    </a:cubicBezTo>
                    <a:lnTo>
                      <a:pt x="1054" y="13863"/>
                    </a:lnTo>
                    <a:cubicBezTo>
                      <a:pt x="1165" y="13863"/>
                      <a:pt x="1276" y="13752"/>
                      <a:pt x="1387" y="1361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5"/>
              <p:cNvSpPr/>
              <p:nvPr/>
            </p:nvSpPr>
            <p:spPr>
              <a:xfrm>
                <a:off x="3950000" y="2054825"/>
                <a:ext cx="8325" cy="86675"/>
              </a:xfrm>
              <a:custGeom>
                <a:avLst/>
                <a:gdLst/>
                <a:ahLst/>
                <a:cxnLst/>
                <a:rect l="l" t="t" r="r" b="b"/>
                <a:pathLst>
                  <a:path w="333" h="3467" extrusionOk="0">
                    <a:moveTo>
                      <a:pt x="111" y="1"/>
                    </a:moveTo>
                    <a:cubicBezTo>
                      <a:pt x="0" y="583"/>
                      <a:pt x="0" y="1165"/>
                      <a:pt x="0" y="1720"/>
                    </a:cubicBezTo>
                    <a:lnTo>
                      <a:pt x="0" y="3466"/>
                    </a:lnTo>
                    <a:cubicBezTo>
                      <a:pt x="222" y="2884"/>
                      <a:pt x="333" y="2302"/>
                      <a:pt x="222" y="1720"/>
                    </a:cubicBezTo>
                    <a:cubicBezTo>
                      <a:pt x="333" y="1165"/>
                      <a:pt x="222" y="583"/>
                      <a:pt x="11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5"/>
              <p:cNvSpPr/>
              <p:nvPr/>
            </p:nvSpPr>
            <p:spPr>
              <a:xfrm>
                <a:off x="4082375" y="2537250"/>
                <a:ext cx="38150" cy="153225"/>
              </a:xfrm>
              <a:custGeom>
                <a:avLst/>
                <a:gdLst/>
                <a:ahLst/>
                <a:cxnLst/>
                <a:rect l="l" t="t" r="r" b="b"/>
                <a:pathLst>
                  <a:path w="1526" h="6129" extrusionOk="0">
                    <a:moveTo>
                      <a:pt x="1526" y="1"/>
                    </a:moveTo>
                    <a:lnTo>
                      <a:pt x="1526" y="1"/>
                    </a:lnTo>
                    <a:cubicBezTo>
                      <a:pt x="1276" y="223"/>
                      <a:pt x="1165" y="444"/>
                      <a:pt x="943" y="805"/>
                    </a:cubicBezTo>
                    <a:cubicBezTo>
                      <a:pt x="583" y="1498"/>
                      <a:pt x="361" y="2191"/>
                      <a:pt x="139" y="2884"/>
                    </a:cubicBezTo>
                    <a:cubicBezTo>
                      <a:pt x="1" y="3688"/>
                      <a:pt x="1" y="4381"/>
                      <a:pt x="1" y="5185"/>
                    </a:cubicBezTo>
                    <a:cubicBezTo>
                      <a:pt x="1" y="5546"/>
                      <a:pt x="139" y="5768"/>
                      <a:pt x="250" y="6128"/>
                    </a:cubicBezTo>
                    <a:cubicBezTo>
                      <a:pt x="1" y="4049"/>
                      <a:pt x="472" y="1831"/>
                      <a:pt x="152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5"/>
              <p:cNvSpPr/>
              <p:nvPr/>
            </p:nvSpPr>
            <p:spPr>
              <a:xfrm>
                <a:off x="3401025" y="2066625"/>
                <a:ext cx="98450" cy="74875"/>
              </a:xfrm>
              <a:custGeom>
                <a:avLst/>
                <a:gdLst/>
                <a:ahLst/>
                <a:cxnLst/>
                <a:rect l="l" t="t" r="r" b="b"/>
                <a:pathLst>
                  <a:path w="3938" h="2995" extrusionOk="0">
                    <a:moveTo>
                      <a:pt x="222" y="0"/>
                    </a:moveTo>
                    <a:cubicBezTo>
                      <a:pt x="111" y="111"/>
                      <a:pt x="0" y="111"/>
                      <a:pt x="111" y="111"/>
                    </a:cubicBezTo>
                    <a:cubicBezTo>
                      <a:pt x="111" y="148"/>
                      <a:pt x="124" y="160"/>
                      <a:pt x="140" y="160"/>
                    </a:cubicBezTo>
                    <a:cubicBezTo>
                      <a:pt x="173" y="160"/>
                      <a:pt x="222" y="111"/>
                      <a:pt x="222" y="111"/>
                    </a:cubicBezTo>
                    <a:lnTo>
                      <a:pt x="805" y="111"/>
                    </a:lnTo>
                    <a:cubicBezTo>
                      <a:pt x="1387" y="222"/>
                      <a:pt x="1969" y="555"/>
                      <a:pt x="2440" y="915"/>
                    </a:cubicBezTo>
                    <a:cubicBezTo>
                      <a:pt x="2884" y="1248"/>
                      <a:pt x="3355" y="1719"/>
                      <a:pt x="3577" y="2301"/>
                    </a:cubicBezTo>
                    <a:cubicBezTo>
                      <a:pt x="3827" y="2634"/>
                      <a:pt x="3827" y="2994"/>
                      <a:pt x="3827" y="2994"/>
                    </a:cubicBezTo>
                    <a:cubicBezTo>
                      <a:pt x="3937" y="2634"/>
                      <a:pt x="3827" y="2412"/>
                      <a:pt x="3688" y="2190"/>
                    </a:cubicBezTo>
                    <a:cubicBezTo>
                      <a:pt x="3466" y="1608"/>
                      <a:pt x="3133" y="1026"/>
                      <a:pt x="2551" y="693"/>
                    </a:cubicBezTo>
                    <a:cubicBezTo>
                      <a:pt x="2080" y="333"/>
                      <a:pt x="1498" y="0"/>
                      <a:pt x="80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5"/>
              <p:cNvSpPr/>
              <p:nvPr/>
            </p:nvSpPr>
            <p:spPr>
              <a:xfrm>
                <a:off x="3450225" y="2438825"/>
                <a:ext cx="2800" cy="92225"/>
              </a:xfrm>
              <a:custGeom>
                <a:avLst/>
                <a:gdLst/>
                <a:ahLst/>
                <a:cxnLst/>
                <a:rect l="l" t="t" r="r" b="b"/>
                <a:pathLst>
                  <a:path w="112" h="3689" extrusionOk="0">
                    <a:moveTo>
                      <a:pt x="112" y="1"/>
                    </a:moveTo>
                    <a:lnTo>
                      <a:pt x="1" y="3688"/>
                    </a:lnTo>
                    <a:lnTo>
                      <a:pt x="112" y="2884"/>
                    </a:lnTo>
                    <a:lnTo>
                      <a:pt x="112" y="2662"/>
                    </a:lnTo>
                    <a:lnTo>
                      <a:pt x="112" y="1"/>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5"/>
              <p:cNvSpPr/>
              <p:nvPr/>
            </p:nvSpPr>
            <p:spPr>
              <a:xfrm>
                <a:off x="3450225" y="2361200"/>
                <a:ext cx="95000" cy="169850"/>
              </a:xfrm>
              <a:custGeom>
                <a:avLst/>
                <a:gdLst/>
                <a:ahLst/>
                <a:cxnLst/>
                <a:rect l="l" t="t" r="r" b="b"/>
                <a:pathLst>
                  <a:path w="3800" h="6794" extrusionOk="0">
                    <a:moveTo>
                      <a:pt x="1027" y="0"/>
                    </a:moveTo>
                    <a:cubicBezTo>
                      <a:pt x="916" y="111"/>
                      <a:pt x="916" y="222"/>
                      <a:pt x="916" y="333"/>
                    </a:cubicBezTo>
                    <a:cubicBezTo>
                      <a:pt x="694" y="1137"/>
                      <a:pt x="472" y="2080"/>
                      <a:pt x="112" y="3106"/>
                    </a:cubicBezTo>
                    <a:lnTo>
                      <a:pt x="112" y="5767"/>
                    </a:lnTo>
                    <a:lnTo>
                      <a:pt x="112" y="5989"/>
                    </a:lnTo>
                    <a:lnTo>
                      <a:pt x="1" y="6793"/>
                    </a:lnTo>
                    <a:cubicBezTo>
                      <a:pt x="1387" y="6682"/>
                      <a:pt x="2552" y="6571"/>
                      <a:pt x="3467" y="6571"/>
                    </a:cubicBezTo>
                    <a:lnTo>
                      <a:pt x="3578" y="6571"/>
                    </a:lnTo>
                    <a:cubicBezTo>
                      <a:pt x="2995" y="6100"/>
                      <a:pt x="2302" y="5767"/>
                      <a:pt x="1498" y="5657"/>
                    </a:cubicBezTo>
                    <a:cubicBezTo>
                      <a:pt x="1165" y="3799"/>
                      <a:pt x="916" y="1941"/>
                      <a:pt x="1027" y="0"/>
                    </a:cubicBezTo>
                    <a:close/>
                    <a:moveTo>
                      <a:pt x="3467" y="6682"/>
                    </a:moveTo>
                    <a:lnTo>
                      <a:pt x="2995" y="6793"/>
                    </a:lnTo>
                    <a:lnTo>
                      <a:pt x="3799" y="6682"/>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5"/>
              <p:cNvSpPr/>
              <p:nvPr/>
            </p:nvSpPr>
            <p:spPr>
              <a:xfrm>
                <a:off x="3450225" y="2361200"/>
                <a:ext cx="95000" cy="173300"/>
              </a:xfrm>
              <a:custGeom>
                <a:avLst/>
                <a:gdLst/>
                <a:ahLst/>
                <a:cxnLst/>
                <a:rect l="l" t="t" r="r" b="b"/>
                <a:pathLst>
                  <a:path w="3800" h="6932" extrusionOk="0">
                    <a:moveTo>
                      <a:pt x="1027" y="0"/>
                    </a:moveTo>
                    <a:lnTo>
                      <a:pt x="1027" y="0"/>
                    </a:lnTo>
                    <a:cubicBezTo>
                      <a:pt x="984" y="43"/>
                      <a:pt x="958" y="85"/>
                      <a:pt x="942" y="128"/>
                    </a:cubicBezTo>
                    <a:lnTo>
                      <a:pt x="942" y="128"/>
                    </a:lnTo>
                    <a:lnTo>
                      <a:pt x="1027" y="0"/>
                    </a:lnTo>
                    <a:close/>
                    <a:moveTo>
                      <a:pt x="942" y="128"/>
                    </a:moveTo>
                    <a:lnTo>
                      <a:pt x="805" y="333"/>
                    </a:lnTo>
                    <a:lnTo>
                      <a:pt x="112" y="2634"/>
                    </a:lnTo>
                    <a:lnTo>
                      <a:pt x="112" y="3106"/>
                    </a:lnTo>
                    <a:cubicBezTo>
                      <a:pt x="472" y="2080"/>
                      <a:pt x="694" y="1137"/>
                      <a:pt x="916" y="333"/>
                    </a:cubicBezTo>
                    <a:cubicBezTo>
                      <a:pt x="916" y="265"/>
                      <a:pt x="916" y="196"/>
                      <a:pt x="942" y="128"/>
                    </a:cubicBezTo>
                    <a:close/>
                    <a:moveTo>
                      <a:pt x="3467" y="6571"/>
                    </a:moveTo>
                    <a:cubicBezTo>
                      <a:pt x="2552" y="6571"/>
                      <a:pt x="1387" y="6682"/>
                      <a:pt x="1" y="6793"/>
                    </a:cubicBezTo>
                    <a:lnTo>
                      <a:pt x="1" y="6932"/>
                    </a:lnTo>
                    <a:lnTo>
                      <a:pt x="2995" y="6793"/>
                    </a:lnTo>
                    <a:lnTo>
                      <a:pt x="3467" y="6682"/>
                    </a:lnTo>
                    <a:lnTo>
                      <a:pt x="3799" y="6682"/>
                    </a:lnTo>
                    <a:cubicBezTo>
                      <a:pt x="3688" y="6682"/>
                      <a:pt x="3578" y="6571"/>
                      <a:pt x="3578" y="657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5"/>
              <p:cNvSpPr/>
              <p:nvPr/>
            </p:nvSpPr>
            <p:spPr>
              <a:xfrm>
                <a:off x="3562525" y="2002850"/>
                <a:ext cx="266200" cy="49225"/>
              </a:xfrm>
              <a:custGeom>
                <a:avLst/>
                <a:gdLst/>
                <a:ahLst/>
                <a:cxnLst/>
                <a:rect l="l" t="t" r="r" b="b"/>
                <a:pathLst>
                  <a:path w="10648" h="1969" extrusionOk="0">
                    <a:moveTo>
                      <a:pt x="10536" y="0"/>
                    </a:moveTo>
                    <a:lnTo>
                      <a:pt x="10536" y="472"/>
                    </a:lnTo>
                    <a:cubicBezTo>
                      <a:pt x="10647" y="333"/>
                      <a:pt x="10647" y="222"/>
                      <a:pt x="10536" y="0"/>
                    </a:cubicBezTo>
                    <a:close/>
                    <a:moveTo>
                      <a:pt x="10536" y="472"/>
                    </a:moveTo>
                    <a:cubicBezTo>
                      <a:pt x="10398" y="804"/>
                      <a:pt x="10065" y="1165"/>
                      <a:pt x="9594" y="1165"/>
                    </a:cubicBezTo>
                    <a:cubicBezTo>
                      <a:pt x="8318" y="1608"/>
                      <a:pt x="6932" y="1719"/>
                      <a:pt x="5684" y="1719"/>
                    </a:cubicBezTo>
                    <a:cubicBezTo>
                      <a:pt x="4298" y="1719"/>
                      <a:pt x="2912" y="1498"/>
                      <a:pt x="1636" y="1165"/>
                    </a:cubicBezTo>
                    <a:cubicBezTo>
                      <a:pt x="583" y="915"/>
                      <a:pt x="1" y="694"/>
                      <a:pt x="1" y="693"/>
                    </a:cubicBezTo>
                    <a:lnTo>
                      <a:pt x="1" y="693"/>
                    </a:lnTo>
                    <a:cubicBezTo>
                      <a:pt x="139" y="804"/>
                      <a:pt x="250" y="915"/>
                      <a:pt x="361" y="915"/>
                    </a:cubicBezTo>
                    <a:cubicBezTo>
                      <a:pt x="832" y="1165"/>
                      <a:pt x="1165" y="1276"/>
                      <a:pt x="1525" y="1387"/>
                    </a:cubicBezTo>
                    <a:cubicBezTo>
                      <a:pt x="2912" y="1719"/>
                      <a:pt x="4298" y="1969"/>
                      <a:pt x="5684" y="1969"/>
                    </a:cubicBezTo>
                    <a:cubicBezTo>
                      <a:pt x="7071" y="1969"/>
                      <a:pt x="8457" y="1858"/>
                      <a:pt x="9704" y="1387"/>
                    </a:cubicBezTo>
                    <a:cubicBezTo>
                      <a:pt x="10176" y="1276"/>
                      <a:pt x="10398" y="915"/>
                      <a:pt x="10536" y="47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5"/>
              <p:cNvSpPr/>
              <p:nvPr/>
            </p:nvSpPr>
            <p:spPr>
              <a:xfrm>
                <a:off x="3337250" y="2302975"/>
                <a:ext cx="26375" cy="66575"/>
              </a:xfrm>
              <a:custGeom>
                <a:avLst/>
                <a:gdLst/>
                <a:ahLst/>
                <a:cxnLst/>
                <a:rect l="l" t="t" r="r" b="b"/>
                <a:pathLst>
                  <a:path w="1055" h="2663" extrusionOk="0">
                    <a:moveTo>
                      <a:pt x="1" y="1"/>
                    </a:moveTo>
                    <a:cubicBezTo>
                      <a:pt x="1" y="472"/>
                      <a:pt x="250" y="943"/>
                      <a:pt x="361" y="1387"/>
                    </a:cubicBezTo>
                    <a:cubicBezTo>
                      <a:pt x="583" y="1858"/>
                      <a:pt x="832" y="2191"/>
                      <a:pt x="1054" y="2662"/>
                    </a:cubicBezTo>
                    <a:cubicBezTo>
                      <a:pt x="943" y="2191"/>
                      <a:pt x="832" y="1636"/>
                      <a:pt x="583" y="1276"/>
                    </a:cubicBezTo>
                    <a:cubicBezTo>
                      <a:pt x="472" y="805"/>
                      <a:pt x="250" y="36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5"/>
              <p:cNvSpPr/>
              <p:nvPr/>
            </p:nvSpPr>
            <p:spPr>
              <a:xfrm>
                <a:off x="3230500" y="2522700"/>
                <a:ext cx="78350" cy="25675"/>
              </a:xfrm>
              <a:custGeom>
                <a:avLst/>
                <a:gdLst/>
                <a:ahLst/>
                <a:cxnLst/>
                <a:rect l="l" t="t" r="r" b="b"/>
                <a:pathLst>
                  <a:path w="3134" h="1027" extrusionOk="0">
                    <a:moveTo>
                      <a:pt x="3134" y="1"/>
                    </a:moveTo>
                    <a:lnTo>
                      <a:pt x="3134" y="1"/>
                    </a:lnTo>
                    <a:cubicBezTo>
                      <a:pt x="2552" y="111"/>
                      <a:pt x="2080" y="222"/>
                      <a:pt x="1498" y="472"/>
                    </a:cubicBezTo>
                    <a:cubicBezTo>
                      <a:pt x="944" y="583"/>
                      <a:pt x="472" y="694"/>
                      <a:pt x="1" y="1026"/>
                    </a:cubicBezTo>
                    <a:cubicBezTo>
                      <a:pt x="583" y="915"/>
                      <a:pt x="1055" y="805"/>
                      <a:pt x="1637" y="694"/>
                    </a:cubicBezTo>
                    <a:cubicBezTo>
                      <a:pt x="2080" y="472"/>
                      <a:pt x="2663" y="333"/>
                      <a:pt x="313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5"/>
              <p:cNvSpPr/>
              <p:nvPr/>
            </p:nvSpPr>
            <p:spPr>
              <a:xfrm>
                <a:off x="3291500" y="2612125"/>
                <a:ext cx="8350" cy="69325"/>
              </a:xfrm>
              <a:custGeom>
                <a:avLst/>
                <a:gdLst/>
                <a:ahLst/>
                <a:cxnLst/>
                <a:rect l="l" t="t" r="r" b="b"/>
                <a:pathLst>
                  <a:path w="334" h="2773" extrusionOk="0">
                    <a:moveTo>
                      <a:pt x="223" y="0"/>
                    </a:moveTo>
                    <a:cubicBezTo>
                      <a:pt x="112" y="471"/>
                      <a:pt x="1" y="915"/>
                      <a:pt x="112" y="1386"/>
                    </a:cubicBezTo>
                    <a:cubicBezTo>
                      <a:pt x="1" y="1858"/>
                      <a:pt x="1" y="2301"/>
                      <a:pt x="112" y="2773"/>
                    </a:cubicBezTo>
                    <a:cubicBezTo>
                      <a:pt x="334" y="2301"/>
                      <a:pt x="334" y="1858"/>
                      <a:pt x="334" y="1386"/>
                    </a:cubicBezTo>
                    <a:cubicBezTo>
                      <a:pt x="334" y="915"/>
                      <a:pt x="334" y="471"/>
                      <a:pt x="223"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5"/>
              <p:cNvSpPr/>
              <p:nvPr/>
            </p:nvSpPr>
            <p:spPr>
              <a:xfrm>
                <a:off x="3435675" y="2589250"/>
                <a:ext cx="52025" cy="45775"/>
              </a:xfrm>
              <a:custGeom>
                <a:avLst/>
                <a:gdLst/>
                <a:ahLst/>
                <a:cxnLst/>
                <a:rect l="l" t="t" r="r" b="b"/>
                <a:pathLst>
                  <a:path w="2081" h="1831" extrusionOk="0">
                    <a:moveTo>
                      <a:pt x="1" y="0"/>
                    </a:moveTo>
                    <a:lnTo>
                      <a:pt x="1" y="0"/>
                    </a:lnTo>
                    <a:cubicBezTo>
                      <a:pt x="223" y="333"/>
                      <a:pt x="583" y="693"/>
                      <a:pt x="1054" y="915"/>
                    </a:cubicBezTo>
                    <a:cubicBezTo>
                      <a:pt x="1276" y="1276"/>
                      <a:pt x="1609" y="1608"/>
                      <a:pt x="2080" y="1830"/>
                    </a:cubicBezTo>
                    <a:cubicBezTo>
                      <a:pt x="1498" y="1026"/>
                      <a:pt x="805" y="333"/>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5"/>
              <p:cNvSpPr/>
              <p:nvPr/>
            </p:nvSpPr>
            <p:spPr>
              <a:xfrm>
                <a:off x="3583325" y="2554575"/>
                <a:ext cx="40225" cy="40225"/>
              </a:xfrm>
              <a:custGeom>
                <a:avLst/>
                <a:gdLst/>
                <a:ahLst/>
                <a:cxnLst/>
                <a:rect l="l" t="t" r="r" b="b"/>
                <a:pathLst>
                  <a:path w="1609" h="1609" extrusionOk="0">
                    <a:moveTo>
                      <a:pt x="1608" y="1"/>
                    </a:moveTo>
                    <a:cubicBezTo>
                      <a:pt x="1497" y="1"/>
                      <a:pt x="1137" y="223"/>
                      <a:pt x="804" y="694"/>
                    </a:cubicBezTo>
                    <a:cubicBezTo>
                      <a:pt x="333" y="1138"/>
                      <a:pt x="0" y="1498"/>
                      <a:pt x="111" y="1609"/>
                    </a:cubicBezTo>
                    <a:cubicBezTo>
                      <a:pt x="111" y="1609"/>
                      <a:pt x="444" y="1276"/>
                      <a:pt x="915" y="805"/>
                    </a:cubicBezTo>
                    <a:cubicBezTo>
                      <a:pt x="1387" y="445"/>
                      <a:pt x="1608" y="1"/>
                      <a:pt x="160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5"/>
              <p:cNvSpPr/>
              <p:nvPr/>
            </p:nvSpPr>
            <p:spPr>
              <a:xfrm>
                <a:off x="3371900" y="2164350"/>
                <a:ext cx="61025" cy="37450"/>
              </a:xfrm>
              <a:custGeom>
                <a:avLst/>
                <a:gdLst/>
                <a:ahLst/>
                <a:cxnLst/>
                <a:rect l="l" t="t" r="r" b="b"/>
                <a:pathLst>
                  <a:path w="2441" h="1498" extrusionOk="0">
                    <a:moveTo>
                      <a:pt x="2441" y="0"/>
                    </a:moveTo>
                    <a:lnTo>
                      <a:pt x="2441" y="0"/>
                    </a:lnTo>
                    <a:cubicBezTo>
                      <a:pt x="1637" y="361"/>
                      <a:pt x="694" y="804"/>
                      <a:pt x="1" y="1498"/>
                    </a:cubicBezTo>
                    <a:cubicBezTo>
                      <a:pt x="944" y="1165"/>
                      <a:pt x="1748" y="583"/>
                      <a:pt x="244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5"/>
              <p:cNvSpPr/>
              <p:nvPr/>
            </p:nvSpPr>
            <p:spPr>
              <a:xfrm>
                <a:off x="3556975" y="2060375"/>
                <a:ext cx="29150" cy="66575"/>
              </a:xfrm>
              <a:custGeom>
                <a:avLst/>
                <a:gdLst/>
                <a:ahLst/>
                <a:cxnLst/>
                <a:rect l="l" t="t" r="r" b="b"/>
                <a:pathLst>
                  <a:path w="1166" h="2663" extrusionOk="0">
                    <a:moveTo>
                      <a:pt x="1" y="1"/>
                    </a:moveTo>
                    <a:lnTo>
                      <a:pt x="1" y="1"/>
                    </a:lnTo>
                    <a:cubicBezTo>
                      <a:pt x="112" y="472"/>
                      <a:pt x="361" y="943"/>
                      <a:pt x="583" y="1387"/>
                    </a:cubicBezTo>
                    <a:cubicBezTo>
                      <a:pt x="694" y="1858"/>
                      <a:pt x="916" y="2330"/>
                      <a:pt x="1165" y="2662"/>
                    </a:cubicBezTo>
                    <a:cubicBezTo>
                      <a:pt x="1165" y="2191"/>
                      <a:pt x="1054" y="1747"/>
                      <a:pt x="805" y="1276"/>
                    </a:cubicBezTo>
                    <a:cubicBezTo>
                      <a:pt x="583" y="805"/>
                      <a:pt x="361" y="36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5"/>
              <p:cNvSpPr/>
              <p:nvPr/>
            </p:nvSpPr>
            <p:spPr>
              <a:xfrm>
                <a:off x="3536875" y="2274550"/>
                <a:ext cx="63800" cy="45775"/>
              </a:xfrm>
              <a:custGeom>
                <a:avLst/>
                <a:gdLst/>
                <a:ahLst/>
                <a:cxnLst/>
                <a:rect l="l" t="t" r="r" b="b"/>
                <a:pathLst>
                  <a:path w="2552" h="1831" extrusionOk="0">
                    <a:moveTo>
                      <a:pt x="1" y="1"/>
                    </a:moveTo>
                    <a:cubicBezTo>
                      <a:pt x="222" y="444"/>
                      <a:pt x="694" y="805"/>
                      <a:pt x="1165" y="1027"/>
                    </a:cubicBezTo>
                    <a:cubicBezTo>
                      <a:pt x="1609" y="1387"/>
                      <a:pt x="2080" y="1720"/>
                      <a:pt x="2551" y="1831"/>
                    </a:cubicBezTo>
                    <a:cubicBezTo>
                      <a:pt x="2191" y="1498"/>
                      <a:pt x="1720" y="1138"/>
                      <a:pt x="1276" y="916"/>
                    </a:cubicBezTo>
                    <a:cubicBezTo>
                      <a:pt x="916" y="555"/>
                      <a:pt x="472" y="223"/>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5"/>
              <p:cNvSpPr/>
              <p:nvPr/>
            </p:nvSpPr>
            <p:spPr>
              <a:xfrm>
                <a:off x="3620750" y="2413175"/>
                <a:ext cx="89450" cy="48550"/>
              </a:xfrm>
              <a:custGeom>
                <a:avLst/>
                <a:gdLst/>
                <a:ahLst/>
                <a:cxnLst/>
                <a:rect l="l" t="t" r="r" b="b"/>
                <a:pathLst>
                  <a:path w="3578" h="1942" extrusionOk="0">
                    <a:moveTo>
                      <a:pt x="3577" y="1"/>
                    </a:moveTo>
                    <a:cubicBezTo>
                      <a:pt x="2995" y="223"/>
                      <a:pt x="2302" y="555"/>
                      <a:pt x="1719" y="916"/>
                    </a:cubicBezTo>
                    <a:cubicBezTo>
                      <a:pt x="1137" y="1138"/>
                      <a:pt x="583" y="1498"/>
                      <a:pt x="0" y="1942"/>
                    </a:cubicBezTo>
                    <a:cubicBezTo>
                      <a:pt x="694" y="1720"/>
                      <a:pt x="1276" y="1387"/>
                      <a:pt x="1830" y="1027"/>
                    </a:cubicBezTo>
                    <a:cubicBezTo>
                      <a:pt x="2523" y="805"/>
                      <a:pt x="3106" y="445"/>
                      <a:pt x="357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5"/>
              <p:cNvSpPr/>
              <p:nvPr/>
            </p:nvSpPr>
            <p:spPr>
              <a:xfrm>
                <a:off x="3747600" y="2236425"/>
                <a:ext cx="14575" cy="63800"/>
              </a:xfrm>
              <a:custGeom>
                <a:avLst/>
                <a:gdLst/>
                <a:ahLst/>
                <a:cxnLst/>
                <a:rect l="l" t="t" r="r" b="b"/>
                <a:pathLst>
                  <a:path w="583" h="2552" extrusionOk="0">
                    <a:moveTo>
                      <a:pt x="0" y="1"/>
                    </a:moveTo>
                    <a:cubicBezTo>
                      <a:pt x="0" y="472"/>
                      <a:pt x="0" y="944"/>
                      <a:pt x="222" y="1387"/>
                    </a:cubicBezTo>
                    <a:cubicBezTo>
                      <a:pt x="222" y="1748"/>
                      <a:pt x="361" y="2219"/>
                      <a:pt x="582" y="2552"/>
                    </a:cubicBezTo>
                    <a:cubicBezTo>
                      <a:pt x="582" y="2219"/>
                      <a:pt x="582" y="1748"/>
                      <a:pt x="472" y="1276"/>
                    </a:cubicBezTo>
                    <a:cubicBezTo>
                      <a:pt x="361" y="833"/>
                      <a:pt x="222" y="472"/>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5"/>
              <p:cNvSpPr/>
              <p:nvPr/>
            </p:nvSpPr>
            <p:spPr>
              <a:xfrm>
                <a:off x="3868900" y="2343875"/>
                <a:ext cx="34675" cy="63100"/>
              </a:xfrm>
              <a:custGeom>
                <a:avLst/>
                <a:gdLst/>
                <a:ahLst/>
                <a:cxnLst/>
                <a:rect l="l" t="t" r="r" b="b"/>
                <a:pathLst>
                  <a:path w="1387" h="2524" extrusionOk="0">
                    <a:moveTo>
                      <a:pt x="0" y="0"/>
                    </a:moveTo>
                    <a:cubicBezTo>
                      <a:pt x="111" y="444"/>
                      <a:pt x="361" y="915"/>
                      <a:pt x="582" y="1248"/>
                    </a:cubicBezTo>
                    <a:cubicBezTo>
                      <a:pt x="804" y="1719"/>
                      <a:pt x="1054" y="2191"/>
                      <a:pt x="1386" y="2523"/>
                    </a:cubicBezTo>
                    <a:cubicBezTo>
                      <a:pt x="1276" y="2080"/>
                      <a:pt x="1054" y="1608"/>
                      <a:pt x="804" y="1137"/>
                    </a:cubicBezTo>
                    <a:cubicBezTo>
                      <a:pt x="582" y="804"/>
                      <a:pt x="361" y="333"/>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5"/>
              <p:cNvSpPr/>
              <p:nvPr/>
            </p:nvSpPr>
            <p:spPr>
              <a:xfrm>
                <a:off x="3822450" y="2101275"/>
                <a:ext cx="61025" cy="43000"/>
              </a:xfrm>
              <a:custGeom>
                <a:avLst/>
                <a:gdLst/>
                <a:ahLst/>
                <a:cxnLst/>
                <a:rect l="l" t="t" r="r" b="b"/>
                <a:pathLst>
                  <a:path w="2441" h="1720" extrusionOk="0">
                    <a:moveTo>
                      <a:pt x="2440" y="0"/>
                    </a:moveTo>
                    <a:cubicBezTo>
                      <a:pt x="1525" y="444"/>
                      <a:pt x="694" y="1026"/>
                      <a:pt x="1" y="1719"/>
                    </a:cubicBezTo>
                    <a:cubicBezTo>
                      <a:pt x="472" y="1608"/>
                      <a:pt x="943" y="1248"/>
                      <a:pt x="1276" y="1026"/>
                    </a:cubicBezTo>
                    <a:cubicBezTo>
                      <a:pt x="1747" y="694"/>
                      <a:pt x="2080" y="444"/>
                      <a:pt x="244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5"/>
              <p:cNvSpPr/>
              <p:nvPr/>
            </p:nvSpPr>
            <p:spPr>
              <a:xfrm>
                <a:off x="3733025" y="2072150"/>
                <a:ext cx="20150" cy="38000"/>
              </a:xfrm>
              <a:custGeom>
                <a:avLst/>
                <a:gdLst/>
                <a:ahLst/>
                <a:cxnLst/>
                <a:rect l="l" t="t" r="r" b="b"/>
                <a:pathLst>
                  <a:path w="806" h="1520" extrusionOk="0">
                    <a:moveTo>
                      <a:pt x="1" y="1"/>
                    </a:moveTo>
                    <a:cubicBezTo>
                      <a:pt x="1" y="1"/>
                      <a:pt x="112" y="334"/>
                      <a:pt x="361" y="805"/>
                    </a:cubicBezTo>
                    <a:cubicBezTo>
                      <a:pt x="458" y="1215"/>
                      <a:pt x="638" y="1520"/>
                      <a:pt x="756" y="1520"/>
                    </a:cubicBezTo>
                    <a:cubicBezTo>
                      <a:pt x="774" y="1520"/>
                      <a:pt x="791" y="1513"/>
                      <a:pt x="805" y="1498"/>
                    </a:cubicBezTo>
                    <a:cubicBezTo>
                      <a:pt x="805" y="1498"/>
                      <a:pt x="694" y="1165"/>
                      <a:pt x="583" y="694"/>
                    </a:cubicBezTo>
                    <a:cubicBezTo>
                      <a:pt x="361" y="223"/>
                      <a:pt x="112" y="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5"/>
              <p:cNvSpPr/>
              <p:nvPr/>
            </p:nvSpPr>
            <p:spPr>
              <a:xfrm>
                <a:off x="3631850" y="1993825"/>
                <a:ext cx="40900" cy="6275"/>
              </a:xfrm>
              <a:custGeom>
                <a:avLst/>
                <a:gdLst/>
                <a:ahLst/>
                <a:cxnLst/>
                <a:rect l="l" t="t" r="r" b="b"/>
                <a:pathLst>
                  <a:path w="1636" h="251" extrusionOk="0">
                    <a:moveTo>
                      <a:pt x="832" y="1"/>
                    </a:moveTo>
                    <a:cubicBezTo>
                      <a:pt x="360" y="1"/>
                      <a:pt x="0" y="1"/>
                      <a:pt x="0" y="140"/>
                    </a:cubicBezTo>
                    <a:cubicBezTo>
                      <a:pt x="0" y="250"/>
                      <a:pt x="360" y="250"/>
                      <a:pt x="832" y="250"/>
                    </a:cubicBezTo>
                    <a:cubicBezTo>
                      <a:pt x="1275" y="250"/>
                      <a:pt x="1636" y="140"/>
                      <a:pt x="163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5"/>
              <p:cNvSpPr/>
              <p:nvPr/>
            </p:nvSpPr>
            <p:spPr>
              <a:xfrm>
                <a:off x="3764925" y="1967475"/>
                <a:ext cx="22900" cy="29850"/>
              </a:xfrm>
              <a:custGeom>
                <a:avLst/>
                <a:gdLst/>
                <a:ahLst/>
                <a:cxnLst/>
                <a:rect l="l" t="t" r="r" b="b"/>
                <a:pathLst>
                  <a:path w="916" h="1194" extrusionOk="0">
                    <a:moveTo>
                      <a:pt x="847" y="0"/>
                    </a:moveTo>
                    <a:cubicBezTo>
                      <a:pt x="726" y="0"/>
                      <a:pt x="544" y="203"/>
                      <a:pt x="361" y="500"/>
                    </a:cubicBezTo>
                    <a:cubicBezTo>
                      <a:pt x="111" y="833"/>
                      <a:pt x="0" y="1194"/>
                      <a:pt x="0" y="1194"/>
                    </a:cubicBezTo>
                    <a:cubicBezTo>
                      <a:pt x="111" y="1194"/>
                      <a:pt x="361" y="944"/>
                      <a:pt x="583" y="722"/>
                    </a:cubicBezTo>
                    <a:cubicBezTo>
                      <a:pt x="804" y="362"/>
                      <a:pt x="915" y="29"/>
                      <a:pt x="915" y="29"/>
                    </a:cubicBezTo>
                    <a:cubicBezTo>
                      <a:pt x="896" y="10"/>
                      <a:pt x="873" y="0"/>
                      <a:pt x="847"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5"/>
              <p:cNvSpPr/>
              <p:nvPr/>
            </p:nvSpPr>
            <p:spPr>
              <a:xfrm>
                <a:off x="4007525" y="2161575"/>
                <a:ext cx="11800" cy="72100"/>
              </a:xfrm>
              <a:custGeom>
                <a:avLst/>
                <a:gdLst/>
                <a:ahLst/>
                <a:cxnLst/>
                <a:rect l="l" t="t" r="r" b="b"/>
                <a:pathLst>
                  <a:path w="472" h="2884" extrusionOk="0">
                    <a:moveTo>
                      <a:pt x="111" y="1"/>
                    </a:moveTo>
                    <a:cubicBezTo>
                      <a:pt x="0" y="472"/>
                      <a:pt x="0" y="915"/>
                      <a:pt x="111" y="1498"/>
                    </a:cubicBezTo>
                    <a:cubicBezTo>
                      <a:pt x="111" y="1969"/>
                      <a:pt x="222" y="2440"/>
                      <a:pt x="361" y="2884"/>
                    </a:cubicBezTo>
                    <a:cubicBezTo>
                      <a:pt x="472" y="1969"/>
                      <a:pt x="361" y="915"/>
                      <a:pt x="11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5"/>
              <p:cNvSpPr/>
              <p:nvPr/>
            </p:nvSpPr>
            <p:spPr>
              <a:xfrm>
                <a:off x="4007525" y="2329325"/>
                <a:ext cx="40225" cy="49225"/>
              </a:xfrm>
              <a:custGeom>
                <a:avLst/>
                <a:gdLst/>
                <a:ahLst/>
                <a:cxnLst/>
                <a:rect l="l" t="t" r="r" b="b"/>
                <a:pathLst>
                  <a:path w="1609" h="1969" extrusionOk="0">
                    <a:moveTo>
                      <a:pt x="0" y="0"/>
                    </a:moveTo>
                    <a:lnTo>
                      <a:pt x="0" y="0"/>
                    </a:lnTo>
                    <a:cubicBezTo>
                      <a:pt x="111" y="333"/>
                      <a:pt x="361" y="693"/>
                      <a:pt x="693" y="1026"/>
                    </a:cubicBezTo>
                    <a:cubicBezTo>
                      <a:pt x="1054" y="1608"/>
                      <a:pt x="1497" y="1969"/>
                      <a:pt x="1608" y="1969"/>
                    </a:cubicBezTo>
                    <a:cubicBezTo>
                      <a:pt x="1165" y="1275"/>
                      <a:pt x="583" y="582"/>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5"/>
              <p:cNvSpPr/>
              <p:nvPr/>
            </p:nvSpPr>
            <p:spPr>
              <a:xfrm>
                <a:off x="4004750" y="2461700"/>
                <a:ext cx="34675" cy="63800"/>
              </a:xfrm>
              <a:custGeom>
                <a:avLst/>
                <a:gdLst/>
                <a:ahLst/>
                <a:cxnLst/>
                <a:rect l="l" t="t" r="r" b="b"/>
                <a:pathLst>
                  <a:path w="1387" h="2552" extrusionOk="0">
                    <a:moveTo>
                      <a:pt x="1387" y="1"/>
                    </a:moveTo>
                    <a:lnTo>
                      <a:pt x="1387" y="1"/>
                    </a:lnTo>
                    <a:cubicBezTo>
                      <a:pt x="1026" y="361"/>
                      <a:pt x="804" y="832"/>
                      <a:pt x="583" y="1276"/>
                    </a:cubicBezTo>
                    <a:cubicBezTo>
                      <a:pt x="333" y="1637"/>
                      <a:pt x="111" y="2080"/>
                      <a:pt x="0" y="2551"/>
                    </a:cubicBezTo>
                    <a:cubicBezTo>
                      <a:pt x="333" y="2219"/>
                      <a:pt x="583" y="1747"/>
                      <a:pt x="804" y="1387"/>
                    </a:cubicBezTo>
                    <a:cubicBezTo>
                      <a:pt x="1026" y="943"/>
                      <a:pt x="1276" y="472"/>
                      <a:pt x="138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5"/>
              <p:cNvSpPr/>
              <p:nvPr/>
            </p:nvSpPr>
            <p:spPr>
              <a:xfrm>
                <a:off x="4027625" y="2661325"/>
                <a:ext cx="29125" cy="77650"/>
              </a:xfrm>
              <a:custGeom>
                <a:avLst/>
                <a:gdLst/>
                <a:ahLst/>
                <a:cxnLst/>
                <a:rect l="l" t="t" r="r" b="b"/>
                <a:pathLst>
                  <a:path w="1165" h="3106" extrusionOk="0">
                    <a:moveTo>
                      <a:pt x="0" y="1"/>
                    </a:moveTo>
                    <a:cubicBezTo>
                      <a:pt x="0" y="583"/>
                      <a:pt x="250" y="1027"/>
                      <a:pt x="472" y="1609"/>
                    </a:cubicBezTo>
                    <a:cubicBezTo>
                      <a:pt x="583" y="2080"/>
                      <a:pt x="804" y="2662"/>
                      <a:pt x="1165" y="3106"/>
                    </a:cubicBezTo>
                    <a:cubicBezTo>
                      <a:pt x="1054" y="2551"/>
                      <a:pt x="804" y="1969"/>
                      <a:pt x="693" y="1498"/>
                    </a:cubicBezTo>
                    <a:cubicBezTo>
                      <a:pt x="472" y="916"/>
                      <a:pt x="250" y="472"/>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5"/>
              <p:cNvSpPr/>
              <p:nvPr/>
            </p:nvSpPr>
            <p:spPr>
              <a:xfrm>
                <a:off x="4148925" y="2635000"/>
                <a:ext cx="54775" cy="26350"/>
              </a:xfrm>
              <a:custGeom>
                <a:avLst/>
                <a:gdLst/>
                <a:ahLst/>
                <a:cxnLst/>
                <a:rect l="l" t="t" r="r" b="b"/>
                <a:pathLst>
                  <a:path w="2191" h="1054" extrusionOk="0">
                    <a:moveTo>
                      <a:pt x="0" y="0"/>
                    </a:moveTo>
                    <a:lnTo>
                      <a:pt x="0" y="0"/>
                    </a:lnTo>
                    <a:cubicBezTo>
                      <a:pt x="693" y="471"/>
                      <a:pt x="1387" y="832"/>
                      <a:pt x="2191" y="1054"/>
                    </a:cubicBezTo>
                    <a:cubicBezTo>
                      <a:pt x="1636" y="582"/>
                      <a:pt x="804" y="250"/>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5"/>
              <p:cNvSpPr/>
              <p:nvPr/>
            </p:nvSpPr>
            <p:spPr>
              <a:xfrm>
                <a:off x="4287550" y="2510925"/>
                <a:ext cx="17350" cy="69325"/>
              </a:xfrm>
              <a:custGeom>
                <a:avLst/>
                <a:gdLst/>
                <a:ahLst/>
                <a:cxnLst/>
                <a:rect l="l" t="t" r="r" b="b"/>
                <a:pathLst>
                  <a:path w="694" h="2773" extrusionOk="0">
                    <a:moveTo>
                      <a:pt x="694" y="0"/>
                    </a:moveTo>
                    <a:lnTo>
                      <a:pt x="694" y="0"/>
                    </a:lnTo>
                    <a:cubicBezTo>
                      <a:pt x="361" y="361"/>
                      <a:pt x="250" y="804"/>
                      <a:pt x="111" y="1386"/>
                    </a:cubicBezTo>
                    <a:cubicBezTo>
                      <a:pt x="0" y="1858"/>
                      <a:pt x="0" y="2329"/>
                      <a:pt x="111" y="2773"/>
                    </a:cubicBezTo>
                    <a:cubicBezTo>
                      <a:pt x="250" y="2329"/>
                      <a:pt x="361" y="1858"/>
                      <a:pt x="361" y="1386"/>
                    </a:cubicBezTo>
                    <a:cubicBezTo>
                      <a:pt x="472" y="943"/>
                      <a:pt x="583" y="472"/>
                      <a:pt x="69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5"/>
              <p:cNvSpPr/>
              <p:nvPr/>
            </p:nvSpPr>
            <p:spPr>
              <a:xfrm>
                <a:off x="3794025" y="2465175"/>
                <a:ext cx="28450" cy="63100"/>
              </a:xfrm>
              <a:custGeom>
                <a:avLst/>
                <a:gdLst/>
                <a:ahLst/>
                <a:cxnLst/>
                <a:rect l="l" t="t" r="r" b="b"/>
                <a:pathLst>
                  <a:path w="1138" h="2524" extrusionOk="0">
                    <a:moveTo>
                      <a:pt x="1138" y="0"/>
                    </a:moveTo>
                    <a:lnTo>
                      <a:pt x="1138" y="0"/>
                    </a:lnTo>
                    <a:cubicBezTo>
                      <a:pt x="805" y="333"/>
                      <a:pt x="583" y="804"/>
                      <a:pt x="444" y="1248"/>
                    </a:cubicBezTo>
                    <a:cubicBezTo>
                      <a:pt x="223" y="1608"/>
                      <a:pt x="112" y="2080"/>
                      <a:pt x="1" y="2523"/>
                    </a:cubicBezTo>
                    <a:cubicBezTo>
                      <a:pt x="334" y="2191"/>
                      <a:pt x="583" y="1719"/>
                      <a:pt x="694" y="1387"/>
                    </a:cubicBezTo>
                    <a:cubicBezTo>
                      <a:pt x="916" y="915"/>
                      <a:pt x="1027" y="444"/>
                      <a:pt x="1138"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5"/>
              <p:cNvSpPr/>
              <p:nvPr/>
            </p:nvSpPr>
            <p:spPr>
              <a:xfrm>
                <a:off x="3516775" y="2747975"/>
                <a:ext cx="37450" cy="54775"/>
              </a:xfrm>
              <a:custGeom>
                <a:avLst/>
                <a:gdLst/>
                <a:ahLst/>
                <a:cxnLst/>
                <a:rect l="l" t="t" r="r" b="b"/>
                <a:pathLst>
                  <a:path w="1498" h="2191" extrusionOk="0">
                    <a:moveTo>
                      <a:pt x="1" y="0"/>
                    </a:moveTo>
                    <a:lnTo>
                      <a:pt x="1" y="0"/>
                    </a:lnTo>
                    <a:cubicBezTo>
                      <a:pt x="112" y="472"/>
                      <a:pt x="333" y="804"/>
                      <a:pt x="583" y="1165"/>
                    </a:cubicBezTo>
                    <a:cubicBezTo>
                      <a:pt x="805" y="1608"/>
                      <a:pt x="1137" y="1969"/>
                      <a:pt x="1498" y="2191"/>
                    </a:cubicBezTo>
                    <a:cubicBezTo>
                      <a:pt x="1387" y="1719"/>
                      <a:pt x="1137" y="1387"/>
                      <a:pt x="805" y="1026"/>
                    </a:cubicBezTo>
                    <a:cubicBezTo>
                      <a:pt x="583" y="694"/>
                      <a:pt x="333" y="333"/>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5"/>
              <p:cNvSpPr/>
              <p:nvPr/>
            </p:nvSpPr>
            <p:spPr>
              <a:xfrm>
                <a:off x="3666500" y="2701525"/>
                <a:ext cx="29125" cy="72125"/>
              </a:xfrm>
              <a:custGeom>
                <a:avLst/>
                <a:gdLst/>
                <a:ahLst/>
                <a:cxnLst/>
                <a:rect l="l" t="t" r="r" b="b"/>
                <a:pathLst>
                  <a:path w="1165" h="2885" extrusionOk="0">
                    <a:moveTo>
                      <a:pt x="1165" y="1"/>
                    </a:moveTo>
                    <a:lnTo>
                      <a:pt x="1165" y="1"/>
                    </a:lnTo>
                    <a:cubicBezTo>
                      <a:pt x="943" y="472"/>
                      <a:pt x="693" y="943"/>
                      <a:pt x="472" y="1387"/>
                    </a:cubicBezTo>
                    <a:cubicBezTo>
                      <a:pt x="250" y="1858"/>
                      <a:pt x="139" y="2330"/>
                      <a:pt x="0" y="2884"/>
                    </a:cubicBezTo>
                    <a:cubicBezTo>
                      <a:pt x="583" y="1969"/>
                      <a:pt x="943" y="1054"/>
                      <a:pt x="1165"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5"/>
              <p:cNvSpPr/>
              <p:nvPr/>
            </p:nvSpPr>
            <p:spPr>
              <a:xfrm>
                <a:off x="3785025" y="2768075"/>
                <a:ext cx="66575" cy="37450"/>
              </a:xfrm>
              <a:custGeom>
                <a:avLst/>
                <a:gdLst/>
                <a:ahLst/>
                <a:cxnLst/>
                <a:rect l="l" t="t" r="r" b="b"/>
                <a:pathLst>
                  <a:path w="2663" h="1498" extrusionOk="0">
                    <a:moveTo>
                      <a:pt x="0" y="0"/>
                    </a:moveTo>
                    <a:lnTo>
                      <a:pt x="0" y="0"/>
                    </a:lnTo>
                    <a:cubicBezTo>
                      <a:pt x="694" y="694"/>
                      <a:pt x="1636" y="1276"/>
                      <a:pt x="2662" y="1498"/>
                    </a:cubicBezTo>
                    <a:cubicBezTo>
                      <a:pt x="2191" y="1165"/>
                      <a:pt x="1747" y="915"/>
                      <a:pt x="1276" y="694"/>
                    </a:cubicBezTo>
                    <a:cubicBezTo>
                      <a:pt x="804" y="472"/>
                      <a:pt x="472" y="222"/>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5"/>
              <p:cNvSpPr/>
              <p:nvPr/>
            </p:nvSpPr>
            <p:spPr>
              <a:xfrm>
                <a:off x="3906325" y="2612125"/>
                <a:ext cx="20125" cy="74875"/>
              </a:xfrm>
              <a:custGeom>
                <a:avLst/>
                <a:gdLst/>
                <a:ahLst/>
                <a:cxnLst/>
                <a:rect l="l" t="t" r="r" b="b"/>
                <a:pathLst>
                  <a:path w="805" h="2995" extrusionOk="0">
                    <a:moveTo>
                      <a:pt x="111" y="0"/>
                    </a:moveTo>
                    <a:lnTo>
                      <a:pt x="111" y="0"/>
                    </a:lnTo>
                    <a:cubicBezTo>
                      <a:pt x="0" y="1054"/>
                      <a:pt x="250" y="2080"/>
                      <a:pt x="804" y="2995"/>
                    </a:cubicBezTo>
                    <a:cubicBezTo>
                      <a:pt x="693" y="2440"/>
                      <a:pt x="583" y="1969"/>
                      <a:pt x="472" y="1497"/>
                    </a:cubicBezTo>
                    <a:cubicBezTo>
                      <a:pt x="361" y="915"/>
                      <a:pt x="250" y="471"/>
                      <a:pt x="11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5"/>
              <p:cNvSpPr/>
              <p:nvPr/>
            </p:nvSpPr>
            <p:spPr>
              <a:xfrm>
                <a:off x="3403800" y="2779850"/>
                <a:ext cx="25" cy="25"/>
              </a:xfrm>
              <a:custGeom>
                <a:avLst/>
                <a:gdLst/>
                <a:ahLst/>
                <a:cxnLst/>
                <a:rect l="l" t="t" r="r" b="b"/>
                <a:pathLst>
                  <a:path w="1" h="1" extrusionOk="0">
                    <a:moveTo>
                      <a:pt x="0" y="1"/>
                    </a:moveTo>
                    <a:lnTo>
                      <a:pt x="0" y="1"/>
                    </a:lnTo>
                    <a:lnTo>
                      <a:pt x="0" y="1"/>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5"/>
              <p:cNvSpPr/>
              <p:nvPr/>
            </p:nvSpPr>
            <p:spPr>
              <a:xfrm>
                <a:off x="3403800" y="2597550"/>
                <a:ext cx="491450" cy="196875"/>
              </a:xfrm>
              <a:custGeom>
                <a:avLst/>
                <a:gdLst/>
                <a:ahLst/>
                <a:cxnLst/>
                <a:rect l="l" t="t" r="r" b="b"/>
                <a:pathLst>
                  <a:path w="19658" h="7875" extrusionOk="0">
                    <a:moveTo>
                      <a:pt x="9199" y="2102"/>
                    </a:moveTo>
                    <a:lnTo>
                      <a:pt x="9199" y="2102"/>
                    </a:lnTo>
                    <a:cubicBezTo>
                      <a:pt x="9170" y="2111"/>
                      <a:pt x="9143" y="2122"/>
                      <a:pt x="9117" y="2134"/>
                    </a:cubicBezTo>
                    <a:lnTo>
                      <a:pt x="9117" y="2134"/>
                    </a:lnTo>
                    <a:cubicBezTo>
                      <a:pt x="9145" y="2124"/>
                      <a:pt x="9172" y="2113"/>
                      <a:pt x="9199" y="2102"/>
                    </a:cubicBezTo>
                    <a:close/>
                    <a:moveTo>
                      <a:pt x="17329" y="1"/>
                    </a:moveTo>
                    <a:cubicBezTo>
                      <a:pt x="14764" y="203"/>
                      <a:pt x="11873" y="1061"/>
                      <a:pt x="9199" y="2102"/>
                    </a:cubicBezTo>
                    <a:lnTo>
                      <a:pt x="9199" y="2102"/>
                    </a:lnTo>
                    <a:cubicBezTo>
                      <a:pt x="9249" y="2088"/>
                      <a:pt x="9305" y="2080"/>
                      <a:pt x="9372" y="2080"/>
                    </a:cubicBezTo>
                    <a:cubicBezTo>
                      <a:pt x="9261" y="2191"/>
                      <a:pt x="9011" y="2330"/>
                      <a:pt x="8900" y="2330"/>
                    </a:cubicBezTo>
                    <a:cubicBezTo>
                      <a:pt x="8964" y="2250"/>
                      <a:pt x="9028" y="2180"/>
                      <a:pt x="9117" y="2134"/>
                    </a:cubicBezTo>
                    <a:lnTo>
                      <a:pt x="9117" y="2134"/>
                    </a:lnTo>
                    <a:cubicBezTo>
                      <a:pt x="5582" y="3519"/>
                      <a:pt x="2437" y="5216"/>
                      <a:pt x="943" y="6128"/>
                    </a:cubicBezTo>
                    <a:cubicBezTo>
                      <a:pt x="1636" y="5796"/>
                      <a:pt x="2440" y="5435"/>
                      <a:pt x="3133" y="5102"/>
                    </a:cubicBezTo>
                    <a:cubicBezTo>
                      <a:pt x="4852" y="4160"/>
                      <a:pt x="6350" y="3356"/>
                      <a:pt x="7514" y="2884"/>
                    </a:cubicBezTo>
                    <a:cubicBezTo>
                      <a:pt x="8096" y="2552"/>
                      <a:pt x="8568" y="2441"/>
                      <a:pt x="8900" y="2330"/>
                    </a:cubicBezTo>
                    <a:lnTo>
                      <a:pt x="8900" y="2330"/>
                    </a:lnTo>
                    <a:lnTo>
                      <a:pt x="7514" y="3023"/>
                    </a:lnTo>
                    <a:cubicBezTo>
                      <a:pt x="6488" y="3578"/>
                      <a:pt x="4963" y="4409"/>
                      <a:pt x="3244" y="5324"/>
                    </a:cubicBezTo>
                    <a:cubicBezTo>
                      <a:pt x="2191" y="5796"/>
                      <a:pt x="1165" y="6239"/>
                      <a:pt x="0" y="6711"/>
                    </a:cubicBezTo>
                    <a:lnTo>
                      <a:pt x="0" y="7293"/>
                    </a:lnTo>
                    <a:cubicBezTo>
                      <a:pt x="694" y="7625"/>
                      <a:pt x="1387" y="7875"/>
                      <a:pt x="2191" y="7875"/>
                    </a:cubicBezTo>
                    <a:cubicBezTo>
                      <a:pt x="2551" y="7875"/>
                      <a:pt x="3022" y="7736"/>
                      <a:pt x="3466" y="7625"/>
                    </a:cubicBezTo>
                    <a:cubicBezTo>
                      <a:pt x="4048" y="7515"/>
                      <a:pt x="4520" y="7293"/>
                      <a:pt x="5102" y="7043"/>
                    </a:cubicBezTo>
                    <a:cubicBezTo>
                      <a:pt x="4741" y="6711"/>
                      <a:pt x="4631" y="6350"/>
                      <a:pt x="4520" y="6017"/>
                    </a:cubicBezTo>
                    <a:lnTo>
                      <a:pt x="4520" y="6017"/>
                    </a:lnTo>
                    <a:cubicBezTo>
                      <a:pt x="4741" y="6350"/>
                      <a:pt x="5102" y="6600"/>
                      <a:pt x="5324" y="6932"/>
                    </a:cubicBezTo>
                    <a:cubicBezTo>
                      <a:pt x="5795" y="6711"/>
                      <a:pt x="6239" y="6489"/>
                      <a:pt x="6710" y="6128"/>
                    </a:cubicBezTo>
                    <a:cubicBezTo>
                      <a:pt x="7181" y="5796"/>
                      <a:pt x="7874" y="5435"/>
                      <a:pt x="8568" y="5324"/>
                    </a:cubicBezTo>
                    <a:lnTo>
                      <a:pt x="9261" y="5324"/>
                    </a:lnTo>
                    <a:cubicBezTo>
                      <a:pt x="9704" y="5324"/>
                      <a:pt x="10287" y="5324"/>
                      <a:pt x="10758" y="5435"/>
                    </a:cubicBezTo>
                    <a:cubicBezTo>
                      <a:pt x="10869" y="5435"/>
                      <a:pt x="10980" y="5546"/>
                      <a:pt x="10980" y="5546"/>
                    </a:cubicBezTo>
                    <a:cubicBezTo>
                      <a:pt x="11201" y="5102"/>
                      <a:pt x="11451" y="4631"/>
                      <a:pt x="11673" y="4160"/>
                    </a:cubicBezTo>
                    <a:lnTo>
                      <a:pt x="11673" y="4160"/>
                    </a:lnTo>
                    <a:cubicBezTo>
                      <a:pt x="11562" y="4631"/>
                      <a:pt x="11451" y="5102"/>
                      <a:pt x="11201" y="5546"/>
                    </a:cubicBezTo>
                    <a:cubicBezTo>
                      <a:pt x="12255" y="5796"/>
                      <a:pt x="13170" y="5906"/>
                      <a:pt x="14113" y="5906"/>
                    </a:cubicBezTo>
                    <a:cubicBezTo>
                      <a:pt x="14667" y="5906"/>
                      <a:pt x="15360" y="5796"/>
                      <a:pt x="15943" y="5657"/>
                    </a:cubicBezTo>
                    <a:cubicBezTo>
                      <a:pt x="17689" y="5213"/>
                      <a:pt x="19297" y="3938"/>
                      <a:pt x="19519" y="2080"/>
                    </a:cubicBezTo>
                    <a:cubicBezTo>
                      <a:pt x="19658" y="1387"/>
                      <a:pt x="19408" y="583"/>
                      <a:pt x="18715" y="361"/>
                    </a:cubicBezTo>
                    <a:cubicBezTo>
                      <a:pt x="18271" y="112"/>
                      <a:pt x="17800" y="1"/>
                      <a:pt x="17329" y="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5"/>
              <p:cNvSpPr/>
              <p:nvPr/>
            </p:nvSpPr>
            <p:spPr>
              <a:xfrm>
                <a:off x="3403800" y="2649550"/>
                <a:ext cx="234300" cy="115775"/>
              </a:xfrm>
              <a:custGeom>
                <a:avLst/>
                <a:gdLst/>
                <a:ahLst/>
                <a:cxnLst/>
                <a:rect l="l" t="t" r="r" b="b"/>
                <a:pathLst>
                  <a:path w="9372" h="4631" extrusionOk="0">
                    <a:moveTo>
                      <a:pt x="9372" y="0"/>
                    </a:moveTo>
                    <a:cubicBezTo>
                      <a:pt x="9122" y="0"/>
                      <a:pt x="9011" y="111"/>
                      <a:pt x="8900" y="250"/>
                    </a:cubicBezTo>
                    <a:cubicBezTo>
                      <a:pt x="9011" y="250"/>
                      <a:pt x="9261" y="111"/>
                      <a:pt x="9372" y="0"/>
                    </a:cubicBezTo>
                    <a:close/>
                    <a:moveTo>
                      <a:pt x="8900" y="250"/>
                    </a:moveTo>
                    <a:lnTo>
                      <a:pt x="8900" y="250"/>
                    </a:lnTo>
                    <a:cubicBezTo>
                      <a:pt x="8568" y="361"/>
                      <a:pt x="8096" y="472"/>
                      <a:pt x="7514" y="804"/>
                    </a:cubicBezTo>
                    <a:cubicBezTo>
                      <a:pt x="6350" y="1276"/>
                      <a:pt x="4852" y="2080"/>
                      <a:pt x="3133" y="3022"/>
                    </a:cubicBezTo>
                    <a:cubicBezTo>
                      <a:pt x="2440" y="3355"/>
                      <a:pt x="1636" y="3716"/>
                      <a:pt x="943" y="4048"/>
                    </a:cubicBezTo>
                    <a:cubicBezTo>
                      <a:pt x="472" y="4270"/>
                      <a:pt x="111" y="4520"/>
                      <a:pt x="0" y="4631"/>
                    </a:cubicBezTo>
                    <a:cubicBezTo>
                      <a:pt x="1165" y="4159"/>
                      <a:pt x="2191" y="3716"/>
                      <a:pt x="3244" y="3244"/>
                    </a:cubicBezTo>
                    <a:cubicBezTo>
                      <a:pt x="4963" y="2329"/>
                      <a:pt x="6488" y="1498"/>
                      <a:pt x="7514" y="943"/>
                    </a:cubicBezTo>
                    <a:lnTo>
                      <a:pt x="8900" y="250"/>
                    </a:ln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5"/>
              <p:cNvSpPr/>
              <p:nvPr/>
            </p:nvSpPr>
            <p:spPr>
              <a:xfrm>
                <a:off x="3516775" y="2747975"/>
                <a:ext cx="20125" cy="25675"/>
              </a:xfrm>
              <a:custGeom>
                <a:avLst/>
                <a:gdLst/>
                <a:ahLst/>
                <a:cxnLst/>
                <a:rect l="l" t="t" r="r" b="b"/>
                <a:pathLst>
                  <a:path w="805" h="1027" extrusionOk="0">
                    <a:moveTo>
                      <a:pt x="1" y="0"/>
                    </a:moveTo>
                    <a:cubicBezTo>
                      <a:pt x="112" y="333"/>
                      <a:pt x="222" y="694"/>
                      <a:pt x="583" y="1026"/>
                    </a:cubicBezTo>
                    <a:cubicBezTo>
                      <a:pt x="583" y="1026"/>
                      <a:pt x="694" y="915"/>
                      <a:pt x="805" y="915"/>
                    </a:cubicBezTo>
                    <a:cubicBezTo>
                      <a:pt x="583" y="583"/>
                      <a:pt x="222" y="333"/>
                      <a:pt x="1"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5"/>
              <p:cNvSpPr/>
              <p:nvPr/>
            </p:nvSpPr>
            <p:spPr>
              <a:xfrm>
                <a:off x="3678275" y="2701525"/>
                <a:ext cx="17350" cy="34700"/>
              </a:xfrm>
              <a:custGeom>
                <a:avLst/>
                <a:gdLst/>
                <a:ahLst/>
                <a:cxnLst/>
                <a:rect l="l" t="t" r="r" b="b"/>
                <a:pathLst>
                  <a:path w="694" h="1388" extrusionOk="0">
                    <a:moveTo>
                      <a:pt x="694" y="1"/>
                    </a:moveTo>
                    <a:cubicBezTo>
                      <a:pt x="472" y="472"/>
                      <a:pt x="222" y="943"/>
                      <a:pt x="1" y="1387"/>
                    </a:cubicBezTo>
                    <a:lnTo>
                      <a:pt x="222" y="1387"/>
                    </a:lnTo>
                    <a:cubicBezTo>
                      <a:pt x="472" y="943"/>
                      <a:pt x="583" y="472"/>
                      <a:pt x="694"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5"/>
              <p:cNvSpPr/>
              <p:nvPr/>
            </p:nvSpPr>
            <p:spPr>
              <a:xfrm>
                <a:off x="4033850" y="4864825"/>
                <a:ext cx="248175" cy="369475"/>
              </a:xfrm>
              <a:custGeom>
                <a:avLst/>
                <a:gdLst/>
                <a:ahLst/>
                <a:cxnLst/>
                <a:rect l="l" t="t" r="r" b="b"/>
                <a:pathLst>
                  <a:path w="9927" h="14779" extrusionOk="0">
                    <a:moveTo>
                      <a:pt x="8069" y="0"/>
                    </a:moveTo>
                    <a:lnTo>
                      <a:pt x="1" y="915"/>
                    </a:lnTo>
                    <a:lnTo>
                      <a:pt x="3328" y="14778"/>
                    </a:lnTo>
                    <a:lnTo>
                      <a:pt x="9927" y="14445"/>
                    </a:lnTo>
                    <a:lnTo>
                      <a:pt x="8069" y="0"/>
                    </a:ln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5"/>
              <p:cNvSpPr/>
              <p:nvPr/>
            </p:nvSpPr>
            <p:spPr>
              <a:xfrm>
                <a:off x="4085850" y="5153850"/>
                <a:ext cx="311925" cy="310400"/>
              </a:xfrm>
              <a:custGeom>
                <a:avLst/>
                <a:gdLst/>
                <a:ahLst/>
                <a:cxnLst/>
                <a:rect l="l" t="t" r="r" b="b"/>
                <a:pathLst>
                  <a:path w="12477" h="12416" extrusionOk="0">
                    <a:moveTo>
                      <a:pt x="7486" y="1"/>
                    </a:moveTo>
                    <a:cubicBezTo>
                      <a:pt x="6812" y="1145"/>
                      <a:pt x="5713" y="1506"/>
                      <a:pt x="4593" y="1506"/>
                    </a:cubicBezTo>
                    <a:cubicBezTo>
                      <a:pt x="2673" y="1506"/>
                      <a:pt x="693" y="444"/>
                      <a:pt x="693" y="444"/>
                    </a:cubicBezTo>
                    <a:cubicBezTo>
                      <a:pt x="222" y="694"/>
                      <a:pt x="0" y="1276"/>
                      <a:pt x="111" y="1720"/>
                    </a:cubicBezTo>
                    <a:lnTo>
                      <a:pt x="333" y="4049"/>
                    </a:lnTo>
                    <a:cubicBezTo>
                      <a:pt x="444" y="4964"/>
                      <a:pt x="8179" y="10620"/>
                      <a:pt x="10259" y="12228"/>
                    </a:cubicBezTo>
                    <a:cubicBezTo>
                      <a:pt x="10494" y="12353"/>
                      <a:pt x="10730" y="12415"/>
                      <a:pt x="10962" y="12415"/>
                    </a:cubicBezTo>
                    <a:cubicBezTo>
                      <a:pt x="11194" y="12415"/>
                      <a:pt x="11423" y="12353"/>
                      <a:pt x="11645" y="12228"/>
                    </a:cubicBezTo>
                    <a:cubicBezTo>
                      <a:pt x="12227" y="11895"/>
                      <a:pt x="12477" y="11202"/>
                      <a:pt x="12227" y="10620"/>
                    </a:cubicBezTo>
                    <a:lnTo>
                      <a:pt x="8318" y="1276"/>
                    </a:lnTo>
                    <a:lnTo>
                      <a:pt x="7486"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5"/>
              <p:cNvSpPr/>
              <p:nvPr/>
            </p:nvSpPr>
            <p:spPr>
              <a:xfrm>
                <a:off x="4091400" y="5234275"/>
                <a:ext cx="250925" cy="225275"/>
              </a:xfrm>
              <a:custGeom>
                <a:avLst/>
                <a:gdLst/>
                <a:ahLst/>
                <a:cxnLst/>
                <a:rect l="l" t="t" r="r" b="b"/>
                <a:pathLst>
                  <a:path w="10037" h="9011" extrusionOk="0">
                    <a:moveTo>
                      <a:pt x="0" y="0"/>
                    </a:moveTo>
                    <a:lnTo>
                      <a:pt x="111" y="832"/>
                    </a:lnTo>
                    <a:lnTo>
                      <a:pt x="111" y="582"/>
                    </a:lnTo>
                    <a:lnTo>
                      <a:pt x="0" y="0"/>
                    </a:lnTo>
                    <a:close/>
                    <a:moveTo>
                      <a:pt x="8318" y="7625"/>
                    </a:moveTo>
                    <a:cubicBezTo>
                      <a:pt x="8789" y="8096"/>
                      <a:pt x="9482" y="8567"/>
                      <a:pt x="10037" y="9011"/>
                    </a:cubicBezTo>
                    <a:cubicBezTo>
                      <a:pt x="9704" y="8678"/>
                      <a:pt x="9011" y="8207"/>
                      <a:pt x="8318" y="762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5"/>
              <p:cNvSpPr/>
              <p:nvPr/>
            </p:nvSpPr>
            <p:spPr>
              <a:xfrm>
                <a:off x="4091400" y="5234275"/>
                <a:ext cx="280050" cy="231525"/>
              </a:xfrm>
              <a:custGeom>
                <a:avLst/>
                <a:gdLst/>
                <a:ahLst/>
                <a:cxnLst/>
                <a:rect l="l" t="t" r="r" b="b"/>
                <a:pathLst>
                  <a:path w="11202" h="9261" extrusionOk="0">
                    <a:moveTo>
                      <a:pt x="0" y="0"/>
                    </a:moveTo>
                    <a:lnTo>
                      <a:pt x="111" y="832"/>
                    </a:lnTo>
                    <a:cubicBezTo>
                      <a:pt x="222" y="1165"/>
                      <a:pt x="471" y="1386"/>
                      <a:pt x="693" y="1636"/>
                    </a:cubicBezTo>
                    <a:cubicBezTo>
                      <a:pt x="1497" y="2440"/>
                      <a:pt x="3577" y="4298"/>
                      <a:pt x="8318" y="7625"/>
                    </a:cubicBezTo>
                    <a:cubicBezTo>
                      <a:pt x="9011" y="8207"/>
                      <a:pt x="9704" y="8678"/>
                      <a:pt x="10037" y="9011"/>
                    </a:cubicBezTo>
                    <a:cubicBezTo>
                      <a:pt x="10175" y="9011"/>
                      <a:pt x="10175" y="9011"/>
                      <a:pt x="10286" y="9149"/>
                    </a:cubicBezTo>
                    <a:cubicBezTo>
                      <a:pt x="10397" y="9149"/>
                      <a:pt x="10619" y="9260"/>
                      <a:pt x="10730" y="9260"/>
                    </a:cubicBezTo>
                    <a:cubicBezTo>
                      <a:pt x="10979" y="9260"/>
                      <a:pt x="11090" y="9149"/>
                      <a:pt x="11201" y="9149"/>
                    </a:cubicBezTo>
                    <a:lnTo>
                      <a:pt x="0" y="0"/>
                    </a:ln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5"/>
              <p:cNvSpPr/>
              <p:nvPr/>
            </p:nvSpPr>
            <p:spPr>
              <a:xfrm>
                <a:off x="4094150" y="5188525"/>
                <a:ext cx="40250" cy="37450"/>
              </a:xfrm>
              <a:custGeom>
                <a:avLst/>
                <a:gdLst/>
                <a:ahLst/>
                <a:cxnLst/>
                <a:rect l="l" t="t" r="r" b="b"/>
                <a:pathLst>
                  <a:path w="1610" h="1498" extrusionOk="0">
                    <a:moveTo>
                      <a:pt x="805" y="0"/>
                    </a:moveTo>
                    <a:cubicBezTo>
                      <a:pt x="583" y="0"/>
                      <a:pt x="361" y="222"/>
                      <a:pt x="112" y="444"/>
                    </a:cubicBezTo>
                    <a:cubicBezTo>
                      <a:pt x="1" y="804"/>
                      <a:pt x="112" y="1276"/>
                      <a:pt x="472" y="1386"/>
                    </a:cubicBezTo>
                    <a:cubicBezTo>
                      <a:pt x="583" y="1497"/>
                      <a:pt x="694" y="1497"/>
                      <a:pt x="805" y="1497"/>
                    </a:cubicBezTo>
                    <a:cubicBezTo>
                      <a:pt x="1055" y="1497"/>
                      <a:pt x="1387" y="1386"/>
                      <a:pt x="1498" y="1026"/>
                    </a:cubicBezTo>
                    <a:cubicBezTo>
                      <a:pt x="1609" y="693"/>
                      <a:pt x="1498" y="333"/>
                      <a:pt x="1165" y="111"/>
                    </a:cubicBezTo>
                    <a:cubicBezTo>
                      <a:pt x="1055" y="111"/>
                      <a:pt x="916" y="0"/>
                      <a:pt x="805" y="0"/>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5"/>
              <p:cNvSpPr/>
              <p:nvPr/>
            </p:nvSpPr>
            <p:spPr>
              <a:xfrm>
                <a:off x="4282000" y="5295250"/>
                <a:ext cx="57550" cy="43000"/>
              </a:xfrm>
              <a:custGeom>
                <a:avLst/>
                <a:gdLst/>
                <a:ahLst/>
                <a:cxnLst/>
                <a:rect l="l" t="t" r="r" b="b"/>
                <a:pathLst>
                  <a:path w="2302" h="1720" extrusionOk="0">
                    <a:moveTo>
                      <a:pt x="1858" y="1"/>
                    </a:moveTo>
                    <a:cubicBezTo>
                      <a:pt x="1498" y="112"/>
                      <a:pt x="1165" y="223"/>
                      <a:pt x="805" y="472"/>
                    </a:cubicBezTo>
                    <a:cubicBezTo>
                      <a:pt x="472" y="583"/>
                      <a:pt x="222" y="916"/>
                      <a:pt x="111" y="1276"/>
                    </a:cubicBezTo>
                    <a:cubicBezTo>
                      <a:pt x="1" y="1498"/>
                      <a:pt x="1" y="1720"/>
                      <a:pt x="1" y="1720"/>
                    </a:cubicBezTo>
                    <a:cubicBezTo>
                      <a:pt x="111" y="1720"/>
                      <a:pt x="333" y="1027"/>
                      <a:pt x="916" y="583"/>
                    </a:cubicBezTo>
                    <a:cubicBezTo>
                      <a:pt x="1387" y="334"/>
                      <a:pt x="1858" y="223"/>
                      <a:pt x="2302" y="112"/>
                    </a:cubicBezTo>
                    <a:cubicBezTo>
                      <a:pt x="2302" y="112"/>
                      <a:pt x="2191" y="1"/>
                      <a:pt x="185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5"/>
              <p:cNvSpPr/>
              <p:nvPr/>
            </p:nvSpPr>
            <p:spPr>
              <a:xfrm>
                <a:off x="4307650" y="5348200"/>
                <a:ext cx="58250" cy="28175"/>
              </a:xfrm>
              <a:custGeom>
                <a:avLst/>
                <a:gdLst/>
                <a:ahLst/>
                <a:cxnLst/>
                <a:rect l="l" t="t" r="r" b="b"/>
                <a:pathLst>
                  <a:path w="2330" h="1127" extrusionOk="0">
                    <a:moveTo>
                      <a:pt x="1754" y="0"/>
                    </a:moveTo>
                    <a:cubicBezTo>
                      <a:pt x="1491" y="0"/>
                      <a:pt x="1249" y="54"/>
                      <a:pt x="1054" y="184"/>
                    </a:cubicBezTo>
                    <a:cubicBezTo>
                      <a:pt x="361" y="545"/>
                      <a:pt x="0" y="1127"/>
                      <a:pt x="139" y="1127"/>
                    </a:cubicBezTo>
                    <a:cubicBezTo>
                      <a:pt x="250" y="1127"/>
                      <a:pt x="472" y="655"/>
                      <a:pt x="1165" y="434"/>
                    </a:cubicBezTo>
                    <a:cubicBezTo>
                      <a:pt x="1525" y="295"/>
                      <a:pt x="1969" y="184"/>
                      <a:pt x="2329" y="73"/>
                    </a:cubicBezTo>
                    <a:cubicBezTo>
                      <a:pt x="2134" y="27"/>
                      <a:pt x="1939" y="0"/>
                      <a:pt x="175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5"/>
              <p:cNvSpPr/>
              <p:nvPr/>
            </p:nvSpPr>
            <p:spPr>
              <a:xfrm>
                <a:off x="4235550" y="5245800"/>
                <a:ext cx="81125" cy="46700"/>
              </a:xfrm>
              <a:custGeom>
                <a:avLst/>
                <a:gdLst/>
                <a:ahLst/>
                <a:cxnLst/>
                <a:rect l="l" t="t" r="r" b="b"/>
                <a:pathLst>
                  <a:path w="3245" h="1868" extrusionOk="0">
                    <a:moveTo>
                      <a:pt x="2989" y="0"/>
                    </a:moveTo>
                    <a:cubicBezTo>
                      <a:pt x="1704" y="0"/>
                      <a:pt x="547" y="775"/>
                      <a:pt x="1" y="1868"/>
                    </a:cubicBezTo>
                    <a:cubicBezTo>
                      <a:pt x="472" y="1397"/>
                      <a:pt x="944" y="1064"/>
                      <a:pt x="1498" y="704"/>
                    </a:cubicBezTo>
                    <a:cubicBezTo>
                      <a:pt x="2441" y="121"/>
                      <a:pt x="3245" y="121"/>
                      <a:pt x="3245" y="10"/>
                    </a:cubicBezTo>
                    <a:cubicBezTo>
                      <a:pt x="3159" y="4"/>
                      <a:pt x="3074" y="0"/>
                      <a:pt x="29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5"/>
              <p:cNvSpPr/>
              <p:nvPr/>
            </p:nvSpPr>
            <p:spPr>
              <a:xfrm>
                <a:off x="4218225" y="5198800"/>
                <a:ext cx="81125" cy="18925"/>
              </a:xfrm>
              <a:custGeom>
                <a:avLst/>
                <a:gdLst/>
                <a:ahLst/>
                <a:cxnLst/>
                <a:rect l="l" t="t" r="r" b="b"/>
                <a:pathLst>
                  <a:path w="3245" h="757" extrusionOk="0">
                    <a:moveTo>
                      <a:pt x="2193" y="1"/>
                    </a:moveTo>
                    <a:cubicBezTo>
                      <a:pt x="1426" y="1"/>
                      <a:pt x="643" y="254"/>
                      <a:pt x="1" y="726"/>
                    </a:cubicBezTo>
                    <a:cubicBezTo>
                      <a:pt x="18" y="747"/>
                      <a:pt x="46" y="757"/>
                      <a:pt x="85" y="757"/>
                    </a:cubicBezTo>
                    <a:cubicBezTo>
                      <a:pt x="300" y="757"/>
                      <a:pt x="839" y="470"/>
                      <a:pt x="1637" y="282"/>
                    </a:cubicBezTo>
                    <a:cubicBezTo>
                      <a:pt x="2094" y="227"/>
                      <a:pt x="2496" y="227"/>
                      <a:pt x="2784" y="227"/>
                    </a:cubicBezTo>
                    <a:cubicBezTo>
                      <a:pt x="3071" y="227"/>
                      <a:pt x="3245" y="227"/>
                      <a:pt x="3245" y="171"/>
                    </a:cubicBezTo>
                    <a:cubicBezTo>
                      <a:pt x="2908" y="56"/>
                      <a:pt x="2552" y="1"/>
                      <a:pt x="219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5"/>
              <p:cNvSpPr/>
              <p:nvPr/>
            </p:nvSpPr>
            <p:spPr>
              <a:xfrm>
                <a:off x="4215450" y="5143700"/>
                <a:ext cx="92225" cy="62575"/>
              </a:xfrm>
              <a:custGeom>
                <a:avLst/>
                <a:gdLst/>
                <a:ahLst/>
                <a:cxnLst/>
                <a:rect l="l" t="t" r="r" b="b"/>
                <a:pathLst>
                  <a:path w="3689" h="2503" extrusionOk="0">
                    <a:moveTo>
                      <a:pt x="3356" y="296"/>
                    </a:moveTo>
                    <a:cubicBezTo>
                      <a:pt x="3356" y="407"/>
                      <a:pt x="3467" y="629"/>
                      <a:pt x="3356" y="740"/>
                    </a:cubicBezTo>
                    <a:cubicBezTo>
                      <a:pt x="3253" y="1382"/>
                      <a:pt x="2841" y="1929"/>
                      <a:pt x="2141" y="2094"/>
                    </a:cubicBezTo>
                    <a:lnTo>
                      <a:pt x="2141" y="2094"/>
                    </a:lnTo>
                    <a:cubicBezTo>
                      <a:pt x="2126" y="2066"/>
                      <a:pt x="2106" y="2041"/>
                      <a:pt x="2080" y="2015"/>
                    </a:cubicBezTo>
                    <a:cubicBezTo>
                      <a:pt x="2052" y="1895"/>
                      <a:pt x="2007" y="1783"/>
                      <a:pt x="1953" y="1680"/>
                    </a:cubicBezTo>
                    <a:lnTo>
                      <a:pt x="1953" y="1680"/>
                    </a:lnTo>
                    <a:cubicBezTo>
                      <a:pt x="2074" y="1390"/>
                      <a:pt x="2234" y="1120"/>
                      <a:pt x="2441" y="850"/>
                    </a:cubicBezTo>
                    <a:cubicBezTo>
                      <a:pt x="2552" y="629"/>
                      <a:pt x="2773" y="407"/>
                      <a:pt x="2995" y="296"/>
                    </a:cubicBezTo>
                    <a:close/>
                    <a:moveTo>
                      <a:pt x="1883" y="1865"/>
                    </a:moveTo>
                    <a:cubicBezTo>
                      <a:pt x="1933" y="1946"/>
                      <a:pt x="1981" y="2030"/>
                      <a:pt x="2026" y="2117"/>
                    </a:cubicBezTo>
                    <a:lnTo>
                      <a:pt x="2026" y="2117"/>
                    </a:lnTo>
                    <a:cubicBezTo>
                      <a:pt x="2007" y="2120"/>
                      <a:pt x="1988" y="2123"/>
                      <a:pt x="1969" y="2126"/>
                    </a:cubicBezTo>
                    <a:cubicBezTo>
                      <a:pt x="1913" y="2135"/>
                      <a:pt x="1856" y="2141"/>
                      <a:pt x="1799" y="2144"/>
                    </a:cubicBezTo>
                    <a:lnTo>
                      <a:pt x="1799" y="2144"/>
                    </a:lnTo>
                    <a:cubicBezTo>
                      <a:pt x="1823" y="2048"/>
                      <a:pt x="1851" y="1955"/>
                      <a:pt x="1883" y="1865"/>
                    </a:cubicBezTo>
                    <a:close/>
                    <a:moveTo>
                      <a:pt x="583" y="629"/>
                    </a:moveTo>
                    <a:cubicBezTo>
                      <a:pt x="805" y="740"/>
                      <a:pt x="1054" y="850"/>
                      <a:pt x="1276" y="1100"/>
                    </a:cubicBezTo>
                    <a:cubicBezTo>
                      <a:pt x="1452" y="1276"/>
                      <a:pt x="1636" y="1491"/>
                      <a:pt x="1803" y="1741"/>
                    </a:cubicBezTo>
                    <a:lnTo>
                      <a:pt x="1803" y="1741"/>
                    </a:lnTo>
                    <a:cubicBezTo>
                      <a:pt x="1783" y="1797"/>
                      <a:pt x="1764" y="1851"/>
                      <a:pt x="1748" y="1904"/>
                    </a:cubicBezTo>
                    <a:lnTo>
                      <a:pt x="1748" y="2146"/>
                    </a:lnTo>
                    <a:lnTo>
                      <a:pt x="1748" y="2146"/>
                    </a:lnTo>
                    <a:cubicBezTo>
                      <a:pt x="1734" y="2147"/>
                      <a:pt x="1721" y="2147"/>
                      <a:pt x="1707" y="2147"/>
                    </a:cubicBezTo>
                    <a:cubicBezTo>
                      <a:pt x="1108" y="2147"/>
                      <a:pt x="555" y="1816"/>
                      <a:pt x="361" y="1211"/>
                    </a:cubicBezTo>
                    <a:cubicBezTo>
                      <a:pt x="223" y="1100"/>
                      <a:pt x="223" y="989"/>
                      <a:pt x="361" y="850"/>
                    </a:cubicBezTo>
                    <a:cubicBezTo>
                      <a:pt x="361" y="740"/>
                      <a:pt x="472" y="629"/>
                      <a:pt x="583" y="629"/>
                    </a:cubicBezTo>
                    <a:close/>
                    <a:moveTo>
                      <a:pt x="3094" y="1"/>
                    </a:moveTo>
                    <a:cubicBezTo>
                      <a:pt x="3028" y="1"/>
                      <a:pt x="2957" y="14"/>
                      <a:pt x="2884" y="46"/>
                    </a:cubicBezTo>
                    <a:cubicBezTo>
                      <a:pt x="2663" y="296"/>
                      <a:pt x="2441" y="518"/>
                      <a:pt x="2302" y="740"/>
                    </a:cubicBezTo>
                    <a:cubicBezTo>
                      <a:pt x="2148" y="989"/>
                      <a:pt x="1995" y="1279"/>
                      <a:pt x="1878" y="1553"/>
                    </a:cubicBezTo>
                    <a:lnTo>
                      <a:pt x="1878" y="1553"/>
                    </a:lnTo>
                    <a:cubicBezTo>
                      <a:pt x="1725" y="1316"/>
                      <a:pt x="1528" y="1130"/>
                      <a:pt x="1387" y="989"/>
                    </a:cubicBezTo>
                    <a:cubicBezTo>
                      <a:pt x="1165" y="629"/>
                      <a:pt x="916" y="518"/>
                      <a:pt x="583" y="518"/>
                    </a:cubicBezTo>
                    <a:cubicBezTo>
                      <a:pt x="524" y="488"/>
                      <a:pt x="462" y="474"/>
                      <a:pt x="402" y="474"/>
                    </a:cubicBezTo>
                    <a:cubicBezTo>
                      <a:pt x="238" y="474"/>
                      <a:pt x="82" y="577"/>
                      <a:pt x="1" y="740"/>
                    </a:cubicBezTo>
                    <a:lnTo>
                      <a:pt x="1" y="1322"/>
                    </a:lnTo>
                    <a:cubicBezTo>
                      <a:pt x="326" y="2048"/>
                      <a:pt x="1104" y="2502"/>
                      <a:pt x="1843" y="2502"/>
                    </a:cubicBezTo>
                    <a:cubicBezTo>
                      <a:pt x="1923" y="2502"/>
                      <a:pt x="2002" y="2497"/>
                      <a:pt x="2080" y="2486"/>
                    </a:cubicBezTo>
                    <a:cubicBezTo>
                      <a:pt x="2113" y="2476"/>
                      <a:pt x="2146" y="2465"/>
                      <a:pt x="2178" y="2453"/>
                    </a:cubicBezTo>
                    <a:lnTo>
                      <a:pt x="2178" y="2453"/>
                    </a:lnTo>
                    <a:cubicBezTo>
                      <a:pt x="2183" y="2464"/>
                      <a:pt x="2187" y="2475"/>
                      <a:pt x="2191" y="2486"/>
                    </a:cubicBezTo>
                    <a:cubicBezTo>
                      <a:pt x="2191" y="2473"/>
                      <a:pt x="2191" y="2461"/>
                      <a:pt x="2191" y="2449"/>
                    </a:cubicBezTo>
                    <a:lnTo>
                      <a:pt x="2191" y="2449"/>
                    </a:lnTo>
                    <a:cubicBezTo>
                      <a:pt x="2938" y="2172"/>
                      <a:pt x="3477" y="1506"/>
                      <a:pt x="3688" y="740"/>
                    </a:cubicBezTo>
                    <a:cubicBezTo>
                      <a:pt x="3688" y="518"/>
                      <a:pt x="3578" y="296"/>
                      <a:pt x="3467" y="157"/>
                    </a:cubicBezTo>
                    <a:cubicBezTo>
                      <a:pt x="3388" y="79"/>
                      <a:pt x="3254" y="1"/>
                      <a:pt x="309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5"/>
              <p:cNvSpPr/>
              <p:nvPr/>
            </p:nvSpPr>
            <p:spPr>
              <a:xfrm>
                <a:off x="3507775" y="4847500"/>
                <a:ext cx="228050" cy="369450"/>
              </a:xfrm>
              <a:custGeom>
                <a:avLst/>
                <a:gdLst/>
                <a:ahLst/>
                <a:cxnLst/>
                <a:rect l="l" t="t" r="r" b="b"/>
                <a:pathLst>
                  <a:path w="9122" h="14778" extrusionOk="0">
                    <a:moveTo>
                      <a:pt x="9011" y="0"/>
                    </a:moveTo>
                    <a:lnTo>
                      <a:pt x="0" y="222"/>
                    </a:lnTo>
                    <a:lnTo>
                      <a:pt x="1165" y="14556"/>
                    </a:lnTo>
                    <a:lnTo>
                      <a:pt x="9122" y="14778"/>
                    </a:lnTo>
                    <a:lnTo>
                      <a:pt x="9011" y="0"/>
                    </a:ln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5"/>
              <p:cNvSpPr/>
              <p:nvPr/>
            </p:nvSpPr>
            <p:spPr>
              <a:xfrm>
                <a:off x="3308825" y="5164950"/>
                <a:ext cx="430475" cy="124800"/>
              </a:xfrm>
              <a:custGeom>
                <a:avLst/>
                <a:gdLst/>
                <a:ahLst/>
                <a:cxnLst/>
                <a:rect l="l" t="t" r="r" b="b"/>
                <a:pathLst>
                  <a:path w="17219" h="4992" extrusionOk="0">
                    <a:moveTo>
                      <a:pt x="9012" y="0"/>
                    </a:moveTo>
                    <a:cubicBezTo>
                      <a:pt x="9012" y="0"/>
                      <a:pt x="112" y="3355"/>
                      <a:pt x="1" y="4991"/>
                    </a:cubicBezTo>
                    <a:lnTo>
                      <a:pt x="17219" y="4991"/>
                    </a:lnTo>
                    <a:lnTo>
                      <a:pt x="17219" y="472"/>
                    </a:lnTo>
                    <a:lnTo>
                      <a:pt x="16525" y="583"/>
                    </a:lnTo>
                    <a:cubicBezTo>
                      <a:pt x="15584" y="798"/>
                      <a:pt x="14642" y="903"/>
                      <a:pt x="13708" y="903"/>
                    </a:cubicBezTo>
                    <a:cubicBezTo>
                      <a:pt x="12110" y="903"/>
                      <a:pt x="10534" y="595"/>
                      <a:pt x="9012"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5"/>
              <p:cNvSpPr/>
              <p:nvPr/>
            </p:nvSpPr>
            <p:spPr>
              <a:xfrm>
                <a:off x="3666500" y="5196825"/>
                <a:ext cx="34675" cy="31925"/>
              </a:xfrm>
              <a:custGeom>
                <a:avLst/>
                <a:gdLst/>
                <a:ahLst/>
                <a:cxnLst/>
                <a:rect l="l" t="t" r="r" b="b"/>
                <a:pathLst>
                  <a:path w="1387" h="1277" extrusionOk="0">
                    <a:moveTo>
                      <a:pt x="693" y="1"/>
                    </a:moveTo>
                    <a:cubicBezTo>
                      <a:pt x="472" y="1"/>
                      <a:pt x="139" y="250"/>
                      <a:pt x="0" y="472"/>
                    </a:cubicBezTo>
                    <a:cubicBezTo>
                      <a:pt x="0" y="805"/>
                      <a:pt x="250" y="1165"/>
                      <a:pt x="583" y="1276"/>
                    </a:cubicBezTo>
                    <a:lnTo>
                      <a:pt x="693" y="1276"/>
                    </a:lnTo>
                    <a:cubicBezTo>
                      <a:pt x="1054" y="1276"/>
                      <a:pt x="1276" y="1165"/>
                      <a:pt x="1387" y="805"/>
                    </a:cubicBezTo>
                    <a:cubicBezTo>
                      <a:pt x="1387" y="472"/>
                      <a:pt x="1165" y="112"/>
                      <a:pt x="943" y="1"/>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5"/>
              <p:cNvSpPr/>
              <p:nvPr/>
            </p:nvSpPr>
            <p:spPr>
              <a:xfrm>
                <a:off x="3306075" y="5268925"/>
                <a:ext cx="17350" cy="20825"/>
              </a:xfrm>
              <a:custGeom>
                <a:avLst/>
                <a:gdLst/>
                <a:ahLst/>
                <a:cxnLst/>
                <a:rect l="l" t="t" r="r" b="b"/>
                <a:pathLst>
                  <a:path w="694" h="833" extrusionOk="0">
                    <a:moveTo>
                      <a:pt x="693" y="0"/>
                    </a:moveTo>
                    <a:lnTo>
                      <a:pt x="693" y="0"/>
                    </a:lnTo>
                    <a:cubicBezTo>
                      <a:pt x="444" y="139"/>
                      <a:pt x="0" y="361"/>
                      <a:pt x="111" y="832"/>
                    </a:cubicBezTo>
                    <a:cubicBezTo>
                      <a:pt x="111" y="583"/>
                      <a:pt x="333" y="250"/>
                      <a:pt x="6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5"/>
              <p:cNvSpPr/>
              <p:nvPr/>
            </p:nvSpPr>
            <p:spPr>
              <a:xfrm>
                <a:off x="3308825" y="5255050"/>
                <a:ext cx="430475" cy="34700"/>
              </a:xfrm>
              <a:custGeom>
                <a:avLst/>
                <a:gdLst/>
                <a:ahLst/>
                <a:cxnLst/>
                <a:rect l="l" t="t" r="r" b="b"/>
                <a:pathLst>
                  <a:path w="17219" h="1388" extrusionOk="0">
                    <a:moveTo>
                      <a:pt x="17219" y="1"/>
                    </a:moveTo>
                    <a:lnTo>
                      <a:pt x="694" y="555"/>
                    </a:lnTo>
                    <a:lnTo>
                      <a:pt x="583" y="555"/>
                    </a:lnTo>
                    <a:cubicBezTo>
                      <a:pt x="223" y="805"/>
                      <a:pt x="1" y="1138"/>
                      <a:pt x="1" y="1387"/>
                    </a:cubicBezTo>
                    <a:lnTo>
                      <a:pt x="17219" y="1387"/>
                    </a:lnTo>
                    <a:lnTo>
                      <a:pt x="17219" y="1"/>
                    </a:ln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5"/>
              <p:cNvSpPr/>
              <p:nvPr/>
            </p:nvSpPr>
            <p:spPr>
              <a:xfrm>
                <a:off x="3525100" y="5161775"/>
                <a:ext cx="40925" cy="26775"/>
              </a:xfrm>
              <a:custGeom>
                <a:avLst/>
                <a:gdLst/>
                <a:ahLst/>
                <a:cxnLst/>
                <a:rect l="l" t="t" r="r" b="b"/>
                <a:pathLst>
                  <a:path w="1637" h="1071" extrusionOk="0">
                    <a:moveTo>
                      <a:pt x="186" y="0"/>
                    </a:moveTo>
                    <a:cubicBezTo>
                      <a:pt x="69" y="0"/>
                      <a:pt x="0" y="17"/>
                      <a:pt x="0" y="17"/>
                    </a:cubicBezTo>
                    <a:cubicBezTo>
                      <a:pt x="0" y="127"/>
                      <a:pt x="472" y="127"/>
                      <a:pt x="804" y="488"/>
                    </a:cubicBezTo>
                    <a:cubicBezTo>
                      <a:pt x="1276" y="710"/>
                      <a:pt x="1498" y="1070"/>
                      <a:pt x="1636" y="1070"/>
                    </a:cubicBezTo>
                    <a:cubicBezTo>
                      <a:pt x="1636" y="1070"/>
                      <a:pt x="1498" y="488"/>
                      <a:pt x="1054" y="266"/>
                    </a:cubicBezTo>
                    <a:cubicBezTo>
                      <a:pt x="693" y="43"/>
                      <a:pt x="376" y="0"/>
                      <a:pt x="18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5"/>
              <p:cNvSpPr/>
              <p:nvPr/>
            </p:nvSpPr>
            <p:spPr>
              <a:xfrm>
                <a:off x="3482125" y="5180775"/>
                <a:ext cx="28450" cy="33400"/>
              </a:xfrm>
              <a:custGeom>
                <a:avLst/>
                <a:gdLst/>
                <a:ahLst/>
                <a:cxnLst/>
                <a:rect l="l" t="t" r="r" b="b"/>
                <a:pathLst>
                  <a:path w="1138" h="1336" extrusionOk="0">
                    <a:moveTo>
                      <a:pt x="124" y="0"/>
                    </a:moveTo>
                    <a:cubicBezTo>
                      <a:pt x="48" y="0"/>
                      <a:pt x="0" y="24"/>
                      <a:pt x="0" y="61"/>
                    </a:cubicBezTo>
                    <a:cubicBezTo>
                      <a:pt x="0" y="199"/>
                      <a:pt x="333" y="310"/>
                      <a:pt x="583" y="643"/>
                    </a:cubicBezTo>
                    <a:cubicBezTo>
                      <a:pt x="915" y="1003"/>
                      <a:pt x="915" y="1336"/>
                      <a:pt x="1026" y="1336"/>
                    </a:cubicBezTo>
                    <a:cubicBezTo>
                      <a:pt x="1137" y="1336"/>
                      <a:pt x="1137" y="892"/>
                      <a:pt x="804" y="421"/>
                    </a:cubicBezTo>
                    <a:cubicBezTo>
                      <a:pt x="562" y="104"/>
                      <a:pt x="281" y="0"/>
                      <a:pt x="1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5"/>
              <p:cNvSpPr/>
              <p:nvPr/>
            </p:nvSpPr>
            <p:spPr>
              <a:xfrm>
                <a:off x="3438450" y="5199600"/>
                <a:ext cx="23600" cy="38150"/>
              </a:xfrm>
              <a:custGeom>
                <a:avLst/>
                <a:gdLst/>
                <a:ahLst/>
                <a:cxnLst/>
                <a:rect l="l" t="t" r="r" b="b"/>
                <a:pathLst>
                  <a:path w="944" h="1526" extrusionOk="0">
                    <a:moveTo>
                      <a:pt x="1" y="1"/>
                    </a:moveTo>
                    <a:cubicBezTo>
                      <a:pt x="1" y="139"/>
                      <a:pt x="250" y="361"/>
                      <a:pt x="361" y="694"/>
                    </a:cubicBezTo>
                    <a:cubicBezTo>
                      <a:pt x="583" y="1054"/>
                      <a:pt x="583" y="1526"/>
                      <a:pt x="694" y="1526"/>
                    </a:cubicBezTo>
                    <a:cubicBezTo>
                      <a:pt x="805" y="1526"/>
                      <a:pt x="943" y="1054"/>
                      <a:pt x="694" y="583"/>
                    </a:cubicBezTo>
                    <a:cubicBezTo>
                      <a:pt x="472" y="139"/>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5"/>
              <p:cNvSpPr/>
              <p:nvPr/>
            </p:nvSpPr>
            <p:spPr>
              <a:xfrm>
                <a:off x="3531325" y="5127525"/>
                <a:ext cx="65875" cy="36750"/>
              </a:xfrm>
              <a:custGeom>
                <a:avLst/>
                <a:gdLst/>
                <a:ahLst/>
                <a:cxnLst/>
                <a:rect l="l" t="t" r="r" b="b"/>
                <a:pathLst>
                  <a:path w="2635" h="1470" extrusionOk="0">
                    <a:moveTo>
                      <a:pt x="2132" y="278"/>
                    </a:moveTo>
                    <a:cubicBezTo>
                      <a:pt x="2191" y="278"/>
                      <a:pt x="2247" y="305"/>
                      <a:pt x="2302" y="361"/>
                    </a:cubicBezTo>
                    <a:lnTo>
                      <a:pt x="2302" y="472"/>
                    </a:lnTo>
                    <a:cubicBezTo>
                      <a:pt x="2191" y="472"/>
                      <a:pt x="2191" y="583"/>
                      <a:pt x="2080" y="583"/>
                    </a:cubicBezTo>
                    <a:cubicBezTo>
                      <a:pt x="1942" y="693"/>
                      <a:pt x="1831" y="804"/>
                      <a:pt x="1609" y="804"/>
                    </a:cubicBezTo>
                    <a:cubicBezTo>
                      <a:pt x="1387" y="943"/>
                      <a:pt x="1027" y="1054"/>
                      <a:pt x="805" y="1165"/>
                    </a:cubicBezTo>
                    <a:cubicBezTo>
                      <a:pt x="593" y="1259"/>
                      <a:pt x="321" y="1273"/>
                      <a:pt x="108" y="1343"/>
                    </a:cubicBezTo>
                    <a:lnTo>
                      <a:pt x="108" y="1343"/>
                    </a:lnTo>
                    <a:cubicBezTo>
                      <a:pt x="217" y="1250"/>
                      <a:pt x="410" y="1077"/>
                      <a:pt x="694" y="943"/>
                    </a:cubicBezTo>
                    <a:cubicBezTo>
                      <a:pt x="916" y="693"/>
                      <a:pt x="1138" y="583"/>
                      <a:pt x="1387" y="472"/>
                    </a:cubicBezTo>
                    <a:cubicBezTo>
                      <a:pt x="1609" y="361"/>
                      <a:pt x="1720" y="361"/>
                      <a:pt x="1942" y="361"/>
                    </a:cubicBezTo>
                    <a:cubicBezTo>
                      <a:pt x="2011" y="305"/>
                      <a:pt x="2073" y="278"/>
                      <a:pt x="2132" y="278"/>
                    </a:cubicBezTo>
                    <a:close/>
                    <a:moveTo>
                      <a:pt x="1831" y="0"/>
                    </a:moveTo>
                    <a:cubicBezTo>
                      <a:pt x="1609" y="111"/>
                      <a:pt x="1498" y="111"/>
                      <a:pt x="1249" y="250"/>
                    </a:cubicBezTo>
                    <a:cubicBezTo>
                      <a:pt x="1027" y="361"/>
                      <a:pt x="805" y="583"/>
                      <a:pt x="444" y="693"/>
                    </a:cubicBezTo>
                    <a:cubicBezTo>
                      <a:pt x="112" y="1165"/>
                      <a:pt x="1" y="1387"/>
                      <a:pt x="1" y="1387"/>
                    </a:cubicBezTo>
                    <a:cubicBezTo>
                      <a:pt x="1" y="1387"/>
                      <a:pt x="1" y="1387"/>
                      <a:pt x="1" y="1387"/>
                    </a:cubicBezTo>
                    <a:lnTo>
                      <a:pt x="1" y="1387"/>
                    </a:lnTo>
                    <a:cubicBezTo>
                      <a:pt x="1" y="1402"/>
                      <a:pt x="5" y="1409"/>
                      <a:pt x="13" y="1409"/>
                    </a:cubicBezTo>
                    <a:cubicBezTo>
                      <a:pt x="18" y="1409"/>
                      <a:pt x="25" y="1406"/>
                      <a:pt x="33" y="1402"/>
                    </a:cubicBezTo>
                    <a:lnTo>
                      <a:pt x="33" y="1402"/>
                    </a:lnTo>
                    <a:cubicBezTo>
                      <a:pt x="138" y="1447"/>
                      <a:pt x="264" y="1470"/>
                      <a:pt x="392" y="1470"/>
                    </a:cubicBezTo>
                    <a:cubicBezTo>
                      <a:pt x="535" y="1470"/>
                      <a:pt x="680" y="1442"/>
                      <a:pt x="805" y="1387"/>
                    </a:cubicBezTo>
                    <a:cubicBezTo>
                      <a:pt x="1138" y="1387"/>
                      <a:pt x="1498" y="1276"/>
                      <a:pt x="1720" y="1165"/>
                    </a:cubicBezTo>
                    <a:cubicBezTo>
                      <a:pt x="1942" y="1054"/>
                      <a:pt x="2080" y="943"/>
                      <a:pt x="2191" y="804"/>
                    </a:cubicBezTo>
                    <a:cubicBezTo>
                      <a:pt x="2302" y="804"/>
                      <a:pt x="2413" y="693"/>
                      <a:pt x="2524" y="693"/>
                    </a:cubicBezTo>
                    <a:cubicBezTo>
                      <a:pt x="2635" y="472"/>
                      <a:pt x="2635" y="361"/>
                      <a:pt x="2524" y="250"/>
                    </a:cubicBezTo>
                    <a:cubicBezTo>
                      <a:pt x="2413" y="111"/>
                      <a:pt x="2302" y="0"/>
                      <a:pt x="219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5"/>
              <p:cNvSpPr/>
              <p:nvPr/>
            </p:nvSpPr>
            <p:spPr>
              <a:xfrm>
                <a:off x="3505000" y="5099100"/>
                <a:ext cx="34675" cy="65875"/>
              </a:xfrm>
              <a:custGeom>
                <a:avLst/>
                <a:gdLst/>
                <a:ahLst/>
                <a:cxnLst/>
                <a:rect l="l" t="t" r="r" b="b"/>
                <a:pathLst>
                  <a:path w="1387" h="2635" extrusionOk="0">
                    <a:moveTo>
                      <a:pt x="472" y="1"/>
                    </a:moveTo>
                    <a:cubicBezTo>
                      <a:pt x="361" y="1"/>
                      <a:pt x="222" y="1"/>
                      <a:pt x="111" y="222"/>
                    </a:cubicBezTo>
                    <a:cubicBezTo>
                      <a:pt x="111" y="333"/>
                      <a:pt x="0" y="333"/>
                      <a:pt x="0" y="444"/>
                    </a:cubicBezTo>
                    <a:cubicBezTo>
                      <a:pt x="0" y="1026"/>
                      <a:pt x="111" y="1498"/>
                      <a:pt x="361" y="1941"/>
                    </a:cubicBezTo>
                    <a:cubicBezTo>
                      <a:pt x="693" y="2413"/>
                      <a:pt x="1054" y="2524"/>
                      <a:pt x="1054" y="2524"/>
                    </a:cubicBezTo>
                    <a:cubicBezTo>
                      <a:pt x="1054" y="2413"/>
                      <a:pt x="804" y="2302"/>
                      <a:pt x="583" y="1830"/>
                    </a:cubicBezTo>
                    <a:cubicBezTo>
                      <a:pt x="472" y="1609"/>
                      <a:pt x="361" y="1387"/>
                      <a:pt x="361" y="1026"/>
                    </a:cubicBezTo>
                    <a:cubicBezTo>
                      <a:pt x="222" y="916"/>
                      <a:pt x="222" y="694"/>
                      <a:pt x="361" y="555"/>
                    </a:cubicBezTo>
                    <a:cubicBezTo>
                      <a:pt x="361" y="333"/>
                      <a:pt x="361" y="222"/>
                      <a:pt x="472" y="222"/>
                    </a:cubicBezTo>
                    <a:cubicBezTo>
                      <a:pt x="583" y="222"/>
                      <a:pt x="693" y="333"/>
                      <a:pt x="804" y="555"/>
                    </a:cubicBezTo>
                    <a:cubicBezTo>
                      <a:pt x="804" y="694"/>
                      <a:pt x="915" y="805"/>
                      <a:pt x="915" y="1026"/>
                    </a:cubicBezTo>
                    <a:cubicBezTo>
                      <a:pt x="1054" y="1248"/>
                      <a:pt x="1165" y="1498"/>
                      <a:pt x="1165" y="1830"/>
                    </a:cubicBezTo>
                    <a:cubicBezTo>
                      <a:pt x="1165" y="2302"/>
                      <a:pt x="1054" y="2634"/>
                      <a:pt x="1165" y="2634"/>
                    </a:cubicBezTo>
                    <a:cubicBezTo>
                      <a:pt x="1165" y="2634"/>
                      <a:pt x="1387" y="2413"/>
                      <a:pt x="1387" y="1830"/>
                    </a:cubicBezTo>
                    <a:cubicBezTo>
                      <a:pt x="1387" y="1498"/>
                      <a:pt x="1387" y="1137"/>
                      <a:pt x="1276" y="916"/>
                    </a:cubicBezTo>
                    <a:cubicBezTo>
                      <a:pt x="1165" y="694"/>
                      <a:pt x="1165" y="555"/>
                      <a:pt x="1054" y="333"/>
                    </a:cubicBezTo>
                    <a:cubicBezTo>
                      <a:pt x="915" y="111"/>
                      <a:pt x="693" y="1"/>
                      <a:pt x="4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5"/>
              <p:cNvSpPr/>
              <p:nvPr/>
            </p:nvSpPr>
            <p:spPr>
              <a:xfrm>
                <a:off x="3326175" y="2829075"/>
                <a:ext cx="923975" cy="2107850"/>
              </a:xfrm>
              <a:custGeom>
                <a:avLst/>
                <a:gdLst/>
                <a:ahLst/>
                <a:cxnLst/>
                <a:rect l="l" t="t" r="r" b="b"/>
                <a:pathLst>
                  <a:path w="36959" h="84314" extrusionOk="0">
                    <a:moveTo>
                      <a:pt x="15582" y="0"/>
                    </a:moveTo>
                    <a:lnTo>
                      <a:pt x="4741" y="915"/>
                    </a:lnTo>
                    <a:cubicBezTo>
                      <a:pt x="4741" y="915"/>
                      <a:pt x="0" y="11312"/>
                      <a:pt x="1275" y="23789"/>
                    </a:cubicBezTo>
                    <a:cubicBezTo>
                      <a:pt x="2412" y="36265"/>
                      <a:pt x="6682" y="82123"/>
                      <a:pt x="6682" y="82123"/>
                    </a:cubicBezTo>
                    <a:lnTo>
                      <a:pt x="16635" y="82123"/>
                    </a:lnTo>
                    <a:lnTo>
                      <a:pt x="16857" y="15804"/>
                    </a:lnTo>
                    <a:lnTo>
                      <a:pt x="26922" y="84314"/>
                    </a:lnTo>
                    <a:lnTo>
                      <a:pt x="36958" y="84314"/>
                    </a:lnTo>
                    <a:cubicBezTo>
                      <a:pt x="36958" y="84314"/>
                      <a:pt x="32106" y="25646"/>
                      <a:pt x="31774" y="17551"/>
                    </a:cubicBezTo>
                    <a:cubicBezTo>
                      <a:pt x="31413" y="9566"/>
                      <a:pt x="25286" y="804"/>
                      <a:pt x="25286" y="804"/>
                    </a:cubicBezTo>
                    <a:lnTo>
                      <a:pt x="15831" y="111"/>
                    </a:lnTo>
                    <a:lnTo>
                      <a:pt x="1583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5"/>
              <p:cNvSpPr/>
              <p:nvPr/>
            </p:nvSpPr>
            <p:spPr>
              <a:xfrm>
                <a:off x="3462025" y="4853025"/>
                <a:ext cx="305700" cy="170550"/>
              </a:xfrm>
              <a:custGeom>
                <a:avLst/>
                <a:gdLst/>
                <a:ahLst/>
                <a:cxnLst/>
                <a:rect l="l" t="t" r="r" b="b"/>
                <a:pathLst>
                  <a:path w="12228" h="6822" extrusionOk="0">
                    <a:moveTo>
                      <a:pt x="0" y="1"/>
                    </a:moveTo>
                    <a:lnTo>
                      <a:pt x="1387" y="6821"/>
                    </a:lnTo>
                    <a:lnTo>
                      <a:pt x="11534" y="6711"/>
                    </a:lnTo>
                    <a:lnTo>
                      <a:pt x="12227" y="472"/>
                    </a:lnTo>
                    <a:lnTo>
                      <a:pt x="0"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5"/>
              <p:cNvSpPr/>
              <p:nvPr/>
            </p:nvSpPr>
            <p:spPr>
              <a:xfrm>
                <a:off x="3984650" y="4850275"/>
                <a:ext cx="291825" cy="248850"/>
              </a:xfrm>
              <a:custGeom>
                <a:avLst/>
                <a:gdLst/>
                <a:ahLst/>
                <a:cxnLst/>
                <a:rect l="l" t="t" r="r" b="b"/>
                <a:pathLst>
                  <a:path w="11673" h="9954" extrusionOk="0">
                    <a:moveTo>
                      <a:pt x="11201" y="0"/>
                    </a:moveTo>
                    <a:lnTo>
                      <a:pt x="0" y="2329"/>
                    </a:lnTo>
                    <a:lnTo>
                      <a:pt x="2191" y="9954"/>
                    </a:lnTo>
                    <a:lnTo>
                      <a:pt x="11673" y="8567"/>
                    </a:lnTo>
                    <a:lnTo>
                      <a:pt x="11201"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5"/>
              <p:cNvSpPr/>
              <p:nvPr/>
            </p:nvSpPr>
            <p:spPr>
              <a:xfrm>
                <a:off x="3695600" y="2881050"/>
                <a:ext cx="63800" cy="340350"/>
              </a:xfrm>
              <a:custGeom>
                <a:avLst/>
                <a:gdLst/>
                <a:ahLst/>
                <a:cxnLst/>
                <a:rect l="l" t="t" r="r" b="b"/>
                <a:pathLst>
                  <a:path w="2552" h="13614" extrusionOk="0">
                    <a:moveTo>
                      <a:pt x="1" y="1"/>
                    </a:moveTo>
                    <a:lnTo>
                      <a:pt x="1" y="444"/>
                    </a:lnTo>
                    <a:cubicBezTo>
                      <a:pt x="1" y="916"/>
                      <a:pt x="1" y="1387"/>
                      <a:pt x="112" y="2080"/>
                    </a:cubicBezTo>
                    <a:cubicBezTo>
                      <a:pt x="112" y="3328"/>
                      <a:pt x="361" y="5074"/>
                      <a:pt x="583" y="7043"/>
                    </a:cubicBezTo>
                    <a:cubicBezTo>
                      <a:pt x="694" y="9122"/>
                      <a:pt x="916" y="10841"/>
                      <a:pt x="1165" y="12117"/>
                    </a:cubicBezTo>
                    <a:cubicBezTo>
                      <a:pt x="1276" y="12699"/>
                      <a:pt x="1498" y="13170"/>
                      <a:pt x="1969" y="13503"/>
                    </a:cubicBezTo>
                    <a:cubicBezTo>
                      <a:pt x="2080" y="13614"/>
                      <a:pt x="2191" y="13614"/>
                      <a:pt x="2302" y="13614"/>
                    </a:cubicBezTo>
                    <a:lnTo>
                      <a:pt x="2552" y="13614"/>
                    </a:lnTo>
                    <a:cubicBezTo>
                      <a:pt x="2302" y="13614"/>
                      <a:pt x="2191" y="13503"/>
                      <a:pt x="1969" y="13392"/>
                    </a:cubicBezTo>
                    <a:cubicBezTo>
                      <a:pt x="1609" y="13032"/>
                      <a:pt x="1387" y="12588"/>
                      <a:pt x="1387" y="12117"/>
                    </a:cubicBezTo>
                    <a:cubicBezTo>
                      <a:pt x="1165" y="10841"/>
                      <a:pt x="916" y="9011"/>
                      <a:pt x="694" y="7043"/>
                    </a:cubicBezTo>
                    <a:cubicBezTo>
                      <a:pt x="583" y="5074"/>
                      <a:pt x="361" y="3328"/>
                      <a:pt x="223" y="2080"/>
                    </a:cubicBezTo>
                    <a:cubicBezTo>
                      <a:pt x="112" y="1387"/>
                      <a:pt x="112" y="916"/>
                      <a:pt x="112" y="444"/>
                    </a:cubicBezTo>
                    <a:cubicBezTo>
                      <a:pt x="1" y="333"/>
                      <a:pt x="1" y="112"/>
                      <a:pt x="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5"/>
              <p:cNvSpPr/>
              <p:nvPr/>
            </p:nvSpPr>
            <p:spPr>
              <a:xfrm>
                <a:off x="3718475" y="2865350"/>
                <a:ext cx="55475" cy="54775"/>
              </a:xfrm>
              <a:custGeom>
                <a:avLst/>
                <a:gdLst/>
                <a:ahLst/>
                <a:cxnLst/>
                <a:rect l="l" t="t" r="r" b="b"/>
                <a:pathLst>
                  <a:path w="2219" h="2191" extrusionOk="0">
                    <a:moveTo>
                      <a:pt x="1139" y="0"/>
                    </a:moveTo>
                    <a:cubicBezTo>
                      <a:pt x="1073" y="0"/>
                      <a:pt x="1008" y="14"/>
                      <a:pt x="943" y="46"/>
                    </a:cubicBezTo>
                    <a:lnTo>
                      <a:pt x="694" y="46"/>
                    </a:lnTo>
                    <a:cubicBezTo>
                      <a:pt x="1054" y="46"/>
                      <a:pt x="1276" y="157"/>
                      <a:pt x="1526" y="268"/>
                    </a:cubicBezTo>
                    <a:cubicBezTo>
                      <a:pt x="1747" y="490"/>
                      <a:pt x="1969" y="740"/>
                      <a:pt x="1969" y="1072"/>
                    </a:cubicBezTo>
                    <a:cubicBezTo>
                      <a:pt x="2080" y="1433"/>
                      <a:pt x="1858" y="1765"/>
                      <a:pt x="1526" y="1876"/>
                    </a:cubicBezTo>
                    <a:cubicBezTo>
                      <a:pt x="1388" y="1929"/>
                      <a:pt x="1254" y="1962"/>
                      <a:pt x="1121" y="1962"/>
                    </a:cubicBezTo>
                    <a:cubicBezTo>
                      <a:pt x="906" y="1962"/>
                      <a:pt x="695" y="1877"/>
                      <a:pt x="472" y="1655"/>
                    </a:cubicBezTo>
                    <a:cubicBezTo>
                      <a:pt x="361" y="1433"/>
                      <a:pt x="250" y="1183"/>
                      <a:pt x="250" y="850"/>
                    </a:cubicBezTo>
                    <a:cubicBezTo>
                      <a:pt x="361" y="629"/>
                      <a:pt x="472" y="268"/>
                      <a:pt x="694" y="157"/>
                    </a:cubicBezTo>
                    <a:lnTo>
                      <a:pt x="694" y="157"/>
                    </a:lnTo>
                    <a:cubicBezTo>
                      <a:pt x="694" y="157"/>
                      <a:pt x="583" y="157"/>
                      <a:pt x="472" y="268"/>
                    </a:cubicBezTo>
                    <a:cubicBezTo>
                      <a:pt x="361" y="379"/>
                      <a:pt x="250" y="629"/>
                      <a:pt x="139" y="850"/>
                    </a:cubicBezTo>
                    <a:cubicBezTo>
                      <a:pt x="1" y="1183"/>
                      <a:pt x="139" y="1544"/>
                      <a:pt x="361" y="1876"/>
                    </a:cubicBezTo>
                    <a:cubicBezTo>
                      <a:pt x="575" y="2108"/>
                      <a:pt x="847" y="2191"/>
                      <a:pt x="1138" y="2191"/>
                    </a:cubicBezTo>
                    <a:cubicBezTo>
                      <a:pt x="1300" y="2191"/>
                      <a:pt x="1468" y="2165"/>
                      <a:pt x="1637" y="2126"/>
                    </a:cubicBezTo>
                    <a:cubicBezTo>
                      <a:pt x="1858" y="2015"/>
                      <a:pt x="1969" y="1876"/>
                      <a:pt x="2080" y="1655"/>
                    </a:cubicBezTo>
                    <a:cubicBezTo>
                      <a:pt x="2219" y="1433"/>
                      <a:pt x="2219" y="1183"/>
                      <a:pt x="2219" y="961"/>
                    </a:cubicBezTo>
                    <a:cubicBezTo>
                      <a:pt x="2219" y="629"/>
                      <a:pt x="1969" y="379"/>
                      <a:pt x="1637" y="157"/>
                    </a:cubicBezTo>
                    <a:cubicBezTo>
                      <a:pt x="1460" y="79"/>
                      <a:pt x="1298" y="0"/>
                      <a:pt x="113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5"/>
              <p:cNvSpPr/>
              <p:nvPr/>
            </p:nvSpPr>
            <p:spPr>
              <a:xfrm>
                <a:off x="3583325" y="2381300"/>
                <a:ext cx="334800" cy="305700"/>
              </a:xfrm>
              <a:custGeom>
                <a:avLst/>
                <a:gdLst/>
                <a:ahLst/>
                <a:cxnLst/>
                <a:rect l="l" t="t" r="r" b="b"/>
                <a:pathLst>
                  <a:path w="13392" h="12228" extrusionOk="0">
                    <a:moveTo>
                      <a:pt x="555" y="1"/>
                    </a:moveTo>
                    <a:cubicBezTo>
                      <a:pt x="222" y="1"/>
                      <a:pt x="0" y="333"/>
                      <a:pt x="111" y="694"/>
                    </a:cubicBezTo>
                    <a:lnTo>
                      <a:pt x="1026" y="5435"/>
                    </a:lnTo>
                    <a:lnTo>
                      <a:pt x="2523" y="11534"/>
                    </a:lnTo>
                    <a:cubicBezTo>
                      <a:pt x="2634" y="11895"/>
                      <a:pt x="2995" y="12117"/>
                      <a:pt x="3327" y="12117"/>
                    </a:cubicBezTo>
                    <a:lnTo>
                      <a:pt x="11312" y="12228"/>
                    </a:lnTo>
                    <a:cubicBezTo>
                      <a:pt x="11784" y="12228"/>
                      <a:pt x="12116" y="11895"/>
                      <a:pt x="12116" y="11423"/>
                    </a:cubicBezTo>
                    <a:lnTo>
                      <a:pt x="13392" y="694"/>
                    </a:lnTo>
                    <a:cubicBezTo>
                      <a:pt x="13392" y="333"/>
                      <a:pt x="13170" y="1"/>
                      <a:pt x="1280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5"/>
              <p:cNvSpPr/>
              <p:nvPr/>
            </p:nvSpPr>
            <p:spPr>
              <a:xfrm>
                <a:off x="3583325" y="2453375"/>
                <a:ext cx="323025" cy="190075"/>
              </a:xfrm>
              <a:custGeom>
                <a:avLst/>
                <a:gdLst/>
                <a:ahLst/>
                <a:cxnLst/>
                <a:rect l="l" t="t" r="r" b="b"/>
                <a:pathLst>
                  <a:path w="12921" h="7603" extrusionOk="0">
                    <a:moveTo>
                      <a:pt x="0" y="1"/>
                    </a:moveTo>
                    <a:lnTo>
                      <a:pt x="0" y="2774"/>
                    </a:lnTo>
                    <a:lnTo>
                      <a:pt x="444" y="3938"/>
                    </a:lnTo>
                    <a:lnTo>
                      <a:pt x="333" y="5435"/>
                    </a:lnTo>
                    <a:cubicBezTo>
                      <a:pt x="333" y="6128"/>
                      <a:pt x="804" y="6821"/>
                      <a:pt x="1497" y="7154"/>
                    </a:cubicBezTo>
                    <a:lnTo>
                      <a:pt x="1941" y="7265"/>
                    </a:lnTo>
                    <a:cubicBezTo>
                      <a:pt x="2430" y="7477"/>
                      <a:pt x="2948" y="7603"/>
                      <a:pt x="3477" y="7603"/>
                    </a:cubicBezTo>
                    <a:cubicBezTo>
                      <a:pt x="3848" y="7603"/>
                      <a:pt x="4226" y="7541"/>
                      <a:pt x="4603" y="7404"/>
                    </a:cubicBezTo>
                    <a:cubicBezTo>
                      <a:pt x="5407" y="7154"/>
                      <a:pt x="6239" y="6821"/>
                      <a:pt x="6349" y="6821"/>
                    </a:cubicBezTo>
                    <a:cubicBezTo>
                      <a:pt x="6932" y="6711"/>
                      <a:pt x="7486" y="6572"/>
                      <a:pt x="8068" y="6350"/>
                    </a:cubicBezTo>
                    <a:cubicBezTo>
                      <a:pt x="8429" y="6128"/>
                      <a:pt x="12116" y="5186"/>
                      <a:pt x="12588" y="5075"/>
                    </a:cubicBezTo>
                    <a:cubicBezTo>
                      <a:pt x="12920" y="4853"/>
                      <a:pt x="12699" y="4382"/>
                      <a:pt x="12588" y="4160"/>
                    </a:cubicBezTo>
                    <a:cubicBezTo>
                      <a:pt x="12565" y="4140"/>
                      <a:pt x="12512" y="4131"/>
                      <a:pt x="12432" y="4131"/>
                    </a:cubicBezTo>
                    <a:cubicBezTo>
                      <a:pt x="11613" y="4131"/>
                      <a:pt x="8068" y="5075"/>
                      <a:pt x="8068" y="5075"/>
                    </a:cubicBezTo>
                    <a:cubicBezTo>
                      <a:pt x="8179" y="4631"/>
                      <a:pt x="11090" y="3578"/>
                      <a:pt x="11423" y="3356"/>
                    </a:cubicBezTo>
                    <a:cubicBezTo>
                      <a:pt x="11895" y="2995"/>
                      <a:pt x="11423" y="2663"/>
                      <a:pt x="10841" y="2413"/>
                    </a:cubicBezTo>
                    <a:cubicBezTo>
                      <a:pt x="10822" y="2410"/>
                      <a:pt x="10800" y="2409"/>
                      <a:pt x="10776" y="2409"/>
                    </a:cubicBezTo>
                    <a:cubicBezTo>
                      <a:pt x="10011" y="2409"/>
                      <a:pt x="6723" y="3872"/>
                      <a:pt x="5779" y="3872"/>
                    </a:cubicBezTo>
                    <a:cubicBezTo>
                      <a:pt x="5662" y="3872"/>
                      <a:pt x="5581" y="3850"/>
                      <a:pt x="5545" y="3799"/>
                    </a:cubicBezTo>
                    <a:cubicBezTo>
                      <a:pt x="5185" y="3356"/>
                      <a:pt x="7153" y="2080"/>
                      <a:pt x="7486" y="1609"/>
                    </a:cubicBezTo>
                    <a:cubicBezTo>
                      <a:pt x="7957" y="1165"/>
                      <a:pt x="7625" y="694"/>
                      <a:pt x="7264" y="472"/>
                    </a:cubicBezTo>
                    <a:cubicBezTo>
                      <a:pt x="7236" y="457"/>
                      <a:pt x="7203" y="451"/>
                      <a:pt x="7164" y="451"/>
                    </a:cubicBezTo>
                    <a:cubicBezTo>
                      <a:pt x="6551" y="451"/>
                      <a:pt x="4681" y="2204"/>
                      <a:pt x="4159" y="2413"/>
                    </a:cubicBezTo>
                    <a:cubicBezTo>
                      <a:pt x="3981" y="2523"/>
                      <a:pt x="3759" y="2566"/>
                      <a:pt x="3520" y="2566"/>
                    </a:cubicBezTo>
                    <a:cubicBezTo>
                      <a:pt x="2977" y="2566"/>
                      <a:pt x="2345" y="2345"/>
                      <a:pt x="1941" y="2191"/>
                    </a:cubicBezTo>
                    <a:cubicBezTo>
                      <a:pt x="1608" y="1970"/>
                      <a:pt x="1387" y="1387"/>
                      <a:pt x="1137" y="805"/>
                    </a:cubicBezTo>
                    <a:cubicBezTo>
                      <a:pt x="915" y="334"/>
                      <a:pt x="444" y="1"/>
                      <a:pt x="0" y="1"/>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5"/>
              <p:cNvSpPr/>
              <p:nvPr/>
            </p:nvSpPr>
            <p:spPr>
              <a:xfrm>
                <a:off x="3742050" y="2413175"/>
                <a:ext cx="22900" cy="22900"/>
              </a:xfrm>
              <a:custGeom>
                <a:avLst/>
                <a:gdLst/>
                <a:ahLst/>
                <a:cxnLst/>
                <a:rect l="l" t="t" r="r" b="b"/>
                <a:pathLst>
                  <a:path w="916" h="916" extrusionOk="0">
                    <a:moveTo>
                      <a:pt x="444" y="1"/>
                    </a:moveTo>
                    <a:cubicBezTo>
                      <a:pt x="222" y="1"/>
                      <a:pt x="0" y="223"/>
                      <a:pt x="0" y="445"/>
                    </a:cubicBezTo>
                    <a:cubicBezTo>
                      <a:pt x="0" y="805"/>
                      <a:pt x="222" y="916"/>
                      <a:pt x="444" y="916"/>
                    </a:cubicBezTo>
                    <a:cubicBezTo>
                      <a:pt x="694" y="916"/>
                      <a:pt x="915" y="805"/>
                      <a:pt x="915" y="445"/>
                    </a:cubicBezTo>
                    <a:cubicBezTo>
                      <a:pt x="915" y="223"/>
                      <a:pt x="694" y="112"/>
                      <a:pt x="44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8" name="Google Shape;2548;p55"/>
            <p:cNvSpPr/>
            <p:nvPr/>
          </p:nvSpPr>
          <p:spPr>
            <a:xfrm>
              <a:off x="6411973" y="783097"/>
              <a:ext cx="443616" cy="414198"/>
            </a:xfrm>
            <a:custGeom>
              <a:avLst/>
              <a:gdLst/>
              <a:ahLst/>
              <a:cxnLst/>
              <a:rect l="l" t="t" r="r" b="b"/>
              <a:pathLst>
                <a:path w="24565" h="22936" extrusionOk="0">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5"/>
            <p:cNvSpPr/>
            <p:nvPr/>
          </p:nvSpPr>
          <p:spPr>
            <a:xfrm>
              <a:off x="6464722" y="832360"/>
              <a:ext cx="338116" cy="315651"/>
            </a:xfrm>
            <a:custGeom>
              <a:avLst/>
              <a:gdLst/>
              <a:ahLst/>
              <a:cxnLst/>
              <a:rect l="l" t="t" r="r" b="b"/>
              <a:pathLst>
                <a:path w="18723" h="17479" extrusionOk="0">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5"/>
            <p:cNvSpPr/>
            <p:nvPr/>
          </p:nvSpPr>
          <p:spPr>
            <a:xfrm>
              <a:off x="6471927" y="826364"/>
              <a:ext cx="318324" cy="191514"/>
            </a:xfrm>
            <a:custGeom>
              <a:avLst/>
              <a:gdLst/>
              <a:ahLst/>
              <a:cxnLst/>
              <a:rect l="l" t="t" r="r" b="b"/>
              <a:pathLst>
                <a:path w="17627" h="10605" extrusionOk="0">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5"/>
            <p:cNvSpPr/>
            <p:nvPr/>
          </p:nvSpPr>
          <p:spPr>
            <a:xfrm>
              <a:off x="6560071" y="879853"/>
              <a:ext cx="157329" cy="232201"/>
            </a:xfrm>
            <a:custGeom>
              <a:avLst/>
              <a:gdLst/>
              <a:ahLst/>
              <a:cxnLst/>
              <a:rect l="l" t="t" r="r" b="b"/>
              <a:pathLst>
                <a:path w="8712" h="12858" extrusionOk="0">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5"/>
            <p:cNvSpPr/>
            <p:nvPr/>
          </p:nvSpPr>
          <p:spPr>
            <a:xfrm>
              <a:off x="7043693" y="1562853"/>
              <a:ext cx="853829" cy="753840"/>
            </a:xfrm>
            <a:custGeom>
              <a:avLst/>
              <a:gdLst/>
              <a:ahLst/>
              <a:cxnLst/>
              <a:rect l="l" t="t" r="r" b="b"/>
              <a:pathLst>
                <a:path w="22535" h="19896" extrusionOk="0">
                  <a:moveTo>
                    <a:pt x="11255" y="0"/>
                  </a:moveTo>
                  <a:cubicBezTo>
                    <a:pt x="8227" y="0"/>
                    <a:pt x="5239" y="1376"/>
                    <a:pt x="3289" y="3985"/>
                  </a:cubicBezTo>
                  <a:cubicBezTo>
                    <a:pt x="1" y="8378"/>
                    <a:pt x="913" y="14612"/>
                    <a:pt x="5316" y="17907"/>
                  </a:cubicBezTo>
                  <a:cubicBezTo>
                    <a:pt x="7110" y="19248"/>
                    <a:pt x="9206" y="19895"/>
                    <a:pt x="11284" y="19895"/>
                  </a:cubicBezTo>
                  <a:cubicBezTo>
                    <a:pt x="14312" y="19895"/>
                    <a:pt x="17299" y="18520"/>
                    <a:pt x="19247" y="15912"/>
                  </a:cubicBezTo>
                  <a:cubicBezTo>
                    <a:pt x="22535" y="11515"/>
                    <a:pt x="21627" y="5281"/>
                    <a:pt x="17219" y="1986"/>
                  </a:cubicBezTo>
                  <a:cubicBezTo>
                    <a:pt x="15426" y="647"/>
                    <a:pt x="13331" y="0"/>
                    <a:pt x="11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5"/>
            <p:cNvSpPr/>
            <p:nvPr/>
          </p:nvSpPr>
          <p:spPr>
            <a:xfrm>
              <a:off x="7145309" y="1652496"/>
              <a:ext cx="650630" cy="574511"/>
            </a:xfrm>
            <a:custGeom>
              <a:avLst/>
              <a:gdLst/>
              <a:ahLst/>
              <a:cxnLst/>
              <a:rect l="l" t="t" r="r" b="b"/>
              <a:pathLst>
                <a:path w="17172" h="15163" extrusionOk="0">
                  <a:moveTo>
                    <a:pt x="8574" y="0"/>
                  </a:moveTo>
                  <a:cubicBezTo>
                    <a:pt x="6268" y="0"/>
                    <a:pt x="3991" y="1048"/>
                    <a:pt x="2505" y="3036"/>
                  </a:cubicBezTo>
                  <a:cubicBezTo>
                    <a:pt x="0" y="6385"/>
                    <a:pt x="693" y="11138"/>
                    <a:pt x="4052" y="13646"/>
                  </a:cubicBezTo>
                  <a:cubicBezTo>
                    <a:pt x="5418" y="14669"/>
                    <a:pt x="7014" y="15162"/>
                    <a:pt x="8596" y="15162"/>
                  </a:cubicBezTo>
                  <a:cubicBezTo>
                    <a:pt x="10903" y="15162"/>
                    <a:pt x="13180" y="14113"/>
                    <a:pt x="14666" y="12124"/>
                  </a:cubicBezTo>
                  <a:cubicBezTo>
                    <a:pt x="17171" y="8776"/>
                    <a:pt x="16479" y="4023"/>
                    <a:pt x="13119" y="1515"/>
                  </a:cubicBezTo>
                  <a:cubicBezTo>
                    <a:pt x="11753" y="494"/>
                    <a:pt x="10157" y="0"/>
                    <a:pt x="8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5"/>
            <p:cNvSpPr/>
            <p:nvPr/>
          </p:nvSpPr>
          <p:spPr>
            <a:xfrm>
              <a:off x="7233967" y="1642380"/>
              <a:ext cx="533818" cy="462359"/>
            </a:xfrm>
            <a:custGeom>
              <a:avLst/>
              <a:gdLst/>
              <a:ahLst/>
              <a:cxnLst/>
              <a:rect l="l" t="t" r="r" b="b"/>
              <a:pathLst>
                <a:path w="14089" h="12203" extrusionOk="0">
                  <a:moveTo>
                    <a:pt x="6307" y="1"/>
                  </a:moveTo>
                  <a:cubicBezTo>
                    <a:pt x="6282" y="1"/>
                    <a:pt x="6257" y="1"/>
                    <a:pt x="6231" y="1"/>
                  </a:cubicBezTo>
                  <a:cubicBezTo>
                    <a:pt x="5492" y="8"/>
                    <a:pt x="4795" y="127"/>
                    <a:pt x="4167" y="306"/>
                  </a:cubicBezTo>
                  <a:cubicBezTo>
                    <a:pt x="3539" y="490"/>
                    <a:pt x="2983" y="737"/>
                    <a:pt x="2502" y="1013"/>
                  </a:cubicBezTo>
                  <a:cubicBezTo>
                    <a:pt x="1540" y="1566"/>
                    <a:pt x="909" y="2216"/>
                    <a:pt x="528" y="2690"/>
                  </a:cubicBezTo>
                  <a:cubicBezTo>
                    <a:pt x="147" y="3170"/>
                    <a:pt x="1" y="3480"/>
                    <a:pt x="29" y="3497"/>
                  </a:cubicBezTo>
                  <a:cubicBezTo>
                    <a:pt x="31" y="3498"/>
                    <a:pt x="33" y="3499"/>
                    <a:pt x="35" y="3499"/>
                  </a:cubicBezTo>
                  <a:cubicBezTo>
                    <a:pt x="85" y="3499"/>
                    <a:pt x="292" y="3245"/>
                    <a:pt x="693" y="2844"/>
                  </a:cubicBezTo>
                  <a:cubicBezTo>
                    <a:pt x="1116" y="2428"/>
                    <a:pt x="1767" y="1853"/>
                    <a:pt x="2700" y="1376"/>
                  </a:cubicBezTo>
                  <a:cubicBezTo>
                    <a:pt x="3166" y="1136"/>
                    <a:pt x="3701" y="924"/>
                    <a:pt x="4297" y="770"/>
                  </a:cubicBezTo>
                  <a:cubicBezTo>
                    <a:pt x="4863" y="630"/>
                    <a:pt x="5480" y="539"/>
                    <a:pt x="6128" y="539"/>
                  </a:cubicBezTo>
                  <a:cubicBezTo>
                    <a:pt x="6162" y="539"/>
                    <a:pt x="6197" y="539"/>
                    <a:pt x="6231" y="540"/>
                  </a:cubicBezTo>
                  <a:cubicBezTo>
                    <a:pt x="6576" y="543"/>
                    <a:pt x="6928" y="565"/>
                    <a:pt x="7283" y="622"/>
                  </a:cubicBezTo>
                  <a:cubicBezTo>
                    <a:pt x="7638" y="680"/>
                    <a:pt x="7997" y="755"/>
                    <a:pt x="8357" y="869"/>
                  </a:cubicBezTo>
                  <a:cubicBezTo>
                    <a:pt x="8712" y="981"/>
                    <a:pt x="9067" y="1114"/>
                    <a:pt x="9412" y="1286"/>
                  </a:cubicBezTo>
                  <a:cubicBezTo>
                    <a:pt x="9760" y="1459"/>
                    <a:pt x="10097" y="1656"/>
                    <a:pt x="10424" y="1882"/>
                  </a:cubicBezTo>
                  <a:cubicBezTo>
                    <a:pt x="10747" y="2112"/>
                    <a:pt x="11049" y="2360"/>
                    <a:pt x="11324" y="2625"/>
                  </a:cubicBezTo>
                  <a:cubicBezTo>
                    <a:pt x="11604" y="2890"/>
                    <a:pt x="11856" y="3182"/>
                    <a:pt x="12082" y="3475"/>
                  </a:cubicBezTo>
                  <a:cubicBezTo>
                    <a:pt x="12311" y="3773"/>
                    <a:pt x="12505" y="4083"/>
                    <a:pt x="12678" y="4398"/>
                  </a:cubicBezTo>
                  <a:cubicBezTo>
                    <a:pt x="12853" y="4714"/>
                    <a:pt x="12997" y="5034"/>
                    <a:pt x="13120" y="5357"/>
                  </a:cubicBezTo>
                  <a:cubicBezTo>
                    <a:pt x="13363" y="5999"/>
                    <a:pt x="13499" y="6645"/>
                    <a:pt x="13564" y="7255"/>
                  </a:cubicBezTo>
                  <a:cubicBezTo>
                    <a:pt x="13625" y="7865"/>
                    <a:pt x="13607" y="8443"/>
                    <a:pt x="13547" y="8960"/>
                  </a:cubicBezTo>
                  <a:cubicBezTo>
                    <a:pt x="13418" y="10005"/>
                    <a:pt x="13098" y="10812"/>
                    <a:pt x="12853" y="11351"/>
                  </a:cubicBezTo>
                  <a:cubicBezTo>
                    <a:pt x="12603" y="11889"/>
                    <a:pt x="12430" y="12176"/>
                    <a:pt x="12466" y="12202"/>
                  </a:cubicBezTo>
                  <a:cubicBezTo>
                    <a:pt x="12467" y="12202"/>
                    <a:pt x="12468" y="12202"/>
                    <a:pt x="12469" y="12202"/>
                  </a:cubicBezTo>
                  <a:cubicBezTo>
                    <a:pt x="12511" y="12202"/>
                    <a:pt x="12743" y="11961"/>
                    <a:pt x="13055" y="11455"/>
                  </a:cubicBezTo>
                  <a:cubicBezTo>
                    <a:pt x="13367" y="10934"/>
                    <a:pt x="13762" y="10116"/>
                    <a:pt x="13952" y="9025"/>
                  </a:cubicBezTo>
                  <a:cubicBezTo>
                    <a:pt x="14046" y="8479"/>
                    <a:pt x="14089" y="7869"/>
                    <a:pt x="14046" y="7216"/>
                  </a:cubicBezTo>
                  <a:cubicBezTo>
                    <a:pt x="13999" y="6566"/>
                    <a:pt x="13873" y="5870"/>
                    <a:pt x="13622" y="5173"/>
                  </a:cubicBezTo>
                  <a:cubicBezTo>
                    <a:pt x="13499" y="4829"/>
                    <a:pt x="13353" y="4477"/>
                    <a:pt x="13169" y="4136"/>
                  </a:cubicBezTo>
                  <a:cubicBezTo>
                    <a:pt x="12987" y="3795"/>
                    <a:pt x="12782" y="3458"/>
                    <a:pt x="12538" y="3135"/>
                  </a:cubicBezTo>
                  <a:cubicBezTo>
                    <a:pt x="12293" y="2815"/>
                    <a:pt x="12028" y="2499"/>
                    <a:pt x="11730" y="2212"/>
                  </a:cubicBezTo>
                  <a:cubicBezTo>
                    <a:pt x="11429" y="1921"/>
                    <a:pt x="11102" y="1652"/>
                    <a:pt x="10754" y="1404"/>
                  </a:cubicBezTo>
                  <a:cubicBezTo>
                    <a:pt x="10403" y="1164"/>
                    <a:pt x="10040" y="949"/>
                    <a:pt x="9663" y="766"/>
                  </a:cubicBezTo>
                  <a:cubicBezTo>
                    <a:pt x="9290" y="583"/>
                    <a:pt x="8905" y="443"/>
                    <a:pt x="8518" y="324"/>
                  </a:cubicBezTo>
                  <a:cubicBezTo>
                    <a:pt x="8134" y="206"/>
                    <a:pt x="7746" y="127"/>
                    <a:pt x="7362" y="73"/>
                  </a:cubicBezTo>
                  <a:cubicBezTo>
                    <a:pt x="7005" y="23"/>
                    <a:pt x="6653" y="1"/>
                    <a:pt x="6307"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5"/>
            <p:cNvSpPr/>
            <p:nvPr/>
          </p:nvSpPr>
          <p:spPr>
            <a:xfrm>
              <a:off x="7287844" y="1770517"/>
              <a:ext cx="352519" cy="366652"/>
            </a:xfrm>
            <a:custGeom>
              <a:avLst/>
              <a:gdLst/>
              <a:ahLst/>
              <a:cxnLst/>
              <a:rect l="l" t="t" r="r" b="b"/>
              <a:pathLst>
                <a:path w="9304" h="9677" extrusionOk="0">
                  <a:moveTo>
                    <a:pt x="5325" y="2199"/>
                  </a:moveTo>
                  <a:cubicBezTo>
                    <a:pt x="5490" y="2199"/>
                    <a:pt x="5679" y="2241"/>
                    <a:pt x="5893" y="2333"/>
                  </a:cubicBezTo>
                  <a:lnTo>
                    <a:pt x="4910" y="3690"/>
                  </a:lnTo>
                  <a:cubicBezTo>
                    <a:pt x="4587" y="3252"/>
                    <a:pt x="4429" y="2861"/>
                    <a:pt x="4673" y="2527"/>
                  </a:cubicBezTo>
                  <a:cubicBezTo>
                    <a:pt x="4819" y="2326"/>
                    <a:pt x="5035" y="2199"/>
                    <a:pt x="5325" y="2199"/>
                  </a:cubicBezTo>
                  <a:close/>
                  <a:moveTo>
                    <a:pt x="4673" y="6027"/>
                  </a:moveTo>
                  <a:cubicBezTo>
                    <a:pt x="4978" y="6468"/>
                    <a:pt x="5126" y="6849"/>
                    <a:pt x="4881" y="7186"/>
                  </a:cubicBezTo>
                  <a:cubicBezTo>
                    <a:pt x="4747" y="7373"/>
                    <a:pt x="4548" y="7482"/>
                    <a:pt x="4286" y="7482"/>
                  </a:cubicBezTo>
                  <a:cubicBezTo>
                    <a:pt x="4121" y="7482"/>
                    <a:pt x="3930" y="7438"/>
                    <a:pt x="3715" y="7344"/>
                  </a:cubicBezTo>
                  <a:lnTo>
                    <a:pt x="4673" y="6027"/>
                  </a:lnTo>
                  <a:close/>
                  <a:moveTo>
                    <a:pt x="7584" y="0"/>
                  </a:moveTo>
                  <a:lnTo>
                    <a:pt x="6816" y="1059"/>
                  </a:lnTo>
                  <a:cubicBezTo>
                    <a:pt x="6155" y="686"/>
                    <a:pt x="5538" y="519"/>
                    <a:pt x="4989" y="519"/>
                  </a:cubicBezTo>
                  <a:cubicBezTo>
                    <a:pt x="4180" y="519"/>
                    <a:pt x="3518" y="883"/>
                    <a:pt x="3080" y="1486"/>
                  </a:cubicBezTo>
                  <a:cubicBezTo>
                    <a:pt x="2089" y="2854"/>
                    <a:pt x="3015" y="4067"/>
                    <a:pt x="3890" y="5094"/>
                  </a:cubicBezTo>
                  <a:lnTo>
                    <a:pt x="2731" y="6691"/>
                  </a:lnTo>
                  <a:cubicBezTo>
                    <a:pt x="2093" y="6123"/>
                    <a:pt x="1594" y="5366"/>
                    <a:pt x="1371" y="4667"/>
                  </a:cubicBezTo>
                  <a:lnTo>
                    <a:pt x="0" y="5452"/>
                  </a:lnTo>
                  <a:cubicBezTo>
                    <a:pt x="226" y="6246"/>
                    <a:pt x="918" y="7200"/>
                    <a:pt x="1823" y="7944"/>
                  </a:cubicBezTo>
                  <a:lnTo>
                    <a:pt x="1069" y="8984"/>
                  </a:lnTo>
                  <a:lnTo>
                    <a:pt x="2024" y="9677"/>
                  </a:lnTo>
                  <a:lnTo>
                    <a:pt x="2800" y="8608"/>
                  </a:lnTo>
                  <a:cubicBezTo>
                    <a:pt x="3458" y="8973"/>
                    <a:pt x="4071" y="9136"/>
                    <a:pt x="4614" y="9136"/>
                  </a:cubicBezTo>
                  <a:cubicBezTo>
                    <a:pt x="5419" y="9136"/>
                    <a:pt x="6073" y="8778"/>
                    <a:pt x="6504" y="8187"/>
                  </a:cubicBezTo>
                  <a:cubicBezTo>
                    <a:pt x="7480" y="6838"/>
                    <a:pt x="6572" y="5639"/>
                    <a:pt x="5692" y="4620"/>
                  </a:cubicBezTo>
                  <a:lnTo>
                    <a:pt x="6870" y="2997"/>
                  </a:lnTo>
                  <a:cubicBezTo>
                    <a:pt x="7308" y="3399"/>
                    <a:pt x="7684" y="3923"/>
                    <a:pt x="7972" y="4556"/>
                  </a:cubicBezTo>
                  <a:lnTo>
                    <a:pt x="9304" y="3726"/>
                  </a:lnTo>
                  <a:cubicBezTo>
                    <a:pt x="9019" y="3008"/>
                    <a:pt x="8459" y="2311"/>
                    <a:pt x="7785" y="1734"/>
                  </a:cubicBezTo>
                  <a:lnTo>
                    <a:pt x="8539" y="693"/>
                  </a:lnTo>
                  <a:lnTo>
                    <a:pt x="7584" y="0"/>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5"/>
            <p:cNvSpPr/>
            <p:nvPr/>
          </p:nvSpPr>
          <p:spPr>
            <a:xfrm>
              <a:off x="5196631" y="935203"/>
              <a:ext cx="347325" cy="324292"/>
            </a:xfrm>
            <a:custGeom>
              <a:avLst/>
              <a:gdLst/>
              <a:ahLst/>
              <a:cxnLst/>
              <a:rect l="l" t="t" r="r" b="b"/>
              <a:pathLst>
                <a:path w="24565" h="22936" extrusionOk="0">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5"/>
            <p:cNvSpPr/>
            <p:nvPr/>
          </p:nvSpPr>
          <p:spPr>
            <a:xfrm>
              <a:off x="5237930" y="973773"/>
              <a:ext cx="264725" cy="247136"/>
            </a:xfrm>
            <a:custGeom>
              <a:avLst/>
              <a:gdLst/>
              <a:ahLst/>
              <a:cxnLst/>
              <a:rect l="l" t="t" r="r" b="b"/>
              <a:pathLst>
                <a:path w="18723" h="17479" extrusionOk="0">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5"/>
            <p:cNvSpPr/>
            <p:nvPr/>
          </p:nvSpPr>
          <p:spPr>
            <a:xfrm>
              <a:off x="5243571" y="969079"/>
              <a:ext cx="249228" cy="149944"/>
            </a:xfrm>
            <a:custGeom>
              <a:avLst/>
              <a:gdLst/>
              <a:ahLst/>
              <a:cxnLst/>
              <a:rect l="l" t="t" r="r" b="b"/>
              <a:pathLst>
                <a:path w="17627" h="10605" extrusionOk="0">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5"/>
            <p:cNvSpPr/>
            <p:nvPr/>
          </p:nvSpPr>
          <p:spPr>
            <a:xfrm>
              <a:off x="5312582" y="1010957"/>
              <a:ext cx="123179" cy="181799"/>
            </a:xfrm>
            <a:custGeom>
              <a:avLst/>
              <a:gdLst/>
              <a:ahLst/>
              <a:cxnLst/>
              <a:rect l="l" t="t" r="r" b="b"/>
              <a:pathLst>
                <a:path w="8712" h="12858" extrusionOk="0">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563"/>
        <p:cNvGrpSpPr/>
        <p:nvPr/>
      </p:nvGrpSpPr>
      <p:grpSpPr>
        <a:xfrm>
          <a:off x="0" y="0"/>
          <a:ext cx="0" cy="0"/>
          <a:chOff x="0" y="0"/>
          <a:chExt cx="0" cy="0"/>
        </a:xfrm>
      </p:grpSpPr>
      <p:sp>
        <p:nvSpPr>
          <p:cNvPr id="2564" name="Google Shape;2564;p56"/>
          <p:cNvSpPr txBox="1">
            <a:spLocks noGrp="1"/>
          </p:cNvSpPr>
          <p:nvPr>
            <p:ph type="title" idx="2"/>
          </p:nvPr>
        </p:nvSpPr>
        <p:spPr>
          <a:xfrm>
            <a:off x="866100" y="488975"/>
            <a:ext cx="7411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BUDGET</a:t>
            </a:r>
            <a:endParaRPr/>
          </a:p>
        </p:txBody>
      </p:sp>
      <p:sp>
        <p:nvSpPr>
          <p:cNvPr id="2565" name="Google Shape;2565;p56"/>
          <p:cNvSpPr txBox="1">
            <a:spLocks noGrp="1"/>
          </p:cNvSpPr>
          <p:nvPr>
            <p:ph type="title"/>
          </p:nvPr>
        </p:nvSpPr>
        <p:spPr>
          <a:xfrm>
            <a:off x="4908967" y="1567025"/>
            <a:ext cx="3196500" cy="936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$50,000</a:t>
            </a:r>
            <a:endParaRPr/>
          </a:p>
        </p:txBody>
      </p:sp>
      <p:sp>
        <p:nvSpPr>
          <p:cNvPr id="2566" name="Google Shape;2566;p56"/>
          <p:cNvSpPr txBox="1">
            <a:spLocks noGrp="1"/>
          </p:cNvSpPr>
          <p:nvPr>
            <p:ph type="subTitle" idx="1"/>
          </p:nvPr>
        </p:nvSpPr>
        <p:spPr>
          <a:xfrm>
            <a:off x="4908967" y="2421825"/>
            <a:ext cx="3196500" cy="408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a:t>
            </a:r>
            <a:endParaRPr/>
          </a:p>
          <a:p>
            <a:pPr marL="0" lvl="0" indent="0" algn="ctr" rtl="0">
              <a:spcBef>
                <a:spcPts val="0"/>
              </a:spcBef>
              <a:spcAft>
                <a:spcPts val="0"/>
              </a:spcAft>
              <a:buNone/>
            </a:pPr>
            <a:endParaRPr/>
          </a:p>
        </p:txBody>
      </p:sp>
      <p:sp>
        <p:nvSpPr>
          <p:cNvPr id="2567" name="Google Shape;2567;p56"/>
          <p:cNvSpPr txBox="1">
            <a:spLocks noGrp="1"/>
          </p:cNvSpPr>
          <p:nvPr>
            <p:ph type="title" idx="3"/>
          </p:nvPr>
        </p:nvSpPr>
        <p:spPr>
          <a:xfrm>
            <a:off x="1040175" y="3268600"/>
            <a:ext cx="3196500" cy="936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$10,000</a:t>
            </a:r>
            <a:endParaRPr/>
          </a:p>
        </p:txBody>
      </p:sp>
      <p:sp>
        <p:nvSpPr>
          <p:cNvPr id="2568" name="Google Shape;2568;p56"/>
          <p:cNvSpPr txBox="1">
            <a:spLocks noGrp="1"/>
          </p:cNvSpPr>
          <p:nvPr>
            <p:ph type="subTitle" idx="4"/>
          </p:nvPr>
        </p:nvSpPr>
        <p:spPr>
          <a:xfrm>
            <a:off x="1040175" y="4123400"/>
            <a:ext cx="3196500" cy="408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a:t>
            </a:r>
            <a:endParaRPr/>
          </a:p>
          <a:p>
            <a:pPr marL="0" lvl="0" indent="0" algn="ctr" rtl="0">
              <a:spcBef>
                <a:spcPts val="0"/>
              </a:spcBef>
              <a:spcAft>
                <a:spcPts val="0"/>
              </a:spcAft>
              <a:buNone/>
            </a:pPr>
            <a:endParaRPr/>
          </a:p>
        </p:txBody>
      </p:sp>
      <p:grpSp>
        <p:nvGrpSpPr>
          <p:cNvPr id="2569" name="Google Shape;2569;p56"/>
          <p:cNvGrpSpPr/>
          <p:nvPr/>
        </p:nvGrpSpPr>
        <p:grpSpPr>
          <a:xfrm>
            <a:off x="5137713" y="3249725"/>
            <a:ext cx="2739007" cy="1146675"/>
            <a:chOff x="5682427" y="3249725"/>
            <a:chExt cx="2739007" cy="1146675"/>
          </a:xfrm>
        </p:grpSpPr>
        <p:sp>
          <p:nvSpPr>
            <p:cNvPr id="2570" name="Google Shape;2570;p56"/>
            <p:cNvSpPr/>
            <p:nvPr/>
          </p:nvSpPr>
          <p:spPr>
            <a:xfrm>
              <a:off x="5682427" y="4364075"/>
              <a:ext cx="2739007" cy="32325"/>
            </a:xfrm>
            <a:custGeom>
              <a:avLst/>
              <a:gdLst/>
              <a:ahLst/>
              <a:cxnLst/>
              <a:rect l="l" t="t" r="r" b="b"/>
              <a:pathLst>
                <a:path w="186327" h="239" extrusionOk="0">
                  <a:moveTo>
                    <a:pt x="93163" y="0"/>
                  </a:moveTo>
                  <a:cubicBezTo>
                    <a:pt x="41684" y="0"/>
                    <a:pt x="0" y="0"/>
                    <a:pt x="0" y="119"/>
                  </a:cubicBezTo>
                  <a:cubicBezTo>
                    <a:pt x="0" y="119"/>
                    <a:pt x="41684" y="238"/>
                    <a:pt x="93163" y="238"/>
                  </a:cubicBezTo>
                  <a:cubicBezTo>
                    <a:pt x="144642" y="238"/>
                    <a:pt x="186326" y="119"/>
                    <a:pt x="186326" y="119"/>
                  </a:cubicBezTo>
                  <a:cubicBezTo>
                    <a:pt x="186326" y="0"/>
                    <a:pt x="144642" y="0"/>
                    <a:pt x="93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6281882" y="3587038"/>
              <a:ext cx="1621790" cy="637259"/>
            </a:xfrm>
            <a:custGeom>
              <a:avLst/>
              <a:gdLst/>
              <a:ahLst/>
              <a:cxnLst/>
              <a:rect l="l" t="t" r="r" b="b"/>
              <a:pathLst>
                <a:path w="106086" h="41685" extrusionOk="0">
                  <a:moveTo>
                    <a:pt x="12922" y="0"/>
                  </a:moveTo>
                  <a:cubicBezTo>
                    <a:pt x="5717" y="0"/>
                    <a:pt x="0" y="5687"/>
                    <a:pt x="0" y="12773"/>
                  </a:cubicBezTo>
                  <a:lnTo>
                    <a:pt x="0" y="12892"/>
                  </a:lnTo>
                  <a:lnTo>
                    <a:pt x="0" y="41684"/>
                  </a:lnTo>
                  <a:lnTo>
                    <a:pt x="106085" y="41684"/>
                  </a:lnTo>
                  <a:lnTo>
                    <a:pt x="105460" y="27392"/>
                  </a:lnTo>
                  <a:cubicBezTo>
                    <a:pt x="105222" y="24177"/>
                    <a:pt x="103346" y="21319"/>
                    <a:pt x="100488" y="19830"/>
                  </a:cubicBezTo>
                  <a:lnTo>
                    <a:pt x="93312" y="16108"/>
                  </a:lnTo>
                  <a:lnTo>
                    <a:pt x="89948" y="4466"/>
                  </a:lnTo>
                  <a:cubicBezTo>
                    <a:pt x="89084" y="1727"/>
                    <a:pt x="86732" y="0"/>
                    <a:pt x="83874"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6448940" y="4068645"/>
              <a:ext cx="398285" cy="212573"/>
            </a:xfrm>
            <a:custGeom>
              <a:avLst/>
              <a:gdLst/>
              <a:ahLst/>
              <a:cxnLst/>
              <a:rect l="l" t="t" r="r" b="b"/>
              <a:pathLst>
                <a:path w="26053" h="13905" extrusionOk="0">
                  <a:moveTo>
                    <a:pt x="13041" y="0"/>
                  </a:moveTo>
                  <a:cubicBezTo>
                    <a:pt x="5955" y="0"/>
                    <a:pt x="119" y="5449"/>
                    <a:pt x="119" y="12267"/>
                  </a:cubicBezTo>
                  <a:lnTo>
                    <a:pt x="0" y="13905"/>
                  </a:lnTo>
                  <a:lnTo>
                    <a:pt x="26052" y="13905"/>
                  </a:lnTo>
                  <a:lnTo>
                    <a:pt x="26052" y="12148"/>
                  </a:lnTo>
                  <a:cubicBezTo>
                    <a:pt x="25933" y="5449"/>
                    <a:pt x="20217" y="0"/>
                    <a:pt x="1304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6505829" y="4122033"/>
              <a:ext cx="284500" cy="265055"/>
            </a:xfrm>
            <a:custGeom>
              <a:avLst/>
              <a:gdLst/>
              <a:ahLst/>
              <a:cxnLst/>
              <a:rect l="l" t="t" r="r" b="b"/>
              <a:pathLst>
                <a:path w="18610" h="17338" extrusionOk="0">
                  <a:moveTo>
                    <a:pt x="9264" y="1"/>
                  </a:moveTo>
                  <a:cubicBezTo>
                    <a:pt x="5103" y="1"/>
                    <a:pt x="1415" y="2944"/>
                    <a:pt x="745" y="7287"/>
                  </a:cubicBezTo>
                  <a:cubicBezTo>
                    <a:pt x="1" y="12021"/>
                    <a:pt x="3217" y="16487"/>
                    <a:pt x="7951" y="17231"/>
                  </a:cubicBezTo>
                  <a:cubicBezTo>
                    <a:pt x="8403" y="17303"/>
                    <a:pt x="8854" y="17337"/>
                    <a:pt x="9299" y="17337"/>
                  </a:cubicBezTo>
                  <a:cubicBezTo>
                    <a:pt x="13480" y="17337"/>
                    <a:pt x="17193" y="14277"/>
                    <a:pt x="17865" y="10026"/>
                  </a:cubicBezTo>
                  <a:cubicBezTo>
                    <a:pt x="18610" y="5321"/>
                    <a:pt x="15513" y="855"/>
                    <a:pt x="10660" y="111"/>
                  </a:cubicBezTo>
                  <a:cubicBezTo>
                    <a:pt x="10191" y="37"/>
                    <a:pt x="9725" y="1"/>
                    <a:pt x="92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6580039" y="4201564"/>
              <a:ext cx="134285" cy="134285"/>
            </a:xfrm>
            <a:custGeom>
              <a:avLst/>
              <a:gdLst/>
              <a:ahLst/>
              <a:cxnLst/>
              <a:rect l="l" t="t" r="r" b="b"/>
              <a:pathLst>
                <a:path w="8784" h="8784" extrusionOk="0">
                  <a:moveTo>
                    <a:pt x="4466" y="0"/>
                  </a:moveTo>
                  <a:cubicBezTo>
                    <a:pt x="1965" y="0"/>
                    <a:pt x="0" y="1965"/>
                    <a:pt x="0" y="4466"/>
                  </a:cubicBezTo>
                  <a:cubicBezTo>
                    <a:pt x="0" y="6819"/>
                    <a:pt x="1965" y="8784"/>
                    <a:pt x="4466" y="8784"/>
                  </a:cubicBezTo>
                  <a:cubicBezTo>
                    <a:pt x="6818" y="8784"/>
                    <a:pt x="8783" y="6819"/>
                    <a:pt x="8783" y="4466"/>
                  </a:cubicBezTo>
                  <a:cubicBezTo>
                    <a:pt x="8783" y="1965"/>
                    <a:pt x="6818" y="0"/>
                    <a:pt x="446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7507276" y="4055435"/>
              <a:ext cx="398301" cy="210310"/>
            </a:xfrm>
            <a:custGeom>
              <a:avLst/>
              <a:gdLst/>
              <a:ahLst/>
              <a:cxnLst/>
              <a:rect l="l" t="t" r="r" b="b"/>
              <a:pathLst>
                <a:path w="26054" h="13757" extrusionOk="0">
                  <a:moveTo>
                    <a:pt x="13042" y="1"/>
                  </a:moveTo>
                  <a:cubicBezTo>
                    <a:pt x="5837" y="1"/>
                    <a:pt x="1" y="5449"/>
                    <a:pt x="1" y="12149"/>
                  </a:cubicBezTo>
                  <a:lnTo>
                    <a:pt x="1" y="13756"/>
                  </a:lnTo>
                  <a:lnTo>
                    <a:pt x="26053" y="13756"/>
                  </a:lnTo>
                  <a:lnTo>
                    <a:pt x="26053" y="12030"/>
                  </a:lnTo>
                  <a:cubicBezTo>
                    <a:pt x="25934" y="5330"/>
                    <a:pt x="20098" y="1"/>
                    <a:pt x="1304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7562361" y="4122033"/>
              <a:ext cx="286320" cy="265055"/>
            </a:xfrm>
            <a:custGeom>
              <a:avLst/>
              <a:gdLst/>
              <a:ahLst/>
              <a:cxnLst/>
              <a:rect l="l" t="t" r="r" b="b"/>
              <a:pathLst>
                <a:path w="18729" h="17338" extrusionOk="0">
                  <a:moveTo>
                    <a:pt x="9354" y="1"/>
                  </a:moveTo>
                  <a:cubicBezTo>
                    <a:pt x="5124" y="1"/>
                    <a:pt x="1522" y="2944"/>
                    <a:pt x="745" y="7287"/>
                  </a:cubicBezTo>
                  <a:cubicBezTo>
                    <a:pt x="1" y="12021"/>
                    <a:pt x="3216" y="16487"/>
                    <a:pt x="7950" y="17231"/>
                  </a:cubicBezTo>
                  <a:cubicBezTo>
                    <a:pt x="8403" y="17303"/>
                    <a:pt x="8853" y="17337"/>
                    <a:pt x="9299" y="17337"/>
                  </a:cubicBezTo>
                  <a:cubicBezTo>
                    <a:pt x="13481" y="17337"/>
                    <a:pt x="17204" y="14277"/>
                    <a:pt x="17984" y="10026"/>
                  </a:cubicBezTo>
                  <a:cubicBezTo>
                    <a:pt x="18728" y="5321"/>
                    <a:pt x="15513" y="855"/>
                    <a:pt x="10779" y="111"/>
                  </a:cubicBezTo>
                  <a:cubicBezTo>
                    <a:pt x="10298" y="37"/>
                    <a:pt x="9822" y="1"/>
                    <a:pt x="935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7632459" y="4186688"/>
              <a:ext cx="146133" cy="135004"/>
            </a:xfrm>
            <a:custGeom>
              <a:avLst/>
              <a:gdLst/>
              <a:ahLst/>
              <a:cxnLst/>
              <a:rect l="l" t="t" r="r" b="b"/>
              <a:pathLst>
                <a:path w="9559" h="8831" extrusionOk="0">
                  <a:moveTo>
                    <a:pt x="4657" y="1"/>
                  </a:moveTo>
                  <a:cubicBezTo>
                    <a:pt x="2593" y="1"/>
                    <a:pt x="705" y="1596"/>
                    <a:pt x="388" y="3683"/>
                  </a:cubicBezTo>
                  <a:cubicBezTo>
                    <a:pt x="1" y="6184"/>
                    <a:pt x="1609" y="8417"/>
                    <a:pt x="4110" y="8774"/>
                  </a:cubicBezTo>
                  <a:cubicBezTo>
                    <a:pt x="4341" y="8812"/>
                    <a:pt x="4573" y="8831"/>
                    <a:pt x="4802" y="8831"/>
                  </a:cubicBezTo>
                  <a:cubicBezTo>
                    <a:pt x="6905" y="8831"/>
                    <a:pt x="8849" y="7280"/>
                    <a:pt x="9171" y="5052"/>
                  </a:cubicBezTo>
                  <a:cubicBezTo>
                    <a:pt x="9558" y="2700"/>
                    <a:pt x="7950" y="467"/>
                    <a:pt x="5449" y="80"/>
                  </a:cubicBezTo>
                  <a:cubicBezTo>
                    <a:pt x="5184" y="26"/>
                    <a:pt x="4919" y="1"/>
                    <a:pt x="465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6240450" y="4195647"/>
              <a:ext cx="210310" cy="85579"/>
            </a:xfrm>
            <a:custGeom>
              <a:avLst/>
              <a:gdLst/>
              <a:ahLst/>
              <a:cxnLst/>
              <a:rect l="l" t="t" r="r" b="b"/>
              <a:pathLst>
                <a:path w="13757" h="5598" extrusionOk="0">
                  <a:moveTo>
                    <a:pt x="2710" y="0"/>
                  </a:moveTo>
                  <a:cubicBezTo>
                    <a:pt x="1221" y="0"/>
                    <a:pt x="1" y="1251"/>
                    <a:pt x="1" y="2859"/>
                  </a:cubicBezTo>
                  <a:cubicBezTo>
                    <a:pt x="1" y="4347"/>
                    <a:pt x="1221" y="5598"/>
                    <a:pt x="2710" y="5598"/>
                  </a:cubicBezTo>
                  <a:lnTo>
                    <a:pt x="13756" y="5598"/>
                  </a:lnTo>
                  <a:lnTo>
                    <a:pt x="13756"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6281882" y="3979420"/>
              <a:ext cx="30499" cy="136563"/>
            </a:xfrm>
            <a:custGeom>
              <a:avLst/>
              <a:gdLst/>
              <a:ahLst/>
              <a:cxnLst/>
              <a:rect l="l" t="t" r="r" b="b"/>
              <a:pathLst>
                <a:path w="1995" h="8933" extrusionOk="0">
                  <a:moveTo>
                    <a:pt x="0" y="1"/>
                  </a:moveTo>
                  <a:lnTo>
                    <a:pt x="0" y="8933"/>
                  </a:lnTo>
                  <a:lnTo>
                    <a:pt x="1995" y="8933"/>
                  </a:lnTo>
                  <a:lnTo>
                    <a:pt x="1995" y="1"/>
                  </a:lnTo>
                  <a:close/>
                </a:path>
              </a:pathLst>
            </a:custGeom>
            <a:solidFill>
              <a:srgbClr val="EFF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6424356" y="4018284"/>
              <a:ext cx="872580" cy="167796"/>
            </a:xfrm>
            <a:custGeom>
              <a:avLst/>
              <a:gdLst/>
              <a:ahLst/>
              <a:cxnLst/>
              <a:rect l="l" t="t" r="r" b="b"/>
              <a:pathLst>
                <a:path w="57078" h="10976" extrusionOk="0">
                  <a:moveTo>
                    <a:pt x="14624" y="1"/>
                  </a:moveTo>
                  <a:cubicBezTo>
                    <a:pt x="12412" y="1"/>
                    <a:pt x="10203" y="489"/>
                    <a:pt x="8188" y="1299"/>
                  </a:cubicBezTo>
                  <a:cubicBezTo>
                    <a:pt x="5836" y="2312"/>
                    <a:pt x="3841" y="3920"/>
                    <a:pt x="2353" y="5885"/>
                  </a:cubicBezTo>
                  <a:cubicBezTo>
                    <a:pt x="1251" y="7522"/>
                    <a:pt x="507" y="9249"/>
                    <a:pt x="0" y="10976"/>
                  </a:cubicBezTo>
                  <a:lnTo>
                    <a:pt x="119" y="10976"/>
                  </a:lnTo>
                  <a:cubicBezTo>
                    <a:pt x="626" y="9130"/>
                    <a:pt x="1370" y="7522"/>
                    <a:pt x="2472" y="5885"/>
                  </a:cubicBezTo>
                  <a:cubicBezTo>
                    <a:pt x="3960" y="3920"/>
                    <a:pt x="5836" y="2312"/>
                    <a:pt x="8188" y="1419"/>
                  </a:cubicBezTo>
                  <a:cubicBezTo>
                    <a:pt x="10236" y="595"/>
                    <a:pt x="12483" y="171"/>
                    <a:pt x="14682" y="171"/>
                  </a:cubicBezTo>
                  <a:cubicBezTo>
                    <a:pt x="15424" y="171"/>
                    <a:pt x="16161" y="219"/>
                    <a:pt x="16882" y="317"/>
                  </a:cubicBezTo>
                  <a:cubicBezTo>
                    <a:pt x="18490" y="436"/>
                    <a:pt x="20098" y="942"/>
                    <a:pt x="21587" y="1567"/>
                  </a:cubicBezTo>
                  <a:cubicBezTo>
                    <a:pt x="23075" y="2312"/>
                    <a:pt x="24564" y="3294"/>
                    <a:pt x="25666" y="4545"/>
                  </a:cubicBezTo>
                  <a:cubicBezTo>
                    <a:pt x="27422" y="6153"/>
                    <a:pt x="28643" y="7999"/>
                    <a:pt x="29536" y="10232"/>
                  </a:cubicBezTo>
                  <a:lnTo>
                    <a:pt x="29655" y="10231"/>
                  </a:lnTo>
                  <a:lnTo>
                    <a:pt x="29655" y="10231"/>
                  </a:lnTo>
                  <a:lnTo>
                    <a:pt x="29655" y="10232"/>
                  </a:lnTo>
                  <a:cubicBezTo>
                    <a:pt x="29655" y="10231"/>
                    <a:pt x="29655" y="10231"/>
                    <a:pt x="29655" y="10231"/>
                  </a:cubicBezTo>
                  <a:lnTo>
                    <a:pt x="29655" y="10231"/>
                  </a:lnTo>
                  <a:lnTo>
                    <a:pt x="50735" y="10113"/>
                  </a:lnTo>
                  <a:lnTo>
                    <a:pt x="57077" y="9993"/>
                  </a:lnTo>
                  <a:lnTo>
                    <a:pt x="50735" y="9993"/>
                  </a:lnTo>
                  <a:lnTo>
                    <a:pt x="29613" y="10112"/>
                  </a:lnTo>
                  <a:lnTo>
                    <a:pt x="29613" y="10112"/>
                  </a:lnTo>
                  <a:cubicBezTo>
                    <a:pt x="29233" y="9057"/>
                    <a:pt x="28765" y="8082"/>
                    <a:pt x="28048" y="7135"/>
                  </a:cubicBezTo>
                  <a:cubicBezTo>
                    <a:pt x="27422" y="6153"/>
                    <a:pt x="26678" y="5140"/>
                    <a:pt x="25814" y="4396"/>
                  </a:cubicBezTo>
                  <a:cubicBezTo>
                    <a:pt x="24564" y="3175"/>
                    <a:pt x="23194" y="2163"/>
                    <a:pt x="21587" y="1419"/>
                  </a:cubicBezTo>
                  <a:cubicBezTo>
                    <a:pt x="20098" y="823"/>
                    <a:pt x="18609" y="317"/>
                    <a:pt x="17001" y="198"/>
                  </a:cubicBezTo>
                  <a:cubicBezTo>
                    <a:pt x="16214" y="64"/>
                    <a:pt x="15419" y="1"/>
                    <a:pt x="1462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7328843" y="3613441"/>
              <a:ext cx="343663" cy="585817"/>
            </a:xfrm>
            <a:custGeom>
              <a:avLst/>
              <a:gdLst/>
              <a:ahLst/>
              <a:cxnLst/>
              <a:rect l="l" t="t" r="r" b="b"/>
              <a:pathLst>
                <a:path w="22480" h="38320" extrusionOk="0">
                  <a:moveTo>
                    <a:pt x="149" y="0"/>
                  </a:moveTo>
                  <a:lnTo>
                    <a:pt x="149" y="119"/>
                  </a:lnTo>
                  <a:lnTo>
                    <a:pt x="13399" y="119"/>
                  </a:lnTo>
                  <a:cubicBezTo>
                    <a:pt x="13786" y="119"/>
                    <a:pt x="14292" y="119"/>
                    <a:pt x="14649" y="238"/>
                  </a:cubicBezTo>
                  <a:cubicBezTo>
                    <a:pt x="16644" y="625"/>
                    <a:pt x="18133" y="2114"/>
                    <a:pt x="18758" y="3960"/>
                  </a:cubicBezTo>
                  <a:cubicBezTo>
                    <a:pt x="19741" y="8069"/>
                    <a:pt x="20842" y="12535"/>
                    <a:pt x="22093" y="17478"/>
                  </a:cubicBezTo>
                  <a:cubicBezTo>
                    <a:pt x="22211" y="21051"/>
                    <a:pt x="22212" y="25005"/>
                    <a:pt x="22212" y="29050"/>
                  </a:cubicBezTo>
                  <a:lnTo>
                    <a:pt x="22212" y="29050"/>
                  </a:lnTo>
                  <a:cubicBezTo>
                    <a:pt x="20763" y="29295"/>
                    <a:pt x="19318" y="29794"/>
                    <a:pt x="18014" y="30519"/>
                  </a:cubicBezTo>
                  <a:cubicBezTo>
                    <a:pt x="16644" y="31263"/>
                    <a:pt x="15394" y="32246"/>
                    <a:pt x="14411" y="33496"/>
                  </a:cubicBezTo>
                  <a:cubicBezTo>
                    <a:pt x="13306" y="34834"/>
                    <a:pt x="12456" y="36400"/>
                    <a:pt x="11946" y="38081"/>
                  </a:cubicBezTo>
                  <a:lnTo>
                    <a:pt x="149" y="38081"/>
                  </a:lnTo>
                  <a:lnTo>
                    <a:pt x="149" y="10927"/>
                  </a:lnTo>
                  <a:lnTo>
                    <a:pt x="149" y="10778"/>
                  </a:lnTo>
                  <a:cubicBezTo>
                    <a:pt x="0" y="17626"/>
                    <a:pt x="0" y="27035"/>
                    <a:pt x="0" y="38200"/>
                  </a:cubicBezTo>
                  <a:lnTo>
                    <a:pt x="0" y="38319"/>
                  </a:lnTo>
                  <a:lnTo>
                    <a:pt x="12178" y="38319"/>
                  </a:lnTo>
                  <a:lnTo>
                    <a:pt x="12178" y="38200"/>
                  </a:lnTo>
                  <a:cubicBezTo>
                    <a:pt x="12654" y="36593"/>
                    <a:pt x="13548" y="34985"/>
                    <a:pt x="14649" y="33615"/>
                  </a:cubicBezTo>
                  <a:cubicBezTo>
                    <a:pt x="15513" y="32365"/>
                    <a:pt x="16763" y="31382"/>
                    <a:pt x="18133" y="30638"/>
                  </a:cubicBezTo>
                  <a:cubicBezTo>
                    <a:pt x="19502" y="29893"/>
                    <a:pt x="20991" y="29387"/>
                    <a:pt x="22480" y="29149"/>
                  </a:cubicBezTo>
                  <a:lnTo>
                    <a:pt x="22480" y="29030"/>
                  </a:lnTo>
                  <a:cubicBezTo>
                    <a:pt x="22480" y="25070"/>
                    <a:pt x="22480" y="21080"/>
                    <a:pt x="22331" y="17478"/>
                  </a:cubicBezTo>
                  <a:lnTo>
                    <a:pt x="22331" y="17358"/>
                  </a:lnTo>
                  <a:lnTo>
                    <a:pt x="18877" y="3960"/>
                  </a:lnTo>
                  <a:cubicBezTo>
                    <a:pt x="18609" y="2978"/>
                    <a:pt x="18133" y="1995"/>
                    <a:pt x="17269" y="1370"/>
                  </a:cubicBezTo>
                  <a:cubicBezTo>
                    <a:pt x="16525" y="745"/>
                    <a:pt x="15632" y="238"/>
                    <a:pt x="14768" y="119"/>
                  </a:cubicBezTo>
                  <a:cubicBezTo>
                    <a:pt x="14292" y="0"/>
                    <a:pt x="13905" y="0"/>
                    <a:pt x="1339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7353871" y="3647581"/>
              <a:ext cx="246266" cy="204837"/>
            </a:xfrm>
            <a:custGeom>
              <a:avLst/>
              <a:gdLst/>
              <a:ahLst/>
              <a:cxnLst/>
              <a:rect l="l" t="t" r="r" b="b"/>
              <a:pathLst>
                <a:path w="16109" h="13399" extrusionOk="0">
                  <a:moveTo>
                    <a:pt x="2710" y="0"/>
                  </a:moveTo>
                  <a:cubicBezTo>
                    <a:pt x="1222" y="0"/>
                    <a:pt x="120" y="1251"/>
                    <a:pt x="1" y="2739"/>
                  </a:cubicBezTo>
                  <a:lnTo>
                    <a:pt x="1" y="10659"/>
                  </a:lnTo>
                  <a:cubicBezTo>
                    <a:pt x="1" y="12148"/>
                    <a:pt x="1222" y="13399"/>
                    <a:pt x="2710" y="13399"/>
                  </a:cubicBezTo>
                  <a:lnTo>
                    <a:pt x="13399" y="13399"/>
                  </a:lnTo>
                  <a:cubicBezTo>
                    <a:pt x="14888" y="13399"/>
                    <a:pt x="16109" y="12148"/>
                    <a:pt x="16109" y="10659"/>
                  </a:cubicBezTo>
                  <a:cubicBezTo>
                    <a:pt x="16109" y="10421"/>
                    <a:pt x="16109" y="10183"/>
                    <a:pt x="15990" y="9915"/>
                  </a:cubicBezTo>
                  <a:lnTo>
                    <a:pt x="13757" y="1995"/>
                  </a:lnTo>
                  <a:cubicBezTo>
                    <a:pt x="13518" y="864"/>
                    <a:pt x="12387" y="0"/>
                    <a:pt x="11166"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7888742" y="3977601"/>
              <a:ext cx="3654" cy="16862"/>
            </a:xfrm>
            <a:custGeom>
              <a:avLst/>
              <a:gdLst/>
              <a:ahLst/>
              <a:cxnLst/>
              <a:rect l="l" t="t" r="r" b="b"/>
              <a:pathLst>
                <a:path w="239" h="1103" extrusionOk="0">
                  <a:moveTo>
                    <a:pt x="1" y="0"/>
                  </a:moveTo>
                  <a:cubicBezTo>
                    <a:pt x="120" y="358"/>
                    <a:pt x="239" y="745"/>
                    <a:pt x="239" y="1102"/>
                  </a:cubicBezTo>
                  <a:lnTo>
                    <a:pt x="239" y="358"/>
                  </a:lnTo>
                  <a:cubicBezTo>
                    <a:pt x="239" y="120"/>
                    <a:pt x="120"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7825921" y="3975782"/>
              <a:ext cx="71928" cy="117454"/>
            </a:xfrm>
            <a:custGeom>
              <a:avLst/>
              <a:gdLst/>
              <a:ahLst/>
              <a:cxnLst/>
              <a:rect l="l" t="t" r="r" b="b"/>
              <a:pathLst>
                <a:path w="4705" h="7683" extrusionOk="0">
                  <a:moveTo>
                    <a:pt x="3722" y="0"/>
                  </a:moveTo>
                  <a:cubicBezTo>
                    <a:pt x="1608" y="0"/>
                    <a:pt x="1" y="1846"/>
                    <a:pt x="120" y="3960"/>
                  </a:cubicBezTo>
                  <a:cubicBezTo>
                    <a:pt x="239" y="6074"/>
                    <a:pt x="1876" y="7682"/>
                    <a:pt x="3961" y="7682"/>
                  </a:cubicBezTo>
                  <a:lnTo>
                    <a:pt x="4110" y="7682"/>
                  </a:lnTo>
                  <a:lnTo>
                    <a:pt x="4705" y="7563"/>
                  </a:lnTo>
                  <a:lnTo>
                    <a:pt x="4705" y="6938"/>
                  </a:lnTo>
                  <a:lnTo>
                    <a:pt x="4348" y="1221"/>
                  </a:lnTo>
                  <a:cubicBezTo>
                    <a:pt x="4348" y="864"/>
                    <a:pt x="4229" y="477"/>
                    <a:pt x="4110" y="119"/>
                  </a:cubicBezTo>
                  <a:cubicBezTo>
                    <a:pt x="3961" y="0"/>
                    <a:pt x="3842" y="0"/>
                    <a:pt x="3722" y="0"/>
                  </a:cubicBezTo>
                  <a:close/>
                </a:path>
              </a:pathLst>
            </a:custGeom>
            <a:solidFill>
              <a:srgbClr val="EFF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6841780" y="4199286"/>
              <a:ext cx="682770" cy="79663"/>
            </a:xfrm>
            <a:custGeom>
              <a:avLst/>
              <a:gdLst/>
              <a:ahLst/>
              <a:cxnLst/>
              <a:rect l="l" t="t" r="r" b="b"/>
              <a:pathLst>
                <a:path w="44662" h="5211" extrusionOk="0">
                  <a:moveTo>
                    <a:pt x="0" y="0"/>
                  </a:moveTo>
                  <a:lnTo>
                    <a:pt x="0" y="5211"/>
                  </a:lnTo>
                  <a:lnTo>
                    <a:pt x="44661" y="5211"/>
                  </a:lnTo>
                  <a:lnTo>
                    <a:pt x="44661"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7627001" y="3636191"/>
              <a:ext cx="81482" cy="197117"/>
            </a:xfrm>
            <a:custGeom>
              <a:avLst/>
              <a:gdLst/>
              <a:ahLst/>
              <a:cxnLst/>
              <a:rect l="l" t="t" r="r" b="b"/>
              <a:pathLst>
                <a:path w="5330" h="12894" extrusionOk="0">
                  <a:moveTo>
                    <a:pt x="1340" y="1"/>
                  </a:moveTo>
                  <a:cubicBezTo>
                    <a:pt x="1221" y="1"/>
                    <a:pt x="1102" y="1"/>
                    <a:pt x="1102" y="120"/>
                  </a:cubicBezTo>
                  <a:cubicBezTo>
                    <a:pt x="745" y="626"/>
                    <a:pt x="0" y="1728"/>
                    <a:pt x="239" y="2859"/>
                  </a:cubicBezTo>
                  <a:cubicBezTo>
                    <a:pt x="745" y="4467"/>
                    <a:pt x="2829" y="12655"/>
                    <a:pt x="2829" y="12655"/>
                  </a:cubicBezTo>
                  <a:lnTo>
                    <a:pt x="5330" y="12893"/>
                  </a:lnTo>
                  <a:cubicBezTo>
                    <a:pt x="5330" y="12893"/>
                    <a:pt x="1846" y="1103"/>
                    <a:pt x="1846" y="864"/>
                  </a:cubicBezTo>
                  <a:cubicBezTo>
                    <a:pt x="1727" y="626"/>
                    <a:pt x="1340" y="1"/>
                    <a:pt x="1340"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7621085" y="3780500"/>
              <a:ext cx="64651" cy="98329"/>
            </a:xfrm>
            <a:custGeom>
              <a:avLst/>
              <a:gdLst/>
              <a:ahLst/>
              <a:cxnLst/>
              <a:rect l="l" t="t" r="r" b="b"/>
              <a:pathLst>
                <a:path w="4229" h="6432" extrusionOk="0">
                  <a:moveTo>
                    <a:pt x="0" y="0"/>
                  </a:moveTo>
                  <a:lnTo>
                    <a:pt x="0" y="6431"/>
                  </a:lnTo>
                  <a:lnTo>
                    <a:pt x="983" y="6431"/>
                  </a:lnTo>
                  <a:cubicBezTo>
                    <a:pt x="2740" y="6431"/>
                    <a:pt x="4228" y="5062"/>
                    <a:pt x="4228" y="3335"/>
                  </a:cubicBezTo>
                  <a:cubicBezTo>
                    <a:pt x="4228" y="1727"/>
                    <a:pt x="2978" y="358"/>
                    <a:pt x="1370" y="119"/>
                  </a:cubicBezTo>
                  <a:lnTo>
                    <a:pt x="0"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7621085" y="3780500"/>
              <a:ext cx="64651" cy="98329"/>
            </a:xfrm>
            <a:custGeom>
              <a:avLst/>
              <a:gdLst/>
              <a:ahLst/>
              <a:cxnLst/>
              <a:rect l="l" t="t" r="r" b="b"/>
              <a:pathLst>
                <a:path w="4229" h="6432" extrusionOk="0">
                  <a:moveTo>
                    <a:pt x="0" y="0"/>
                  </a:moveTo>
                  <a:lnTo>
                    <a:pt x="0" y="6431"/>
                  </a:lnTo>
                  <a:lnTo>
                    <a:pt x="983" y="6431"/>
                  </a:lnTo>
                  <a:cubicBezTo>
                    <a:pt x="2740" y="6431"/>
                    <a:pt x="4228" y="5062"/>
                    <a:pt x="4228" y="3335"/>
                  </a:cubicBezTo>
                  <a:cubicBezTo>
                    <a:pt x="4228" y="2084"/>
                    <a:pt x="3603" y="1102"/>
                    <a:pt x="2620" y="477"/>
                  </a:cubicBezTo>
                  <a:cubicBezTo>
                    <a:pt x="2233" y="358"/>
                    <a:pt x="1995" y="238"/>
                    <a:pt x="1608" y="238"/>
                  </a:cubicBezTo>
                  <a:cubicBezTo>
                    <a:pt x="1608" y="119"/>
                    <a:pt x="1489" y="119"/>
                    <a:pt x="1370" y="119"/>
                  </a:cubicBezTo>
                  <a:lnTo>
                    <a:pt x="0" y="0"/>
                  </a:lnTo>
                  <a:close/>
                </a:path>
              </a:pathLst>
            </a:custGeom>
            <a:solidFill>
              <a:srgbClr val="B7C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7365261" y="3873363"/>
              <a:ext cx="92872" cy="32333"/>
            </a:xfrm>
            <a:custGeom>
              <a:avLst/>
              <a:gdLst/>
              <a:ahLst/>
              <a:cxnLst/>
              <a:rect l="l" t="t" r="r" b="b"/>
              <a:pathLst>
                <a:path w="6075" h="2115" extrusionOk="0">
                  <a:moveTo>
                    <a:pt x="5339" y="1956"/>
                  </a:moveTo>
                  <a:lnTo>
                    <a:pt x="5339" y="1956"/>
                  </a:lnTo>
                  <a:cubicBezTo>
                    <a:pt x="5267" y="1965"/>
                    <a:pt x="5178" y="1965"/>
                    <a:pt x="5062" y="1965"/>
                  </a:cubicBezTo>
                  <a:cubicBezTo>
                    <a:pt x="5062" y="2066"/>
                    <a:pt x="5062" y="2099"/>
                    <a:pt x="5025" y="2109"/>
                  </a:cubicBezTo>
                  <a:lnTo>
                    <a:pt x="5025" y="2109"/>
                  </a:lnTo>
                  <a:cubicBezTo>
                    <a:pt x="5166" y="2091"/>
                    <a:pt x="5260" y="2027"/>
                    <a:pt x="5339" y="1956"/>
                  </a:cubicBezTo>
                  <a:close/>
                  <a:moveTo>
                    <a:pt x="1221" y="0"/>
                  </a:moveTo>
                  <a:cubicBezTo>
                    <a:pt x="745" y="0"/>
                    <a:pt x="358" y="238"/>
                    <a:pt x="239" y="625"/>
                  </a:cubicBezTo>
                  <a:cubicBezTo>
                    <a:pt x="0" y="1221"/>
                    <a:pt x="239" y="1846"/>
                    <a:pt x="745" y="1965"/>
                  </a:cubicBezTo>
                  <a:cubicBezTo>
                    <a:pt x="983" y="2114"/>
                    <a:pt x="1221" y="2114"/>
                    <a:pt x="1340" y="2114"/>
                  </a:cubicBezTo>
                  <a:lnTo>
                    <a:pt x="4943" y="2114"/>
                  </a:lnTo>
                  <a:cubicBezTo>
                    <a:pt x="4824" y="1965"/>
                    <a:pt x="4586" y="1965"/>
                    <a:pt x="4466" y="1965"/>
                  </a:cubicBezTo>
                  <a:lnTo>
                    <a:pt x="1340" y="1965"/>
                  </a:lnTo>
                  <a:cubicBezTo>
                    <a:pt x="1221" y="1965"/>
                    <a:pt x="983" y="1965"/>
                    <a:pt x="864" y="1846"/>
                  </a:cubicBezTo>
                  <a:cubicBezTo>
                    <a:pt x="477" y="1727"/>
                    <a:pt x="358" y="1489"/>
                    <a:pt x="358" y="1102"/>
                  </a:cubicBezTo>
                  <a:cubicBezTo>
                    <a:pt x="358" y="625"/>
                    <a:pt x="745" y="238"/>
                    <a:pt x="1221" y="238"/>
                  </a:cubicBezTo>
                  <a:lnTo>
                    <a:pt x="4943" y="238"/>
                  </a:lnTo>
                  <a:cubicBezTo>
                    <a:pt x="5330" y="238"/>
                    <a:pt x="5568" y="357"/>
                    <a:pt x="5806" y="745"/>
                  </a:cubicBezTo>
                  <a:cubicBezTo>
                    <a:pt x="5955" y="864"/>
                    <a:pt x="5955" y="1221"/>
                    <a:pt x="5806" y="1489"/>
                  </a:cubicBezTo>
                  <a:cubicBezTo>
                    <a:pt x="5806" y="1608"/>
                    <a:pt x="5687" y="1727"/>
                    <a:pt x="5449" y="1846"/>
                  </a:cubicBezTo>
                  <a:cubicBezTo>
                    <a:pt x="5414" y="1882"/>
                    <a:pt x="5378" y="1920"/>
                    <a:pt x="5339" y="1956"/>
                  </a:cubicBezTo>
                  <a:lnTo>
                    <a:pt x="5339" y="1956"/>
                  </a:lnTo>
                  <a:cubicBezTo>
                    <a:pt x="5433" y="1943"/>
                    <a:pt x="5501" y="1914"/>
                    <a:pt x="5568" y="1846"/>
                  </a:cubicBezTo>
                  <a:cubicBezTo>
                    <a:pt x="5687" y="1727"/>
                    <a:pt x="5806" y="1608"/>
                    <a:pt x="5955" y="1370"/>
                  </a:cubicBezTo>
                  <a:cubicBezTo>
                    <a:pt x="6074" y="1102"/>
                    <a:pt x="6074" y="745"/>
                    <a:pt x="5955" y="477"/>
                  </a:cubicBezTo>
                  <a:cubicBezTo>
                    <a:pt x="5687" y="238"/>
                    <a:pt x="5449" y="0"/>
                    <a:pt x="5062" y="0"/>
                  </a:cubicBezTo>
                  <a:close/>
                  <a:moveTo>
                    <a:pt x="5025" y="2109"/>
                  </a:moveTo>
                  <a:cubicBezTo>
                    <a:pt x="4999" y="2112"/>
                    <a:pt x="4972" y="2114"/>
                    <a:pt x="4943" y="2114"/>
                  </a:cubicBezTo>
                  <a:cubicBezTo>
                    <a:pt x="4981" y="2114"/>
                    <a:pt x="5007" y="2114"/>
                    <a:pt x="5025" y="210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6720236" y="3806904"/>
              <a:ext cx="289958" cy="92872"/>
            </a:xfrm>
            <a:custGeom>
              <a:avLst/>
              <a:gdLst/>
              <a:ahLst/>
              <a:cxnLst/>
              <a:rect l="l" t="t" r="r" b="b"/>
              <a:pathLst>
                <a:path w="18967" h="6075" extrusionOk="0">
                  <a:moveTo>
                    <a:pt x="1" y="0"/>
                  </a:moveTo>
                  <a:lnTo>
                    <a:pt x="1" y="6074"/>
                  </a:lnTo>
                  <a:lnTo>
                    <a:pt x="18967" y="6074"/>
                  </a:lnTo>
                  <a:lnTo>
                    <a:pt x="189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6604608" y="3702650"/>
              <a:ext cx="68289" cy="73762"/>
            </a:xfrm>
            <a:custGeom>
              <a:avLst/>
              <a:gdLst/>
              <a:ahLst/>
              <a:cxnLst/>
              <a:rect l="l" t="t" r="r" b="b"/>
              <a:pathLst>
                <a:path w="4467" h="4825" extrusionOk="0">
                  <a:moveTo>
                    <a:pt x="1" y="1"/>
                  </a:moveTo>
                  <a:lnTo>
                    <a:pt x="1" y="4824"/>
                  </a:lnTo>
                  <a:lnTo>
                    <a:pt x="1103" y="4824"/>
                  </a:lnTo>
                  <a:lnTo>
                    <a:pt x="1103" y="1847"/>
                  </a:lnTo>
                  <a:lnTo>
                    <a:pt x="3455" y="4824"/>
                  </a:lnTo>
                  <a:lnTo>
                    <a:pt x="4467" y="4824"/>
                  </a:lnTo>
                  <a:lnTo>
                    <a:pt x="4467" y="1"/>
                  </a:lnTo>
                  <a:lnTo>
                    <a:pt x="3336" y="1"/>
                  </a:lnTo>
                  <a:lnTo>
                    <a:pt x="3336" y="2978"/>
                  </a:lnTo>
                  <a:lnTo>
                    <a:pt x="86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6689735" y="3702650"/>
              <a:ext cx="56915" cy="73762"/>
            </a:xfrm>
            <a:custGeom>
              <a:avLst/>
              <a:gdLst/>
              <a:ahLst/>
              <a:cxnLst/>
              <a:rect l="l" t="t" r="r" b="b"/>
              <a:pathLst>
                <a:path w="3723" h="4825" extrusionOk="0">
                  <a:moveTo>
                    <a:pt x="1" y="1"/>
                  </a:moveTo>
                  <a:lnTo>
                    <a:pt x="1" y="4824"/>
                  </a:lnTo>
                  <a:lnTo>
                    <a:pt x="3722" y="4824"/>
                  </a:lnTo>
                  <a:lnTo>
                    <a:pt x="3722" y="3961"/>
                  </a:lnTo>
                  <a:lnTo>
                    <a:pt x="1132" y="3961"/>
                  </a:lnTo>
                  <a:lnTo>
                    <a:pt x="1132" y="2859"/>
                  </a:lnTo>
                  <a:lnTo>
                    <a:pt x="3365" y="2859"/>
                  </a:lnTo>
                  <a:lnTo>
                    <a:pt x="3365" y="1966"/>
                  </a:lnTo>
                  <a:lnTo>
                    <a:pt x="1132" y="1966"/>
                  </a:lnTo>
                  <a:lnTo>
                    <a:pt x="1132" y="864"/>
                  </a:lnTo>
                  <a:lnTo>
                    <a:pt x="3603" y="864"/>
                  </a:lnTo>
                  <a:lnTo>
                    <a:pt x="360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6752556" y="3702650"/>
              <a:ext cx="119273" cy="73762"/>
            </a:xfrm>
            <a:custGeom>
              <a:avLst/>
              <a:gdLst/>
              <a:ahLst/>
              <a:cxnLst/>
              <a:rect l="l" t="t" r="r" b="b"/>
              <a:pathLst>
                <a:path w="7802" h="4825" extrusionOk="0">
                  <a:moveTo>
                    <a:pt x="0" y="1"/>
                  </a:moveTo>
                  <a:lnTo>
                    <a:pt x="1608" y="4824"/>
                  </a:lnTo>
                  <a:lnTo>
                    <a:pt x="2859" y="4824"/>
                  </a:lnTo>
                  <a:lnTo>
                    <a:pt x="3960" y="1609"/>
                  </a:lnTo>
                  <a:lnTo>
                    <a:pt x="4943" y="4824"/>
                  </a:lnTo>
                  <a:lnTo>
                    <a:pt x="6193" y="4824"/>
                  </a:lnTo>
                  <a:lnTo>
                    <a:pt x="7801" y="1"/>
                  </a:lnTo>
                  <a:lnTo>
                    <a:pt x="6700" y="1"/>
                  </a:lnTo>
                  <a:lnTo>
                    <a:pt x="5568" y="3455"/>
                  </a:lnTo>
                  <a:lnTo>
                    <a:pt x="4467" y="1"/>
                  </a:lnTo>
                  <a:lnTo>
                    <a:pt x="3454" y="1"/>
                  </a:lnTo>
                  <a:lnTo>
                    <a:pt x="2353" y="3455"/>
                  </a:lnTo>
                  <a:lnTo>
                    <a:pt x="122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6875919" y="3700831"/>
              <a:ext cx="60554" cy="77401"/>
            </a:xfrm>
            <a:custGeom>
              <a:avLst/>
              <a:gdLst/>
              <a:ahLst/>
              <a:cxnLst/>
              <a:rect l="l" t="t" r="r" b="b"/>
              <a:pathLst>
                <a:path w="3961" h="5063" extrusionOk="0">
                  <a:moveTo>
                    <a:pt x="2084" y="1"/>
                  </a:moveTo>
                  <a:cubicBezTo>
                    <a:pt x="745" y="1"/>
                    <a:pt x="119" y="745"/>
                    <a:pt x="119" y="1490"/>
                  </a:cubicBezTo>
                  <a:cubicBezTo>
                    <a:pt x="119" y="3336"/>
                    <a:pt x="2829" y="2710"/>
                    <a:pt x="2829" y="3574"/>
                  </a:cubicBezTo>
                  <a:cubicBezTo>
                    <a:pt x="2829" y="3961"/>
                    <a:pt x="2591" y="4080"/>
                    <a:pt x="1965" y="4080"/>
                  </a:cubicBezTo>
                  <a:cubicBezTo>
                    <a:pt x="1340" y="4080"/>
                    <a:pt x="864" y="3961"/>
                    <a:pt x="358" y="3574"/>
                  </a:cubicBezTo>
                  <a:lnTo>
                    <a:pt x="0" y="4467"/>
                  </a:lnTo>
                  <a:cubicBezTo>
                    <a:pt x="477" y="4824"/>
                    <a:pt x="1221" y="5062"/>
                    <a:pt x="1965" y="5062"/>
                  </a:cubicBezTo>
                  <a:cubicBezTo>
                    <a:pt x="3335" y="5062"/>
                    <a:pt x="3960" y="4318"/>
                    <a:pt x="3960" y="3574"/>
                  </a:cubicBezTo>
                  <a:cubicBezTo>
                    <a:pt x="3960" y="1728"/>
                    <a:pt x="1102" y="2353"/>
                    <a:pt x="1102" y="1490"/>
                  </a:cubicBezTo>
                  <a:cubicBezTo>
                    <a:pt x="1102" y="1222"/>
                    <a:pt x="1489" y="983"/>
                    <a:pt x="2084" y="983"/>
                  </a:cubicBezTo>
                  <a:cubicBezTo>
                    <a:pt x="2591" y="983"/>
                    <a:pt x="2978" y="1102"/>
                    <a:pt x="3454" y="1341"/>
                  </a:cubicBezTo>
                  <a:lnTo>
                    <a:pt x="3841" y="477"/>
                  </a:lnTo>
                  <a:cubicBezTo>
                    <a:pt x="3216" y="239"/>
                    <a:pt x="2710" y="1"/>
                    <a:pt x="20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6560913" y="3827834"/>
              <a:ext cx="37791" cy="49180"/>
            </a:xfrm>
            <a:custGeom>
              <a:avLst/>
              <a:gdLst/>
              <a:ahLst/>
              <a:cxnLst/>
              <a:rect l="l" t="t" r="r" b="b"/>
              <a:pathLst>
                <a:path w="2472" h="3217" extrusionOk="0">
                  <a:moveTo>
                    <a:pt x="1" y="1"/>
                  </a:moveTo>
                  <a:lnTo>
                    <a:pt x="1" y="3216"/>
                  </a:lnTo>
                  <a:lnTo>
                    <a:pt x="2472" y="3216"/>
                  </a:lnTo>
                  <a:lnTo>
                    <a:pt x="2472" y="2591"/>
                  </a:lnTo>
                  <a:lnTo>
                    <a:pt x="745" y="2591"/>
                  </a:lnTo>
                  <a:lnTo>
                    <a:pt x="7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6602789" y="3821917"/>
              <a:ext cx="13224" cy="55096"/>
            </a:xfrm>
            <a:custGeom>
              <a:avLst/>
              <a:gdLst/>
              <a:ahLst/>
              <a:cxnLst/>
              <a:rect l="l" t="t" r="r" b="b"/>
              <a:pathLst>
                <a:path w="865" h="3604" extrusionOk="0">
                  <a:moveTo>
                    <a:pt x="477" y="1"/>
                  </a:moveTo>
                  <a:cubicBezTo>
                    <a:pt x="239" y="1"/>
                    <a:pt x="1" y="120"/>
                    <a:pt x="1" y="388"/>
                  </a:cubicBezTo>
                  <a:cubicBezTo>
                    <a:pt x="1" y="582"/>
                    <a:pt x="160" y="777"/>
                    <a:pt x="348" y="777"/>
                  </a:cubicBezTo>
                  <a:cubicBezTo>
                    <a:pt x="390" y="777"/>
                    <a:pt x="433" y="767"/>
                    <a:pt x="477" y="745"/>
                  </a:cubicBezTo>
                  <a:cubicBezTo>
                    <a:pt x="745" y="745"/>
                    <a:pt x="864" y="626"/>
                    <a:pt x="864" y="388"/>
                  </a:cubicBezTo>
                  <a:cubicBezTo>
                    <a:pt x="864" y="120"/>
                    <a:pt x="745" y="1"/>
                    <a:pt x="477" y="1"/>
                  </a:cubicBezTo>
                  <a:close/>
                  <a:moveTo>
                    <a:pt x="120" y="1132"/>
                  </a:moveTo>
                  <a:lnTo>
                    <a:pt x="120" y="3603"/>
                  </a:lnTo>
                  <a:lnTo>
                    <a:pt x="864" y="3603"/>
                  </a:lnTo>
                  <a:lnTo>
                    <a:pt x="864" y="1132"/>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6619637" y="3839224"/>
              <a:ext cx="43707" cy="37791"/>
            </a:xfrm>
            <a:custGeom>
              <a:avLst/>
              <a:gdLst/>
              <a:ahLst/>
              <a:cxnLst/>
              <a:rect l="l" t="t" r="r" b="b"/>
              <a:pathLst>
                <a:path w="2859" h="2472" extrusionOk="0">
                  <a:moveTo>
                    <a:pt x="0" y="0"/>
                  </a:moveTo>
                  <a:lnTo>
                    <a:pt x="983" y="2471"/>
                  </a:lnTo>
                  <a:lnTo>
                    <a:pt x="1727" y="2471"/>
                  </a:lnTo>
                  <a:lnTo>
                    <a:pt x="2859" y="0"/>
                  </a:lnTo>
                  <a:lnTo>
                    <a:pt x="2114" y="0"/>
                  </a:lnTo>
                  <a:lnTo>
                    <a:pt x="1370" y="1727"/>
                  </a:lnTo>
                  <a:lnTo>
                    <a:pt x="7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6663332" y="3839224"/>
              <a:ext cx="39625" cy="39610"/>
            </a:xfrm>
            <a:custGeom>
              <a:avLst/>
              <a:gdLst/>
              <a:ahLst/>
              <a:cxnLst/>
              <a:rect l="l" t="t" r="r" b="b"/>
              <a:pathLst>
                <a:path w="2592" h="2591" extrusionOk="0">
                  <a:moveTo>
                    <a:pt x="1251" y="477"/>
                  </a:moveTo>
                  <a:cubicBezTo>
                    <a:pt x="1609" y="477"/>
                    <a:pt x="1847" y="744"/>
                    <a:pt x="1996" y="983"/>
                  </a:cubicBezTo>
                  <a:lnTo>
                    <a:pt x="745" y="983"/>
                  </a:lnTo>
                  <a:cubicBezTo>
                    <a:pt x="745" y="744"/>
                    <a:pt x="983" y="625"/>
                    <a:pt x="1251" y="477"/>
                  </a:cubicBezTo>
                  <a:close/>
                  <a:moveTo>
                    <a:pt x="1251" y="0"/>
                  </a:moveTo>
                  <a:cubicBezTo>
                    <a:pt x="507" y="0"/>
                    <a:pt x="1" y="625"/>
                    <a:pt x="1" y="1221"/>
                  </a:cubicBezTo>
                  <a:lnTo>
                    <a:pt x="1" y="1370"/>
                  </a:lnTo>
                  <a:cubicBezTo>
                    <a:pt x="120" y="2114"/>
                    <a:pt x="745" y="2590"/>
                    <a:pt x="1370" y="2590"/>
                  </a:cubicBezTo>
                  <a:cubicBezTo>
                    <a:pt x="1847" y="2590"/>
                    <a:pt x="2234" y="2471"/>
                    <a:pt x="2472" y="2114"/>
                  </a:cubicBezTo>
                  <a:lnTo>
                    <a:pt x="2115" y="1727"/>
                  </a:lnTo>
                  <a:cubicBezTo>
                    <a:pt x="1847" y="1846"/>
                    <a:pt x="1609" y="1965"/>
                    <a:pt x="1489" y="1965"/>
                  </a:cubicBezTo>
                  <a:cubicBezTo>
                    <a:pt x="1102" y="1965"/>
                    <a:pt x="864" y="1727"/>
                    <a:pt x="745" y="1489"/>
                  </a:cubicBezTo>
                  <a:lnTo>
                    <a:pt x="2591" y="1489"/>
                  </a:lnTo>
                  <a:lnTo>
                    <a:pt x="2591" y="1221"/>
                  </a:lnTo>
                  <a:lnTo>
                    <a:pt x="2591" y="1102"/>
                  </a:lnTo>
                  <a:cubicBezTo>
                    <a:pt x="2591" y="477"/>
                    <a:pt x="1996" y="0"/>
                    <a:pt x="13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6735264" y="3839224"/>
              <a:ext cx="34152" cy="38509"/>
            </a:xfrm>
            <a:custGeom>
              <a:avLst/>
              <a:gdLst/>
              <a:ahLst/>
              <a:cxnLst/>
              <a:rect l="l" t="t" r="r" b="b"/>
              <a:pathLst>
                <a:path w="2234" h="2519" extrusionOk="0">
                  <a:moveTo>
                    <a:pt x="1251" y="0"/>
                  </a:moveTo>
                  <a:cubicBezTo>
                    <a:pt x="506" y="0"/>
                    <a:pt x="119" y="238"/>
                    <a:pt x="119" y="744"/>
                  </a:cubicBezTo>
                  <a:cubicBezTo>
                    <a:pt x="119" y="1727"/>
                    <a:pt x="1608" y="1370"/>
                    <a:pt x="1608" y="1727"/>
                  </a:cubicBezTo>
                  <a:cubicBezTo>
                    <a:pt x="1608" y="1965"/>
                    <a:pt x="1489" y="1965"/>
                    <a:pt x="1131" y="1965"/>
                  </a:cubicBezTo>
                  <a:cubicBezTo>
                    <a:pt x="744" y="1965"/>
                    <a:pt x="506" y="1965"/>
                    <a:pt x="268" y="1727"/>
                  </a:cubicBezTo>
                  <a:lnTo>
                    <a:pt x="0" y="2233"/>
                  </a:lnTo>
                  <a:cubicBezTo>
                    <a:pt x="283" y="2408"/>
                    <a:pt x="551" y="2518"/>
                    <a:pt x="826" y="2518"/>
                  </a:cubicBezTo>
                  <a:cubicBezTo>
                    <a:pt x="926" y="2518"/>
                    <a:pt x="1028" y="2503"/>
                    <a:pt x="1131" y="2471"/>
                  </a:cubicBezTo>
                  <a:cubicBezTo>
                    <a:pt x="1876" y="2471"/>
                    <a:pt x="2233" y="2233"/>
                    <a:pt x="2233" y="1727"/>
                  </a:cubicBezTo>
                  <a:cubicBezTo>
                    <a:pt x="2233" y="744"/>
                    <a:pt x="744" y="1221"/>
                    <a:pt x="744" y="744"/>
                  </a:cubicBezTo>
                  <a:cubicBezTo>
                    <a:pt x="744" y="625"/>
                    <a:pt x="863" y="477"/>
                    <a:pt x="1251" y="477"/>
                  </a:cubicBezTo>
                  <a:cubicBezTo>
                    <a:pt x="1489" y="477"/>
                    <a:pt x="1757" y="625"/>
                    <a:pt x="1995" y="744"/>
                  </a:cubicBezTo>
                  <a:lnTo>
                    <a:pt x="2233" y="238"/>
                  </a:lnTo>
                  <a:cubicBezTo>
                    <a:pt x="1876" y="119"/>
                    <a:pt x="1608" y="0"/>
                    <a:pt x="1251"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6771223" y="3831472"/>
              <a:ext cx="30514" cy="47361"/>
            </a:xfrm>
            <a:custGeom>
              <a:avLst/>
              <a:gdLst/>
              <a:ahLst/>
              <a:cxnLst/>
              <a:rect l="l" t="t" r="r" b="b"/>
              <a:pathLst>
                <a:path w="1996" h="3098" extrusionOk="0">
                  <a:moveTo>
                    <a:pt x="387" y="1"/>
                  </a:moveTo>
                  <a:lnTo>
                    <a:pt x="387" y="626"/>
                  </a:lnTo>
                  <a:lnTo>
                    <a:pt x="0" y="626"/>
                  </a:lnTo>
                  <a:lnTo>
                    <a:pt x="0" y="1132"/>
                  </a:lnTo>
                  <a:lnTo>
                    <a:pt x="387" y="1132"/>
                  </a:lnTo>
                  <a:lnTo>
                    <a:pt x="387" y="2115"/>
                  </a:lnTo>
                  <a:lnTo>
                    <a:pt x="387" y="2353"/>
                  </a:lnTo>
                  <a:cubicBezTo>
                    <a:pt x="506" y="2859"/>
                    <a:pt x="893" y="3097"/>
                    <a:pt x="1370" y="3097"/>
                  </a:cubicBezTo>
                  <a:cubicBezTo>
                    <a:pt x="1638" y="3097"/>
                    <a:pt x="1757" y="2978"/>
                    <a:pt x="1995" y="2859"/>
                  </a:cubicBezTo>
                  <a:lnTo>
                    <a:pt x="1757" y="2353"/>
                  </a:lnTo>
                  <a:cubicBezTo>
                    <a:pt x="1638" y="2472"/>
                    <a:pt x="1638" y="2472"/>
                    <a:pt x="1489" y="2472"/>
                  </a:cubicBezTo>
                  <a:lnTo>
                    <a:pt x="1370" y="2472"/>
                  </a:lnTo>
                  <a:cubicBezTo>
                    <a:pt x="1251" y="2472"/>
                    <a:pt x="1132" y="2234"/>
                    <a:pt x="1132" y="2115"/>
                  </a:cubicBezTo>
                  <a:lnTo>
                    <a:pt x="1132" y="1132"/>
                  </a:lnTo>
                  <a:lnTo>
                    <a:pt x="1757" y="1132"/>
                  </a:lnTo>
                  <a:lnTo>
                    <a:pt x="1757" y="626"/>
                  </a:lnTo>
                  <a:lnTo>
                    <a:pt x="1132" y="626"/>
                  </a:lnTo>
                  <a:lnTo>
                    <a:pt x="1132"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6807641" y="3839224"/>
              <a:ext cx="22763" cy="37791"/>
            </a:xfrm>
            <a:custGeom>
              <a:avLst/>
              <a:gdLst/>
              <a:ahLst/>
              <a:cxnLst/>
              <a:rect l="l" t="t" r="r" b="b"/>
              <a:pathLst>
                <a:path w="1489" h="2472" extrusionOk="0">
                  <a:moveTo>
                    <a:pt x="0" y="0"/>
                  </a:moveTo>
                  <a:lnTo>
                    <a:pt x="0" y="2471"/>
                  </a:lnTo>
                  <a:lnTo>
                    <a:pt x="744" y="2471"/>
                  </a:lnTo>
                  <a:lnTo>
                    <a:pt x="744" y="1370"/>
                  </a:lnTo>
                  <a:lnTo>
                    <a:pt x="744" y="1221"/>
                  </a:lnTo>
                  <a:cubicBezTo>
                    <a:pt x="744" y="864"/>
                    <a:pt x="983" y="625"/>
                    <a:pt x="1340" y="625"/>
                  </a:cubicBezTo>
                  <a:lnTo>
                    <a:pt x="1489" y="625"/>
                  </a:lnTo>
                  <a:lnTo>
                    <a:pt x="1489" y="0"/>
                  </a:lnTo>
                  <a:cubicBezTo>
                    <a:pt x="1221" y="0"/>
                    <a:pt x="864" y="119"/>
                    <a:pt x="744" y="357"/>
                  </a:cubicBezTo>
                  <a:lnTo>
                    <a:pt x="744"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6834044" y="3839224"/>
              <a:ext cx="39610" cy="39610"/>
            </a:xfrm>
            <a:custGeom>
              <a:avLst/>
              <a:gdLst/>
              <a:ahLst/>
              <a:cxnLst/>
              <a:rect l="l" t="t" r="r" b="b"/>
              <a:pathLst>
                <a:path w="2591" h="2591" extrusionOk="0">
                  <a:moveTo>
                    <a:pt x="1251" y="477"/>
                  </a:moveTo>
                  <a:cubicBezTo>
                    <a:pt x="1608" y="477"/>
                    <a:pt x="1846" y="744"/>
                    <a:pt x="1995" y="983"/>
                  </a:cubicBezTo>
                  <a:lnTo>
                    <a:pt x="744" y="983"/>
                  </a:lnTo>
                  <a:cubicBezTo>
                    <a:pt x="744" y="744"/>
                    <a:pt x="983" y="625"/>
                    <a:pt x="1251" y="477"/>
                  </a:cubicBezTo>
                  <a:close/>
                  <a:moveTo>
                    <a:pt x="1251" y="0"/>
                  </a:moveTo>
                  <a:cubicBezTo>
                    <a:pt x="625" y="0"/>
                    <a:pt x="0" y="625"/>
                    <a:pt x="0" y="1221"/>
                  </a:cubicBezTo>
                  <a:lnTo>
                    <a:pt x="0" y="1370"/>
                  </a:lnTo>
                  <a:cubicBezTo>
                    <a:pt x="119" y="2114"/>
                    <a:pt x="744" y="2590"/>
                    <a:pt x="1489" y="2590"/>
                  </a:cubicBezTo>
                  <a:cubicBezTo>
                    <a:pt x="1846" y="2590"/>
                    <a:pt x="2233" y="2471"/>
                    <a:pt x="2471" y="2114"/>
                  </a:cubicBezTo>
                  <a:lnTo>
                    <a:pt x="2114" y="1727"/>
                  </a:lnTo>
                  <a:cubicBezTo>
                    <a:pt x="1846" y="1846"/>
                    <a:pt x="1727" y="1965"/>
                    <a:pt x="1489" y="1965"/>
                  </a:cubicBezTo>
                  <a:cubicBezTo>
                    <a:pt x="1102" y="1965"/>
                    <a:pt x="863" y="1727"/>
                    <a:pt x="744" y="1489"/>
                  </a:cubicBezTo>
                  <a:lnTo>
                    <a:pt x="2590" y="1489"/>
                  </a:lnTo>
                  <a:lnTo>
                    <a:pt x="2590" y="1221"/>
                  </a:lnTo>
                  <a:lnTo>
                    <a:pt x="2590" y="1102"/>
                  </a:lnTo>
                  <a:cubicBezTo>
                    <a:pt x="2590" y="477"/>
                    <a:pt x="1995" y="0"/>
                    <a:pt x="1370"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6877739" y="3839224"/>
              <a:ext cx="37791" cy="39610"/>
            </a:xfrm>
            <a:custGeom>
              <a:avLst/>
              <a:gdLst/>
              <a:ahLst/>
              <a:cxnLst/>
              <a:rect l="l" t="t" r="r" b="b"/>
              <a:pathLst>
                <a:path w="2472" h="2591" extrusionOk="0">
                  <a:moveTo>
                    <a:pt x="1727" y="1489"/>
                  </a:moveTo>
                  <a:lnTo>
                    <a:pt x="1727" y="1727"/>
                  </a:lnTo>
                  <a:cubicBezTo>
                    <a:pt x="1608" y="1965"/>
                    <a:pt x="1370" y="2114"/>
                    <a:pt x="1102" y="2114"/>
                  </a:cubicBezTo>
                  <a:cubicBezTo>
                    <a:pt x="864" y="2114"/>
                    <a:pt x="745" y="1965"/>
                    <a:pt x="745" y="1727"/>
                  </a:cubicBezTo>
                  <a:cubicBezTo>
                    <a:pt x="745" y="1608"/>
                    <a:pt x="864" y="1489"/>
                    <a:pt x="1221" y="1489"/>
                  </a:cubicBezTo>
                  <a:close/>
                  <a:moveTo>
                    <a:pt x="1221" y="0"/>
                  </a:moveTo>
                  <a:cubicBezTo>
                    <a:pt x="864" y="0"/>
                    <a:pt x="477" y="119"/>
                    <a:pt x="119" y="238"/>
                  </a:cubicBezTo>
                  <a:lnTo>
                    <a:pt x="358" y="744"/>
                  </a:lnTo>
                  <a:cubicBezTo>
                    <a:pt x="626" y="625"/>
                    <a:pt x="864" y="477"/>
                    <a:pt x="1102" y="477"/>
                  </a:cubicBezTo>
                  <a:cubicBezTo>
                    <a:pt x="1489" y="477"/>
                    <a:pt x="1727" y="744"/>
                    <a:pt x="1727" y="983"/>
                  </a:cubicBezTo>
                  <a:lnTo>
                    <a:pt x="1102" y="983"/>
                  </a:lnTo>
                  <a:cubicBezTo>
                    <a:pt x="358" y="983"/>
                    <a:pt x="0" y="1370"/>
                    <a:pt x="0" y="1727"/>
                  </a:cubicBezTo>
                  <a:cubicBezTo>
                    <a:pt x="0" y="2233"/>
                    <a:pt x="358" y="2590"/>
                    <a:pt x="983" y="2590"/>
                  </a:cubicBezTo>
                  <a:cubicBezTo>
                    <a:pt x="1221" y="2590"/>
                    <a:pt x="1608" y="2471"/>
                    <a:pt x="1727" y="2233"/>
                  </a:cubicBezTo>
                  <a:lnTo>
                    <a:pt x="1727" y="2471"/>
                  </a:lnTo>
                  <a:lnTo>
                    <a:pt x="2472" y="2471"/>
                  </a:lnTo>
                  <a:lnTo>
                    <a:pt x="2472" y="1102"/>
                  </a:lnTo>
                  <a:cubicBezTo>
                    <a:pt x="2472" y="357"/>
                    <a:pt x="1965" y="0"/>
                    <a:pt x="1221"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6925072" y="3839224"/>
              <a:ext cx="64651" cy="37791"/>
            </a:xfrm>
            <a:custGeom>
              <a:avLst/>
              <a:gdLst/>
              <a:ahLst/>
              <a:cxnLst/>
              <a:rect l="l" t="t" r="r" b="b"/>
              <a:pathLst>
                <a:path w="4229" h="2472" extrusionOk="0">
                  <a:moveTo>
                    <a:pt x="1" y="0"/>
                  </a:moveTo>
                  <a:lnTo>
                    <a:pt x="1" y="2471"/>
                  </a:lnTo>
                  <a:lnTo>
                    <a:pt x="745" y="2471"/>
                  </a:lnTo>
                  <a:lnTo>
                    <a:pt x="745" y="1221"/>
                  </a:lnTo>
                  <a:cubicBezTo>
                    <a:pt x="745" y="864"/>
                    <a:pt x="983" y="625"/>
                    <a:pt x="1251" y="625"/>
                  </a:cubicBezTo>
                  <a:cubicBezTo>
                    <a:pt x="1609" y="625"/>
                    <a:pt x="1728" y="744"/>
                    <a:pt x="1728" y="1221"/>
                  </a:cubicBezTo>
                  <a:lnTo>
                    <a:pt x="1728" y="2471"/>
                  </a:lnTo>
                  <a:lnTo>
                    <a:pt x="2472" y="2471"/>
                  </a:lnTo>
                  <a:lnTo>
                    <a:pt x="2472" y="1221"/>
                  </a:lnTo>
                  <a:cubicBezTo>
                    <a:pt x="2472" y="864"/>
                    <a:pt x="2740" y="625"/>
                    <a:pt x="2978" y="625"/>
                  </a:cubicBezTo>
                  <a:cubicBezTo>
                    <a:pt x="3216" y="625"/>
                    <a:pt x="3484" y="744"/>
                    <a:pt x="3484" y="1221"/>
                  </a:cubicBezTo>
                  <a:lnTo>
                    <a:pt x="3484" y="2471"/>
                  </a:lnTo>
                  <a:lnTo>
                    <a:pt x="4229" y="2471"/>
                  </a:lnTo>
                  <a:lnTo>
                    <a:pt x="4229" y="1102"/>
                  </a:lnTo>
                  <a:lnTo>
                    <a:pt x="4229" y="864"/>
                  </a:lnTo>
                  <a:cubicBezTo>
                    <a:pt x="4229" y="357"/>
                    <a:pt x="3723" y="0"/>
                    <a:pt x="3216" y="0"/>
                  </a:cubicBezTo>
                  <a:cubicBezTo>
                    <a:pt x="2859" y="0"/>
                    <a:pt x="2472" y="119"/>
                    <a:pt x="2234" y="357"/>
                  </a:cubicBezTo>
                  <a:cubicBezTo>
                    <a:pt x="2115" y="119"/>
                    <a:pt x="1728" y="0"/>
                    <a:pt x="1490" y="0"/>
                  </a:cubicBezTo>
                  <a:cubicBezTo>
                    <a:pt x="1102" y="0"/>
                    <a:pt x="864" y="119"/>
                    <a:pt x="745" y="357"/>
                  </a:cubicBezTo>
                  <a:lnTo>
                    <a:pt x="745"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6528593" y="3805084"/>
              <a:ext cx="195283" cy="96510"/>
            </a:xfrm>
            <a:custGeom>
              <a:avLst/>
              <a:gdLst/>
              <a:ahLst/>
              <a:cxnLst/>
              <a:rect l="l" t="t" r="r" b="b"/>
              <a:pathLst>
                <a:path w="12774" h="6313" extrusionOk="0">
                  <a:moveTo>
                    <a:pt x="12297" y="357"/>
                  </a:moveTo>
                  <a:lnTo>
                    <a:pt x="12297" y="5955"/>
                  </a:lnTo>
                  <a:lnTo>
                    <a:pt x="388" y="5955"/>
                  </a:lnTo>
                  <a:lnTo>
                    <a:pt x="388" y="357"/>
                  </a:lnTo>
                  <a:close/>
                  <a:moveTo>
                    <a:pt x="1" y="0"/>
                  </a:moveTo>
                  <a:lnTo>
                    <a:pt x="1" y="6312"/>
                  </a:lnTo>
                  <a:lnTo>
                    <a:pt x="12774" y="6312"/>
                  </a:lnTo>
                  <a:lnTo>
                    <a:pt x="12774"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7053894" y="3918877"/>
              <a:ext cx="240809" cy="185789"/>
            </a:xfrm>
            <a:custGeom>
              <a:avLst/>
              <a:gdLst/>
              <a:ahLst/>
              <a:cxnLst/>
              <a:rect l="l" t="t" r="r" b="b"/>
              <a:pathLst>
                <a:path w="15752" h="12153" extrusionOk="0">
                  <a:moveTo>
                    <a:pt x="15632" y="1"/>
                  </a:moveTo>
                  <a:cubicBezTo>
                    <a:pt x="15632" y="1"/>
                    <a:pt x="12029" y="2591"/>
                    <a:pt x="7831" y="6075"/>
                  </a:cubicBezTo>
                  <a:cubicBezTo>
                    <a:pt x="3484" y="9409"/>
                    <a:pt x="1" y="12148"/>
                    <a:pt x="1" y="12148"/>
                  </a:cubicBezTo>
                  <a:cubicBezTo>
                    <a:pt x="1" y="12151"/>
                    <a:pt x="3" y="12152"/>
                    <a:pt x="6" y="12152"/>
                  </a:cubicBezTo>
                  <a:cubicBezTo>
                    <a:pt x="154" y="12152"/>
                    <a:pt x="3696" y="9487"/>
                    <a:pt x="7951" y="6194"/>
                  </a:cubicBezTo>
                  <a:cubicBezTo>
                    <a:pt x="12298" y="2859"/>
                    <a:pt x="15751" y="120"/>
                    <a:pt x="1563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6993351" y="3951045"/>
              <a:ext cx="151591" cy="96770"/>
            </a:xfrm>
            <a:custGeom>
              <a:avLst/>
              <a:gdLst/>
              <a:ahLst/>
              <a:cxnLst/>
              <a:rect l="l" t="t" r="r" b="b"/>
              <a:pathLst>
                <a:path w="9916" h="6330" extrusionOk="0">
                  <a:moveTo>
                    <a:pt x="9782" y="0"/>
                  </a:moveTo>
                  <a:cubicBezTo>
                    <a:pt x="9589" y="0"/>
                    <a:pt x="7437" y="1432"/>
                    <a:pt x="4824" y="3107"/>
                  </a:cubicBezTo>
                  <a:cubicBezTo>
                    <a:pt x="2234" y="4834"/>
                    <a:pt x="1" y="6323"/>
                    <a:pt x="1" y="6323"/>
                  </a:cubicBezTo>
                  <a:cubicBezTo>
                    <a:pt x="5" y="6327"/>
                    <a:pt x="13" y="6329"/>
                    <a:pt x="23" y="6329"/>
                  </a:cubicBezTo>
                  <a:cubicBezTo>
                    <a:pt x="289" y="6329"/>
                    <a:pt x="2452" y="4888"/>
                    <a:pt x="4973" y="3226"/>
                  </a:cubicBezTo>
                  <a:cubicBezTo>
                    <a:pt x="7683" y="1499"/>
                    <a:pt x="9916" y="11"/>
                    <a:pt x="9797" y="11"/>
                  </a:cubicBezTo>
                  <a:cubicBezTo>
                    <a:pt x="9797" y="4"/>
                    <a:pt x="9792" y="0"/>
                    <a:pt x="978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7668418" y="3877002"/>
              <a:ext cx="191644" cy="100607"/>
            </a:xfrm>
            <a:custGeom>
              <a:avLst/>
              <a:gdLst/>
              <a:ahLst/>
              <a:cxnLst/>
              <a:rect l="l" t="t" r="r" b="b"/>
              <a:pathLst>
                <a:path w="12536" h="6581" extrusionOk="0">
                  <a:moveTo>
                    <a:pt x="1" y="0"/>
                  </a:moveTo>
                  <a:cubicBezTo>
                    <a:pt x="120" y="119"/>
                    <a:pt x="269" y="119"/>
                    <a:pt x="507" y="239"/>
                  </a:cubicBezTo>
                  <a:lnTo>
                    <a:pt x="1758" y="983"/>
                  </a:lnTo>
                  <a:cubicBezTo>
                    <a:pt x="2859" y="1608"/>
                    <a:pt x="4467" y="2472"/>
                    <a:pt x="6224" y="3365"/>
                  </a:cubicBezTo>
                  <a:cubicBezTo>
                    <a:pt x="7951" y="4228"/>
                    <a:pt x="9558" y="5092"/>
                    <a:pt x="10690" y="5717"/>
                  </a:cubicBezTo>
                  <a:lnTo>
                    <a:pt x="12030" y="6342"/>
                  </a:lnTo>
                  <a:cubicBezTo>
                    <a:pt x="12298" y="6461"/>
                    <a:pt x="12417" y="6461"/>
                    <a:pt x="12536" y="6580"/>
                  </a:cubicBezTo>
                  <a:cubicBezTo>
                    <a:pt x="12417" y="6461"/>
                    <a:pt x="12298" y="6342"/>
                    <a:pt x="12030" y="6193"/>
                  </a:cubicBezTo>
                  <a:lnTo>
                    <a:pt x="10690" y="5449"/>
                  </a:lnTo>
                  <a:cubicBezTo>
                    <a:pt x="9558" y="4973"/>
                    <a:pt x="8070" y="4109"/>
                    <a:pt x="6343" y="3097"/>
                  </a:cubicBezTo>
                  <a:cubicBezTo>
                    <a:pt x="4586" y="2233"/>
                    <a:pt x="2978" y="1489"/>
                    <a:pt x="1877" y="864"/>
                  </a:cubicBezTo>
                  <a:lnTo>
                    <a:pt x="507" y="119"/>
                  </a:lnTo>
                  <a:cubicBezTo>
                    <a:pt x="269" y="119"/>
                    <a:pt x="120"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6314202" y="3630274"/>
              <a:ext cx="38249" cy="345497"/>
            </a:xfrm>
            <a:custGeom>
              <a:avLst/>
              <a:gdLst/>
              <a:ahLst/>
              <a:cxnLst/>
              <a:rect l="l" t="t" r="r" b="b"/>
              <a:pathLst>
                <a:path w="2502" h="22600" extrusionOk="0">
                  <a:moveTo>
                    <a:pt x="2501" y="1"/>
                  </a:moveTo>
                  <a:cubicBezTo>
                    <a:pt x="2352" y="150"/>
                    <a:pt x="2352" y="388"/>
                    <a:pt x="2352" y="626"/>
                  </a:cubicBezTo>
                  <a:cubicBezTo>
                    <a:pt x="2352" y="1370"/>
                    <a:pt x="2352" y="2234"/>
                    <a:pt x="2233" y="3246"/>
                  </a:cubicBezTo>
                  <a:cubicBezTo>
                    <a:pt x="2114" y="5360"/>
                    <a:pt x="1995" y="8338"/>
                    <a:pt x="1876" y="11672"/>
                  </a:cubicBezTo>
                  <a:cubicBezTo>
                    <a:pt x="1757" y="14888"/>
                    <a:pt x="1608" y="17865"/>
                    <a:pt x="1608" y="19979"/>
                  </a:cubicBezTo>
                  <a:cubicBezTo>
                    <a:pt x="1608" y="20485"/>
                    <a:pt x="1489" y="20992"/>
                    <a:pt x="1370" y="21468"/>
                  </a:cubicBezTo>
                  <a:cubicBezTo>
                    <a:pt x="1251" y="21736"/>
                    <a:pt x="1131" y="22093"/>
                    <a:pt x="744" y="22212"/>
                  </a:cubicBezTo>
                  <a:cubicBezTo>
                    <a:pt x="506" y="22480"/>
                    <a:pt x="268" y="22599"/>
                    <a:pt x="0" y="22599"/>
                  </a:cubicBezTo>
                  <a:lnTo>
                    <a:pt x="119" y="22599"/>
                  </a:lnTo>
                  <a:cubicBezTo>
                    <a:pt x="387" y="22599"/>
                    <a:pt x="625" y="22480"/>
                    <a:pt x="863" y="22331"/>
                  </a:cubicBezTo>
                  <a:cubicBezTo>
                    <a:pt x="1131" y="22093"/>
                    <a:pt x="1370" y="21855"/>
                    <a:pt x="1489" y="21468"/>
                  </a:cubicBezTo>
                  <a:cubicBezTo>
                    <a:pt x="1757" y="20992"/>
                    <a:pt x="1757" y="20485"/>
                    <a:pt x="1757" y="19979"/>
                  </a:cubicBezTo>
                  <a:cubicBezTo>
                    <a:pt x="1876" y="17865"/>
                    <a:pt x="1995" y="14888"/>
                    <a:pt x="2114" y="11553"/>
                  </a:cubicBezTo>
                  <a:cubicBezTo>
                    <a:pt x="2233" y="8338"/>
                    <a:pt x="2352" y="5360"/>
                    <a:pt x="2352" y="3246"/>
                  </a:cubicBezTo>
                  <a:cubicBezTo>
                    <a:pt x="2501" y="2115"/>
                    <a:pt x="2501" y="1251"/>
                    <a:pt x="2501" y="626"/>
                  </a:cubicBezTo>
                  <a:lnTo>
                    <a:pt x="250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7479054" y="3414062"/>
              <a:ext cx="13224" cy="174797"/>
            </a:xfrm>
            <a:custGeom>
              <a:avLst/>
              <a:gdLst/>
              <a:ahLst/>
              <a:cxnLst/>
              <a:rect l="l" t="t" r="r" b="b"/>
              <a:pathLst>
                <a:path w="865" h="11434" extrusionOk="0">
                  <a:moveTo>
                    <a:pt x="1" y="0"/>
                  </a:moveTo>
                  <a:lnTo>
                    <a:pt x="1" y="11433"/>
                  </a:lnTo>
                  <a:lnTo>
                    <a:pt x="864" y="11433"/>
                  </a:lnTo>
                  <a:lnTo>
                    <a:pt x="864"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7361164" y="3272031"/>
              <a:ext cx="172519" cy="227463"/>
            </a:xfrm>
            <a:custGeom>
              <a:avLst/>
              <a:gdLst/>
              <a:ahLst/>
              <a:cxnLst/>
              <a:rect l="l" t="t" r="r" b="b"/>
              <a:pathLst>
                <a:path w="11285" h="14879" extrusionOk="0">
                  <a:moveTo>
                    <a:pt x="5211" y="1"/>
                  </a:moveTo>
                  <a:lnTo>
                    <a:pt x="0" y="14382"/>
                  </a:lnTo>
                  <a:cubicBezTo>
                    <a:pt x="902" y="14718"/>
                    <a:pt x="1821" y="14878"/>
                    <a:pt x="2720" y="14878"/>
                  </a:cubicBezTo>
                  <a:cubicBezTo>
                    <a:pt x="5798" y="14878"/>
                    <a:pt x="8644" y="13003"/>
                    <a:pt x="9796" y="9915"/>
                  </a:cubicBezTo>
                  <a:cubicBezTo>
                    <a:pt x="11285" y="5955"/>
                    <a:pt x="9201" y="1489"/>
                    <a:pt x="521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7465401" y="3475049"/>
              <a:ext cx="40069" cy="113815"/>
            </a:xfrm>
            <a:custGeom>
              <a:avLst/>
              <a:gdLst/>
              <a:ahLst/>
              <a:cxnLst/>
              <a:rect l="l" t="t" r="r" b="b"/>
              <a:pathLst>
                <a:path w="2621" h="7445" extrusionOk="0">
                  <a:moveTo>
                    <a:pt x="507" y="1"/>
                  </a:moveTo>
                  <a:lnTo>
                    <a:pt x="507" y="1"/>
                  </a:lnTo>
                  <a:cubicBezTo>
                    <a:pt x="388" y="120"/>
                    <a:pt x="388" y="239"/>
                    <a:pt x="269" y="358"/>
                  </a:cubicBezTo>
                  <a:cubicBezTo>
                    <a:pt x="150" y="626"/>
                    <a:pt x="1" y="983"/>
                    <a:pt x="1" y="1370"/>
                  </a:cubicBezTo>
                  <a:cubicBezTo>
                    <a:pt x="1" y="1609"/>
                    <a:pt x="150" y="1847"/>
                    <a:pt x="269" y="1966"/>
                  </a:cubicBezTo>
                  <a:cubicBezTo>
                    <a:pt x="388" y="2234"/>
                    <a:pt x="626" y="2472"/>
                    <a:pt x="894" y="2591"/>
                  </a:cubicBezTo>
                  <a:cubicBezTo>
                    <a:pt x="1251" y="2978"/>
                    <a:pt x="1996" y="3216"/>
                    <a:pt x="2115" y="3842"/>
                  </a:cubicBezTo>
                  <a:cubicBezTo>
                    <a:pt x="2383" y="4348"/>
                    <a:pt x="2115" y="4943"/>
                    <a:pt x="1757" y="5330"/>
                  </a:cubicBezTo>
                  <a:cubicBezTo>
                    <a:pt x="1251" y="5688"/>
                    <a:pt x="745" y="5837"/>
                    <a:pt x="388" y="6075"/>
                  </a:cubicBezTo>
                  <a:cubicBezTo>
                    <a:pt x="269" y="6194"/>
                    <a:pt x="150" y="6432"/>
                    <a:pt x="1" y="6581"/>
                  </a:cubicBezTo>
                  <a:lnTo>
                    <a:pt x="1" y="7057"/>
                  </a:lnTo>
                  <a:cubicBezTo>
                    <a:pt x="150" y="7325"/>
                    <a:pt x="269" y="7444"/>
                    <a:pt x="269" y="7444"/>
                  </a:cubicBezTo>
                  <a:lnTo>
                    <a:pt x="269" y="7325"/>
                  </a:lnTo>
                  <a:cubicBezTo>
                    <a:pt x="1" y="6938"/>
                    <a:pt x="150" y="6432"/>
                    <a:pt x="507" y="6194"/>
                  </a:cubicBezTo>
                  <a:cubicBezTo>
                    <a:pt x="894" y="5956"/>
                    <a:pt x="1370" y="5837"/>
                    <a:pt x="1876" y="5450"/>
                  </a:cubicBezTo>
                  <a:cubicBezTo>
                    <a:pt x="2383" y="5092"/>
                    <a:pt x="2621" y="4348"/>
                    <a:pt x="2383" y="3723"/>
                  </a:cubicBezTo>
                  <a:cubicBezTo>
                    <a:pt x="2234" y="3455"/>
                    <a:pt x="1996" y="3216"/>
                    <a:pt x="1757" y="2978"/>
                  </a:cubicBezTo>
                  <a:cubicBezTo>
                    <a:pt x="1489" y="2859"/>
                    <a:pt x="1132" y="2591"/>
                    <a:pt x="1013" y="2472"/>
                  </a:cubicBezTo>
                  <a:cubicBezTo>
                    <a:pt x="745" y="2353"/>
                    <a:pt x="507" y="2115"/>
                    <a:pt x="388" y="1966"/>
                  </a:cubicBezTo>
                  <a:cubicBezTo>
                    <a:pt x="269" y="1728"/>
                    <a:pt x="269" y="1609"/>
                    <a:pt x="269" y="1370"/>
                  </a:cubicBezTo>
                  <a:cubicBezTo>
                    <a:pt x="150" y="983"/>
                    <a:pt x="269" y="745"/>
                    <a:pt x="388" y="358"/>
                  </a:cubicBezTo>
                  <a:cubicBezTo>
                    <a:pt x="507" y="120"/>
                    <a:pt x="507" y="1"/>
                    <a:pt x="50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7368900" y="3369939"/>
              <a:ext cx="73747" cy="38662"/>
            </a:xfrm>
            <a:custGeom>
              <a:avLst/>
              <a:gdLst/>
              <a:ahLst/>
              <a:cxnLst/>
              <a:rect l="l" t="t" r="r" b="b"/>
              <a:pathLst>
                <a:path w="4824" h="2529" extrusionOk="0">
                  <a:moveTo>
                    <a:pt x="556" y="0"/>
                  </a:moveTo>
                  <a:cubicBezTo>
                    <a:pt x="377" y="0"/>
                    <a:pt x="208" y="151"/>
                    <a:pt x="120" y="415"/>
                  </a:cubicBezTo>
                  <a:cubicBezTo>
                    <a:pt x="1" y="653"/>
                    <a:pt x="120" y="921"/>
                    <a:pt x="358" y="1040"/>
                  </a:cubicBezTo>
                  <a:lnTo>
                    <a:pt x="4467" y="2529"/>
                  </a:lnTo>
                  <a:lnTo>
                    <a:pt x="4824" y="1546"/>
                  </a:lnTo>
                  <a:lnTo>
                    <a:pt x="745" y="58"/>
                  </a:lnTo>
                  <a:cubicBezTo>
                    <a:pt x="683" y="19"/>
                    <a:pt x="619" y="0"/>
                    <a:pt x="556"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7367080" y="3368533"/>
              <a:ext cx="75566" cy="40069"/>
            </a:xfrm>
            <a:custGeom>
              <a:avLst/>
              <a:gdLst/>
              <a:ahLst/>
              <a:cxnLst/>
              <a:rect l="l" t="t" r="r" b="b"/>
              <a:pathLst>
                <a:path w="4943" h="2621" extrusionOk="0">
                  <a:moveTo>
                    <a:pt x="626" y="1"/>
                  </a:moveTo>
                  <a:cubicBezTo>
                    <a:pt x="477" y="1"/>
                    <a:pt x="358" y="150"/>
                    <a:pt x="358" y="150"/>
                  </a:cubicBezTo>
                  <a:cubicBezTo>
                    <a:pt x="0" y="388"/>
                    <a:pt x="0" y="745"/>
                    <a:pt x="239" y="1013"/>
                  </a:cubicBezTo>
                  <a:cubicBezTo>
                    <a:pt x="239" y="1132"/>
                    <a:pt x="358" y="1251"/>
                    <a:pt x="358" y="1251"/>
                  </a:cubicBezTo>
                  <a:cubicBezTo>
                    <a:pt x="477" y="1251"/>
                    <a:pt x="626" y="1251"/>
                    <a:pt x="626" y="1370"/>
                  </a:cubicBezTo>
                  <a:lnTo>
                    <a:pt x="1608" y="1638"/>
                  </a:lnTo>
                  <a:lnTo>
                    <a:pt x="3097" y="2234"/>
                  </a:lnTo>
                  <a:cubicBezTo>
                    <a:pt x="3603" y="2383"/>
                    <a:pt x="4079" y="2502"/>
                    <a:pt x="4586" y="2621"/>
                  </a:cubicBezTo>
                  <a:cubicBezTo>
                    <a:pt x="4079" y="2383"/>
                    <a:pt x="3603" y="2234"/>
                    <a:pt x="3097" y="1996"/>
                  </a:cubicBezTo>
                  <a:lnTo>
                    <a:pt x="1608" y="1489"/>
                  </a:lnTo>
                  <a:lnTo>
                    <a:pt x="745" y="1132"/>
                  </a:lnTo>
                  <a:cubicBezTo>
                    <a:pt x="626" y="1132"/>
                    <a:pt x="477" y="1013"/>
                    <a:pt x="358" y="894"/>
                  </a:cubicBezTo>
                  <a:cubicBezTo>
                    <a:pt x="239" y="745"/>
                    <a:pt x="239" y="626"/>
                    <a:pt x="358" y="507"/>
                  </a:cubicBezTo>
                  <a:cubicBezTo>
                    <a:pt x="358" y="388"/>
                    <a:pt x="477" y="269"/>
                    <a:pt x="626" y="269"/>
                  </a:cubicBezTo>
                  <a:cubicBezTo>
                    <a:pt x="745" y="269"/>
                    <a:pt x="864" y="269"/>
                    <a:pt x="983" y="388"/>
                  </a:cubicBezTo>
                  <a:lnTo>
                    <a:pt x="1966" y="626"/>
                  </a:lnTo>
                  <a:lnTo>
                    <a:pt x="3454" y="1251"/>
                  </a:lnTo>
                  <a:cubicBezTo>
                    <a:pt x="3960" y="1370"/>
                    <a:pt x="4467" y="1489"/>
                    <a:pt x="4943" y="1638"/>
                  </a:cubicBezTo>
                  <a:cubicBezTo>
                    <a:pt x="4467" y="1370"/>
                    <a:pt x="3960" y="1251"/>
                    <a:pt x="3454" y="1132"/>
                  </a:cubicBezTo>
                  <a:lnTo>
                    <a:pt x="1966" y="507"/>
                  </a:lnTo>
                  <a:lnTo>
                    <a:pt x="1102" y="150"/>
                  </a:lnTo>
                  <a:cubicBezTo>
                    <a:pt x="983" y="150"/>
                    <a:pt x="983" y="150"/>
                    <a:pt x="8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7361164" y="3272031"/>
              <a:ext cx="100607" cy="218046"/>
            </a:xfrm>
            <a:custGeom>
              <a:avLst/>
              <a:gdLst/>
              <a:ahLst/>
              <a:cxnLst/>
              <a:rect l="l" t="t" r="r" b="b"/>
              <a:pathLst>
                <a:path w="6581" h="14263" extrusionOk="0">
                  <a:moveTo>
                    <a:pt x="5211" y="1"/>
                  </a:moveTo>
                  <a:lnTo>
                    <a:pt x="5211" y="239"/>
                  </a:lnTo>
                  <a:cubicBezTo>
                    <a:pt x="5212" y="240"/>
                    <a:pt x="5214" y="242"/>
                    <a:pt x="5215" y="243"/>
                  </a:cubicBezTo>
                  <a:lnTo>
                    <a:pt x="5215" y="243"/>
                  </a:lnTo>
                  <a:cubicBezTo>
                    <a:pt x="5211" y="160"/>
                    <a:pt x="5211" y="79"/>
                    <a:pt x="5211" y="1"/>
                  </a:cubicBezTo>
                  <a:close/>
                  <a:moveTo>
                    <a:pt x="5215" y="243"/>
                  </a:moveTo>
                  <a:cubicBezTo>
                    <a:pt x="5224" y="412"/>
                    <a:pt x="5250" y="585"/>
                    <a:pt x="5330" y="745"/>
                  </a:cubicBezTo>
                  <a:cubicBezTo>
                    <a:pt x="5479" y="1251"/>
                    <a:pt x="5598" y="1847"/>
                    <a:pt x="5717" y="2353"/>
                  </a:cubicBezTo>
                  <a:cubicBezTo>
                    <a:pt x="6342" y="6313"/>
                    <a:pt x="4854" y="10183"/>
                    <a:pt x="1876" y="12774"/>
                  </a:cubicBezTo>
                  <a:cubicBezTo>
                    <a:pt x="1489" y="13161"/>
                    <a:pt x="1013" y="13518"/>
                    <a:pt x="507" y="13905"/>
                  </a:cubicBezTo>
                  <a:cubicBezTo>
                    <a:pt x="428" y="13984"/>
                    <a:pt x="285" y="14062"/>
                    <a:pt x="163" y="14140"/>
                  </a:cubicBezTo>
                  <a:lnTo>
                    <a:pt x="163" y="14140"/>
                  </a:lnTo>
                  <a:cubicBezTo>
                    <a:pt x="311" y="14121"/>
                    <a:pt x="517" y="14013"/>
                    <a:pt x="626" y="13905"/>
                  </a:cubicBezTo>
                  <a:cubicBezTo>
                    <a:pt x="1132" y="13637"/>
                    <a:pt x="1608" y="13280"/>
                    <a:pt x="1995" y="12893"/>
                  </a:cubicBezTo>
                  <a:cubicBezTo>
                    <a:pt x="5092" y="10302"/>
                    <a:pt x="6580" y="6313"/>
                    <a:pt x="5836" y="2353"/>
                  </a:cubicBezTo>
                  <a:cubicBezTo>
                    <a:pt x="5717" y="1728"/>
                    <a:pt x="5598" y="1251"/>
                    <a:pt x="5479" y="626"/>
                  </a:cubicBezTo>
                  <a:cubicBezTo>
                    <a:pt x="5332" y="508"/>
                    <a:pt x="5330" y="361"/>
                    <a:pt x="5215" y="243"/>
                  </a:cubicBezTo>
                  <a:close/>
                  <a:moveTo>
                    <a:pt x="163" y="14140"/>
                  </a:moveTo>
                  <a:cubicBezTo>
                    <a:pt x="148" y="14142"/>
                    <a:pt x="133" y="14143"/>
                    <a:pt x="119" y="14143"/>
                  </a:cubicBezTo>
                  <a:cubicBezTo>
                    <a:pt x="119" y="14153"/>
                    <a:pt x="119" y="14162"/>
                    <a:pt x="117" y="14170"/>
                  </a:cubicBezTo>
                  <a:lnTo>
                    <a:pt x="117" y="14170"/>
                  </a:lnTo>
                  <a:cubicBezTo>
                    <a:pt x="132" y="14160"/>
                    <a:pt x="147" y="14150"/>
                    <a:pt x="163" y="14140"/>
                  </a:cubicBezTo>
                  <a:close/>
                  <a:moveTo>
                    <a:pt x="117" y="14170"/>
                  </a:moveTo>
                  <a:cubicBezTo>
                    <a:pt x="72" y="14201"/>
                    <a:pt x="31" y="14232"/>
                    <a:pt x="0" y="14262"/>
                  </a:cubicBezTo>
                  <a:cubicBezTo>
                    <a:pt x="0" y="14262"/>
                    <a:pt x="101" y="14262"/>
                    <a:pt x="117" y="1417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7317469" y="3321199"/>
              <a:ext cx="55081" cy="77844"/>
            </a:xfrm>
            <a:custGeom>
              <a:avLst/>
              <a:gdLst/>
              <a:ahLst/>
              <a:cxnLst/>
              <a:rect l="l" t="t" r="r" b="b"/>
              <a:pathLst>
                <a:path w="3603" h="5092" extrusionOk="0">
                  <a:moveTo>
                    <a:pt x="3365" y="0"/>
                  </a:moveTo>
                  <a:cubicBezTo>
                    <a:pt x="3126" y="0"/>
                    <a:pt x="2858" y="119"/>
                    <a:pt x="2620" y="119"/>
                  </a:cubicBezTo>
                  <a:cubicBezTo>
                    <a:pt x="2382" y="268"/>
                    <a:pt x="2233" y="268"/>
                    <a:pt x="2114" y="387"/>
                  </a:cubicBezTo>
                  <a:cubicBezTo>
                    <a:pt x="625" y="1132"/>
                    <a:pt x="0" y="2859"/>
                    <a:pt x="744" y="4228"/>
                  </a:cubicBezTo>
                  <a:cubicBezTo>
                    <a:pt x="893" y="4466"/>
                    <a:pt x="1012" y="4734"/>
                    <a:pt x="1251" y="4853"/>
                  </a:cubicBezTo>
                  <a:cubicBezTo>
                    <a:pt x="1259" y="4862"/>
                    <a:pt x="1266" y="4870"/>
                    <a:pt x="1273" y="4878"/>
                  </a:cubicBezTo>
                  <a:lnTo>
                    <a:pt x="1273" y="4878"/>
                  </a:lnTo>
                  <a:cubicBezTo>
                    <a:pt x="1180" y="4660"/>
                    <a:pt x="1069" y="4404"/>
                    <a:pt x="893" y="4228"/>
                  </a:cubicBezTo>
                  <a:lnTo>
                    <a:pt x="893" y="3990"/>
                  </a:lnTo>
                  <a:cubicBezTo>
                    <a:pt x="387" y="2501"/>
                    <a:pt x="1131" y="745"/>
                    <a:pt x="2620" y="268"/>
                  </a:cubicBezTo>
                  <a:cubicBezTo>
                    <a:pt x="2977" y="268"/>
                    <a:pt x="3245" y="119"/>
                    <a:pt x="3603" y="119"/>
                  </a:cubicBezTo>
                  <a:cubicBezTo>
                    <a:pt x="3603" y="119"/>
                    <a:pt x="3484" y="0"/>
                    <a:pt x="3365" y="0"/>
                  </a:cubicBezTo>
                  <a:close/>
                  <a:moveTo>
                    <a:pt x="1273" y="4878"/>
                  </a:moveTo>
                  <a:cubicBezTo>
                    <a:pt x="1307" y="4956"/>
                    <a:pt x="1338" y="5029"/>
                    <a:pt x="1370" y="5092"/>
                  </a:cubicBezTo>
                  <a:cubicBezTo>
                    <a:pt x="1370" y="5092"/>
                    <a:pt x="1370" y="4988"/>
                    <a:pt x="1273" y="4878"/>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7292885" y="3286250"/>
              <a:ext cx="96969" cy="139193"/>
            </a:xfrm>
            <a:custGeom>
              <a:avLst/>
              <a:gdLst/>
              <a:ahLst/>
              <a:cxnLst/>
              <a:rect l="l" t="t" r="r" b="b"/>
              <a:pathLst>
                <a:path w="6343" h="9105" extrusionOk="0">
                  <a:moveTo>
                    <a:pt x="5338" y="0"/>
                  </a:moveTo>
                  <a:cubicBezTo>
                    <a:pt x="5009" y="0"/>
                    <a:pt x="4685" y="53"/>
                    <a:pt x="4347" y="53"/>
                  </a:cubicBezTo>
                  <a:cubicBezTo>
                    <a:pt x="3603" y="172"/>
                    <a:pt x="2978" y="559"/>
                    <a:pt x="2352" y="917"/>
                  </a:cubicBezTo>
                  <a:cubicBezTo>
                    <a:pt x="864" y="1929"/>
                    <a:pt x="0" y="3656"/>
                    <a:pt x="119" y="5532"/>
                  </a:cubicBezTo>
                  <a:cubicBezTo>
                    <a:pt x="268" y="6276"/>
                    <a:pt x="387" y="6871"/>
                    <a:pt x="745" y="7616"/>
                  </a:cubicBezTo>
                  <a:cubicBezTo>
                    <a:pt x="1013" y="8003"/>
                    <a:pt x="1251" y="8360"/>
                    <a:pt x="1608" y="8747"/>
                  </a:cubicBezTo>
                  <a:cubicBezTo>
                    <a:pt x="1757" y="8866"/>
                    <a:pt x="1876" y="8985"/>
                    <a:pt x="2114" y="9105"/>
                  </a:cubicBezTo>
                  <a:cubicBezTo>
                    <a:pt x="1608" y="8628"/>
                    <a:pt x="1251" y="8122"/>
                    <a:pt x="864" y="7497"/>
                  </a:cubicBezTo>
                  <a:cubicBezTo>
                    <a:pt x="626" y="6871"/>
                    <a:pt x="387" y="6127"/>
                    <a:pt x="387" y="5532"/>
                  </a:cubicBezTo>
                  <a:cubicBezTo>
                    <a:pt x="268" y="4638"/>
                    <a:pt x="506" y="3775"/>
                    <a:pt x="745" y="3031"/>
                  </a:cubicBezTo>
                  <a:cubicBezTo>
                    <a:pt x="1251" y="2286"/>
                    <a:pt x="1757" y="1542"/>
                    <a:pt x="2501" y="1066"/>
                  </a:cubicBezTo>
                  <a:cubicBezTo>
                    <a:pt x="2978" y="678"/>
                    <a:pt x="3722" y="440"/>
                    <a:pt x="4347" y="321"/>
                  </a:cubicBezTo>
                  <a:cubicBezTo>
                    <a:pt x="4794" y="215"/>
                    <a:pt x="5301" y="124"/>
                    <a:pt x="5783" y="124"/>
                  </a:cubicBezTo>
                  <a:cubicBezTo>
                    <a:pt x="5975" y="124"/>
                    <a:pt x="6164" y="138"/>
                    <a:pt x="6342" y="172"/>
                  </a:cubicBezTo>
                  <a:cubicBezTo>
                    <a:pt x="6223" y="53"/>
                    <a:pt x="5955" y="53"/>
                    <a:pt x="5836" y="53"/>
                  </a:cubicBezTo>
                  <a:cubicBezTo>
                    <a:pt x="5667" y="13"/>
                    <a:pt x="5502" y="0"/>
                    <a:pt x="53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7262843" y="3249725"/>
              <a:ext cx="142021" cy="202575"/>
            </a:xfrm>
            <a:custGeom>
              <a:avLst/>
              <a:gdLst/>
              <a:ahLst/>
              <a:cxnLst/>
              <a:rect l="l" t="t" r="r" b="b"/>
              <a:pathLst>
                <a:path w="9290" h="13251" extrusionOk="0">
                  <a:moveTo>
                    <a:pt x="9257" y="205"/>
                  </a:moveTo>
                  <a:cubicBezTo>
                    <a:pt x="9277" y="209"/>
                    <a:pt x="9290" y="209"/>
                    <a:pt x="9290" y="209"/>
                  </a:cubicBezTo>
                  <a:cubicBezTo>
                    <a:pt x="9279" y="208"/>
                    <a:pt x="9268" y="206"/>
                    <a:pt x="9257" y="205"/>
                  </a:cubicBezTo>
                  <a:close/>
                  <a:moveTo>
                    <a:pt x="7444" y="1"/>
                  </a:moveTo>
                  <a:cubicBezTo>
                    <a:pt x="7086" y="1"/>
                    <a:pt x="6744" y="30"/>
                    <a:pt x="6431" y="90"/>
                  </a:cubicBezTo>
                  <a:cubicBezTo>
                    <a:pt x="5330" y="328"/>
                    <a:pt x="4317" y="715"/>
                    <a:pt x="3454" y="1341"/>
                  </a:cubicBezTo>
                  <a:cubicBezTo>
                    <a:pt x="1221" y="2829"/>
                    <a:pt x="0" y="5420"/>
                    <a:pt x="238" y="8040"/>
                  </a:cubicBezTo>
                  <a:cubicBezTo>
                    <a:pt x="357" y="9141"/>
                    <a:pt x="596" y="10154"/>
                    <a:pt x="1102" y="11136"/>
                  </a:cubicBezTo>
                  <a:cubicBezTo>
                    <a:pt x="1489" y="11761"/>
                    <a:pt x="1846" y="12238"/>
                    <a:pt x="2352" y="12744"/>
                  </a:cubicBezTo>
                  <a:cubicBezTo>
                    <a:pt x="2591" y="12863"/>
                    <a:pt x="2710" y="13131"/>
                    <a:pt x="2829" y="13131"/>
                  </a:cubicBezTo>
                  <a:cubicBezTo>
                    <a:pt x="2829" y="13250"/>
                    <a:pt x="2978" y="13250"/>
                    <a:pt x="2978" y="13250"/>
                  </a:cubicBezTo>
                  <a:cubicBezTo>
                    <a:pt x="2352" y="12625"/>
                    <a:pt x="1727" y="11881"/>
                    <a:pt x="1221" y="11017"/>
                  </a:cubicBezTo>
                  <a:cubicBezTo>
                    <a:pt x="864" y="10154"/>
                    <a:pt x="477" y="9022"/>
                    <a:pt x="477" y="8040"/>
                  </a:cubicBezTo>
                  <a:cubicBezTo>
                    <a:pt x="238" y="5420"/>
                    <a:pt x="1340" y="2948"/>
                    <a:pt x="3573" y="1460"/>
                  </a:cubicBezTo>
                  <a:cubicBezTo>
                    <a:pt x="4466" y="953"/>
                    <a:pt x="5330" y="477"/>
                    <a:pt x="6431" y="328"/>
                  </a:cubicBezTo>
                  <a:cubicBezTo>
                    <a:pt x="6937" y="189"/>
                    <a:pt x="7494" y="131"/>
                    <a:pt x="8066" y="131"/>
                  </a:cubicBezTo>
                  <a:cubicBezTo>
                    <a:pt x="8460" y="131"/>
                    <a:pt x="8861" y="158"/>
                    <a:pt x="9257" y="205"/>
                  </a:cubicBezTo>
                  <a:lnTo>
                    <a:pt x="9257" y="205"/>
                  </a:lnTo>
                  <a:cubicBezTo>
                    <a:pt x="9213" y="197"/>
                    <a:pt x="9132" y="171"/>
                    <a:pt x="9051" y="90"/>
                  </a:cubicBezTo>
                  <a:lnTo>
                    <a:pt x="8545" y="90"/>
                  </a:lnTo>
                  <a:cubicBezTo>
                    <a:pt x="8173" y="30"/>
                    <a:pt x="7801" y="1"/>
                    <a:pt x="744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56"/>
          <p:cNvGrpSpPr/>
          <p:nvPr/>
        </p:nvGrpSpPr>
        <p:grpSpPr>
          <a:xfrm>
            <a:off x="1756627" y="1473350"/>
            <a:ext cx="1763595" cy="1236475"/>
            <a:chOff x="1585175" y="1425725"/>
            <a:chExt cx="1763595" cy="1236475"/>
          </a:xfrm>
        </p:grpSpPr>
        <p:sp>
          <p:nvSpPr>
            <p:cNvPr id="2620" name="Google Shape;2620;p56"/>
            <p:cNvSpPr/>
            <p:nvPr/>
          </p:nvSpPr>
          <p:spPr>
            <a:xfrm flipH="1">
              <a:off x="2075250" y="1700325"/>
              <a:ext cx="252550" cy="122425"/>
            </a:xfrm>
            <a:custGeom>
              <a:avLst/>
              <a:gdLst/>
              <a:ahLst/>
              <a:cxnLst/>
              <a:rect l="l" t="t" r="r" b="b"/>
              <a:pathLst>
                <a:path w="10102" h="4897" extrusionOk="0">
                  <a:moveTo>
                    <a:pt x="4204" y="1"/>
                  </a:moveTo>
                  <a:cubicBezTo>
                    <a:pt x="2612" y="1"/>
                    <a:pt x="1064" y="717"/>
                    <a:pt x="0" y="1899"/>
                  </a:cubicBezTo>
                  <a:lnTo>
                    <a:pt x="10101" y="4896"/>
                  </a:lnTo>
                  <a:lnTo>
                    <a:pt x="9592" y="3517"/>
                  </a:lnTo>
                  <a:cubicBezTo>
                    <a:pt x="8842" y="1779"/>
                    <a:pt x="7344" y="520"/>
                    <a:pt x="5605" y="160"/>
                  </a:cubicBezTo>
                  <a:lnTo>
                    <a:pt x="5485" y="160"/>
                  </a:lnTo>
                  <a:cubicBezTo>
                    <a:pt x="5061" y="52"/>
                    <a:pt x="4631" y="1"/>
                    <a:pt x="42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flipH="1">
              <a:off x="2852325" y="2369000"/>
              <a:ext cx="143900" cy="84700"/>
            </a:xfrm>
            <a:custGeom>
              <a:avLst/>
              <a:gdLst/>
              <a:ahLst/>
              <a:cxnLst/>
              <a:rect l="l" t="t" r="r" b="b"/>
              <a:pathLst>
                <a:path w="5756" h="3388" extrusionOk="0">
                  <a:moveTo>
                    <a:pt x="2758" y="0"/>
                  </a:moveTo>
                  <a:lnTo>
                    <a:pt x="360" y="2368"/>
                  </a:lnTo>
                  <a:cubicBezTo>
                    <a:pt x="0" y="2758"/>
                    <a:pt x="240" y="3237"/>
                    <a:pt x="629" y="3387"/>
                  </a:cubicBezTo>
                  <a:cubicBezTo>
                    <a:pt x="749" y="3387"/>
                    <a:pt x="869" y="3387"/>
                    <a:pt x="989" y="3237"/>
                  </a:cubicBezTo>
                  <a:lnTo>
                    <a:pt x="5755" y="750"/>
                  </a:lnTo>
                  <a:lnTo>
                    <a:pt x="27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flipH="1">
              <a:off x="2276075" y="2491150"/>
              <a:ext cx="107950" cy="112975"/>
            </a:xfrm>
            <a:custGeom>
              <a:avLst/>
              <a:gdLst/>
              <a:ahLst/>
              <a:cxnLst/>
              <a:rect l="l" t="t" r="r" b="b"/>
              <a:pathLst>
                <a:path w="4318" h="4519" extrusionOk="0">
                  <a:moveTo>
                    <a:pt x="1" y="0"/>
                  </a:moveTo>
                  <a:lnTo>
                    <a:pt x="3238" y="4346"/>
                  </a:lnTo>
                  <a:cubicBezTo>
                    <a:pt x="3238" y="4346"/>
                    <a:pt x="3358" y="4496"/>
                    <a:pt x="3478" y="4496"/>
                  </a:cubicBezTo>
                  <a:cubicBezTo>
                    <a:pt x="3541" y="4511"/>
                    <a:pt x="3602" y="4518"/>
                    <a:pt x="3660" y="4518"/>
                  </a:cubicBezTo>
                  <a:cubicBezTo>
                    <a:pt x="4068" y="4518"/>
                    <a:pt x="4318" y="4167"/>
                    <a:pt x="4107" y="3747"/>
                  </a:cubicBezTo>
                  <a:lnTo>
                    <a:pt x="2849" y="600"/>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flipH="1">
              <a:off x="1947125" y="1588175"/>
              <a:ext cx="1145775" cy="980925"/>
            </a:xfrm>
            <a:custGeom>
              <a:avLst/>
              <a:gdLst/>
              <a:ahLst/>
              <a:cxnLst/>
              <a:rect l="l" t="t" r="r" b="b"/>
              <a:pathLst>
                <a:path w="45831" h="39237" extrusionOk="0">
                  <a:moveTo>
                    <a:pt x="5126" y="0"/>
                  </a:moveTo>
                  <a:lnTo>
                    <a:pt x="0" y="30874"/>
                  </a:lnTo>
                  <a:lnTo>
                    <a:pt x="37828" y="39236"/>
                  </a:lnTo>
                  <a:lnTo>
                    <a:pt x="45831" y="9742"/>
                  </a:lnTo>
                  <a:lnTo>
                    <a:pt x="51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flipH="1">
              <a:off x="2278325" y="1727925"/>
              <a:ext cx="705175" cy="685925"/>
            </a:xfrm>
            <a:custGeom>
              <a:avLst/>
              <a:gdLst/>
              <a:ahLst/>
              <a:cxnLst/>
              <a:rect l="l" t="t" r="r" b="b"/>
              <a:pathLst>
                <a:path w="28207" h="27437" extrusionOk="0">
                  <a:moveTo>
                    <a:pt x="5270" y="1"/>
                  </a:moveTo>
                  <a:cubicBezTo>
                    <a:pt x="4225" y="1"/>
                    <a:pt x="3328" y="709"/>
                    <a:pt x="3118" y="1784"/>
                  </a:cubicBezTo>
                  <a:lnTo>
                    <a:pt x="120" y="20158"/>
                  </a:lnTo>
                  <a:cubicBezTo>
                    <a:pt x="1" y="21267"/>
                    <a:pt x="600" y="22406"/>
                    <a:pt x="1739" y="22646"/>
                  </a:cubicBezTo>
                  <a:lnTo>
                    <a:pt x="21222" y="27382"/>
                  </a:lnTo>
                  <a:cubicBezTo>
                    <a:pt x="21374" y="27419"/>
                    <a:pt x="21529" y="27437"/>
                    <a:pt x="21684" y="27437"/>
                  </a:cubicBezTo>
                  <a:cubicBezTo>
                    <a:pt x="22657" y="27437"/>
                    <a:pt x="23623" y="26730"/>
                    <a:pt x="23830" y="25643"/>
                  </a:cubicBezTo>
                  <a:lnTo>
                    <a:pt x="27967" y="7029"/>
                  </a:lnTo>
                  <a:cubicBezTo>
                    <a:pt x="28206" y="5800"/>
                    <a:pt x="27457" y="4661"/>
                    <a:pt x="26228" y="4422"/>
                  </a:cubicBezTo>
                  <a:lnTo>
                    <a:pt x="5726" y="45"/>
                  </a:lnTo>
                  <a:cubicBezTo>
                    <a:pt x="5572" y="15"/>
                    <a:pt x="5419" y="1"/>
                    <a:pt x="52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flipH="1">
              <a:off x="2106725" y="2063250"/>
              <a:ext cx="140150" cy="128175"/>
            </a:xfrm>
            <a:custGeom>
              <a:avLst/>
              <a:gdLst/>
              <a:ahLst/>
              <a:cxnLst/>
              <a:rect l="l" t="t" r="r" b="b"/>
              <a:pathLst>
                <a:path w="5606" h="5127" extrusionOk="0">
                  <a:moveTo>
                    <a:pt x="2878" y="1"/>
                  </a:moveTo>
                  <a:cubicBezTo>
                    <a:pt x="1619" y="1"/>
                    <a:pt x="630" y="750"/>
                    <a:pt x="360" y="1979"/>
                  </a:cubicBezTo>
                  <a:cubicBezTo>
                    <a:pt x="0" y="3358"/>
                    <a:pt x="870" y="4737"/>
                    <a:pt x="2248" y="4977"/>
                  </a:cubicBezTo>
                  <a:cubicBezTo>
                    <a:pt x="2488" y="5126"/>
                    <a:pt x="2608" y="5126"/>
                    <a:pt x="2878" y="5126"/>
                  </a:cubicBezTo>
                  <a:cubicBezTo>
                    <a:pt x="3987" y="5126"/>
                    <a:pt x="5126" y="4227"/>
                    <a:pt x="5366" y="3118"/>
                  </a:cubicBezTo>
                  <a:cubicBezTo>
                    <a:pt x="5605" y="1739"/>
                    <a:pt x="4736" y="360"/>
                    <a:pt x="33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flipH="1">
              <a:off x="2137450" y="2090550"/>
              <a:ext cx="77950" cy="72850"/>
            </a:xfrm>
            <a:custGeom>
              <a:avLst/>
              <a:gdLst/>
              <a:ahLst/>
              <a:cxnLst/>
              <a:rect l="l" t="t" r="r" b="b"/>
              <a:pathLst>
                <a:path w="3118" h="2914" extrusionOk="0">
                  <a:moveTo>
                    <a:pt x="1638" y="0"/>
                  </a:moveTo>
                  <a:cubicBezTo>
                    <a:pt x="968" y="0"/>
                    <a:pt x="348" y="481"/>
                    <a:pt x="240" y="1157"/>
                  </a:cubicBezTo>
                  <a:cubicBezTo>
                    <a:pt x="0" y="1906"/>
                    <a:pt x="480" y="2656"/>
                    <a:pt x="1229" y="2895"/>
                  </a:cubicBezTo>
                  <a:cubicBezTo>
                    <a:pt x="1319" y="2908"/>
                    <a:pt x="1407" y="2914"/>
                    <a:pt x="1493" y="2914"/>
                  </a:cubicBezTo>
                  <a:cubicBezTo>
                    <a:pt x="2246" y="2914"/>
                    <a:pt x="2863" y="2459"/>
                    <a:pt x="2998" y="1786"/>
                  </a:cubicBezTo>
                  <a:cubicBezTo>
                    <a:pt x="3117" y="1037"/>
                    <a:pt x="2728" y="288"/>
                    <a:pt x="1859" y="18"/>
                  </a:cubicBezTo>
                  <a:cubicBezTo>
                    <a:pt x="1785" y="6"/>
                    <a:pt x="1711" y="0"/>
                    <a:pt x="16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flipH="1">
              <a:off x="2078250" y="1900650"/>
              <a:ext cx="131175" cy="122175"/>
            </a:xfrm>
            <a:custGeom>
              <a:avLst/>
              <a:gdLst/>
              <a:ahLst/>
              <a:cxnLst/>
              <a:rect l="l" t="t" r="r" b="b"/>
              <a:pathLst>
                <a:path w="5247" h="4887" extrusionOk="0">
                  <a:moveTo>
                    <a:pt x="2609" y="0"/>
                  </a:moveTo>
                  <a:cubicBezTo>
                    <a:pt x="1620" y="0"/>
                    <a:pt x="630" y="750"/>
                    <a:pt x="361" y="1889"/>
                  </a:cubicBezTo>
                  <a:cubicBezTo>
                    <a:pt x="1" y="3238"/>
                    <a:pt x="870" y="4497"/>
                    <a:pt x="2129" y="4736"/>
                  </a:cubicBezTo>
                  <a:cubicBezTo>
                    <a:pt x="2369" y="4886"/>
                    <a:pt x="2489" y="4886"/>
                    <a:pt x="2609" y="4886"/>
                  </a:cubicBezTo>
                  <a:cubicBezTo>
                    <a:pt x="3748" y="4886"/>
                    <a:pt x="4737" y="4137"/>
                    <a:pt x="5007" y="2998"/>
                  </a:cubicBezTo>
                  <a:cubicBezTo>
                    <a:pt x="5246" y="1619"/>
                    <a:pt x="4497" y="390"/>
                    <a:pt x="3238" y="120"/>
                  </a:cubicBezTo>
                  <a:cubicBezTo>
                    <a:pt x="2998" y="0"/>
                    <a:pt x="2878" y="0"/>
                    <a:pt x="26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flipH="1">
              <a:off x="2106725" y="1928325"/>
              <a:ext cx="71225" cy="66575"/>
            </a:xfrm>
            <a:custGeom>
              <a:avLst/>
              <a:gdLst/>
              <a:ahLst/>
              <a:cxnLst/>
              <a:rect l="l" t="t" r="r" b="b"/>
              <a:pathLst>
                <a:path w="2849" h="2663" extrusionOk="0">
                  <a:moveTo>
                    <a:pt x="1421" y="1"/>
                  </a:moveTo>
                  <a:cubicBezTo>
                    <a:pt x="790" y="1"/>
                    <a:pt x="224" y="379"/>
                    <a:pt x="121" y="1022"/>
                  </a:cubicBezTo>
                  <a:cubicBezTo>
                    <a:pt x="1" y="1771"/>
                    <a:pt x="361" y="2520"/>
                    <a:pt x="1110" y="2640"/>
                  </a:cubicBezTo>
                  <a:cubicBezTo>
                    <a:pt x="1205" y="2655"/>
                    <a:pt x="1300" y="2663"/>
                    <a:pt x="1393" y="2663"/>
                  </a:cubicBezTo>
                  <a:cubicBezTo>
                    <a:pt x="2039" y="2663"/>
                    <a:pt x="2624" y="2306"/>
                    <a:pt x="2729" y="1651"/>
                  </a:cubicBezTo>
                  <a:cubicBezTo>
                    <a:pt x="2848" y="902"/>
                    <a:pt x="2489" y="152"/>
                    <a:pt x="1739" y="32"/>
                  </a:cubicBezTo>
                  <a:cubicBezTo>
                    <a:pt x="1633" y="11"/>
                    <a:pt x="1526" y="1"/>
                    <a:pt x="14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flipH="1">
              <a:off x="2150200" y="2253600"/>
              <a:ext cx="115425" cy="40475"/>
            </a:xfrm>
            <a:custGeom>
              <a:avLst/>
              <a:gdLst/>
              <a:ahLst/>
              <a:cxnLst/>
              <a:rect l="l" t="t" r="r" b="b"/>
              <a:pathLst>
                <a:path w="4617" h="1619" extrusionOk="0">
                  <a:moveTo>
                    <a:pt x="361" y="0"/>
                  </a:moveTo>
                  <a:cubicBezTo>
                    <a:pt x="241" y="0"/>
                    <a:pt x="1" y="120"/>
                    <a:pt x="1" y="240"/>
                  </a:cubicBezTo>
                  <a:lnTo>
                    <a:pt x="1" y="360"/>
                  </a:lnTo>
                  <a:cubicBezTo>
                    <a:pt x="1" y="510"/>
                    <a:pt x="121" y="750"/>
                    <a:pt x="241" y="750"/>
                  </a:cubicBezTo>
                  <a:lnTo>
                    <a:pt x="4107" y="1619"/>
                  </a:lnTo>
                  <a:lnTo>
                    <a:pt x="4257" y="1619"/>
                  </a:lnTo>
                  <a:cubicBezTo>
                    <a:pt x="4377" y="1619"/>
                    <a:pt x="4617" y="1499"/>
                    <a:pt x="4617" y="1379"/>
                  </a:cubicBezTo>
                  <a:lnTo>
                    <a:pt x="4617" y="1259"/>
                  </a:lnTo>
                  <a:cubicBezTo>
                    <a:pt x="4617" y="1109"/>
                    <a:pt x="4497" y="869"/>
                    <a:pt x="4377" y="869"/>
                  </a:cubicBezTo>
                  <a:lnTo>
                    <a:pt x="51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flipH="1">
              <a:off x="2159175" y="2297050"/>
              <a:ext cx="119175" cy="44250"/>
            </a:xfrm>
            <a:custGeom>
              <a:avLst/>
              <a:gdLst/>
              <a:ahLst/>
              <a:cxnLst/>
              <a:rect l="l" t="t" r="r" b="b"/>
              <a:pathLst>
                <a:path w="4767" h="1770" extrusionOk="0">
                  <a:moveTo>
                    <a:pt x="510" y="1"/>
                  </a:moveTo>
                  <a:cubicBezTo>
                    <a:pt x="270" y="1"/>
                    <a:pt x="120" y="121"/>
                    <a:pt x="120" y="390"/>
                  </a:cubicBezTo>
                  <a:cubicBezTo>
                    <a:pt x="0" y="630"/>
                    <a:pt x="120" y="750"/>
                    <a:pt x="390" y="870"/>
                  </a:cubicBezTo>
                  <a:lnTo>
                    <a:pt x="4257" y="1769"/>
                  </a:lnTo>
                  <a:lnTo>
                    <a:pt x="4377" y="1769"/>
                  </a:lnTo>
                  <a:cubicBezTo>
                    <a:pt x="4496" y="1769"/>
                    <a:pt x="4616" y="1619"/>
                    <a:pt x="4766" y="1380"/>
                  </a:cubicBezTo>
                  <a:cubicBezTo>
                    <a:pt x="4766" y="1140"/>
                    <a:pt x="4616" y="870"/>
                    <a:pt x="4377" y="870"/>
                  </a:cubicBezTo>
                  <a:lnTo>
                    <a:pt x="5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flipH="1">
              <a:off x="2168925" y="2344275"/>
              <a:ext cx="118425" cy="40475"/>
            </a:xfrm>
            <a:custGeom>
              <a:avLst/>
              <a:gdLst/>
              <a:ahLst/>
              <a:cxnLst/>
              <a:rect l="l" t="t" r="r" b="b"/>
              <a:pathLst>
                <a:path w="4737" h="1619" extrusionOk="0">
                  <a:moveTo>
                    <a:pt x="480" y="0"/>
                  </a:moveTo>
                  <a:cubicBezTo>
                    <a:pt x="240" y="0"/>
                    <a:pt x="121" y="120"/>
                    <a:pt x="121" y="240"/>
                  </a:cubicBezTo>
                  <a:lnTo>
                    <a:pt x="1" y="360"/>
                  </a:lnTo>
                  <a:cubicBezTo>
                    <a:pt x="1" y="480"/>
                    <a:pt x="121" y="749"/>
                    <a:pt x="360" y="749"/>
                  </a:cubicBezTo>
                  <a:lnTo>
                    <a:pt x="4227" y="1619"/>
                  </a:lnTo>
                  <a:cubicBezTo>
                    <a:pt x="4497" y="1619"/>
                    <a:pt x="4617" y="1499"/>
                    <a:pt x="4617" y="1379"/>
                  </a:cubicBezTo>
                  <a:lnTo>
                    <a:pt x="4737" y="1229"/>
                  </a:lnTo>
                  <a:cubicBezTo>
                    <a:pt x="4737" y="1109"/>
                    <a:pt x="4617" y="869"/>
                    <a:pt x="4377" y="869"/>
                  </a:cubicBezTo>
                  <a:lnTo>
                    <a:pt x="48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flipH="1">
              <a:off x="2177925" y="2387725"/>
              <a:ext cx="119175" cy="43500"/>
            </a:xfrm>
            <a:custGeom>
              <a:avLst/>
              <a:gdLst/>
              <a:ahLst/>
              <a:cxnLst/>
              <a:rect l="l" t="t" r="r" b="b"/>
              <a:pathLst>
                <a:path w="4767" h="1740" extrusionOk="0">
                  <a:moveTo>
                    <a:pt x="391" y="1"/>
                  </a:moveTo>
                  <a:cubicBezTo>
                    <a:pt x="271" y="1"/>
                    <a:pt x="121" y="121"/>
                    <a:pt x="1" y="390"/>
                  </a:cubicBezTo>
                  <a:cubicBezTo>
                    <a:pt x="1" y="630"/>
                    <a:pt x="121" y="750"/>
                    <a:pt x="391" y="870"/>
                  </a:cubicBezTo>
                  <a:lnTo>
                    <a:pt x="4257" y="1739"/>
                  </a:lnTo>
                  <a:cubicBezTo>
                    <a:pt x="4497" y="1739"/>
                    <a:pt x="4617" y="1619"/>
                    <a:pt x="4617" y="1379"/>
                  </a:cubicBezTo>
                  <a:cubicBezTo>
                    <a:pt x="4767" y="1140"/>
                    <a:pt x="4617" y="990"/>
                    <a:pt x="4377" y="870"/>
                  </a:cubicBezTo>
                  <a:lnTo>
                    <a:pt x="51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flipH="1">
              <a:off x="1863175" y="1538700"/>
              <a:ext cx="314775" cy="206100"/>
            </a:xfrm>
            <a:custGeom>
              <a:avLst/>
              <a:gdLst/>
              <a:ahLst/>
              <a:cxnLst/>
              <a:rect l="l" t="t" r="r" b="b"/>
              <a:pathLst>
                <a:path w="12591" h="8244" extrusionOk="0">
                  <a:moveTo>
                    <a:pt x="11721" y="1"/>
                  </a:moveTo>
                  <a:lnTo>
                    <a:pt x="1" y="7614"/>
                  </a:lnTo>
                  <a:lnTo>
                    <a:pt x="870" y="8244"/>
                  </a:lnTo>
                  <a:lnTo>
                    <a:pt x="12590" y="121"/>
                  </a:lnTo>
                  <a:lnTo>
                    <a:pt x="1172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flipH="1">
              <a:off x="2184650" y="1448025"/>
              <a:ext cx="209100" cy="305775"/>
            </a:xfrm>
            <a:custGeom>
              <a:avLst/>
              <a:gdLst/>
              <a:ahLst/>
              <a:cxnLst/>
              <a:rect l="l" t="t" r="r" b="b"/>
              <a:pathLst>
                <a:path w="8364" h="12231" extrusionOk="0">
                  <a:moveTo>
                    <a:pt x="0" y="1"/>
                  </a:moveTo>
                  <a:lnTo>
                    <a:pt x="7254" y="12230"/>
                  </a:lnTo>
                  <a:lnTo>
                    <a:pt x="8363" y="12111"/>
                  </a:lnTo>
                  <a:lnTo>
                    <a:pt x="870" y="121"/>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flipH="1">
              <a:off x="1825725" y="1496425"/>
              <a:ext cx="71200" cy="64600"/>
            </a:xfrm>
            <a:custGeom>
              <a:avLst/>
              <a:gdLst/>
              <a:ahLst/>
              <a:cxnLst/>
              <a:rect l="l" t="t" r="r" b="b"/>
              <a:pathLst>
                <a:path w="2848" h="2584" extrusionOk="0">
                  <a:moveTo>
                    <a:pt x="1338" y="0"/>
                  </a:moveTo>
                  <a:cubicBezTo>
                    <a:pt x="774" y="0"/>
                    <a:pt x="338" y="452"/>
                    <a:pt x="240" y="1062"/>
                  </a:cubicBezTo>
                  <a:cubicBezTo>
                    <a:pt x="0" y="1692"/>
                    <a:pt x="480" y="2441"/>
                    <a:pt x="1109" y="2561"/>
                  </a:cubicBezTo>
                  <a:cubicBezTo>
                    <a:pt x="1204" y="2576"/>
                    <a:pt x="1299" y="2584"/>
                    <a:pt x="1392" y="2584"/>
                  </a:cubicBezTo>
                  <a:cubicBezTo>
                    <a:pt x="2038" y="2584"/>
                    <a:pt x="2623" y="2226"/>
                    <a:pt x="2728" y="1572"/>
                  </a:cubicBezTo>
                  <a:cubicBezTo>
                    <a:pt x="2848" y="823"/>
                    <a:pt x="2368" y="193"/>
                    <a:pt x="1739" y="73"/>
                  </a:cubicBezTo>
                  <a:cubicBezTo>
                    <a:pt x="1600" y="23"/>
                    <a:pt x="1466" y="0"/>
                    <a:pt x="13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flipH="1">
              <a:off x="2356250" y="1425725"/>
              <a:ext cx="50250" cy="47075"/>
            </a:xfrm>
            <a:custGeom>
              <a:avLst/>
              <a:gdLst/>
              <a:ahLst/>
              <a:cxnLst/>
              <a:rect l="l" t="t" r="r" b="b"/>
              <a:pathLst>
                <a:path w="2010" h="1883" extrusionOk="0">
                  <a:moveTo>
                    <a:pt x="1062" y="0"/>
                  </a:moveTo>
                  <a:cubicBezTo>
                    <a:pt x="631" y="0"/>
                    <a:pt x="255" y="330"/>
                    <a:pt x="151" y="773"/>
                  </a:cubicBezTo>
                  <a:cubicBezTo>
                    <a:pt x="1" y="1253"/>
                    <a:pt x="271" y="1762"/>
                    <a:pt x="750" y="1882"/>
                  </a:cubicBezTo>
                  <a:cubicBezTo>
                    <a:pt x="1260" y="1882"/>
                    <a:pt x="1769" y="1642"/>
                    <a:pt x="1889" y="1133"/>
                  </a:cubicBezTo>
                  <a:cubicBezTo>
                    <a:pt x="2009" y="653"/>
                    <a:pt x="1769" y="144"/>
                    <a:pt x="1260" y="24"/>
                  </a:cubicBezTo>
                  <a:cubicBezTo>
                    <a:pt x="1193" y="8"/>
                    <a:pt x="1127"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flipH="1">
              <a:off x="2543600" y="1772500"/>
              <a:ext cx="433900" cy="452650"/>
            </a:xfrm>
            <a:custGeom>
              <a:avLst/>
              <a:gdLst/>
              <a:ahLst/>
              <a:cxnLst/>
              <a:rect l="l" t="t" r="r" b="b"/>
              <a:pathLst>
                <a:path w="17356" h="18106" extrusionOk="0">
                  <a:moveTo>
                    <a:pt x="13729" y="1"/>
                  </a:moveTo>
                  <a:lnTo>
                    <a:pt x="870" y="12620"/>
                  </a:lnTo>
                  <a:lnTo>
                    <a:pt x="0" y="18105"/>
                  </a:lnTo>
                  <a:lnTo>
                    <a:pt x="17355" y="750"/>
                  </a:lnTo>
                  <a:lnTo>
                    <a:pt x="1372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flipH="1">
              <a:off x="2346525" y="1809975"/>
              <a:ext cx="509575" cy="553050"/>
            </a:xfrm>
            <a:custGeom>
              <a:avLst/>
              <a:gdLst/>
              <a:ahLst/>
              <a:cxnLst/>
              <a:rect l="l" t="t" r="r" b="b"/>
              <a:pathLst>
                <a:path w="20383" h="22122" extrusionOk="0">
                  <a:moveTo>
                    <a:pt x="16486" y="0"/>
                  </a:moveTo>
                  <a:lnTo>
                    <a:pt x="0" y="20233"/>
                  </a:lnTo>
                  <a:lnTo>
                    <a:pt x="8123" y="22121"/>
                  </a:lnTo>
                  <a:lnTo>
                    <a:pt x="20383" y="870"/>
                  </a:lnTo>
                  <a:lnTo>
                    <a:pt x="164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flipH="1">
              <a:off x="2546600" y="1897650"/>
              <a:ext cx="134150" cy="360150"/>
            </a:xfrm>
            <a:custGeom>
              <a:avLst/>
              <a:gdLst/>
              <a:ahLst/>
              <a:cxnLst/>
              <a:rect l="l" t="t" r="r" b="b"/>
              <a:pathLst>
                <a:path w="5366" h="14406" extrusionOk="0">
                  <a:moveTo>
                    <a:pt x="1619" y="0"/>
                  </a:moveTo>
                  <a:lnTo>
                    <a:pt x="1379" y="8483"/>
                  </a:lnTo>
                  <a:lnTo>
                    <a:pt x="3627" y="8753"/>
                  </a:lnTo>
                  <a:lnTo>
                    <a:pt x="5366" y="870"/>
                  </a:lnTo>
                  <a:lnTo>
                    <a:pt x="1619" y="0"/>
                  </a:lnTo>
                  <a:close/>
                  <a:moveTo>
                    <a:pt x="1379" y="10611"/>
                  </a:moveTo>
                  <a:cubicBezTo>
                    <a:pt x="1109" y="10731"/>
                    <a:pt x="750" y="11001"/>
                    <a:pt x="480" y="11241"/>
                  </a:cubicBezTo>
                  <a:cubicBezTo>
                    <a:pt x="240" y="11481"/>
                    <a:pt x="120" y="11750"/>
                    <a:pt x="0" y="12110"/>
                  </a:cubicBezTo>
                  <a:cubicBezTo>
                    <a:pt x="0" y="12620"/>
                    <a:pt x="0" y="13099"/>
                    <a:pt x="240" y="13489"/>
                  </a:cubicBezTo>
                  <a:cubicBezTo>
                    <a:pt x="630" y="13998"/>
                    <a:pt x="989" y="14238"/>
                    <a:pt x="1499" y="14358"/>
                  </a:cubicBezTo>
                  <a:cubicBezTo>
                    <a:pt x="1668" y="14390"/>
                    <a:pt x="1817" y="14405"/>
                    <a:pt x="1955" y="14405"/>
                  </a:cubicBezTo>
                  <a:cubicBezTo>
                    <a:pt x="2332" y="14405"/>
                    <a:pt x="2625" y="14294"/>
                    <a:pt x="2998" y="14118"/>
                  </a:cubicBezTo>
                  <a:cubicBezTo>
                    <a:pt x="3357" y="13849"/>
                    <a:pt x="3747" y="13369"/>
                    <a:pt x="3867" y="12859"/>
                  </a:cubicBezTo>
                  <a:cubicBezTo>
                    <a:pt x="3987" y="12230"/>
                    <a:pt x="3867" y="11870"/>
                    <a:pt x="3627" y="11361"/>
                  </a:cubicBezTo>
                  <a:cubicBezTo>
                    <a:pt x="3357" y="11001"/>
                    <a:pt x="2998" y="10731"/>
                    <a:pt x="2488" y="106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flipH="1">
              <a:off x="1759775" y="1641375"/>
              <a:ext cx="134150" cy="115425"/>
            </a:xfrm>
            <a:custGeom>
              <a:avLst/>
              <a:gdLst/>
              <a:ahLst/>
              <a:cxnLst/>
              <a:rect l="l" t="t" r="r" b="b"/>
              <a:pathLst>
                <a:path w="5366" h="4617" extrusionOk="0">
                  <a:moveTo>
                    <a:pt x="2248" y="0"/>
                  </a:moveTo>
                  <a:lnTo>
                    <a:pt x="0" y="4017"/>
                  </a:lnTo>
                  <a:lnTo>
                    <a:pt x="1109" y="4616"/>
                  </a:lnTo>
                  <a:lnTo>
                    <a:pt x="5366" y="270"/>
                  </a:lnTo>
                  <a:lnTo>
                    <a:pt x="22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flipH="1">
              <a:off x="1585175" y="1732050"/>
              <a:ext cx="281025" cy="118425"/>
            </a:xfrm>
            <a:custGeom>
              <a:avLst/>
              <a:gdLst/>
              <a:ahLst/>
              <a:cxnLst/>
              <a:rect l="l" t="t" r="r" b="b"/>
              <a:pathLst>
                <a:path w="11241" h="4737" extrusionOk="0">
                  <a:moveTo>
                    <a:pt x="10611" y="0"/>
                  </a:moveTo>
                  <a:lnTo>
                    <a:pt x="0" y="2878"/>
                  </a:lnTo>
                  <a:lnTo>
                    <a:pt x="0" y="4137"/>
                  </a:lnTo>
                  <a:lnTo>
                    <a:pt x="11241" y="4736"/>
                  </a:lnTo>
                  <a:lnTo>
                    <a:pt x="11241" y="4736"/>
                  </a:lnTo>
                  <a:lnTo>
                    <a:pt x="106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flipH="1">
              <a:off x="1631625" y="1869175"/>
              <a:ext cx="262300" cy="112425"/>
            </a:xfrm>
            <a:custGeom>
              <a:avLst/>
              <a:gdLst/>
              <a:ahLst/>
              <a:cxnLst/>
              <a:rect l="l" t="t" r="r" b="b"/>
              <a:pathLst>
                <a:path w="10492" h="4497" extrusionOk="0">
                  <a:moveTo>
                    <a:pt x="1109" y="0"/>
                  </a:moveTo>
                  <a:lnTo>
                    <a:pt x="0" y="900"/>
                  </a:lnTo>
                  <a:lnTo>
                    <a:pt x="7973" y="4497"/>
                  </a:lnTo>
                  <a:lnTo>
                    <a:pt x="10491" y="3388"/>
                  </a:lnTo>
                  <a:lnTo>
                    <a:pt x="11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flipH="1">
              <a:off x="2000325" y="1825700"/>
              <a:ext cx="165625" cy="272050"/>
            </a:xfrm>
            <a:custGeom>
              <a:avLst/>
              <a:gdLst/>
              <a:ahLst/>
              <a:cxnLst/>
              <a:rect l="l" t="t" r="r" b="b"/>
              <a:pathLst>
                <a:path w="6625" h="10882" extrusionOk="0">
                  <a:moveTo>
                    <a:pt x="0" y="1"/>
                  </a:moveTo>
                  <a:lnTo>
                    <a:pt x="4886" y="2639"/>
                  </a:lnTo>
                  <a:lnTo>
                    <a:pt x="4257" y="10882"/>
                  </a:lnTo>
                  <a:lnTo>
                    <a:pt x="6625" y="1500"/>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1947125" y="2607100"/>
              <a:ext cx="1401645" cy="55100"/>
            </a:xfrm>
            <a:custGeom>
              <a:avLst/>
              <a:gdLst/>
              <a:ahLst/>
              <a:cxnLst/>
              <a:rect l="l" t="t" r="r" b="b"/>
              <a:pathLst>
                <a:path w="186327" h="239" extrusionOk="0">
                  <a:moveTo>
                    <a:pt x="93163" y="0"/>
                  </a:moveTo>
                  <a:cubicBezTo>
                    <a:pt x="41684" y="0"/>
                    <a:pt x="0" y="0"/>
                    <a:pt x="0" y="119"/>
                  </a:cubicBezTo>
                  <a:cubicBezTo>
                    <a:pt x="0" y="119"/>
                    <a:pt x="41684" y="238"/>
                    <a:pt x="93163" y="238"/>
                  </a:cubicBezTo>
                  <a:cubicBezTo>
                    <a:pt x="144642" y="238"/>
                    <a:pt x="186326" y="119"/>
                    <a:pt x="186326" y="119"/>
                  </a:cubicBezTo>
                  <a:cubicBezTo>
                    <a:pt x="186326" y="0"/>
                    <a:pt x="144642" y="0"/>
                    <a:pt x="93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648"/>
        <p:cNvGrpSpPr/>
        <p:nvPr/>
      </p:nvGrpSpPr>
      <p:grpSpPr>
        <a:xfrm>
          <a:off x="0" y="0"/>
          <a:ext cx="0" cy="0"/>
          <a:chOff x="0" y="0"/>
          <a:chExt cx="0" cy="0"/>
        </a:xfrm>
      </p:grpSpPr>
      <p:sp>
        <p:nvSpPr>
          <p:cNvPr id="2649" name="Google Shape;2649;p57"/>
          <p:cNvSpPr txBox="1">
            <a:spLocks noGrp="1"/>
          </p:cNvSpPr>
          <p:nvPr>
            <p:ph type="title"/>
          </p:nvPr>
        </p:nvSpPr>
        <p:spPr>
          <a:xfrm>
            <a:off x="1776450" y="1106125"/>
            <a:ext cx="55911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$60,000</a:t>
            </a:r>
            <a:endParaRPr/>
          </a:p>
        </p:txBody>
      </p:sp>
      <p:sp>
        <p:nvSpPr>
          <p:cNvPr id="2650" name="Google Shape;2650;p57"/>
          <p:cNvSpPr txBox="1">
            <a:spLocks noGrp="1"/>
          </p:cNvSpPr>
          <p:nvPr>
            <p:ph type="body" idx="1"/>
          </p:nvPr>
        </p:nvSpPr>
        <p:spPr>
          <a:xfrm>
            <a:off x="1807800" y="3152225"/>
            <a:ext cx="5528400" cy="1300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This is the total budget for the project</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3114"/>
        <p:cNvGrpSpPr/>
        <p:nvPr/>
      </p:nvGrpSpPr>
      <p:grpSpPr>
        <a:xfrm>
          <a:off x="0" y="0"/>
          <a:ext cx="0" cy="0"/>
          <a:chOff x="0" y="0"/>
          <a:chExt cx="0" cy="0"/>
        </a:xfrm>
      </p:grpSpPr>
      <p:sp>
        <p:nvSpPr>
          <p:cNvPr id="3115" name="Google Shape;3115;p63"/>
          <p:cNvSpPr txBox="1">
            <a:spLocks noGrp="1"/>
          </p:cNvSpPr>
          <p:nvPr>
            <p:ph type="title"/>
          </p:nvPr>
        </p:nvSpPr>
        <p:spPr>
          <a:xfrm>
            <a:off x="2702550" y="1141432"/>
            <a:ext cx="37389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3116" name="Google Shape;3116;p63"/>
          <p:cNvSpPr txBox="1">
            <a:spLocks noGrp="1"/>
          </p:cNvSpPr>
          <p:nvPr>
            <p:ph type="subTitle" idx="1"/>
          </p:nvPr>
        </p:nvSpPr>
        <p:spPr>
          <a:xfrm>
            <a:off x="2784150" y="1954649"/>
            <a:ext cx="3575700" cy="91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have any questions?</a:t>
            </a:r>
            <a:endParaRPr/>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+91 620 421 838</a:t>
            </a:r>
            <a:endParaRPr/>
          </a:p>
          <a:p>
            <a:pPr marL="0" lvl="0" indent="0" algn="ctr" rtl="0">
              <a:spcBef>
                <a:spcPts val="0"/>
              </a:spcBef>
              <a:spcAft>
                <a:spcPts val="0"/>
              </a:spcAft>
              <a:buNone/>
            </a:pPr>
            <a:r>
              <a:rPr lang="en"/>
              <a:t>yourcompany.com</a:t>
            </a:r>
            <a:endParaRPr/>
          </a:p>
        </p:txBody>
      </p:sp>
      <p:sp>
        <p:nvSpPr>
          <p:cNvPr id="3117" name="Google Shape;3117;p63"/>
          <p:cNvSpPr txBox="1"/>
          <p:nvPr/>
        </p:nvSpPr>
        <p:spPr>
          <a:xfrm>
            <a:off x="2848350" y="4343075"/>
            <a:ext cx="3447300" cy="3570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100">
                <a:solidFill>
                  <a:schemeClr val="lt2"/>
                </a:solidFill>
                <a:latin typeface="Spartan"/>
                <a:ea typeface="Spartan"/>
                <a:cs typeface="Spartan"/>
                <a:sym typeface="Spartan"/>
              </a:rPr>
              <a:t>Please keep this slide for attribution</a:t>
            </a:r>
            <a:endParaRPr sz="1100">
              <a:solidFill>
                <a:schemeClr val="lt2"/>
              </a:solidFill>
              <a:latin typeface="Spartan"/>
              <a:ea typeface="Spartan"/>
              <a:cs typeface="Spartan"/>
              <a:sym typeface="Spartan"/>
            </a:endParaRPr>
          </a:p>
        </p:txBody>
      </p:sp>
      <p:grpSp>
        <p:nvGrpSpPr>
          <p:cNvPr id="3118" name="Google Shape;3118;p63"/>
          <p:cNvGrpSpPr/>
          <p:nvPr/>
        </p:nvGrpSpPr>
        <p:grpSpPr>
          <a:xfrm>
            <a:off x="3886990" y="3290754"/>
            <a:ext cx="363066" cy="357008"/>
            <a:chOff x="2866317" y="3817357"/>
            <a:chExt cx="362920" cy="356865"/>
          </a:xfrm>
        </p:grpSpPr>
        <p:sp>
          <p:nvSpPr>
            <p:cNvPr id="3119" name="Google Shape;3119;p63"/>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3"/>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3"/>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2" name="Google Shape;3122;p63"/>
          <p:cNvGrpSpPr/>
          <p:nvPr/>
        </p:nvGrpSpPr>
        <p:grpSpPr>
          <a:xfrm>
            <a:off x="4390271" y="3290754"/>
            <a:ext cx="363066" cy="357008"/>
            <a:chOff x="3314750" y="3817357"/>
            <a:chExt cx="362920" cy="356865"/>
          </a:xfrm>
        </p:grpSpPr>
        <p:sp>
          <p:nvSpPr>
            <p:cNvPr id="3123" name="Google Shape;3123;p63"/>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3"/>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3"/>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3"/>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3"/>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8" name="Google Shape;3128;p63"/>
          <p:cNvGrpSpPr/>
          <p:nvPr/>
        </p:nvGrpSpPr>
        <p:grpSpPr>
          <a:xfrm>
            <a:off x="4893551" y="3290901"/>
            <a:ext cx="363459" cy="356719"/>
            <a:chOff x="3763184" y="3817357"/>
            <a:chExt cx="363314" cy="356576"/>
          </a:xfrm>
        </p:grpSpPr>
        <p:sp>
          <p:nvSpPr>
            <p:cNvPr id="3129" name="Google Shape;3129;p63"/>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3"/>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FF0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3"/>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3"/>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3"/>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137"/>
        <p:cNvGrpSpPr/>
        <p:nvPr/>
      </p:nvGrpSpPr>
      <p:grpSpPr>
        <a:xfrm>
          <a:off x="0" y="0"/>
          <a:ext cx="0" cy="0"/>
          <a:chOff x="0" y="0"/>
          <a:chExt cx="0" cy="0"/>
        </a:xfrm>
      </p:grpSpPr>
      <p:sp>
        <p:nvSpPr>
          <p:cNvPr id="3138" name="Google Shape;3138;p64"/>
          <p:cNvSpPr/>
          <p:nvPr/>
        </p:nvSpPr>
        <p:spPr>
          <a:xfrm>
            <a:off x="171825" y="4585075"/>
            <a:ext cx="2333582" cy="24925"/>
          </a:xfrm>
          <a:custGeom>
            <a:avLst/>
            <a:gdLst/>
            <a:ahLst/>
            <a:cxnLst/>
            <a:rect l="l" t="t" r="r" b="b"/>
            <a:pathLst>
              <a:path w="204790" h="217" extrusionOk="0">
                <a:moveTo>
                  <a:pt x="102436" y="0"/>
                </a:moveTo>
                <a:cubicBezTo>
                  <a:pt x="45876" y="0"/>
                  <a:pt x="1" y="0"/>
                  <a:pt x="1" y="108"/>
                </a:cubicBezTo>
                <a:cubicBezTo>
                  <a:pt x="1" y="108"/>
                  <a:pt x="45876" y="217"/>
                  <a:pt x="102436" y="217"/>
                </a:cubicBezTo>
                <a:cubicBezTo>
                  <a:pt x="159023" y="217"/>
                  <a:pt x="204790" y="108"/>
                  <a:pt x="204790" y="108"/>
                </a:cubicBezTo>
                <a:cubicBezTo>
                  <a:pt x="204790" y="0"/>
                  <a:pt x="159023" y="0"/>
                  <a:pt x="102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4"/>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3140" name="Google Shape;3140;p64"/>
          <p:cNvGrpSpPr/>
          <p:nvPr/>
        </p:nvGrpSpPr>
        <p:grpSpPr>
          <a:xfrm>
            <a:off x="490409" y="2031183"/>
            <a:ext cx="2156549" cy="2598258"/>
            <a:chOff x="1107278" y="1824890"/>
            <a:chExt cx="2256276" cy="2718412"/>
          </a:xfrm>
        </p:grpSpPr>
        <p:sp>
          <p:nvSpPr>
            <p:cNvPr id="3141" name="Google Shape;3141;p64"/>
            <p:cNvSpPr/>
            <p:nvPr/>
          </p:nvSpPr>
          <p:spPr>
            <a:xfrm>
              <a:off x="1575098" y="2193614"/>
              <a:ext cx="74132" cy="60144"/>
            </a:xfrm>
            <a:custGeom>
              <a:avLst/>
              <a:gdLst/>
              <a:ahLst/>
              <a:cxnLst/>
              <a:rect l="l" t="t" r="r" b="b"/>
              <a:pathLst>
                <a:path w="5469" h="4437" extrusionOk="0">
                  <a:moveTo>
                    <a:pt x="5468" y="4437"/>
                  </a:move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4"/>
            <p:cNvSpPr/>
            <p:nvPr/>
          </p:nvSpPr>
          <p:spPr>
            <a:xfrm>
              <a:off x="2285712" y="2217445"/>
              <a:ext cx="49178" cy="59764"/>
            </a:xfrm>
            <a:custGeom>
              <a:avLst/>
              <a:gdLst/>
              <a:ahLst/>
              <a:cxnLst/>
              <a:rect l="l" t="t" r="r" b="b"/>
              <a:pathLst>
                <a:path w="3628" h="4409" extrusionOk="0">
                  <a:moveTo>
                    <a:pt x="3627" y="1"/>
                  </a:moveTo>
                  <a:lnTo>
                    <a:pt x="3627" y="1"/>
                  </a:lnTo>
                  <a:cubicBezTo>
                    <a:pt x="3376" y="112"/>
                    <a:pt x="3265" y="335"/>
                    <a:pt x="3041" y="586"/>
                  </a:cubicBezTo>
                  <a:lnTo>
                    <a:pt x="1758" y="2093"/>
                  </a:lnTo>
                  <a:lnTo>
                    <a:pt x="475" y="3711"/>
                  </a:lnTo>
                  <a:cubicBezTo>
                    <a:pt x="363" y="3934"/>
                    <a:pt x="140" y="4074"/>
                    <a:pt x="0" y="4409"/>
                  </a:cubicBezTo>
                  <a:cubicBezTo>
                    <a:pt x="252" y="4185"/>
                    <a:pt x="363" y="3934"/>
                    <a:pt x="586" y="3711"/>
                  </a:cubicBezTo>
                  <a:cubicBezTo>
                    <a:pt x="949" y="3376"/>
                    <a:pt x="1395" y="2790"/>
                    <a:pt x="1870" y="2205"/>
                  </a:cubicBezTo>
                  <a:cubicBezTo>
                    <a:pt x="2456" y="1619"/>
                    <a:pt x="2790" y="1033"/>
                    <a:pt x="3153" y="698"/>
                  </a:cubicBezTo>
                  <a:cubicBezTo>
                    <a:pt x="3376" y="447"/>
                    <a:pt x="3488" y="224"/>
                    <a:pt x="3627"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4"/>
            <p:cNvSpPr/>
            <p:nvPr/>
          </p:nvSpPr>
          <p:spPr>
            <a:xfrm>
              <a:off x="2284194" y="1963685"/>
              <a:ext cx="82076" cy="47280"/>
            </a:xfrm>
            <a:custGeom>
              <a:avLst/>
              <a:gdLst/>
              <a:ahLst/>
              <a:cxnLst/>
              <a:rect l="l" t="t" r="r" b="b"/>
              <a:pathLst>
                <a:path w="6055" h="3488" extrusionOk="0">
                  <a:moveTo>
                    <a:pt x="6055" y="0"/>
                  </a:moveTo>
                  <a:lnTo>
                    <a:pt x="6055" y="0"/>
                  </a:lnTo>
                  <a:cubicBezTo>
                    <a:pt x="4995" y="475"/>
                    <a:pt x="3963" y="921"/>
                    <a:pt x="3042" y="1618"/>
                  </a:cubicBezTo>
                  <a:cubicBezTo>
                    <a:pt x="1982" y="2093"/>
                    <a:pt x="949" y="2790"/>
                    <a:pt x="1" y="3488"/>
                  </a:cubicBezTo>
                  <a:cubicBezTo>
                    <a:pt x="1061" y="3013"/>
                    <a:pt x="2093" y="2428"/>
                    <a:pt x="3153" y="1870"/>
                  </a:cubicBezTo>
                  <a:cubicBezTo>
                    <a:pt x="4074" y="1284"/>
                    <a:pt x="5134" y="586"/>
                    <a:pt x="605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4"/>
            <p:cNvSpPr/>
            <p:nvPr/>
          </p:nvSpPr>
          <p:spPr>
            <a:xfrm>
              <a:off x="2202508" y="1856650"/>
              <a:ext cx="62787" cy="111585"/>
            </a:xfrm>
            <a:custGeom>
              <a:avLst/>
              <a:gdLst/>
              <a:ahLst/>
              <a:cxnLst/>
              <a:rect l="l" t="t" r="r" b="b"/>
              <a:pathLst>
                <a:path w="4632" h="8232" extrusionOk="0">
                  <a:moveTo>
                    <a:pt x="4632" y="1"/>
                  </a:moveTo>
                  <a:lnTo>
                    <a:pt x="4632" y="1"/>
                  </a:lnTo>
                  <a:cubicBezTo>
                    <a:pt x="3711" y="1396"/>
                    <a:pt x="2902" y="2651"/>
                    <a:pt x="2205" y="4046"/>
                  </a:cubicBezTo>
                  <a:cubicBezTo>
                    <a:pt x="921" y="6390"/>
                    <a:pt x="1" y="8231"/>
                    <a:pt x="1" y="8231"/>
                  </a:cubicBezTo>
                  <a:cubicBezTo>
                    <a:pt x="921" y="6976"/>
                    <a:pt x="1730" y="5581"/>
                    <a:pt x="2428" y="4186"/>
                  </a:cubicBezTo>
                  <a:cubicBezTo>
                    <a:pt x="3237" y="2902"/>
                    <a:pt x="3934" y="1507"/>
                    <a:pt x="463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4"/>
            <p:cNvSpPr/>
            <p:nvPr/>
          </p:nvSpPr>
          <p:spPr>
            <a:xfrm>
              <a:off x="2131408" y="1824890"/>
              <a:ext cx="4934" cy="119894"/>
            </a:xfrm>
            <a:custGeom>
              <a:avLst/>
              <a:gdLst/>
              <a:ahLst/>
              <a:cxnLst/>
              <a:rect l="l" t="t" r="r" b="b"/>
              <a:pathLst>
                <a:path w="364" h="8845" extrusionOk="0">
                  <a:moveTo>
                    <a:pt x="363" y="0"/>
                  </a:moveTo>
                  <a:cubicBezTo>
                    <a:pt x="112" y="1395"/>
                    <a:pt x="112" y="2902"/>
                    <a:pt x="1" y="4436"/>
                  </a:cubicBezTo>
                  <a:lnTo>
                    <a:pt x="1" y="8844"/>
                  </a:lnTo>
                  <a:cubicBezTo>
                    <a:pt x="224" y="7449"/>
                    <a:pt x="363" y="5943"/>
                    <a:pt x="363" y="4436"/>
                  </a:cubicBezTo>
                  <a:lnTo>
                    <a:pt x="363"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4"/>
            <p:cNvSpPr/>
            <p:nvPr/>
          </p:nvSpPr>
          <p:spPr>
            <a:xfrm>
              <a:off x="1975599" y="1903932"/>
              <a:ext cx="58246" cy="51821"/>
            </a:xfrm>
            <a:custGeom>
              <a:avLst/>
              <a:gdLst/>
              <a:ahLst/>
              <a:cxnLst/>
              <a:rect l="l" t="t" r="r" b="b"/>
              <a:pathLst>
                <a:path w="4297" h="3823" extrusionOk="0">
                  <a:moveTo>
                    <a:pt x="0" y="0"/>
                  </a:moveTo>
                  <a:cubicBezTo>
                    <a:pt x="698" y="698"/>
                    <a:pt x="1395" y="1395"/>
                    <a:pt x="2093" y="1953"/>
                  </a:cubicBezTo>
                  <a:cubicBezTo>
                    <a:pt x="2790" y="2651"/>
                    <a:pt x="3488" y="3237"/>
                    <a:pt x="4297" y="3822"/>
                  </a:cubicBezTo>
                  <a:cubicBezTo>
                    <a:pt x="3599" y="3125"/>
                    <a:pt x="3013" y="2427"/>
                    <a:pt x="2204" y="1842"/>
                  </a:cubicBezTo>
                  <a:cubicBezTo>
                    <a:pt x="1507" y="1144"/>
                    <a:pt x="809" y="558"/>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4"/>
            <p:cNvSpPr/>
            <p:nvPr/>
          </p:nvSpPr>
          <p:spPr>
            <a:xfrm>
              <a:off x="1895038" y="1985496"/>
              <a:ext cx="71110" cy="37954"/>
            </a:xfrm>
            <a:custGeom>
              <a:avLst/>
              <a:gdLst/>
              <a:ahLst/>
              <a:cxnLst/>
              <a:rect l="l" t="t" r="r" b="b"/>
              <a:pathLst>
                <a:path w="5246" h="2800" extrusionOk="0">
                  <a:moveTo>
                    <a:pt x="11" y="0"/>
                  </a:moveTo>
                  <a:cubicBezTo>
                    <a:pt x="4" y="0"/>
                    <a:pt x="1" y="3"/>
                    <a:pt x="1" y="9"/>
                  </a:cubicBezTo>
                  <a:cubicBezTo>
                    <a:pt x="112" y="261"/>
                    <a:pt x="363" y="484"/>
                    <a:pt x="587" y="595"/>
                  </a:cubicBezTo>
                  <a:cubicBezTo>
                    <a:pt x="1173" y="1070"/>
                    <a:pt x="1758" y="1516"/>
                    <a:pt x="2316" y="1879"/>
                  </a:cubicBezTo>
                  <a:cubicBezTo>
                    <a:pt x="3014" y="2213"/>
                    <a:pt x="3600" y="2465"/>
                    <a:pt x="4297" y="2688"/>
                  </a:cubicBezTo>
                  <a:cubicBezTo>
                    <a:pt x="4660" y="2688"/>
                    <a:pt x="4883" y="2799"/>
                    <a:pt x="5246" y="2799"/>
                  </a:cubicBezTo>
                  <a:cubicBezTo>
                    <a:pt x="5246" y="2688"/>
                    <a:pt x="3962" y="2353"/>
                    <a:pt x="2456" y="1655"/>
                  </a:cubicBezTo>
                  <a:cubicBezTo>
                    <a:pt x="1139" y="865"/>
                    <a:pt x="120" y="0"/>
                    <a:pt x="1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4"/>
            <p:cNvSpPr/>
            <p:nvPr/>
          </p:nvSpPr>
          <p:spPr>
            <a:xfrm>
              <a:off x="3180887" y="3216244"/>
              <a:ext cx="182667" cy="224403"/>
            </a:xfrm>
            <a:custGeom>
              <a:avLst/>
              <a:gdLst/>
              <a:ahLst/>
              <a:cxnLst/>
              <a:rect l="l" t="t" r="r" b="b"/>
              <a:pathLst>
                <a:path w="13476" h="16555" extrusionOk="0">
                  <a:moveTo>
                    <a:pt x="3600" y="0"/>
                  </a:moveTo>
                  <a:lnTo>
                    <a:pt x="1" y="5831"/>
                  </a:lnTo>
                  <a:lnTo>
                    <a:pt x="3488" y="9207"/>
                  </a:lnTo>
                  <a:cubicBezTo>
                    <a:pt x="3488" y="9207"/>
                    <a:pt x="4883" y="13029"/>
                    <a:pt x="5469" y="14089"/>
                  </a:cubicBezTo>
                  <a:cubicBezTo>
                    <a:pt x="6339" y="15643"/>
                    <a:pt x="6624" y="16043"/>
                    <a:pt x="6805" y="16043"/>
                  </a:cubicBezTo>
                  <a:cubicBezTo>
                    <a:pt x="6868" y="16043"/>
                    <a:pt x="6918" y="15995"/>
                    <a:pt x="6975" y="15930"/>
                  </a:cubicBezTo>
                  <a:cubicBezTo>
                    <a:pt x="7640" y="15505"/>
                    <a:pt x="5341" y="12420"/>
                    <a:pt x="5943" y="12420"/>
                  </a:cubicBezTo>
                  <a:cubicBezTo>
                    <a:pt x="5973" y="12420"/>
                    <a:pt x="6010" y="12427"/>
                    <a:pt x="6055" y="12443"/>
                  </a:cubicBezTo>
                  <a:cubicBezTo>
                    <a:pt x="6925" y="12891"/>
                    <a:pt x="8418" y="16555"/>
                    <a:pt x="9168" y="16555"/>
                  </a:cubicBezTo>
                  <a:cubicBezTo>
                    <a:pt x="9212" y="16555"/>
                    <a:pt x="9253" y="16542"/>
                    <a:pt x="9291" y="16516"/>
                  </a:cubicBezTo>
                  <a:cubicBezTo>
                    <a:pt x="10128" y="15819"/>
                    <a:pt x="7450" y="12331"/>
                    <a:pt x="7198" y="11997"/>
                  </a:cubicBezTo>
                  <a:cubicBezTo>
                    <a:pt x="7027" y="11803"/>
                    <a:pt x="7268" y="11561"/>
                    <a:pt x="7490" y="11561"/>
                  </a:cubicBezTo>
                  <a:cubicBezTo>
                    <a:pt x="7556" y="11561"/>
                    <a:pt x="7621" y="11583"/>
                    <a:pt x="7673" y="11634"/>
                  </a:cubicBezTo>
                  <a:cubicBezTo>
                    <a:pt x="7882" y="12078"/>
                    <a:pt x="10146" y="15874"/>
                    <a:pt x="11097" y="15874"/>
                  </a:cubicBezTo>
                  <a:cubicBezTo>
                    <a:pt x="11162" y="15874"/>
                    <a:pt x="11220" y="15856"/>
                    <a:pt x="11272" y="15819"/>
                  </a:cubicBezTo>
                  <a:cubicBezTo>
                    <a:pt x="11746" y="15345"/>
                    <a:pt x="11049" y="14647"/>
                    <a:pt x="11049" y="14647"/>
                  </a:cubicBezTo>
                  <a:cubicBezTo>
                    <a:pt x="11049" y="14647"/>
                    <a:pt x="8259" y="10825"/>
                    <a:pt x="8593" y="10462"/>
                  </a:cubicBezTo>
                  <a:cubicBezTo>
                    <a:pt x="8625" y="10440"/>
                    <a:pt x="8662" y="10429"/>
                    <a:pt x="8703" y="10429"/>
                  </a:cubicBezTo>
                  <a:cubicBezTo>
                    <a:pt x="9279" y="10429"/>
                    <a:pt x="10725" y="12490"/>
                    <a:pt x="11272" y="13141"/>
                  </a:cubicBezTo>
                  <a:cubicBezTo>
                    <a:pt x="11551" y="13618"/>
                    <a:pt x="11870" y="13862"/>
                    <a:pt x="12130" y="13862"/>
                  </a:cubicBezTo>
                  <a:cubicBezTo>
                    <a:pt x="12311" y="13862"/>
                    <a:pt x="12464" y="13744"/>
                    <a:pt x="12555" y="13503"/>
                  </a:cubicBezTo>
                  <a:cubicBezTo>
                    <a:pt x="12555" y="13141"/>
                    <a:pt x="11049" y="10713"/>
                    <a:pt x="10574" y="10016"/>
                  </a:cubicBezTo>
                  <a:cubicBezTo>
                    <a:pt x="10044" y="9283"/>
                    <a:pt x="8759" y="7499"/>
                    <a:pt x="9742" y="7499"/>
                  </a:cubicBezTo>
                  <a:cubicBezTo>
                    <a:pt x="9845" y="7499"/>
                    <a:pt x="9972" y="7518"/>
                    <a:pt x="10128" y="7561"/>
                  </a:cubicBezTo>
                  <a:cubicBezTo>
                    <a:pt x="10652" y="7687"/>
                    <a:pt x="11162" y="7739"/>
                    <a:pt x="11619" y="7739"/>
                  </a:cubicBezTo>
                  <a:cubicBezTo>
                    <a:pt x="12476" y="7739"/>
                    <a:pt x="13146" y="7556"/>
                    <a:pt x="13364" y="7338"/>
                  </a:cubicBezTo>
                  <a:cubicBezTo>
                    <a:pt x="13476" y="7114"/>
                    <a:pt x="13476" y="6752"/>
                    <a:pt x="13253" y="6640"/>
                  </a:cubicBezTo>
                  <a:cubicBezTo>
                    <a:pt x="13141" y="6528"/>
                    <a:pt x="12918" y="6528"/>
                    <a:pt x="12778" y="6528"/>
                  </a:cubicBezTo>
                  <a:cubicBezTo>
                    <a:pt x="12220" y="6528"/>
                    <a:pt x="11746" y="6528"/>
                    <a:pt x="11160" y="6417"/>
                  </a:cubicBezTo>
                  <a:cubicBezTo>
                    <a:pt x="10686" y="6417"/>
                    <a:pt x="10351" y="6166"/>
                    <a:pt x="9877" y="5943"/>
                  </a:cubicBezTo>
                  <a:cubicBezTo>
                    <a:pt x="9430" y="5719"/>
                    <a:pt x="9068" y="5468"/>
                    <a:pt x="8845" y="5245"/>
                  </a:cubicBezTo>
                  <a:lnTo>
                    <a:pt x="3600" y="0"/>
                  </a:lnTo>
                  <a:close/>
                </a:path>
              </a:pathLst>
            </a:custGeom>
            <a:solidFill>
              <a:srgbClr val="9367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4"/>
            <p:cNvSpPr/>
            <p:nvPr/>
          </p:nvSpPr>
          <p:spPr>
            <a:xfrm>
              <a:off x="2462329" y="2231434"/>
              <a:ext cx="305570" cy="474520"/>
            </a:xfrm>
            <a:custGeom>
              <a:avLst/>
              <a:gdLst/>
              <a:ahLst/>
              <a:cxnLst/>
              <a:rect l="l" t="t" r="r" b="b"/>
              <a:pathLst>
                <a:path w="22543" h="35007" extrusionOk="0">
                  <a:moveTo>
                    <a:pt x="17437" y="1"/>
                  </a:moveTo>
                  <a:cubicBezTo>
                    <a:pt x="14871" y="949"/>
                    <a:pt x="12667" y="4995"/>
                    <a:pt x="12555" y="7924"/>
                  </a:cubicBezTo>
                  <a:cubicBezTo>
                    <a:pt x="12555" y="9542"/>
                    <a:pt x="12778" y="11523"/>
                    <a:pt x="11634" y="12667"/>
                  </a:cubicBezTo>
                  <a:cubicBezTo>
                    <a:pt x="10574" y="13727"/>
                    <a:pt x="8844" y="13616"/>
                    <a:pt x="7449" y="14201"/>
                  </a:cubicBezTo>
                  <a:cubicBezTo>
                    <a:pt x="5943" y="14899"/>
                    <a:pt x="4994" y="16405"/>
                    <a:pt x="5106" y="18024"/>
                  </a:cubicBezTo>
                  <a:cubicBezTo>
                    <a:pt x="5106" y="18944"/>
                    <a:pt x="5469" y="19781"/>
                    <a:pt x="5357" y="20702"/>
                  </a:cubicBezTo>
                  <a:cubicBezTo>
                    <a:pt x="4883" y="22683"/>
                    <a:pt x="2455" y="23269"/>
                    <a:pt x="1172" y="24887"/>
                  </a:cubicBezTo>
                  <a:cubicBezTo>
                    <a:pt x="0" y="26282"/>
                    <a:pt x="224" y="28486"/>
                    <a:pt x="1172" y="29992"/>
                  </a:cubicBezTo>
                  <a:cubicBezTo>
                    <a:pt x="2093" y="31638"/>
                    <a:pt x="3711" y="32671"/>
                    <a:pt x="5357" y="33368"/>
                  </a:cubicBezTo>
                  <a:cubicBezTo>
                    <a:pt x="7649" y="34426"/>
                    <a:pt x="10260" y="35007"/>
                    <a:pt x="12799" y="35007"/>
                  </a:cubicBezTo>
                  <a:cubicBezTo>
                    <a:pt x="13072" y="35007"/>
                    <a:pt x="13344" y="35000"/>
                    <a:pt x="13615" y="34986"/>
                  </a:cubicBezTo>
                  <a:cubicBezTo>
                    <a:pt x="15568" y="34875"/>
                    <a:pt x="17800" y="34289"/>
                    <a:pt x="19195" y="32894"/>
                  </a:cubicBezTo>
                  <a:cubicBezTo>
                    <a:pt x="20925" y="30941"/>
                    <a:pt x="20925" y="28012"/>
                    <a:pt x="20813" y="25473"/>
                  </a:cubicBezTo>
                  <a:cubicBezTo>
                    <a:pt x="20813" y="17438"/>
                    <a:pt x="21399" y="9319"/>
                    <a:pt x="22543" y="1396"/>
                  </a:cubicBezTo>
                  <a:lnTo>
                    <a:pt x="17437"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4"/>
            <p:cNvSpPr/>
            <p:nvPr/>
          </p:nvSpPr>
          <p:spPr>
            <a:xfrm>
              <a:off x="2041778" y="2013542"/>
              <a:ext cx="179644" cy="230760"/>
            </a:xfrm>
            <a:custGeom>
              <a:avLst/>
              <a:gdLst/>
              <a:ahLst/>
              <a:cxnLst/>
              <a:rect l="l" t="t" r="r" b="b"/>
              <a:pathLst>
                <a:path w="13253" h="17024" extrusionOk="0">
                  <a:moveTo>
                    <a:pt x="5324" y="0"/>
                  </a:moveTo>
                  <a:cubicBezTo>
                    <a:pt x="5288" y="0"/>
                    <a:pt x="5252" y="11"/>
                    <a:pt x="5218" y="33"/>
                  </a:cubicBezTo>
                  <a:cubicBezTo>
                    <a:pt x="4409" y="619"/>
                    <a:pt x="6613" y="4469"/>
                    <a:pt x="6724" y="4692"/>
                  </a:cubicBezTo>
                  <a:cubicBezTo>
                    <a:pt x="6904" y="4932"/>
                    <a:pt x="6712" y="5129"/>
                    <a:pt x="6547" y="5129"/>
                  </a:cubicBezTo>
                  <a:cubicBezTo>
                    <a:pt x="6482" y="5129"/>
                    <a:pt x="6421" y="5098"/>
                    <a:pt x="6389" y="5027"/>
                  </a:cubicBezTo>
                  <a:cubicBezTo>
                    <a:pt x="6153" y="4607"/>
                    <a:pt x="4286" y="456"/>
                    <a:pt x="3300" y="456"/>
                  </a:cubicBezTo>
                  <a:cubicBezTo>
                    <a:pt x="3238" y="456"/>
                    <a:pt x="3180" y="473"/>
                    <a:pt x="3125" y="507"/>
                  </a:cubicBezTo>
                  <a:cubicBezTo>
                    <a:pt x="2651" y="842"/>
                    <a:pt x="3237" y="1679"/>
                    <a:pt x="3237" y="1679"/>
                  </a:cubicBezTo>
                  <a:cubicBezTo>
                    <a:pt x="3237" y="1679"/>
                    <a:pt x="5580" y="5864"/>
                    <a:pt x="5218" y="6087"/>
                  </a:cubicBezTo>
                  <a:cubicBezTo>
                    <a:pt x="5197" y="6097"/>
                    <a:pt x="5175" y="6101"/>
                    <a:pt x="5151" y="6101"/>
                  </a:cubicBezTo>
                  <a:cubicBezTo>
                    <a:pt x="4623" y="6101"/>
                    <a:pt x="3329" y="3848"/>
                    <a:pt x="2902" y="3074"/>
                  </a:cubicBezTo>
                  <a:cubicBezTo>
                    <a:pt x="2611" y="2561"/>
                    <a:pt x="2279" y="2320"/>
                    <a:pt x="2013" y="2320"/>
                  </a:cubicBezTo>
                  <a:cubicBezTo>
                    <a:pt x="1846" y="2320"/>
                    <a:pt x="1705" y="2416"/>
                    <a:pt x="1619" y="2600"/>
                  </a:cubicBezTo>
                  <a:cubicBezTo>
                    <a:pt x="1507" y="2934"/>
                    <a:pt x="2791" y="5613"/>
                    <a:pt x="3237" y="6422"/>
                  </a:cubicBezTo>
                  <a:cubicBezTo>
                    <a:pt x="3657" y="7163"/>
                    <a:pt x="4710" y="8975"/>
                    <a:pt x="3902" y="8975"/>
                  </a:cubicBezTo>
                  <a:cubicBezTo>
                    <a:pt x="3797" y="8975"/>
                    <a:pt x="3661" y="8944"/>
                    <a:pt x="3488" y="8877"/>
                  </a:cubicBezTo>
                  <a:cubicBezTo>
                    <a:pt x="2609" y="8564"/>
                    <a:pt x="1833" y="8450"/>
                    <a:pt x="1250" y="8450"/>
                  </a:cubicBezTo>
                  <a:cubicBezTo>
                    <a:pt x="742" y="8450"/>
                    <a:pt x="380" y="8537"/>
                    <a:pt x="224" y="8654"/>
                  </a:cubicBezTo>
                  <a:cubicBezTo>
                    <a:pt x="1" y="8877"/>
                    <a:pt x="1" y="9212"/>
                    <a:pt x="224" y="9351"/>
                  </a:cubicBezTo>
                  <a:cubicBezTo>
                    <a:pt x="335" y="9463"/>
                    <a:pt x="447" y="9574"/>
                    <a:pt x="559" y="9574"/>
                  </a:cubicBezTo>
                  <a:cubicBezTo>
                    <a:pt x="1144" y="9574"/>
                    <a:pt x="1730" y="9686"/>
                    <a:pt x="2205" y="9798"/>
                  </a:cubicBezTo>
                  <a:cubicBezTo>
                    <a:pt x="2651" y="9909"/>
                    <a:pt x="3014" y="10160"/>
                    <a:pt x="3348" y="10383"/>
                  </a:cubicBezTo>
                  <a:cubicBezTo>
                    <a:pt x="3823" y="10746"/>
                    <a:pt x="4185" y="10969"/>
                    <a:pt x="4409" y="11192"/>
                  </a:cubicBezTo>
                  <a:lnTo>
                    <a:pt x="9068" y="17023"/>
                  </a:lnTo>
                  <a:lnTo>
                    <a:pt x="13253" y="11667"/>
                  </a:lnTo>
                  <a:lnTo>
                    <a:pt x="10212" y="7956"/>
                  </a:lnTo>
                  <a:cubicBezTo>
                    <a:pt x="10212" y="7956"/>
                    <a:pt x="9179" y="3995"/>
                    <a:pt x="8705" y="2823"/>
                  </a:cubicBezTo>
                  <a:cubicBezTo>
                    <a:pt x="8074" y="1103"/>
                    <a:pt x="7799" y="793"/>
                    <a:pt x="7590" y="793"/>
                  </a:cubicBezTo>
                  <a:cubicBezTo>
                    <a:pt x="7531" y="793"/>
                    <a:pt x="7477" y="817"/>
                    <a:pt x="7422" y="842"/>
                  </a:cubicBezTo>
                  <a:cubicBezTo>
                    <a:pt x="6775" y="1178"/>
                    <a:pt x="8526" y="4392"/>
                    <a:pt x="8052" y="4392"/>
                  </a:cubicBezTo>
                  <a:cubicBezTo>
                    <a:pt x="8014" y="4392"/>
                    <a:pt x="7963" y="4372"/>
                    <a:pt x="7896" y="4329"/>
                  </a:cubicBezTo>
                  <a:cubicBezTo>
                    <a:pt x="7127" y="3905"/>
                    <a:pt x="6030" y="0"/>
                    <a:pt x="5324" y="0"/>
                  </a:cubicBezTo>
                  <a:close/>
                </a:path>
              </a:pathLst>
            </a:custGeom>
            <a:solidFill>
              <a:srgbClr val="9367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4"/>
            <p:cNvSpPr/>
            <p:nvPr/>
          </p:nvSpPr>
          <p:spPr>
            <a:xfrm>
              <a:off x="2117419" y="2128954"/>
              <a:ext cx="1159481" cy="1191254"/>
            </a:xfrm>
            <a:custGeom>
              <a:avLst/>
              <a:gdLst/>
              <a:ahLst/>
              <a:cxnLst/>
              <a:rect l="l" t="t" r="r" b="b"/>
              <a:pathLst>
                <a:path w="85539" h="87883" extrusionOk="0">
                  <a:moveTo>
                    <a:pt x="6278" y="0"/>
                  </a:moveTo>
                  <a:lnTo>
                    <a:pt x="0" y="5134"/>
                  </a:lnTo>
                  <a:cubicBezTo>
                    <a:pt x="558" y="5580"/>
                    <a:pt x="3237" y="10713"/>
                    <a:pt x="3237" y="10713"/>
                  </a:cubicBezTo>
                  <a:cubicBezTo>
                    <a:pt x="3237" y="10713"/>
                    <a:pt x="3823" y="13950"/>
                    <a:pt x="5218" y="16293"/>
                  </a:cubicBezTo>
                  <a:cubicBezTo>
                    <a:pt x="6612" y="18497"/>
                    <a:pt x="28709" y="39645"/>
                    <a:pt x="28709" y="39645"/>
                  </a:cubicBezTo>
                  <a:cubicBezTo>
                    <a:pt x="28709" y="39645"/>
                    <a:pt x="27899" y="58142"/>
                    <a:pt x="28457" y="62076"/>
                  </a:cubicBezTo>
                  <a:cubicBezTo>
                    <a:pt x="29406" y="67795"/>
                    <a:pt x="33479" y="70111"/>
                    <a:pt x="33479" y="70111"/>
                  </a:cubicBezTo>
                  <a:cubicBezTo>
                    <a:pt x="33519" y="70234"/>
                    <a:pt x="34213" y="70285"/>
                    <a:pt x="35328" y="70285"/>
                  </a:cubicBezTo>
                  <a:cubicBezTo>
                    <a:pt x="40501" y="70285"/>
                    <a:pt x="54738" y="69190"/>
                    <a:pt x="54738" y="69190"/>
                  </a:cubicBezTo>
                  <a:cubicBezTo>
                    <a:pt x="54738" y="69190"/>
                    <a:pt x="58588" y="68716"/>
                    <a:pt x="58588" y="65117"/>
                  </a:cubicBezTo>
                  <a:lnTo>
                    <a:pt x="58812" y="60932"/>
                  </a:lnTo>
                  <a:cubicBezTo>
                    <a:pt x="61127" y="65703"/>
                    <a:pt x="68465" y="79987"/>
                    <a:pt x="69748" y="81605"/>
                  </a:cubicBezTo>
                  <a:cubicBezTo>
                    <a:pt x="71366" y="83697"/>
                    <a:pt x="76834" y="85567"/>
                    <a:pt x="76834" y="85567"/>
                  </a:cubicBezTo>
                  <a:lnTo>
                    <a:pt x="80071" y="87882"/>
                  </a:lnTo>
                  <a:lnTo>
                    <a:pt x="85539" y="83697"/>
                  </a:lnTo>
                  <a:cubicBezTo>
                    <a:pt x="85204" y="81856"/>
                    <a:pt x="84618" y="79987"/>
                    <a:pt x="84032" y="78118"/>
                  </a:cubicBezTo>
                  <a:cubicBezTo>
                    <a:pt x="83000" y="75690"/>
                    <a:pt x="62634" y="40817"/>
                    <a:pt x="62634" y="40817"/>
                  </a:cubicBezTo>
                  <a:cubicBezTo>
                    <a:pt x="61936" y="38947"/>
                    <a:pt x="50777" y="33144"/>
                    <a:pt x="50777" y="33144"/>
                  </a:cubicBezTo>
                  <a:cubicBezTo>
                    <a:pt x="50777" y="33144"/>
                    <a:pt x="31833" y="24775"/>
                    <a:pt x="29741" y="22096"/>
                  </a:cubicBezTo>
                  <a:cubicBezTo>
                    <a:pt x="27648" y="19418"/>
                    <a:pt x="17661" y="7114"/>
                    <a:pt x="15680" y="5943"/>
                  </a:cubicBezTo>
                  <a:cubicBezTo>
                    <a:pt x="14285" y="5134"/>
                    <a:pt x="12778" y="4659"/>
                    <a:pt x="11272" y="4548"/>
                  </a:cubicBezTo>
                  <a:lnTo>
                    <a:pt x="6278"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4"/>
            <p:cNvSpPr/>
            <p:nvPr/>
          </p:nvSpPr>
          <p:spPr>
            <a:xfrm>
              <a:off x="2539474" y="2805105"/>
              <a:ext cx="48798" cy="42685"/>
            </a:xfrm>
            <a:custGeom>
              <a:avLst/>
              <a:gdLst/>
              <a:ahLst/>
              <a:cxnLst/>
              <a:rect l="l" t="t" r="r" b="b"/>
              <a:pathLst>
                <a:path w="3600" h="3149" extrusionOk="0">
                  <a:moveTo>
                    <a:pt x="1200" y="1"/>
                  </a:moveTo>
                  <a:cubicBezTo>
                    <a:pt x="961" y="1"/>
                    <a:pt x="748" y="75"/>
                    <a:pt x="587" y="227"/>
                  </a:cubicBezTo>
                  <a:cubicBezTo>
                    <a:pt x="1" y="701"/>
                    <a:pt x="252" y="1733"/>
                    <a:pt x="949" y="2431"/>
                  </a:cubicBezTo>
                  <a:cubicBezTo>
                    <a:pt x="1475" y="2884"/>
                    <a:pt x="2047" y="3149"/>
                    <a:pt x="2514" y="3149"/>
                  </a:cubicBezTo>
                  <a:cubicBezTo>
                    <a:pt x="2766" y="3149"/>
                    <a:pt x="2987" y="3072"/>
                    <a:pt x="3153" y="2905"/>
                  </a:cubicBezTo>
                  <a:cubicBezTo>
                    <a:pt x="3600" y="2431"/>
                    <a:pt x="3488" y="1510"/>
                    <a:pt x="2679" y="813"/>
                  </a:cubicBezTo>
                  <a:cubicBezTo>
                    <a:pt x="2219" y="279"/>
                    <a:pt x="1662" y="1"/>
                    <a:pt x="120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4"/>
            <p:cNvSpPr/>
            <p:nvPr/>
          </p:nvSpPr>
          <p:spPr>
            <a:xfrm>
              <a:off x="2629484" y="2679418"/>
              <a:ext cx="42373" cy="52932"/>
            </a:xfrm>
            <a:custGeom>
              <a:avLst/>
              <a:gdLst/>
              <a:ahLst/>
              <a:cxnLst/>
              <a:rect l="l" t="t" r="r" b="b"/>
              <a:pathLst>
                <a:path w="3126" h="3905" extrusionOk="0">
                  <a:moveTo>
                    <a:pt x="1969" y="0"/>
                  </a:moveTo>
                  <a:cubicBezTo>
                    <a:pt x="1414" y="0"/>
                    <a:pt x="744" y="625"/>
                    <a:pt x="447" y="1492"/>
                  </a:cubicBezTo>
                  <a:cubicBezTo>
                    <a:pt x="1" y="2524"/>
                    <a:pt x="112" y="3584"/>
                    <a:pt x="810" y="3808"/>
                  </a:cubicBezTo>
                  <a:cubicBezTo>
                    <a:pt x="916" y="3874"/>
                    <a:pt x="1030" y="3904"/>
                    <a:pt x="1148" y="3904"/>
                  </a:cubicBezTo>
                  <a:cubicBezTo>
                    <a:pt x="1679" y="3904"/>
                    <a:pt x="2291" y="3280"/>
                    <a:pt x="2679" y="2413"/>
                  </a:cubicBezTo>
                  <a:cubicBezTo>
                    <a:pt x="3125" y="1380"/>
                    <a:pt x="2902" y="320"/>
                    <a:pt x="2316" y="97"/>
                  </a:cubicBezTo>
                  <a:cubicBezTo>
                    <a:pt x="2210" y="31"/>
                    <a:pt x="2092" y="0"/>
                    <a:pt x="196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4"/>
            <p:cNvSpPr/>
            <p:nvPr/>
          </p:nvSpPr>
          <p:spPr>
            <a:xfrm>
              <a:off x="2553843" y="2571244"/>
              <a:ext cx="42373" cy="40638"/>
            </a:xfrm>
            <a:custGeom>
              <a:avLst/>
              <a:gdLst/>
              <a:ahLst/>
              <a:cxnLst/>
              <a:rect l="l" t="t" r="r" b="b"/>
              <a:pathLst>
                <a:path w="3126" h="2998" extrusionOk="0">
                  <a:moveTo>
                    <a:pt x="1164" y="1"/>
                  </a:moveTo>
                  <a:cubicBezTo>
                    <a:pt x="956" y="1"/>
                    <a:pt x="758" y="51"/>
                    <a:pt x="587" y="154"/>
                  </a:cubicBezTo>
                  <a:cubicBezTo>
                    <a:pt x="113" y="516"/>
                    <a:pt x="1" y="1437"/>
                    <a:pt x="587" y="2246"/>
                  </a:cubicBezTo>
                  <a:cubicBezTo>
                    <a:pt x="973" y="2728"/>
                    <a:pt x="1492" y="2997"/>
                    <a:pt x="1960" y="2997"/>
                  </a:cubicBezTo>
                  <a:cubicBezTo>
                    <a:pt x="2169" y="2997"/>
                    <a:pt x="2368" y="2944"/>
                    <a:pt x="2540" y="2832"/>
                  </a:cubicBezTo>
                  <a:cubicBezTo>
                    <a:pt x="3014" y="2497"/>
                    <a:pt x="3126" y="1549"/>
                    <a:pt x="2540" y="739"/>
                  </a:cubicBezTo>
                  <a:cubicBezTo>
                    <a:pt x="2153" y="256"/>
                    <a:pt x="1632" y="1"/>
                    <a:pt x="116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4"/>
            <p:cNvSpPr/>
            <p:nvPr/>
          </p:nvSpPr>
          <p:spPr>
            <a:xfrm>
              <a:off x="2429429" y="2479582"/>
              <a:ext cx="45382" cy="40692"/>
            </a:xfrm>
            <a:custGeom>
              <a:avLst/>
              <a:gdLst/>
              <a:ahLst/>
              <a:cxnLst/>
              <a:rect l="l" t="t" r="r" b="b"/>
              <a:pathLst>
                <a:path w="3348" h="3002" extrusionOk="0">
                  <a:moveTo>
                    <a:pt x="1717" y="1"/>
                  </a:moveTo>
                  <a:cubicBezTo>
                    <a:pt x="1562" y="1"/>
                    <a:pt x="1406" y="26"/>
                    <a:pt x="1256" y="80"/>
                  </a:cubicBezTo>
                  <a:cubicBezTo>
                    <a:pt x="1256" y="80"/>
                    <a:pt x="1144" y="192"/>
                    <a:pt x="1032" y="192"/>
                  </a:cubicBezTo>
                  <a:cubicBezTo>
                    <a:pt x="335" y="527"/>
                    <a:pt x="0" y="1336"/>
                    <a:pt x="335" y="2173"/>
                  </a:cubicBezTo>
                  <a:cubicBezTo>
                    <a:pt x="601" y="2685"/>
                    <a:pt x="1107" y="3001"/>
                    <a:pt x="1678" y="3001"/>
                  </a:cubicBezTo>
                  <a:cubicBezTo>
                    <a:pt x="1885" y="3001"/>
                    <a:pt x="2100" y="2959"/>
                    <a:pt x="2316" y="2870"/>
                  </a:cubicBezTo>
                  <a:cubicBezTo>
                    <a:pt x="3013" y="2508"/>
                    <a:pt x="3348" y="1698"/>
                    <a:pt x="3013" y="889"/>
                  </a:cubicBezTo>
                  <a:cubicBezTo>
                    <a:pt x="2838" y="342"/>
                    <a:pt x="2285" y="1"/>
                    <a:pt x="171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4"/>
            <p:cNvSpPr/>
            <p:nvPr/>
          </p:nvSpPr>
          <p:spPr>
            <a:xfrm>
              <a:off x="2401057" y="2351143"/>
              <a:ext cx="42373" cy="41234"/>
            </a:xfrm>
            <a:custGeom>
              <a:avLst/>
              <a:gdLst/>
              <a:ahLst/>
              <a:cxnLst/>
              <a:rect l="l" t="t" r="r" b="b"/>
              <a:pathLst>
                <a:path w="3126" h="3042" extrusionOk="0">
                  <a:moveTo>
                    <a:pt x="1595" y="0"/>
                  </a:moveTo>
                  <a:cubicBezTo>
                    <a:pt x="1529" y="0"/>
                    <a:pt x="1462" y="5"/>
                    <a:pt x="1396" y="14"/>
                  </a:cubicBezTo>
                  <a:cubicBezTo>
                    <a:pt x="559" y="125"/>
                    <a:pt x="1" y="935"/>
                    <a:pt x="112" y="1744"/>
                  </a:cubicBezTo>
                  <a:cubicBezTo>
                    <a:pt x="214" y="2509"/>
                    <a:pt x="900" y="3041"/>
                    <a:pt x="1635" y="3041"/>
                  </a:cubicBezTo>
                  <a:cubicBezTo>
                    <a:pt x="1704" y="3041"/>
                    <a:pt x="1773" y="3036"/>
                    <a:pt x="1842" y="3027"/>
                  </a:cubicBezTo>
                  <a:cubicBezTo>
                    <a:pt x="2540" y="2915"/>
                    <a:pt x="3125" y="2329"/>
                    <a:pt x="3125" y="1632"/>
                  </a:cubicBezTo>
                  <a:lnTo>
                    <a:pt x="3125" y="1297"/>
                  </a:lnTo>
                  <a:cubicBezTo>
                    <a:pt x="3023" y="555"/>
                    <a:pt x="2333" y="0"/>
                    <a:pt x="1595"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4"/>
            <p:cNvSpPr/>
            <p:nvPr/>
          </p:nvSpPr>
          <p:spPr>
            <a:xfrm>
              <a:off x="2268700" y="2382443"/>
              <a:ext cx="53325" cy="33779"/>
            </a:xfrm>
            <a:custGeom>
              <a:avLst/>
              <a:gdLst/>
              <a:ahLst/>
              <a:cxnLst/>
              <a:rect l="l" t="t" r="r" b="b"/>
              <a:pathLst>
                <a:path w="3934" h="2492" extrusionOk="0">
                  <a:moveTo>
                    <a:pt x="1754" y="1"/>
                  </a:moveTo>
                  <a:cubicBezTo>
                    <a:pt x="935" y="1"/>
                    <a:pt x="210" y="355"/>
                    <a:pt x="112" y="969"/>
                  </a:cubicBezTo>
                  <a:cubicBezTo>
                    <a:pt x="0" y="1667"/>
                    <a:pt x="809" y="2224"/>
                    <a:pt x="1730" y="2476"/>
                  </a:cubicBezTo>
                  <a:cubicBezTo>
                    <a:pt x="1835" y="2487"/>
                    <a:pt x="1939" y="2492"/>
                    <a:pt x="2041" y="2492"/>
                  </a:cubicBezTo>
                  <a:cubicBezTo>
                    <a:pt x="2965" y="2492"/>
                    <a:pt x="3722" y="2055"/>
                    <a:pt x="3822" y="1527"/>
                  </a:cubicBezTo>
                  <a:cubicBezTo>
                    <a:pt x="3934" y="830"/>
                    <a:pt x="3125" y="132"/>
                    <a:pt x="2092" y="20"/>
                  </a:cubicBezTo>
                  <a:cubicBezTo>
                    <a:pt x="1979" y="7"/>
                    <a:pt x="1866" y="1"/>
                    <a:pt x="175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4"/>
            <p:cNvSpPr/>
            <p:nvPr/>
          </p:nvSpPr>
          <p:spPr>
            <a:xfrm>
              <a:off x="2259238" y="2232952"/>
              <a:ext cx="34430" cy="33291"/>
            </a:xfrm>
            <a:custGeom>
              <a:avLst/>
              <a:gdLst/>
              <a:ahLst/>
              <a:cxnLst/>
              <a:rect l="l" t="t" r="r" b="b"/>
              <a:pathLst>
                <a:path w="2540" h="2456" extrusionOk="0">
                  <a:moveTo>
                    <a:pt x="1396" y="0"/>
                  </a:moveTo>
                  <a:cubicBezTo>
                    <a:pt x="810" y="0"/>
                    <a:pt x="224" y="363"/>
                    <a:pt x="112" y="1061"/>
                  </a:cubicBezTo>
                  <a:cubicBezTo>
                    <a:pt x="1" y="1758"/>
                    <a:pt x="447" y="2344"/>
                    <a:pt x="1144" y="2456"/>
                  </a:cubicBezTo>
                  <a:cubicBezTo>
                    <a:pt x="1730" y="2456"/>
                    <a:pt x="2316" y="1981"/>
                    <a:pt x="2428" y="1395"/>
                  </a:cubicBezTo>
                  <a:cubicBezTo>
                    <a:pt x="2539" y="698"/>
                    <a:pt x="2093" y="140"/>
                    <a:pt x="1396"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4"/>
            <p:cNvSpPr/>
            <p:nvPr/>
          </p:nvSpPr>
          <p:spPr>
            <a:xfrm>
              <a:off x="2159780" y="2208484"/>
              <a:ext cx="39337" cy="33535"/>
            </a:xfrm>
            <a:custGeom>
              <a:avLst/>
              <a:gdLst/>
              <a:ahLst/>
              <a:cxnLst/>
              <a:rect l="l" t="t" r="r" b="b"/>
              <a:pathLst>
                <a:path w="2902" h="2474" extrusionOk="0">
                  <a:moveTo>
                    <a:pt x="1519" y="0"/>
                  </a:moveTo>
                  <a:cubicBezTo>
                    <a:pt x="1274" y="0"/>
                    <a:pt x="1026" y="63"/>
                    <a:pt x="809" y="187"/>
                  </a:cubicBezTo>
                  <a:cubicBezTo>
                    <a:pt x="223" y="550"/>
                    <a:pt x="0" y="1247"/>
                    <a:pt x="363" y="1805"/>
                  </a:cubicBezTo>
                  <a:cubicBezTo>
                    <a:pt x="579" y="2256"/>
                    <a:pt x="993" y="2474"/>
                    <a:pt x="1417" y="2474"/>
                  </a:cubicBezTo>
                  <a:cubicBezTo>
                    <a:pt x="1650" y="2474"/>
                    <a:pt x="1885" y="2408"/>
                    <a:pt x="2093" y="2280"/>
                  </a:cubicBezTo>
                  <a:cubicBezTo>
                    <a:pt x="2678" y="1945"/>
                    <a:pt x="2902" y="1247"/>
                    <a:pt x="2567" y="662"/>
                  </a:cubicBezTo>
                  <a:lnTo>
                    <a:pt x="2567" y="550"/>
                  </a:lnTo>
                  <a:cubicBezTo>
                    <a:pt x="2339" y="181"/>
                    <a:pt x="1934" y="0"/>
                    <a:pt x="1519"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4"/>
            <p:cNvSpPr/>
            <p:nvPr/>
          </p:nvSpPr>
          <p:spPr>
            <a:xfrm>
              <a:off x="2654453" y="2532882"/>
              <a:ext cx="34796" cy="30770"/>
            </a:xfrm>
            <a:custGeom>
              <a:avLst/>
              <a:gdLst/>
              <a:ahLst/>
              <a:cxnLst/>
              <a:rect l="l" t="t" r="r" b="b"/>
              <a:pathLst>
                <a:path w="2567" h="2270" extrusionOk="0">
                  <a:moveTo>
                    <a:pt x="1249" y="1"/>
                  </a:moveTo>
                  <a:cubicBezTo>
                    <a:pt x="907" y="1"/>
                    <a:pt x="567" y="155"/>
                    <a:pt x="363" y="445"/>
                  </a:cubicBezTo>
                  <a:cubicBezTo>
                    <a:pt x="0" y="1031"/>
                    <a:pt x="140" y="1728"/>
                    <a:pt x="586" y="2063"/>
                  </a:cubicBezTo>
                  <a:cubicBezTo>
                    <a:pt x="815" y="2205"/>
                    <a:pt x="1061" y="2270"/>
                    <a:pt x="1297" y="2270"/>
                  </a:cubicBezTo>
                  <a:cubicBezTo>
                    <a:pt x="1666" y="2270"/>
                    <a:pt x="2011" y="2112"/>
                    <a:pt x="2232" y="1840"/>
                  </a:cubicBezTo>
                  <a:cubicBezTo>
                    <a:pt x="2567" y="1254"/>
                    <a:pt x="2455" y="556"/>
                    <a:pt x="1869" y="194"/>
                  </a:cubicBezTo>
                  <a:cubicBezTo>
                    <a:pt x="1685" y="63"/>
                    <a:pt x="1466" y="1"/>
                    <a:pt x="1249"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4"/>
            <p:cNvSpPr/>
            <p:nvPr/>
          </p:nvSpPr>
          <p:spPr>
            <a:xfrm>
              <a:off x="2763359" y="2791047"/>
              <a:ext cx="42373" cy="38279"/>
            </a:xfrm>
            <a:custGeom>
              <a:avLst/>
              <a:gdLst/>
              <a:ahLst/>
              <a:cxnLst/>
              <a:rect l="l" t="t" r="r" b="b"/>
              <a:pathLst>
                <a:path w="3126" h="2824" extrusionOk="0">
                  <a:moveTo>
                    <a:pt x="1634" y="0"/>
                  </a:moveTo>
                  <a:cubicBezTo>
                    <a:pt x="1303" y="0"/>
                    <a:pt x="976" y="119"/>
                    <a:pt x="698" y="343"/>
                  </a:cubicBezTo>
                  <a:cubicBezTo>
                    <a:pt x="113" y="818"/>
                    <a:pt x="1" y="1738"/>
                    <a:pt x="475" y="2324"/>
                  </a:cubicBezTo>
                  <a:cubicBezTo>
                    <a:pt x="720" y="2645"/>
                    <a:pt x="1114" y="2823"/>
                    <a:pt x="1513" y="2823"/>
                  </a:cubicBezTo>
                  <a:cubicBezTo>
                    <a:pt x="1843" y="2823"/>
                    <a:pt x="2176" y="2701"/>
                    <a:pt x="2428" y="2436"/>
                  </a:cubicBezTo>
                  <a:cubicBezTo>
                    <a:pt x="3014" y="2073"/>
                    <a:pt x="3126" y="1264"/>
                    <a:pt x="2791" y="678"/>
                  </a:cubicBezTo>
                  <a:cubicBezTo>
                    <a:pt x="2679" y="566"/>
                    <a:pt x="2679" y="566"/>
                    <a:pt x="2679" y="455"/>
                  </a:cubicBezTo>
                  <a:cubicBezTo>
                    <a:pt x="2371" y="146"/>
                    <a:pt x="2001" y="0"/>
                    <a:pt x="163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4"/>
            <p:cNvSpPr/>
            <p:nvPr/>
          </p:nvSpPr>
          <p:spPr>
            <a:xfrm>
              <a:off x="2826529" y="2870754"/>
              <a:ext cx="45382" cy="37940"/>
            </a:xfrm>
            <a:custGeom>
              <a:avLst/>
              <a:gdLst/>
              <a:ahLst/>
              <a:cxnLst/>
              <a:rect l="l" t="t" r="r" b="b"/>
              <a:pathLst>
                <a:path w="3348" h="2799" extrusionOk="0">
                  <a:moveTo>
                    <a:pt x="1296" y="0"/>
                  </a:moveTo>
                  <a:cubicBezTo>
                    <a:pt x="969" y="0"/>
                    <a:pt x="671" y="114"/>
                    <a:pt x="447" y="378"/>
                  </a:cubicBezTo>
                  <a:cubicBezTo>
                    <a:pt x="0" y="852"/>
                    <a:pt x="223" y="1773"/>
                    <a:pt x="921" y="2359"/>
                  </a:cubicBezTo>
                  <a:cubicBezTo>
                    <a:pt x="1270" y="2652"/>
                    <a:pt x="1674" y="2798"/>
                    <a:pt x="2051" y="2798"/>
                  </a:cubicBezTo>
                  <a:cubicBezTo>
                    <a:pt x="2427" y="2798"/>
                    <a:pt x="2776" y="2652"/>
                    <a:pt x="3013" y="2359"/>
                  </a:cubicBezTo>
                  <a:cubicBezTo>
                    <a:pt x="3348" y="1912"/>
                    <a:pt x="3125" y="964"/>
                    <a:pt x="2427" y="378"/>
                  </a:cubicBezTo>
                  <a:cubicBezTo>
                    <a:pt x="2059" y="142"/>
                    <a:pt x="1660" y="0"/>
                    <a:pt x="1296"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4"/>
            <p:cNvSpPr/>
            <p:nvPr/>
          </p:nvSpPr>
          <p:spPr>
            <a:xfrm>
              <a:off x="2626081" y="3017466"/>
              <a:ext cx="39730" cy="36775"/>
            </a:xfrm>
            <a:custGeom>
              <a:avLst/>
              <a:gdLst/>
              <a:ahLst/>
              <a:cxnLst/>
              <a:rect l="l" t="t" r="r" b="b"/>
              <a:pathLst>
                <a:path w="2931" h="2713" extrusionOk="0">
                  <a:moveTo>
                    <a:pt x="1489" y="1"/>
                  </a:moveTo>
                  <a:cubicBezTo>
                    <a:pt x="1421" y="1"/>
                    <a:pt x="1352" y="6"/>
                    <a:pt x="1284" y="17"/>
                  </a:cubicBezTo>
                  <a:cubicBezTo>
                    <a:pt x="475" y="157"/>
                    <a:pt x="1" y="854"/>
                    <a:pt x="252" y="1663"/>
                  </a:cubicBezTo>
                  <a:cubicBezTo>
                    <a:pt x="352" y="2289"/>
                    <a:pt x="923" y="2712"/>
                    <a:pt x="1544" y="2712"/>
                  </a:cubicBezTo>
                  <a:cubicBezTo>
                    <a:pt x="1615" y="2712"/>
                    <a:pt x="1686" y="2707"/>
                    <a:pt x="1758" y="2695"/>
                  </a:cubicBezTo>
                  <a:cubicBezTo>
                    <a:pt x="2456" y="2584"/>
                    <a:pt x="2930" y="1886"/>
                    <a:pt x="2791" y="1189"/>
                  </a:cubicBezTo>
                  <a:lnTo>
                    <a:pt x="2791" y="1077"/>
                  </a:lnTo>
                  <a:cubicBezTo>
                    <a:pt x="2690" y="448"/>
                    <a:pt x="2113" y="1"/>
                    <a:pt x="1489"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4"/>
            <p:cNvSpPr/>
            <p:nvPr/>
          </p:nvSpPr>
          <p:spPr>
            <a:xfrm>
              <a:off x="2652935" y="2892077"/>
              <a:ext cx="53718" cy="46629"/>
            </a:xfrm>
            <a:custGeom>
              <a:avLst/>
              <a:gdLst/>
              <a:ahLst/>
              <a:cxnLst/>
              <a:rect l="l" t="t" r="r" b="b"/>
              <a:pathLst>
                <a:path w="3963" h="3440" extrusionOk="0">
                  <a:moveTo>
                    <a:pt x="1111" y="1"/>
                  </a:moveTo>
                  <a:cubicBezTo>
                    <a:pt x="872" y="1"/>
                    <a:pt x="653" y="64"/>
                    <a:pt x="475" y="200"/>
                  </a:cubicBezTo>
                  <a:cubicBezTo>
                    <a:pt x="0" y="674"/>
                    <a:pt x="363" y="1734"/>
                    <a:pt x="1172" y="2543"/>
                  </a:cubicBezTo>
                  <a:cubicBezTo>
                    <a:pt x="1735" y="3107"/>
                    <a:pt x="2420" y="3440"/>
                    <a:pt x="2935" y="3440"/>
                  </a:cubicBezTo>
                  <a:cubicBezTo>
                    <a:pt x="3160" y="3440"/>
                    <a:pt x="3352" y="3376"/>
                    <a:pt x="3488" y="3241"/>
                  </a:cubicBezTo>
                  <a:cubicBezTo>
                    <a:pt x="3962" y="2767"/>
                    <a:pt x="3599" y="1734"/>
                    <a:pt x="2790" y="897"/>
                  </a:cubicBezTo>
                  <a:cubicBezTo>
                    <a:pt x="2305" y="334"/>
                    <a:pt x="1657" y="1"/>
                    <a:pt x="111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4"/>
            <p:cNvSpPr/>
            <p:nvPr/>
          </p:nvSpPr>
          <p:spPr>
            <a:xfrm>
              <a:off x="2542877" y="2954907"/>
              <a:ext cx="32925" cy="50316"/>
            </a:xfrm>
            <a:custGeom>
              <a:avLst/>
              <a:gdLst/>
              <a:ahLst/>
              <a:cxnLst/>
              <a:rect l="l" t="t" r="r" b="b"/>
              <a:pathLst>
                <a:path w="2429" h="3712" extrusionOk="0">
                  <a:moveTo>
                    <a:pt x="1145" y="1"/>
                  </a:moveTo>
                  <a:cubicBezTo>
                    <a:pt x="447" y="112"/>
                    <a:pt x="1" y="921"/>
                    <a:pt x="1" y="1982"/>
                  </a:cubicBezTo>
                  <a:cubicBezTo>
                    <a:pt x="1" y="2902"/>
                    <a:pt x="559" y="3711"/>
                    <a:pt x="1256" y="3711"/>
                  </a:cubicBezTo>
                  <a:cubicBezTo>
                    <a:pt x="1954" y="3711"/>
                    <a:pt x="2428" y="2902"/>
                    <a:pt x="2428" y="1842"/>
                  </a:cubicBezTo>
                  <a:cubicBezTo>
                    <a:pt x="2316" y="810"/>
                    <a:pt x="1842" y="1"/>
                    <a:pt x="1145"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4"/>
            <p:cNvSpPr/>
            <p:nvPr/>
          </p:nvSpPr>
          <p:spPr>
            <a:xfrm>
              <a:off x="2810642" y="3001823"/>
              <a:ext cx="47280" cy="47849"/>
            </a:xfrm>
            <a:custGeom>
              <a:avLst/>
              <a:gdLst/>
              <a:ahLst/>
              <a:cxnLst/>
              <a:rect l="l" t="t" r="r" b="b"/>
              <a:pathLst>
                <a:path w="3488" h="3530" extrusionOk="0">
                  <a:moveTo>
                    <a:pt x="973" y="0"/>
                  </a:moveTo>
                  <a:cubicBezTo>
                    <a:pt x="788" y="0"/>
                    <a:pt x="618" y="45"/>
                    <a:pt x="475" y="139"/>
                  </a:cubicBezTo>
                  <a:cubicBezTo>
                    <a:pt x="0" y="613"/>
                    <a:pt x="112" y="1645"/>
                    <a:pt x="698" y="2454"/>
                  </a:cubicBezTo>
                  <a:cubicBezTo>
                    <a:pt x="1219" y="3163"/>
                    <a:pt x="1865" y="3529"/>
                    <a:pt x="2403" y="3529"/>
                  </a:cubicBezTo>
                  <a:cubicBezTo>
                    <a:pt x="2584" y="3529"/>
                    <a:pt x="2754" y="3488"/>
                    <a:pt x="2902" y="3403"/>
                  </a:cubicBezTo>
                  <a:cubicBezTo>
                    <a:pt x="3488" y="2929"/>
                    <a:pt x="3376" y="2008"/>
                    <a:pt x="2679" y="1059"/>
                  </a:cubicBezTo>
                  <a:cubicBezTo>
                    <a:pt x="2161" y="376"/>
                    <a:pt x="1505" y="0"/>
                    <a:pt x="973"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4"/>
            <p:cNvSpPr/>
            <p:nvPr/>
          </p:nvSpPr>
          <p:spPr>
            <a:xfrm>
              <a:off x="2939976" y="2892931"/>
              <a:ext cx="47293" cy="39038"/>
            </a:xfrm>
            <a:custGeom>
              <a:avLst/>
              <a:gdLst/>
              <a:ahLst/>
              <a:cxnLst/>
              <a:rect l="l" t="t" r="r" b="b"/>
              <a:pathLst>
                <a:path w="3489" h="2880" extrusionOk="0">
                  <a:moveTo>
                    <a:pt x="1304" y="0"/>
                  </a:moveTo>
                  <a:cubicBezTo>
                    <a:pt x="968" y="0"/>
                    <a:pt x="662" y="123"/>
                    <a:pt x="447" y="388"/>
                  </a:cubicBezTo>
                  <a:cubicBezTo>
                    <a:pt x="1" y="834"/>
                    <a:pt x="224" y="1783"/>
                    <a:pt x="1033" y="2369"/>
                  </a:cubicBezTo>
                  <a:cubicBezTo>
                    <a:pt x="1442" y="2696"/>
                    <a:pt x="1928" y="2879"/>
                    <a:pt x="2355" y="2879"/>
                  </a:cubicBezTo>
                  <a:cubicBezTo>
                    <a:pt x="2657" y="2879"/>
                    <a:pt x="2929" y="2788"/>
                    <a:pt x="3126" y="2592"/>
                  </a:cubicBezTo>
                  <a:cubicBezTo>
                    <a:pt x="3488" y="2006"/>
                    <a:pt x="3237" y="1197"/>
                    <a:pt x="2540" y="500"/>
                  </a:cubicBezTo>
                  <a:cubicBezTo>
                    <a:pt x="2158" y="179"/>
                    <a:pt x="1710" y="0"/>
                    <a:pt x="130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4"/>
            <p:cNvSpPr/>
            <p:nvPr/>
          </p:nvSpPr>
          <p:spPr>
            <a:xfrm>
              <a:off x="3037550" y="2889678"/>
              <a:ext cx="37832" cy="46521"/>
            </a:xfrm>
            <a:custGeom>
              <a:avLst/>
              <a:gdLst/>
              <a:ahLst/>
              <a:cxnLst/>
              <a:rect l="l" t="t" r="r" b="b"/>
              <a:pathLst>
                <a:path w="2791" h="3432" extrusionOk="0">
                  <a:moveTo>
                    <a:pt x="1512" y="0"/>
                  </a:moveTo>
                  <a:cubicBezTo>
                    <a:pt x="1002" y="0"/>
                    <a:pt x="443" y="634"/>
                    <a:pt x="224" y="1437"/>
                  </a:cubicBezTo>
                  <a:cubicBezTo>
                    <a:pt x="1" y="2358"/>
                    <a:pt x="336" y="3306"/>
                    <a:pt x="921" y="3418"/>
                  </a:cubicBezTo>
                  <a:cubicBezTo>
                    <a:pt x="978" y="3427"/>
                    <a:pt x="1035" y="3431"/>
                    <a:pt x="1092" y="3431"/>
                  </a:cubicBezTo>
                  <a:cubicBezTo>
                    <a:pt x="1730" y="3431"/>
                    <a:pt x="2337" y="2868"/>
                    <a:pt x="2568" y="2023"/>
                  </a:cubicBezTo>
                  <a:cubicBezTo>
                    <a:pt x="2791" y="1074"/>
                    <a:pt x="2428" y="154"/>
                    <a:pt x="1731" y="42"/>
                  </a:cubicBezTo>
                  <a:cubicBezTo>
                    <a:pt x="1659" y="14"/>
                    <a:pt x="1586" y="0"/>
                    <a:pt x="1512"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4"/>
            <p:cNvSpPr/>
            <p:nvPr/>
          </p:nvSpPr>
          <p:spPr>
            <a:xfrm>
              <a:off x="3117731" y="3122887"/>
              <a:ext cx="42739" cy="57934"/>
            </a:xfrm>
            <a:custGeom>
              <a:avLst/>
              <a:gdLst/>
              <a:ahLst/>
              <a:cxnLst/>
              <a:rect l="l" t="t" r="r" b="b"/>
              <a:pathLst>
                <a:path w="3153" h="4274" extrusionOk="0">
                  <a:moveTo>
                    <a:pt x="2086" y="1"/>
                  </a:moveTo>
                  <a:cubicBezTo>
                    <a:pt x="1516" y="1"/>
                    <a:pt x="788" y="659"/>
                    <a:pt x="475" y="1670"/>
                  </a:cubicBezTo>
                  <a:cubicBezTo>
                    <a:pt x="0" y="2842"/>
                    <a:pt x="140" y="3874"/>
                    <a:pt x="698" y="4237"/>
                  </a:cubicBezTo>
                  <a:cubicBezTo>
                    <a:pt x="777" y="4262"/>
                    <a:pt x="857" y="4274"/>
                    <a:pt x="939" y="4274"/>
                  </a:cubicBezTo>
                  <a:cubicBezTo>
                    <a:pt x="1579" y="4274"/>
                    <a:pt x="2283" y="3531"/>
                    <a:pt x="2679" y="2591"/>
                  </a:cubicBezTo>
                  <a:cubicBezTo>
                    <a:pt x="3153" y="1447"/>
                    <a:pt x="3041" y="275"/>
                    <a:pt x="2344" y="52"/>
                  </a:cubicBezTo>
                  <a:cubicBezTo>
                    <a:pt x="2264" y="17"/>
                    <a:pt x="2177" y="1"/>
                    <a:pt x="2086"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4"/>
            <p:cNvSpPr/>
            <p:nvPr/>
          </p:nvSpPr>
          <p:spPr>
            <a:xfrm>
              <a:off x="3198279" y="3228295"/>
              <a:ext cx="39350" cy="33711"/>
            </a:xfrm>
            <a:custGeom>
              <a:avLst/>
              <a:gdLst/>
              <a:ahLst/>
              <a:cxnLst/>
              <a:rect l="l" t="t" r="r" b="b"/>
              <a:pathLst>
                <a:path w="2903" h="2487" extrusionOk="0">
                  <a:moveTo>
                    <a:pt x="1242" y="1"/>
                  </a:moveTo>
                  <a:cubicBezTo>
                    <a:pt x="1101" y="1"/>
                    <a:pt x="957" y="20"/>
                    <a:pt x="810" y="60"/>
                  </a:cubicBezTo>
                  <a:cubicBezTo>
                    <a:pt x="475" y="60"/>
                    <a:pt x="224" y="394"/>
                    <a:pt x="112" y="757"/>
                  </a:cubicBezTo>
                  <a:cubicBezTo>
                    <a:pt x="1" y="980"/>
                    <a:pt x="112" y="1343"/>
                    <a:pt x="224" y="1678"/>
                  </a:cubicBezTo>
                  <a:cubicBezTo>
                    <a:pt x="336" y="1901"/>
                    <a:pt x="587" y="2152"/>
                    <a:pt x="810" y="2264"/>
                  </a:cubicBezTo>
                  <a:cubicBezTo>
                    <a:pt x="1173" y="2487"/>
                    <a:pt x="1396" y="2487"/>
                    <a:pt x="1731" y="2487"/>
                  </a:cubicBezTo>
                  <a:cubicBezTo>
                    <a:pt x="2093" y="2487"/>
                    <a:pt x="2428" y="2375"/>
                    <a:pt x="2679" y="2152"/>
                  </a:cubicBezTo>
                  <a:cubicBezTo>
                    <a:pt x="2902" y="1901"/>
                    <a:pt x="2902" y="1566"/>
                    <a:pt x="2902" y="1203"/>
                  </a:cubicBezTo>
                  <a:cubicBezTo>
                    <a:pt x="2621" y="523"/>
                    <a:pt x="1985" y="1"/>
                    <a:pt x="1242"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4"/>
            <p:cNvSpPr/>
            <p:nvPr/>
          </p:nvSpPr>
          <p:spPr>
            <a:xfrm>
              <a:off x="2924102" y="2729004"/>
              <a:ext cx="42359" cy="60876"/>
            </a:xfrm>
            <a:custGeom>
              <a:avLst/>
              <a:gdLst/>
              <a:ahLst/>
              <a:cxnLst/>
              <a:rect l="l" t="t" r="r" b="b"/>
              <a:pathLst>
                <a:path w="3125" h="4491" extrusionOk="0">
                  <a:moveTo>
                    <a:pt x="1124" y="1"/>
                  </a:moveTo>
                  <a:cubicBezTo>
                    <a:pt x="1054" y="1"/>
                    <a:pt x="986" y="13"/>
                    <a:pt x="921" y="38"/>
                  </a:cubicBezTo>
                  <a:cubicBezTo>
                    <a:pt x="223" y="261"/>
                    <a:pt x="0" y="1321"/>
                    <a:pt x="474" y="2605"/>
                  </a:cubicBezTo>
                  <a:cubicBezTo>
                    <a:pt x="769" y="3710"/>
                    <a:pt x="1431" y="4491"/>
                    <a:pt x="2061" y="4491"/>
                  </a:cubicBezTo>
                  <a:cubicBezTo>
                    <a:pt x="2147" y="4491"/>
                    <a:pt x="2232" y="4476"/>
                    <a:pt x="2316" y="4446"/>
                  </a:cubicBezTo>
                  <a:cubicBezTo>
                    <a:pt x="2902" y="4223"/>
                    <a:pt x="3125" y="3051"/>
                    <a:pt x="2790" y="1907"/>
                  </a:cubicBezTo>
                  <a:cubicBezTo>
                    <a:pt x="2369" y="767"/>
                    <a:pt x="1683" y="1"/>
                    <a:pt x="1124"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4"/>
            <p:cNvSpPr/>
            <p:nvPr/>
          </p:nvSpPr>
          <p:spPr>
            <a:xfrm>
              <a:off x="3193372" y="3288848"/>
              <a:ext cx="25348" cy="20441"/>
            </a:xfrm>
            <a:custGeom>
              <a:avLst/>
              <a:gdLst/>
              <a:ahLst/>
              <a:cxnLst/>
              <a:rect l="l" t="t" r="r" b="b"/>
              <a:pathLst>
                <a:path w="1870" h="1508" extrusionOk="0">
                  <a:moveTo>
                    <a:pt x="0" y="1"/>
                  </a:moveTo>
                  <a:cubicBezTo>
                    <a:pt x="474" y="587"/>
                    <a:pt x="1172" y="1172"/>
                    <a:pt x="1869" y="1507"/>
                  </a:cubicBezTo>
                  <a:lnTo>
                    <a:pt x="0"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4"/>
            <p:cNvSpPr/>
            <p:nvPr/>
          </p:nvSpPr>
          <p:spPr>
            <a:xfrm>
              <a:off x="3193372" y="3288631"/>
              <a:ext cx="25348" cy="20658"/>
            </a:xfrm>
            <a:custGeom>
              <a:avLst/>
              <a:gdLst/>
              <a:ahLst/>
              <a:cxnLst/>
              <a:rect l="l" t="t" r="r" b="b"/>
              <a:pathLst>
                <a:path w="1870" h="1524" extrusionOk="0">
                  <a:moveTo>
                    <a:pt x="11" y="0"/>
                  </a:moveTo>
                  <a:cubicBezTo>
                    <a:pt x="4" y="0"/>
                    <a:pt x="0" y="5"/>
                    <a:pt x="0" y="17"/>
                  </a:cubicBezTo>
                  <a:cubicBezTo>
                    <a:pt x="140" y="379"/>
                    <a:pt x="363" y="714"/>
                    <a:pt x="698" y="937"/>
                  </a:cubicBezTo>
                  <a:cubicBezTo>
                    <a:pt x="1060" y="1300"/>
                    <a:pt x="1395" y="1412"/>
                    <a:pt x="1869" y="1523"/>
                  </a:cubicBezTo>
                  <a:cubicBezTo>
                    <a:pt x="1869" y="1523"/>
                    <a:pt x="1395" y="1188"/>
                    <a:pt x="949" y="714"/>
                  </a:cubicBezTo>
                  <a:cubicBezTo>
                    <a:pt x="422" y="413"/>
                    <a:pt x="76" y="0"/>
                    <a:pt x="1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4"/>
            <p:cNvSpPr/>
            <p:nvPr/>
          </p:nvSpPr>
          <p:spPr>
            <a:xfrm>
              <a:off x="3218708" y="3272961"/>
              <a:ext cx="20427" cy="19451"/>
            </a:xfrm>
            <a:custGeom>
              <a:avLst/>
              <a:gdLst/>
              <a:ahLst/>
              <a:cxnLst/>
              <a:rect l="l" t="t" r="r" b="b"/>
              <a:pathLst>
                <a:path w="1507" h="1435" extrusionOk="0">
                  <a:moveTo>
                    <a:pt x="0" y="1"/>
                  </a:moveTo>
                  <a:cubicBezTo>
                    <a:pt x="0" y="140"/>
                    <a:pt x="224" y="475"/>
                    <a:pt x="698" y="838"/>
                  </a:cubicBezTo>
                  <a:cubicBezTo>
                    <a:pt x="993" y="1201"/>
                    <a:pt x="1343" y="1434"/>
                    <a:pt x="1463" y="1434"/>
                  </a:cubicBezTo>
                  <a:cubicBezTo>
                    <a:pt x="1491" y="1434"/>
                    <a:pt x="1507" y="1422"/>
                    <a:pt x="1507" y="1396"/>
                  </a:cubicBezTo>
                  <a:cubicBezTo>
                    <a:pt x="1507" y="1396"/>
                    <a:pt x="1284" y="1061"/>
                    <a:pt x="810" y="698"/>
                  </a:cubicBezTo>
                  <a:cubicBezTo>
                    <a:pt x="363" y="252"/>
                    <a:pt x="1"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4"/>
            <p:cNvSpPr/>
            <p:nvPr/>
          </p:nvSpPr>
          <p:spPr>
            <a:xfrm>
              <a:off x="3244043" y="3258971"/>
              <a:ext cx="15520" cy="19221"/>
            </a:xfrm>
            <a:custGeom>
              <a:avLst/>
              <a:gdLst/>
              <a:ahLst/>
              <a:cxnLst/>
              <a:rect l="l" t="t" r="r" b="b"/>
              <a:pathLst>
                <a:path w="1145" h="1418" extrusionOk="0">
                  <a:moveTo>
                    <a:pt x="112" y="1"/>
                  </a:moveTo>
                  <a:cubicBezTo>
                    <a:pt x="1" y="1"/>
                    <a:pt x="112" y="335"/>
                    <a:pt x="447" y="810"/>
                  </a:cubicBezTo>
                  <a:cubicBezTo>
                    <a:pt x="665" y="1124"/>
                    <a:pt x="945" y="1417"/>
                    <a:pt x="1089" y="1417"/>
                  </a:cubicBezTo>
                  <a:cubicBezTo>
                    <a:pt x="1111" y="1417"/>
                    <a:pt x="1130" y="1410"/>
                    <a:pt x="1145" y="1396"/>
                  </a:cubicBezTo>
                  <a:lnTo>
                    <a:pt x="698" y="698"/>
                  </a:lnTo>
                  <a:cubicBezTo>
                    <a:pt x="335" y="224"/>
                    <a:pt x="112" y="1"/>
                    <a:pt x="11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4"/>
            <p:cNvSpPr/>
            <p:nvPr/>
          </p:nvSpPr>
          <p:spPr>
            <a:xfrm>
              <a:off x="2909720" y="2821032"/>
              <a:ext cx="6452" cy="144849"/>
            </a:xfrm>
            <a:custGeom>
              <a:avLst/>
              <a:gdLst/>
              <a:ahLst/>
              <a:cxnLst/>
              <a:rect l="l" t="t" r="r" b="b"/>
              <a:pathLst>
                <a:path w="476" h="10686" extrusionOk="0">
                  <a:moveTo>
                    <a:pt x="1" y="1"/>
                  </a:moveTo>
                  <a:lnTo>
                    <a:pt x="1" y="1619"/>
                  </a:lnTo>
                  <a:cubicBezTo>
                    <a:pt x="140" y="2539"/>
                    <a:pt x="140" y="3934"/>
                    <a:pt x="252" y="5329"/>
                  </a:cubicBezTo>
                  <a:lnTo>
                    <a:pt x="252" y="9179"/>
                  </a:lnTo>
                  <a:cubicBezTo>
                    <a:pt x="252" y="9626"/>
                    <a:pt x="252" y="10212"/>
                    <a:pt x="364" y="10686"/>
                  </a:cubicBezTo>
                  <a:cubicBezTo>
                    <a:pt x="364" y="10212"/>
                    <a:pt x="475" y="9626"/>
                    <a:pt x="475" y="9179"/>
                  </a:cubicBezTo>
                  <a:lnTo>
                    <a:pt x="475" y="5329"/>
                  </a:lnTo>
                  <a:cubicBezTo>
                    <a:pt x="364" y="3934"/>
                    <a:pt x="364" y="2539"/>
                    <a:pt x="252" y="1619"/>
                  </a:cubicBezTo>
                  <a:cubicBezTo>
                    <a:pt x="140" y="1033"/>
                    <a:pt x="140" y="558"/>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4"/>
            <p:cNvSpPr/>
            <p:nvPr/>
          </p:nvSpPr>
          <p:spPr>
            <a:xfrm>
              <a:off x="2687732" y="3027144"/>
              <a:ext cx="34796" cy="52200"/>
            </a:xfrm>
            <a:custGeom>
              <a:avLst/>
              <a:gdLst/>
              <a:ahLst/>
              <a:cxnLst/>
              <a:rect l="l" t="t" r="r" b="b"/>
              <a:pathLst>
                <a:path w="2567" h="3851" extrusionOk="0">
                  <a:moveTo>
                    <a:pt x="112" y="1"/>
                  </a:moveTo>
                  <a:cubicBezTo>
                    <a:pt x="0" y="252"/>
                    <a:pt x="0" y="475"/>
                    <a:pt x="112" y="698"/>
                  </a:cubicBezTo>
                  <a:cubicBezTo>
                    <a:pt x="335" y="1758"/>
                    <a:pt x="921" y="2790"/>
                    <a:pt x="1981" y="3488"/>
                  </a:cubicBezTo>
                  <a:cubicBezTo>
                    <a:pt x="2093" y="3627"/>
                    <a:pt x="2316" y="3739"/>
                    <a:pt x="2567" y="3851"/>
                  </a:cubicBezTo>
                  <a:cubicBezTo>
                    <a:pt x="1981" y="3265"/>
                    <a:pt x="1395" y="2679"/>
                    <a:pt x="921" y="2093"/>
                  </a:cubicBezTo>
                  <a:cubicBezTo>
                    <a:pt x="586" y="1395"/>
                    <a:pt x="223" y="698"/>
                    <a:pt x="11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4"/>
            <p:cNvSpPr/>
            <p:nvPr/>
          </p:nvSpPr>
          <p:spPr>
            <a:xfrm>
              <a:off x="2745968" y="3036593"/>
              <a:ext cx="9475" cy="37832"/>
            </a:xfrm>
            <a:custGeom>
              <a:avLst/>
              <a:gdLst/>
              <a:ahLst/>
              <a:cxnLst/>
              <a:rect l="l" t="t" r="r" b="b"/>
              <a:pathLst>
                <a:path w="699" h="2791" extrusionOk="0">
                  <a:moveTo>
                    <a:pt x="475" y="1"/>
                  </a:moveTo>
                  <a:cubicBezTo>
                    <a:pt x="363" y="475"/>
                    <a:pt x="363" y="950"/>
                    <a:pt x="224" y="1396"/>
                  </a:cubicBezTo>
                  <a:cubicBezTo>
                    <a:pt x="112" y="1870"/>
                    <a:pt x="112" y="2345"/>
                    <a:pt x="1" y="2791"/>
                  </a:cubicBezTo>
                  <a:cubicBezTo>
                    <a:pt x="363" y="2456"/>
                    <a:pt x="475" y="1982"/>
                    <a:pt x="475" y="1535"/>
                  </a:cubicBezTo>
                  <a:cubicBezTo>
                    <a:pt x="698" y="1061"/>
                    <a:pt x="698" y="475"/>
                    <a:pt x="47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4"/>
            <p:cNvSpPr/>
            <p:nvPr/>
          </p:nvSpPr>
          <p:spPr>
            <a:xfrm>
              <a:off x="2129904" y="2189086"/>
              <a:ext cx="32912" cy="48798"/>
            </a:xfrm>
            <a:custGeom>
              <a:avLst/>
              <a:gdLst/>
              <a:ahLst/>
              <a:cxnLst/>
              <a:rect l="l" t="t" r="r" b="b"/>
              <a:pathLst>
                <a:path w="2428" h="3600" extrusionOk="0">
                  <a:moveTo>
                    <a:pt x="0" y="0"/>
                  </a:moveTo>
                  <a:cubicBezTo>
                    <a:pt x="223" y="586"/>
                    <a:pt x="698" y="1283"/>
                    <a:pt x="1032" y="1841"/>
                  </a:cubicBezTo>
                  <a:cubicBezTo>
                    <a:pt x="1395" y="2539"/>
                    <a:pt x="1869" y="3125"/>
                    <a:pt x="2427" y="3599"/>
                  </a:cubicBezTo>
                  <a:cubicBezTo>
                    <a:pt x="2093" y="3013"/>
                    <a:pt x="1730" y="2316"/>
                    <a:pt x="1283" y="1730"/>
                  </a:cubicBezTo>
                  <a:cubicBezTo>
                    <a:pt x="921" y="1032"/>
                    <a:pt x="474" y="447"/>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4"/>
            <p:cNvSpPr/>
            <p:nvPr/>
          </p:nvSpPr>
          <p:spPr>
            <a:xfrm>
              <a:off x="2155239" y="2168658"/>
              <a:ext cx="31393" cy="43878"/>
            </a:xfrm>
            <a:custGeom>
              <a:avLst/>
              <a:gdLst/>
              <a:ahLst/>
              <a:cxnLst/>
              <a:rect l="l" t="t" r="r" b="b"/>
              <a:pathLst>
                <a:path w="2316" h="3237" extrusionOk="0">
                  <a:moveTo>
                    <a:pt x="0" y="1"/>
                  </a:moveTo>
                  <a:lnTo>
                    <a:pt x="0" y="1"/>
                  </a:lnTo>
                  <a:cubicBezTo>
                    <a:pt x="224" y="559"/>
                    <a:pt x="558" y="1144"/>
                    <a:pt x="1033" y="1619"/>
                  </a:cubicBezTo>
                  <a:cubicBezTo>
                    <a:pt x="1395" y="2205"/>
                    <a:pt x="1842" y="2790"/>
                    <a:pt x="2316" y="3237"/>
                  </a:cubicBezTo>
                  <a:cubicBezTo>
                    <a:pt x="2093" y="2539"/>
                    <a:pt x="1730" y="2093"/>
                    <a:pt x="1256" y="1507"/>
                  </a:cubicBezTo>
                  <a:cubicBezTo>
                    <a:pt x="921" y="921"/>
                    <a:pt x="447" y="447"/>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4"/>
            <p:cNvSpPr/>
            <p:nvPr/>
          </p:nvSpPr>
          <p:spPr>
            <a:xfrm>
              <a:off x="2183598" y="2147864"/>
              <a:ext cx="31407" cy="28371"/>
            </a:xfrm>
            <a:custGeom>
              <a:avLst/>
              <a:gdLst/>
              <a:ahLst/>
              <a:cxnLst/>
              <a:rect l="l" t="t" r="r" b="b"/>
              <a:pathLst>
                <a:path w="2317" h="2093" extrusionOk="0">
                  <a:moveTo>
                    <a:pt x="1" y="0"/>
                  </a:moveTo>
                  <a:lnTo>
                    <a:pt x="1" y="0"/>
                  </a:lnTo>
                  <a:cubicBezTo>
                    <a:pt x="336" y="474"/>
                    <a:pt x="698" y="837"/>
                    <a:pt x="1033" y="1172"/>
                  </a:cubicBezTo>
                  <a:cubicBezTo>
                    <a:pt x="1396" y="1535"/>
                    <a:pt x="1842" y="1869"/>
                    <a:pt x="2316" y="2093"/>
                  </a:cubicBezTo>
                  <a:cubicBezTo>
                    <a:pt x="1954" y="1646"/>
                    <a:pt x="1619" y="1283"/>
                    <a:pt x="1256" y="949"/>
                  </a:cubicBezTo>
                  <a:cubicBezTo>
                    <a:pt x="921" y="586"/>
                    <a:pt x="447" y="251"/>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4"/>
            <p:cNvSpPr/>
            <p:nvPr/>
          </p:nvSpPr>
          <p:spPr>
            <a:xfrm>
              <a:off x="2556880" y="4377656"/>
              <a:ext cx="255268" cy="115651"/>
            </a:xfrm>
            <a:custGeom>
              <a:avLst/>
              <a:gdLst/>
              <a:ahLst/>
              <a:cxnLst/>
              <a:rect l="l" t="t" r="r" b="b"/>
              <a:pathLst>
                <a:path w="18832" h="8532" extrusionOk="0">
                  <a:moveTo>
                    <a:pt x="18609" y="0"/>
                  </a:moveTo>
                  <a:lnTo>
                    <a:pt x="8481" y="251"/>
                  </a:lnTo>
                  <a:lnTo>
                    <a:pt x="8593" y="5580"/>
                  </a:lnTo>
                  <a:cubicBezTo>
                    <a:pt x="8593" y="5580"/>
                    <a:pt x="0" y="7784"/>
                    <a:pt x="2093" y="8370"/>
                  </a:cubicBezTo>
                  <a:cubicBezTo>
                    <a:pt x="2576" y="8486"/>
                    <a:pt x="3622" y="8532"/>
                    <a:pt x="4965" y="8532"/>
                  </a:cubicBezTo>
                  <a:cubicBezTo>
                    <a:pt x="9122" y="8532"/>
                    <a:pt x="16138" y="8092"/>
                    <a:pt x="18246" y="7923"/>
                  </a:cubicBezTo>
                  <a:lnTo>
                    <a:pt x="18832" y="7923"/>
                  </a:lnTo>
                  <a:lnTo>
                    <a:pt x="18609"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4"/>
            <p:cNvSpPr/>
            <p:nvPr/>
          </p:nvSpPr>
          <p:spPr>
            <a:xfrm>
              <a:off x="2763359" y="4443834"/>
              <a:ext cx="48798" cy="39337"/>
            </a:xfrm>
            <a:custGeom>
              <a:avLst/>
              <a:gdLst/>
              <a:ahLst/>
              <a:cxnLst/>
              <a:rect l="l" t="t" r="r" b="b"/>
              <a:pathLst>
                <a:path w="3600" h="2902" extrusionOk="0">
                  <a:moveTo>
                    <a:pt x="3377" y="0"/>
                  </a:moveTo>
                  <a:cubicBezTo>
                    <a:pt x="2568" y="0"/>
                    <a:pt x="1870" y="363"/>
                    <a:pt x="1173" y="810"/>
                  </a:cubicBezTo>
                  <a:cubicBezTo>
                    <a:pt x="587" y="1395"/>
                    <a:pt x="113" y="2093"/>
                    <a:pt x="1" y="2902"/>
                  </a:cubicBezTo>
                  <a:lnTo>
                    <a:pt x="3600" y="2790"/>
                  </a:lnTo>
                  <a:lnTo>
                    <a:pt x="3488" y="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4"/>
            <p:cNvSpPr/>
            <p:nvPr/>
          </p:nvSpPr>
          <p:spPr>
            <a:xfrm>
              <a:off x="2695676" y="4485057"/>
              <a:ext cx="116478" cy="6059"/>
            </a:xfrm>
            <a:custGeom>
              <a:avLst/>
              <a:gdLst/>
              <a:ahLst/>
              <a:cxnLst/>
              <a:rect l="l" t="t" r="r" b="b"/>
              <a:pathLst>
                <a:path w="8593" h="447" extrusionOk="0">
                  <a:moveTo>
                    <a:pt x="8007" y="0"/>
                  </a:moveTo>
                  <a:cubicBezTo>
                    <a:pt x="6612" y="112"/>
                    <a:pt x="3376" y="335"/>
                    <a:pt x="0" y="447"/>
                  </a:cubicBezTo>
                  <a:lnTo>
                    <a:pt x="809" y="447"/>
                  </a:lnTo>
                  <a:cubicBezTo>
                    <a:pt x="3711" y="335"/>
                    <a:pt x="6612" y="224"/>
                    <a:pt x="8593"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4"/>
            <p:cNvSpPr/>
            <p:nvPr/>
          </p:nvSpPr>
          <p:spPr>
            <a:xfrm>
              <a:off x="2659360" y="4491102"/>
              <a:ext cx="47293" cy="1532"/>
            </a:xfrm>
            <a:custGeom>
              <a:avLst/>
              <a:gdLst/>
              <a:ahLst/>
              <a:cxnLst/>
              <a:rect l="l" t="t" r="r" b="b"/>
              <a:pathLst>
                <a:path w="3489" h="113" extrusionOk="0">
                  <a:moveTo>
                    <a:pt x="2679" y="1"/>
                  </a:moveTo>
                  <a:cubicBezTo>
                    <a:pt x="1730" y="112"/>
                    <a:pt x="810" y="112"/>
                    <a:pt x="1" y="112"/>
                  </a:cubicBezTo>
                  <a:cubicBezTo>
                    <a:pt x="1033" y="112"/>
                    <a:pt x="2316" y="112"/>
                    <a:pt x="3488" y="1"/>
                  </a:cubicBez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4"/>
            <p:cNvSpPr/>
            <p:nvPr/>
          </p:nvSpPr>
          <p:spPr>
            <a:xfrm>
              <a:off x="2580697" y="4486575"/>
              <a:ext cx="7577" cy="4541"/>
            </a:xfrm>
            <a:custGeom>
              <a:avLst/>
              <a:gdLst/>
              <a:ahLst/>
              <a:cxnLst/>
              <a:rect l="l" t="t" r="r" b="b"/>
              <a:pathLst>
                <a:path w="559" h="335" extrusionOk="0">
                  <a:moveTo>
                    <a:pt x="112" y="0"/>
                  </a:moveTo>
                  <a:cubicBezTo>
                    <a:pt x="1" y="112"/>
                    <a:pt x="1" y="112"/>
                    <a:pt x="112" y="223"/>
                  </a:cubicBezTo>
                  <a:cubicBezTo>
                    <a:pt x="112" y="304"/>
                    <a:pt x="171" y="326"/>
                    <a:pt x="331" y="333"/>
                  </a:cubicBezTo>
                  <a:lnTo>
                    <a:pt x="331" y="333"/>
                  </a:lnTo>
                  <a:cubicBezTo>
                    <a:pt x="111" y="222"/>
                    <a:pt x="2" y="111"/>
                    <a:pt x="112" y="0"/>
                  </a:cubicBezTo>
                  <a:close/>
                  <a:moveTo>
                    <a:pt x="331" y="333"/>
                  </a:moveTo>
                  <a:cubicBezTo>
                    <a:pt x="332" y="333"/>
                    <a:pt x="334" y="334"/>
                    <a:pt x="336" y="335"/>
                  </a:cubicBezTo>
                  <a:lnTo>
                    <a:pt x="559" y="335"/>
                  </a:lnTo>
                  <a:cubicBezTo>
                    <a:pt x="467" y="335"/>
                    <a:pt x="392" y="335"/>
                    <a:pt x="331" y="333"/>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4"/>
            <p:cNvSpPr/>
            <p:nvPr/>
          </p:nvSpPr>
          <p:spPr>
            <a:xfrm>
              <a:off x="2588261" y="4491102"/>
              <a:ext cx="1911" cy="14"/>
            </a:xfrm>
            <a:custGeom>
              <a:avLst/>
              <a:gdLst/>
              <a:ahLst/>
              <a:cxnLst/>
              <a:rect l="l" t="t" r="r" b="b"/>
              <a:pathLst>
                <a:path w="141" h="1" extrusionOk="0">
                  <a:moveTo>
                    <a:pt x="1" y="1"/>
                  </a:moveTo>
                  <a:lnTo>
                    <a:pt x="140" y="1"/>
                  </a:lnTo>
                  <a:lnTo>
                    <a:pt x="1" y="1"/>
                  </a:ln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4"/>
            <p:cNvSpPr/>
            <p:nvPr/>
          </p:nvSpPr>
          <p:spPr>
            <a:xfrm>
              <a:off x="2580697" y="4470688"/>
              <a:ext cx="231452" cy="21946"/>
            </a:xfrm>
            <a:custGeom>
              <a:avLst/>
              <a:gdLst/>
              <a:ahLst/>
              <a:cxnLst/>
              <a:rect l="l" t="t" r="r" b="b"/>
              <a:pathLst>
                <a:path w="17075" h="1619" extrusionOk="0">
                  <a:moveTo>
                    <a:pt x="2651" y="0"/>
                  </a:moveTo>
                  <a:cubicBezTo>
                    <a:pt x="2651" y="0"/>
                    <a:pt x="2540" y="0"/>
                    <a:pt x="2316" y="112"/>
                  </a:cubicBezTo>
                  <a:cubicBezTo>
                    <a:pt x="2205" y="112"/>
                    <a:pt x="1954" y="223"/>
                    <a:pt x="1730" y="223"/>
                  </a:cubicBezTo>
                  <a:cubicBezTo>
                    <a:pt x="1145" y="475"/>
                    <a:pt x="336" y="809"/>
                    <a:pt x="112" y="1172"/>
                  </a:cubicBezTo>
                  <a:cubicBezTo>
                    <a:pt x="1" y="1284"/>
                    <a:pt x="112" y="1395"/>
                    <a:pt x="336" y="1507"/>
                  </a:cubicBezTo>
                  <a:lnTo>
                    <a:pt x="698" y="1507"/>
                  </a:lnTo>
                  <a:cubicBezTo>
                    <a:pt x="1256" y="1618"/>
                    <a:pt x="2428" y="1618"/>
                    <a:pt x="3823" y="1618"/>
                  </a:cubicBezTo>
                  <a:lnTo>
                    <a:pt x="5804" y="1618"/>
                  </a:lnTo>
                  <a:cubicBezTo>
                    <a:pt x="6613" y="1618"/>
                    <a:pt x="7533" y="1618"/>
                    <a:pt x="8482" y="1507"/>
                  </a:cubicBezTo>
                  <a:cubicBezTo>
                    <a:pt x="11858" y="1395"/>
                    <a:pt x="15094" y="1172"/>
                    <a:pt x="16489" y="1060"/>
                  </a:cubicBezTo>
                  <a:lnTo>
                    <a:pt x="17075" y="1060"/>
                  </a:lnTo>
                  <a:lnTo>
                    <a:pt x="17075" y="921"/>
                  </a:lnTo>
                  <a:lnTo>
                    <a:pt x="13476" y="1060"/>
                  </a:lnTo>
                  <a:lnTo>
                    <a:pt x="13476" y="921"/>
                  </a:lnTo>
                  <a:lnTo>
                    <a:pt x="3600" y="1284"/>
                  </a:lnTo>
                  <a:cubicBezTo>
                    <a:pt x="3600" y="1284"/>
                    <a:pt x="3237" y="0"/>
                    <a:pt x="2651"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4"/>
            <p:cNvSpPr/>
            <p:nvPr/>
          </p:nvSpPr>
          <p:spPr>
            <a:xfrm>
              <a:off x="2763359" y="4481654"/>
              <a:ext cx="48798" cy="3416"/>
            </a:xfrm>
            <a:custGeom>
              <a:avLst/>
              <a:gdLst/>
              <a:ahLst/>
              <a:cxnLst/>
              <a:rect l="l" t="t" r="r" b="b"/>
              <a:pathLst>
                <a:path w="3600" h="252" extrusionOk="0">
                  <a:moveTo>
                    <a:pt x="3600" y="0"/>
                  </a:moveTo>
                  <a:lnTo>
                    <a:pt x="1" y="112"/>
                  </a:lnTo>
                  <a:lnTo>
                    <a:pt x="1" y="251"/>
                  </a:lnTo>
                  <a:lnTo>
                    <a:pt x="3600" y="112"/>
                  </a:lnTo>
                  <a:lnTo>
                    <a:pt x="3600" y="0"/>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4"/>
            <p:cNvSpPr/>
            <p:nvPr/>
          </p:nvSpPr>
          <p:spPr>
            <a:xfrm>
              <a:off x="2615115" y="4483172"/>
              <a:ext cx="165493" cy="4920"/>
            </a:xfrm>
            <a:custGeom>
              <a:avLst/>
              <a:gdLst/>
              <a:ahLst/>
              <a:cxnLst/>
              <a:rect l="l" t="t" r="r" b="b"/>
              <a:pathLst>
                <a:path w="12209" h="363" extrusionOk="0">
                  <a:moveTo>
                    <a:pt x="12208" y="1"/>
                  </a:moveTo>
                  <a:cubicBezTo>
                    <a:pt x="10564" y="140"/>
                    <a:pt x="8476" y="251"/>
                    <a:pt x="6055" y="251"/>
                  </a:cubicBezTo>
                  <a:cubicBezTo>
                    <a:pt x="3739" y="363"/>
                    <a:pt x="1507" y="363"/>
                    <a:pt x="1" y="363"/>
                  </a:cubicBezTo>
                  <a:lnTo>
                    <a:pt x="6055" y="363"/>
                  </a:lnTo>
                  <a:cubicBezTo>
                    <a:pt x="8476" y="251"/>
                    <a:pt x="10564" y="140"/>
                    <a:pt x="1220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4"/>
            <p:cNvSpPr/>
            <p:nvPr/>
          </p:nvSpPr>
          <p:spPr>
            <a:xfrm>
              <a:off x="2615115" y="4469170"/>
              <a:ext cx="14382" cy="20441"/>
            </a:xfrm>
            <a:custGeom>
              <a:avLst/>
              <a:gdLst/>
              <a:ahLst/>
              <a:cxnLst/>
              <a:rect l="l" t="t" r="r" b="b"/>
              <a:pathLst>
                <a:path w="1061" h="1508" extrusionOk="0">
                  <a:moveTo>
                    <a:pt x="1" y="1"/>
                  </a:moveTo>
                  <a:cubicBezTo>
                    <a:pt x="586" y="335"/>
                    <a:pt x="949" y="921"/>
                    <a:pt x="1061" y="1507"/>
                  </a:cubicBezTo>
                  <a:cubicBezTo>
                    <a:pt x="1061" y="1172"/>
                    <a:pt x="949" y="810"/>
                    <a:pt x="810" y="587"/>
                  </a:cubicBezTo>
                  <a:cubicBezTo>
                    <a:pt x="586" y="335"/>
                    <a:pt x="363" y="112"/>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4"/>
            <p:cNvSpPr/>
            <p:nvPr/>
          </p:nvSpPr>
          <p:spPr>
            <a:xfrm>
              <a:off x="2660879" y="4456698"/>
              <a:ext cx="9461" cy="10980"/>
            </a:xfrm>
            <a:custGeom>
              <a:avLst/>
              <a:gdLst/>
              <a:ahLst/>
              <a:cxnLst/>
              <a:rect l="l" t="t" r="r" b="b"/>
              <a:pathLst>
                <a:path w="698" h="810" extrusionOk="0">
                  <a:moveTo>
                    <a:pt x="112" y="0"/>
                  </a:moveTo>
                  <a:cubicBezTo>
                    <a:pt x="0" y="0"/>
                    <a:pt x="112" y="223"/>
                    <a:pt x="363" y="446"/>
                  </a:cubicBezTo>
                  <a:cubicBezTo>
                    <a:pt x="475" y="698"/>
                    <a:pt x="586" y="809"/>
                    <a:pt x="586" y="809"/>
                  </a:cubicBezTo>
                  <a:cubicBezTo>
                    <a:pt x="698" y="809"/>
                    <a:pt x="586" y="558"/>
                    <a:pt x="363" y="335"/>
                  </a:cubicBezTo>
                  <a:cubicBezTo>
                    <a:pt x="224" y="112"/>
                    <a:pt x="112" y="0"/>
                    <a:pt x="11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4"/>
            <p:cNvSpPr/>
            <p:nvPr/>
          </p:nvSpPr>
          <p:spPr>
            <a:xfrm>
              <a:off x="2671845" y="4454218"/>
              <a:ext cx="9461" cy="7659"/>
            </a:xfrm>
            <a:custGeom>
              <a:avLst/>
              <a:gdLst/>
              <a:ahLst/>
              <a:cxnLst/>
              <a:rect l="l" t="t" r="r" b="b"/>
              <a:pathLst>
                <a:path w="698" h="565" extrusionOk="0">
                  <a:moveTo>
                    <a:pt x="24" y="0"/>
                  </a:moveTo>
                  <a:cubicBezTo>
                    <a:pt x="8" y="0"/>
                    <a:pt x="0" y="14"/>
                    <a:pt x="0" y="44"/>
                  </a:cubicBezTo>
                  <a:cubicBezTo>
                    <a:pt x="0" y="44"/>
                    <a:pt x="112" y="183"/>
                    <a:pt x="252" y="406"/>
                  </a:cubicBezTo>
                  <a:cubicBezTo>
                    <a:pt x="409" y="485"/>
                    <a:pt x="511" y="564"/>
                    <a:pt x="558" y="564"/>
                  </a:cubicBezTo>
                  <a:cubicBezTo>
                    <a:pt x="577" y="564"/>
                    <a:pt x="586" y="551"/>
                    <a:pt x="586" y="518"/>
                  </a:cubicBezTo>
                  <a:cubicBezTo>
                    <a:pt x="698" y="518"/>
                    <a:pt x="475" y="406"/>
                    <a:pt x="363" y="295"/>
                  </a:cubicBezTo>
                  <a:cubicBezTo>
                    <a:pt x="178" y="110"/>
                    <a:pt x="69" y="0"/>
                    <a:pt x="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4"/>
            <p:cNvSpPr/>
            <p:nvPr/>
          </p:nvSpPr>
          <p:spPr>
            <a:xfrm>
              <a:off x="2671845" y="4448755"/>
              <a:ext cx="15900" cy="1518"/>
            </a:xfrm>
            <a:custGeom>
              <a:avLst/>
              <a:gdLst/>
              <a:ahLst/>
              <a:cxnLst/>
              <a:rect l="l" t="t" r="r" b="b"/>
              <a:pathLst>
                <a:path w="1173" h="112" extrusionOk="0">
                  <a:moveTo>
                    <a:pt x="0" y="0"/>
                  </a:moveTo>
                  <a:cubicBezTo>
                    <a:pt x="252" y="112"/>
                    <a:pt x="475" y="112"/>
                    <a:pt x="586" y="112"/>
                  </a:cubicBezTo>
                  <a:cubicBezTo>
                    <a:pt x="809" y="112"/>
                    <a:pt x="949" y="112"/>
                    <a:pt x="117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4"/>
            <p:cNvSpPr/>
            <p:nvPr/>
          </p:nvSpPr>
          <p:spPr>
            <a:xfrm>
              <a:off x="2673363" y="4439293"/>
              <a:ext cx="15886" cy="3036"/>
            </a:xfrm>
            <a:custGeom>
              <a:avLst/>
              <a:gdLst/>
              <a:ahLst/>
              <a:cxnLst/>
              <a:rect l="l" t="t" r="r" b="b"/>
              <a:pathLst>
                <a:path w="1172" h="224" extrusionOk="0">
                  <a:moveTo>
                    <a:pt x="1172" y="1"/>
                  </a:moveTo>
                  <a:cubicBezTo>
                    <a:pt x="949" y="1"/>
                    <a:pt x="837" y="112"/>
                    <a:pt x="586" y="112"/>
                  </a:cubicBezTo>
                  <a:lnTo>
                    <a:pt x="0" y="112"/>
                  </a:lnTo>
                  <a:cubicBezTo>
                    <a:pt x="140" y="224"/>
                    <a:pt x="363" y="224"/>
                    <a:pt x="586" y="224"/>
                  </a:cubicBezTo>
                  <a:cubicBezTo>
                    <a:pt x="837" y="224"/>
                    <a:pt x="949" y="112"/>
                    <a:pt x="11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4"/>
            <p:cNvSpPr/>
            <p:nvPr/>
          </p:nvSpPr>
          <p:spPr>
            <a:xfrm>
              <a:off x="2638946" y="4444200"/>
              <a:ext cx="24968" cy="14016"/>
            </a:xfrm>
            <a:custGeom>
              <a:avLst/>
              <a:gdLst/>
              <a:ahLst/>
              <a:cxnLst/>
              <a:rect l="l" t="t" r="r" b="b"/>
              <a:pathLst>
                <a:path w="1842" h="1034" extrusionOk="0">
                  <a:moveTo>
                    <a:pt x="516" y="120"/>
                  </a:moveTo>
                  <a:cubicBezTo>
                    <a:pt x="663" y="120"/>
                    <a:pt x="809" y="155"/>
                    <a:pt x="921" y="225"/>
                  </a:cubicBezTo>
                  <a:cubicBezTo>
                    <a:pt x="1144" y="225"/>
                    <a:pt x="1284" y="336"/>
                    <a:pt x="1507" y="559"/>
                  </a:cubicBezTo>
                  <a:cubicBezTo>
                    <a:pt x="1586" y="638"/>
                    <a:pt x="1665" y="788"/>
                    <a:pt x="1704" y="907"/>
                  </a:cubicBezTo>
                  <a:lnTo>
                    <a:pt x="1704" y="907"/>
                  </a:lnTo>
                  <a:cubicBezTo>
                    <a:pt x="1606" y="891"/>
                    <a:pt x="1460" y="856"/>
                    <a:pt x="1284" y="783"/>
                  </a:cubicBezTo>
                  <a:cubicBezTo>
                    <a:pt x="1032" y="783"/>
                    <a:pt x="809" y="671"/>
                    <a:pt x="586" y="671"/>
                  </a:cubicBezTo>
                  <a:cubicBezTo>
                    <a:pt x="447" y="559"/>
                    <a:pt x="335" y="559"/>
                    <a:pt x="223" y="559"/>
                  </a:cubicBezTo>
                  <a:cubicBezTo>
                    <a:pt x="112" y="448"/>
                    <a:pt x="0" y="336"/>
                    <a:pt x="112" y="225"/>
                  </a:cubicBezTo>
                  <a:cubicBezTo>
                    <a:pt x="223" y="155"/>
                    <a:pt x="370" y="120"/>
                    <a:pt x="516" y="120"/>
                  </a:cubicBezTo>
                  <a:close/>
                  <a:moveTo>
                    <a:pt x="576" y="0"/>
                  </a:moveTo>
                  <a:cubicBezTo>
                    <a:pt x="419" y="0"/>
                    <a:pt x="262" y="28"/>
                    <a:pt x="112" y="85"/>
                  </a:cubicBezTo>
                  <a:cubicBezTo>
                    <a:pt x="0" y="225"/>
                    <a:pt x="0" y="336"/>
                    <a:pt x="0" y="448"/>
                  </a:cubicBezTo>
                  <a:lnTo>
                    <a:pt x="112" y="559"/>
                  </a:lnTo>
                  <a:cubicBezTo>
                    <a:pt x="223" y="671"/>
                    <a:pt x="335" y="671"/>
                    <a:pt x="586" y="783"/>
                  </a:cubicBezTo>
                  <a:cubicBezTo>
                    <a:pt x="809" y="783"/>
                    <a:pt x="1032" y="922"/>
                    <a:pt x="1284" y="922"/>
                  </a:cubicBezTo>
                  <a:lnTo>
                    <a:pt x="1709" y="922"/>
                  </a:lnTo>
                  <a:cubicBezTo>
                    <a:pt x="1722" y="965"/>
                    <a:pt x="1730" y="1004"/>
                    <a:pt x="1730" y="1034"/>
                  </a:cubicBezTo>
                  <a:lnTo>
                    <a:pt x="1730" y="922"/>
                  </a:lnTo>
                  <a:lnTo>
                    <a:pt x="1842" y="922"/>
                  </a:lnTo>
                  <a:cubicBezTo>
                    <a:pt x="1842" y="922"/>
                    <a:pt x="1802" y="922"/>
                    <a:pt x="1730" y="911"/>
                  </a:cubicBezTo>
                  <a:lnTo>
                    <a:pt x="1730" y="911"/>
                  </a:lnTo>
                  <a:lnTo>
                    <a:pt x="1730" y="671"/>
                  </a:lnTo>
                  <a:cubicBezTo>
                    <a:pt x="1481" y="235"/>
                    <a:pt x="1031" y="0"/>
                    <a:pt x="57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4"/>
            <p:cNvSpPr/>
            <p:nvPr/>
          </p:nvSpPr>
          <p:spPr>
            <a:xfrm>
              <a:off x="2660879" y="4439293"/>
              <a:ext cx="12484" cy="17418"/>
            </a:xfrm>
            <a:custGeom>
              <a:avLst/>
              <a:gdLst/>
              <a:ahLst/>
              <a:cxnLst/>
              <a:rect l="l" t="t" r="r" b="b"/>
              <a:pathLst>
                <a:path w="921" h="1285" extrusionOk="0">
                  <a:moveTo>
                    <a:pt x="698" y="1"/>
                  </a:moveTo>
                  <a:cubicBezTo>
                    <a:pt x="475" y="1"/>
                    <a:pt x="224" y="112"/>
                    <a:pt x="112" y="335"/>
                  </a:cubicBezTo>
                  <a:cubicBezTo>
                    <a:pt x="112" y="447"/>
                    <a:pt x="0" y="698"/>
                    <a:pt x="0" y="810"/>
                  </a:cubicBezTo>
                  <a:cubicBezTo>
                    <a:pt x="0" y="1033"/>
                    <a:pt x="0" y="1145"/>
                    <a:pt x="112" y="1284"/>
                  </a:cubicBezTo>
                  <a:lnTo>
                    <a:pt x="112" y="810"/>
                  </a:lnTo>
                  <a:cubicBezTo>
                    <a:pt x="112" y="698"/>
                    <a:pt x="224" y="587"/>
                    <a:pt x="224" y="447"/>
                  </a:cubicBezTo>
                  <a:cubicBezTo>
                    <a:pt x="363" y="335"/>
                    <a:pt x="586" y="112"/>
                    <a:pt x="698" y="112"/>
                  </a:cubicBezTo>
                  <a:cubicBezTo>
                    <a:pt x="809" y="224"/>
                    <a:pt x="809" y="447"/>
                    <a:pt x="698" y="587"/>
                  </a:cubicBezTo>
                  <a:cubicBezTo>
                    <a:pt x="586" y="698"/>
                    <a:pt x="586" y="810"/>
                    <a:pt x="475" y="921"/>
                  </a:cubicBezTo>
                  <a:cubicBezTo>
                    <a:pt x="224" y="1145"/>
                    <a:pt x="112" y="1284"/>
                    <a:pt x="112" y="1284"/>
                  </a:cubicBezTo>
                  <a:cubicBezTo>
                    <a:pt x="112" y="1284"/>
                    <a:pt x="363" y="1284"/>
                    <a:pt x="475" y="1033"/>
                  </a:cubicBezTo>
                  <a:cubicBezTo>
                    <a:pt x="586" y="921"/>
                    <a:pt x="698" y="810"/>
                    <a:pt x="809" y="587"/>
                  </a:cubicBezTo>
                  <a:cubicBezTo>
                    <a:pt x="809" y="587"/>
                    <a:pt x="921" y="447"/>
                    <a:pt x="921" y="335"/>
                  </a:cubicBezTo>
                  <a:cubicBezTo>
                    <a:pt x="921" y="224"/>
                    <a:pt x="809" y="1"/>
                    <a:pt x="69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4"/>
            <p:cNvSpPr/>
            <p:nvPr/>
          </p:nvSpPr>
          <p:spPr>
            <a:xfrm>
              <a:off x="2763359" y="4442696"/>
              <a:ext cx="44271" cy="40475"/>
            </a:xfrm>
            <a:custGeom>
              <a:avLst/>
              <a:gdLst/>
              <a:ahLst/>
              <a:cxnLst/>
              <a:rect l="l" t="t" r="r" b="b"/>
              <a:pathLst>
                <a:path w="3266" h="2986" extrusionOk="0">
                  <a:moveTo>
                    <a:pt x="3018" y="1"/>
                  </a:moveTo>
                  <a:cubicBezTo>
                    <a:pt x="2930" y="1"/>
                    <a:pt x="2847" y="29"/>
                    <a:pt x="2791" y="84"/>
                  </a:cubicBezTo>
                  <a:lnTo>
                    <a:pt x="3265" y="84"/>
                  </a:lnTo>
                  <a:cubicBezTo>
                    <a:pt x="3195" y="29"/>
                    <a:pt x="3105" y="1"/>
                    <a:pt x="3018" y="1"/>
                  </a:cubicBezTo>
                  <a:close/>
                  <a:moveTo>
                    <a:pt x="2791" y="84"/>
                  </a:moveTo>
                  <a:cubicBezTo>
                    <a:pt x="2093" y="84"/>
                    <a:pt x="1508" y="336"/>
                    <a:pt x="1033" y="782"/>
                  </a:cubicBezTo>
                  <a:cubicBezTo>
                    <a:pt x="587" y="1145"/>
                    <a:pt x="224" y="1731"/>
                    <a:pt x="113" y="2288"/>
                  </a:cubicBezTo>
                  <a:cubicBezTo>
                    <a:pt x="475" y="1145"/>
                    <a:pt x="1508" y="336"/>
                    <a:pt x="2791" y="84"/>
                  </a:cubicBezTo>
                  <a:close/>
                  <a:moveTo>
                    <a:pt x="113" y="2288"/>
                  </a:moveTo>
                  <a:lnTo>
                    <a:pt x="113" y="2288"/>
                  </a:lnTo>
                  <a:cubicBezTo>
                    <a:pt x="1" y="2428"/>
                    <a:pt x="1" y="2651"/>
                    <a:pt x="1" y="2874"/>
                  </a:cubicBezTo>
                  <a:lnTo>
                    <a:pt x="1" y="2986"/>
                  </a:lnTo>
                  <a:cubicBezTo>
                    <a:pt x="1" y="2763"/>
                    <a:pt x="113" y="2540"/>
                    <a:pt x="113" y="2288"/>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4"/>
            <p:cNvSpPr/>
            <p:nvPr/>
          </p:nvSpPr>
          <p:spPr>
            <a:xfrm>
              <a:off x="2794754" y="4387104"/>
              <a:ext cx="3416" cy="56741"/>
            </a:xfrm>
            <a:custGeom>
              <a:avLst/>
              <a:gdLst/>
              <a:ahLst/>
              <a:cxnLst/>
              <a:rect l="l" t="t" r="r" b="b"/>
              <a:pathLst>
                <a:path w="252" h="4186" extrusionOk="0">
                  <a:moveTo>
                    <a:pt x="1" y="1"/>
                  </a:moveTo>
                  <a:lnTo>
                    <a:pt x="1" y="2093"/>
                  </a:lnTo>
                  <a:cubicBezTo>
                    <a:pt x="1" y="2791"/>
                    <a:pt x="1" y="3488"/>
                    <a:pt x="112" y="4185"/>
                  </a:cubicBezTo>
                  <a:cubicBezTo>
                    <a:pt x="252" y="3488"/>
                    <a:pt x="252" y="2791"/>
                    <a:pt x="112" y="2093"/>
                  </a:cubicBezTo>
                  <a:cubicBezTo>
                    <a:pt x="112" y="1396"/>
                    <a:pt x="112" y="698"/>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4"/>
            <p:cNvSpPr/>
            <p:nvPr/>
          </p:nvSpPr>
          <p:spPr>
            <a:xfrm>
              <a:off x="2705124" y="4471528"/>
              <a:ext cx="39350" cy="3036"/>
            </a:xfrm>
            <a:custGeom>
              <a:avLst/>
              <a:gdLst/>
              <a:ahLst/>
              <a:cxnLst/>
              <a:rect l="l" t="t" r="r" b="b"/>
              <a:pathLst>
                <a:path w="2903" h="224" extrusionOk="0">
                  <a:moveTo>
                    <a:pt x="2720" y="0"/>
                  </a:moveTo>
                  <a:cubicBezTo>
                    <a:pt x="2487" y="0"/>
                    <a:pt x="2046" y="50"/>
                    <a:pt x="1507" y="50"/>
                  </a:cubicBezTo>
                  <a:cubicBezTo>
                    <a:pt x="1103" y="106"/>
                    <a:pt x="726" y="106"/>
                    <a:pt x="450" y="106"/>
                  </a:cubicBezTo>
                  <a:cubicBezTo>
                    <a:pt x="175" y="106"/>
                    <a:pt x="1" y="106"/>
                    <a:pt x="1" y="161"/>
                  </a:cubicBezTo>
                  <a:cubicBezTo>
                    <a:pt x="298" y="161"/>
                    <a:pt x="608" y="223"/>
                    <a:pt x="955" y="223"/>
                  </a:cubicBezTo>
                  <a:cubicBezTo>
                    <a:pt x="1129" y="223"/>
                    <a:pt x="1312" y="208"/>
                    <a:pt x="1507" y="161"/>
                  </a:cubicBezTo>
                  <a:cubicBezTo>
                    <a:pt x="1981" y="161"/>
                    <a:pt x="2428" y="161"/>
                    <a:pt x="2902" y="50"/>
                  </a:cubicBezTo>
                  <a:cubicBezTo>
                    <a:pt x="2902" y="13"/>
                    <a:pt x="2837" y="0"/>
                    <a:pt x="272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4"/>
            <p:cNvSpPr/>
            <p:nvPr/>
          </p:nvSpPr>
          <p:spPr>
            <a:xfrm>
              <a:off x="2767901" y="4470688"/>
              <a:ext cx="4934" cy="7957"/>
            </a:xfrm>
            <a:custGeom>
              <a:avLst/>
              <a:gdLst/>
              <a:ahLst/>
              <a:cxnLst/>
              <a:rect l="l" t="t" r="r" b="b"/>
              <a:pathLst>
                <a:path w="364" h="587" extrusionOk="0">
                  <a:moveTo>
                    <a:pt x="252" y="0"/>
                  </a:moveTo>
                  <a:cubicBezTo>
                    <a:pt x="252" y="0"/>
                    <a:pt x="140" y="112"/>
                    <a:pt x="1" y="223"/>
                  </a:cubicBezTo>
                  <a:lnTo>
                    <a:pt x="1" y="586"/>
                  </a:lnTo>
                  <a:cubicBezTo>
                    <a:pt x="140" y="586"/>
                    <a:pt x="140" y="475"/>
                    <a:pt x="140" y="363"/>
                  </a:cubicBezTo>
                  <a:cubicBezTo>
                    <a:pt x="252" y="112"/>
                    <a:pt x="363" y="0"/>
                    <a:pt x="25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4"/>
            <p:cNvSpPr/>
            <p:nvPr/>
          </p:nvSpPr>
          <p:spPr>
            <a:xfrm>
              <a:off x="2775844" y="4458203"/>
              <a:ext cx="6439" cy="5178"/>
            </a:xfrm>
            <a:custGeom>
              <a:avLst/>
              <a:gdLst/>
              <a:ahLst/>
              <a:cxnLst/>
              <a:rect l="l" t="t" r="r" b="b"/>
              <a:pathLst>
                <a:path w="475" h="382" extrusionOk="0">
                  <a:moveTo>
                    <a:pt x="475" y="1"/>
                  </a:moveTo>
                  <a:cubicBezTo>
                    <a:pt x="363" y="1"/>
                    <a:pt x="363" y="1"/>
                    <a:pt x="252" y="112"/>
                  </a:cubicBezTo>
                  <a:cubicBezTo>
                    <a:pt x="112" y="224"/>
                    <a:pt x="1" y="335"/>
                    <a:pt x="1" y="335"/>
                  </a:cubicBezTo>
                  <a:cubicBezTo>
                    <a:pt x="33" y="368"/>
                    <a:pt x="68" y="382"/>
                    <a:pt x="102" y="382"/>
                  </a:cubicBezTo>
                  <a:cubicBezTo>
                    <a:pt x="182" y="382"/>
                    <a:pt x="252" y="303"/>
                    <a:pt x="252" y="224"/>
                  </a:cubicBezTo>
                  <a:lnTo>
                    <a:pt x="47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4"/>
            <p:cNvSpPr/>
            <p:nvPr/>
          </p:nvSpPr>
          <p:spPr>
            <a:xfrm>
              <a:off x="2788709" y="4451100"/>
              <a:ext cx="7577" cy="3714"/>
            </a:xfrm>
            <a:custGeom>
              <a:avLst/>
              <a:gdLst/>
              <a:ahLst/>
              <a:cxnLst/>
              <a:rect l="l" t="t" r="r" b="b"/>
              <a:pathLst>
                <a:path w="559" h="274" extrusionOk="0">
                  <a:moveTo>
                    <a:pt x="409" y="1"/>
                  </a:moveTo>
                  <a:cubicBezTo>
                    <a:pt x="360" y="1"/>
                    <a:pt x="298" y="13"/>
                    <a:pt x="223" y="50"/>
                  </a:cubicBezTo>
                  <a:cubicBezTo>
                    <a:pt x="0" y="50"/>
                    <a:pt x="0" y="274"/>
                    <a:pt x="0" y="274"/>
                  </a:cubicBezTo>
                  <a:cubicBezTo>
                    <a:pt x="0" y="274"/>
                    <a:pt x="112" y="162"/>
                    <a:pt x="223" y="162"/>
                  </a:cubicBezTo>
                  <a:cubicBezTo>
                    <a:pt x="447" y="50"/>
                    <a:pt x="558" y="50"/>
                    <a:pt x="558" y="50"/>
                  </a:cubicBezTo>
                  <a:cubicBezTo>
                    <a:pt x="558" y="50"/>
                    <a:pt x="509" y="1"/>
                    <a:pt x="40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4"/>
            <p:cNvSpPr/>
            <p:nvPr/>
          </p:nvSpPr>
          <p:spPr>
            <a:xfrm>
              <a:off x="2802698" y="4448755"/>
              <a:ext cx="3036" cy="2657"/>
            </a:xfrm>
            <a:custGeom>
              <a:avLst/>
              <a:gdLst/>
              <a:ahLst/>
              <a:cxnLst/>
              <a:rect l="l" t="t" r="r" b="b"/>
              <a:pathLst>
                <a:path w="224" h="196" extrusionOk="0">
                  <a:moveTo>
                    <a:pt x="112" y="0"/>
                  </a:moveTo>
                  <a:cubicBezTo>
                    <a:pt x="0" y="0"/>
                    <a:pt x="0" y="112"/>
                    <a:pt x="0" y="112"/>
                  </a:cubicBezTo>
                  <a:cubicBezTo>
                    <a:pt x="0" y="168"/>
                    <a:pt x="0" y="195"/>
                    <a:pt x="14" y="195"/>
                  </a:cubicBezTo>
                  <a:cubicBezTo>
                    <a:pt x="28" y="195"/>
                    <a:pt x="56" y="168"/>
                    <a:pt x="112" y="112"/>
                  </a:cubicBezTo>
                  <a:cubicBezTo>
                    <a:pt x="224" y="112"/>
                    <a:pt x="224" y="0"/>
                    <a:pt x="2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4"/>
            <p:cNvSpPr/>
            <p:nvPr/>
          </p:nvSpPr>
          <p:spPr>
            <a:xfrm>
              <a:off x="2887787" y="4355710"/>
              <a:ext cx="252259" cy="142043"/>
            </a:xfrm>
            <a:custGeom>
              <a:avLst/>
              <a:gdLst/>
              <a:ahLst/>
              <a:cxnLst/>
              <a:rect l="l" t="t" r="r" b="b"/>
              <a:pathLst>
                <a:path w="18610" h="10479" extrusionOk="0">
                  <a:moveTo>
                    <a:pt x="17438" y="1"/>
                  </a:moveTo>
                  <a:lnTo>
                    <a:pt x="7338" y="1508"/>
                  </a:lnTo>
                  <a:lnTo>
                    <a:pt x="8147" y="6864"/>
                  </a:lnTo>
                  <a:cubicBezTo>
                    <a:pt x="8147" y="6864"/>
                    <a:pt x="1" y="10100"/>
                    <a:pt x="2093" y="10463"/>
                  </a:cubicBezTo>
                  <a:cubicBezTo>
                    <a:pt x="2188" y="10474"/>
                    <a:pt x="2304" y="10479"/>
                    <a:pt x="2439" y="10479"/>
                  </a:cubicBezTo>
                  <a:cubicBezTo>
                    <a:pt x="5124" y="10479"/>
                    <a:pt x="15367" y="8454"/>
                    <a:pt x="18024" y="7896"/>
                  </a:cubicBezTo>
                  <a:lnTo>
                    <a:pt x="18609" y="7785"/>
                  </a:lnTo>
                  <a:lnTo>
                    <a:pt x="17438"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4"/>
            <p:cNvSpPr/>
            <p:nvPr/>
          </p:nvSpPr>
          <p:spPr>
            <a:xfrm>
              <a:off x="3091257" y="4421901"/>
              <a:ext cx="48798" cy="44257"/>
            </a:xfrm>
            <a:custGeom>
              <a:avLst/>
              <a:gdLst/>
              <a:ahLst/>
              <a:cxnLst/>
              <a:rect l="l" t="t" r="r" b="b"/>
              <a:pathLst>
                <a:path w="3600" h="3265" extrusionOk="0">
                  <a:moveTo>
                    <a:pt x="3125" y="0"/>
                  </a:moveTo>
                  <a:cubicBezTo>
                    <a:pt x="2316" y="112"/>
                    <a:pt x="1507" y="475"/>
                    <a:pt x="921" y="1033"/>
                  </a:cubicBezTo>
                  <a:cubicBezTo>
                    <a:pt x="335" y="1730"/>
                    <a:pt x="0" y="2428"/>
                    <a:pt x="0" y="3265"/>
                  </a:cubicBezTo>
                  <a:lnTo>
                    <a:pt x="3599" y="2679"/>
                  </a:lnTo>
                  <a:lnTo>
                    <a:pt x="3125" y="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4"/>
            <p:cNvSpPr/>
            <p:nvPr/>
          </p:nvSpPr>
          <p:spPr>
            <a:xfrm>
              <a:off x="2911618" y="4461226"/>
              <a:ext cx="228429" cy="36327"/>
            </a:xfrm>
            <a:custGeom>
              <a:avLst/>
              <a:gdLst/>
              <a:ahLst/>
              <a:cxnLst/>
              <a:rect l="l" t="t" r="r" b="b"/>
              <a:pathLst>
                <a:path w="16852" h="2680" extrusionOk="0">
                  <a:moveTo>
                    <a:pt x="16851" y="1"/>
                  </a:moveTo>
                  <a:lnTo>
                    <a:pt x="16266" y="112"/>
                  </a:lnTo>
                  <a:cubicBezTo>
                    <a:pt x="15300" y="363"/>
                    <a:pt x="13386" y="775"/>
                    <a:pt x="11142" y="1199"/>
                  </a:cubicBezTo>
                  <a:lnTo>
                    <a:pt x="11142" y="1199"/>
                  </a:lnTo>
                  <a:cubicBezTo>
                    <a:pt x="13352" y="799"/>
                    <a:pt x="15425" y="400"/>
                    <a:pt x="16851" y="1"/>
                  </a:cubicBezTo>
                  <a:close/>
                  <a:moveTo>
                    <a:pt x="11142" y="1199"/>
                  </a:moveTo>
                  <a:cubicBezTo>
                    <a:pt x="10109" y="1385"/>
                    <a:pt x="9047" y="1572"/>
                    <a:pt x="8007" y="1758"/>
                  </a:cubicBezTo>
                  <a:cubicBezTo>
                    <a:pt x="9081" y="1578"/>
                    <a:pt x="10144" y="1387"/>
                    <a:pt x="11142" y="1199"/>
                  </a:cubicBezTo>
                  <a:close/>
                  <a:moveTo>
                    <a:pt x="0" y="2456"/>
                  </a:moveTo>
                  <a:lnTo>
                    <a:pt x="0" y="2568"/>
                  </a:lnTo>
                  <a:cubicBezTo>
                    <a:pt x="79" y="2646"/>
                    <a:pt x="157" y="2669"/>
                    <a:pt x="275" y="2676"/>
                  </a:cubicBezTo>
                  <a:lnTo>
                    <a:pt x="275" y="2676"/>
                  </a:lnTo>
                  <a:cubicBezTo>
                    <a:pt x="92" y="2658"/>
                    <a:pt x="0" y="2557"/>
                    <a:pt x="0" y="2456"/>
                  </a:cubicBezTo>
                  <a:close/>
                  <a:moveTo>
                    <a:pt x="275" y="2676"/>
                  </a:moveTo>
                  <a:cubicBezTo>
                    <a:pt x="294" y="2678"/>
                    <a:pt x="314" y="2679"/>
                    <a:pt x="335" y="2679"/>
                  </a:cubicBezTo>
                  <a:lnTo>
                    <a:pt x="447" y="2679"/>
                  </a:lnTo>
                  <a:cubicBezTo>
                    <a:pt x="381" y="2679"/>
                    <a:pt x="324" y="2679"/>
                    <a:pt x="275" y="2676"/>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4"/>
            <p:cNvSpPr/>
            <p:nvPr/>
          </p:nvSpPr>
          <p:spPr>
            <a:xfrm>
              <a:off x="2911618" y="4492621"/>
              <a:ext cx="14" cy="1898"/>
            </a:xfrm>
            <a:custGeom>
              <a:avLst/>
              <a:gdLst/>
              <a:ahLst/>
              <a:cxnLst/>
              <a:rect l="l" t="t" r="r" b="b"/>
              <a:pathLst>
                <a:path w="1" h="140" extrusionOk="0">
                  <a:moveTo>
                    <a:pt x="0" y="0"/>
                  </a:moveTo>
                  <a:lnTo>
                    <a:pt x="0" y="140"/>
                  </a:lnTo>
                  <a:lnTo>
                    <a:pt x="0" y="140"/>
                  </a:lnTo>
                  <a:close/>
                </a:path>
              </a:pathLst>
            </a:custGeom>
            <a:solidFill>
              <a:srgbClr val="171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4"/>
            <p:cNvSpPr/>
            <p:nvPr/>
          </p:nvSpPr>
          <p:spPr>
            <a:xfrm>
              <a:off x="2911618" y="4459721"/>
              <a:ext cx="228429" cy="37832"/>
            </a:xfrm>
            <a:custGeom>
              <a:avLst/>
              <a:gdLst/>
              <a:ahLst/>
              <a:cxnLst/>
              <a:rect l="l" t="t" r="r" b="b"/>
              <a:pathLst>
                <a:path w="16852" h="2791" extrusionOk="0">
                  <a:moveTo>
                    <a:pt x="16851" y="0"/>
                  </a:moveTo>
                  <a:lnTo>
                    <a:pt x="13252" y="586"/>
                  </a:lnTo>
                  <a:lnTo>
                    <a:pt x="13252" y="475"/>
                  </a:lnTo>
                  <a:lnTo>
                    <a:pt x="3488" y="2093"/>
                  </a:lnTo>
                  <a:cubicBezTo>
                    <a:pt x="3488" y="2093"/>
                    <a:pt x="3014" y="921"/>
                    <a:pt x="2428" y="921"/>
                  </a:cubicBezTo>
                  <a:lnTo>
                    <a:pt x="2316" y="1032"/>
                  </a:lnTo>
                  <a:cubicBezTo>
                    <a:pt x="2204" y="1032"/>
                    <a:pt x="2093" y="1172"/>
                    <a:pt x="1953" y="1172"/>
                  </a:cubicBezTo>
                  <a:cubicBezTo>
                    <a:pt x="1256" y="1507"/>
                    <a:pt x="224" y="2093"/>
                    <a:pt x="0" y="2427"/>
                  </a:cubicBezTo>
                  <a:lnTo>
                    <a:pt x="0" y="2567"/>
                  </a:lnTo>
                  <a:cubicBezTo>
                    <a:pt x="0" y="2679"/>
                    <a:pt x="112" y="2790"/>
                    <a:pt x="335" y="2790"/>
                  </a:cubicBezTo>
                  <a:lnTo>
                    <a:pt x="447" y="2790"/>
                  </a:lnTo>
                  <a:cubicBezTo>
                    <a:pt x="1619" y="2790"/>
                    <a:pt x="4743" y="2427"/>
                    <a:pt x="8007" y="1869"/>
                  </a:cubicBezTo>
                  <a:cubicBezTo>
                    <a:pt x="11495" y="1284"/>
                    <a:pt x="14871" y="586"/>
                    <a:pt x="16266" y="223"/>
                  </a:cubicBezTo>
                  <a:lnTo>
                    <a:pt x="16851" y="112"/>
                  </a:lnTo>
                  <a:lnTo>
                    <a:pt x="16851" y="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4"/>
            <p:cNvSpPr/>
            <p:nvPr/>
          </p:nvSpPr>
          <p:spPr>
            <a:xfrm>
              <a:off x="3091257" y="4458203"/>
              <a:ext cx="48798" cy="9475"/>
            </a:xfrm>
            <a:custGeom>
              <a:avLst/>
              <a:gdLst/>
              <a:ahLst/>
              <a:cxnLst/>
              <a:rect l="l" t="t" r="r" b="b"/>
              <a:pathLst>
                <a:path w="3600" h="699" extrusionOk="0">
                  <a:moveTo>
                    <a:pt x="3599" y="1"/>
                  </a:moveTo>
                  <a:lnTo>
                    <a:pt x="0" y="587"/>
                  </a:lnTo>
                  <a:lnTo>
                    <a:pt x="0" y="698"/>
                  </a:lnTo>
                  <a:lnTo>
                    <a:pt x="3599" y="112"/>
                  </a:lnTo>
                  <a:lnTo>
                    <a:pt x="3599" y="1"/>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4"/>
            <p:cNvSpPr/>
            <p:nvPr/>
          </p:nvSpPr>
          <p:spPr>
            <a:xfrm>
              <a:off x="2913136" y="4458203"/>
              <a:ext cx="226911" cy="36314"/>
            </a:xfrm>
            <a:custGeom>
              <a:avLst/>
              <a:gdLst/>
              <a:ahLst/>
              <a:cxnLst/>
              <a:rect l="l" t="t" r="r" b="b"/>
              <a:pathLst>
                <a:path w="16740" h="2679" extrusionOk="0">
                  <a:moveTo>
                    <a:pt x="16739" y="1"/>
                  </a:moveTo>
                  <a:lnTo>
                    <a:pt x="16154" y="112"/>
                  </a:lnTo>
                  <a:lnTo>
                    <a:pt x="14396" y="447"/>
                  </a:lnTo>
                  <a:cubicBezTo>
                    <a:pt x="12889" y="698"/>
                    <a:pt x="10685" y="1033"/>
                    <a:pt x="8370" y="1396"/>
                  </a:cubicBezTo>
                  <a:cubicBezTo>
                    <a:pt x="6026" y="1842"/>
                    <a:pt x="3934" y="2093"/>
                    <a:pt x="2316" y="2316"/>
                  </a:cubicBezTo>
                  <a:lnTo>
                    <a:pt x="586" y="2539"/>
                  </a:lnTo>
                  <a:lnTo>
                    <a:pt x="0" y="2679"/>
                  </a:lnTo>
                  <a:lnTo>
                    <a:pt x="586" y="2679"/>
                  </a:lnTo>
                  <a:lnTo>
                    <a:pt x="2316" y="2428"/>
                  </a:lnTo>
                  <a:cubicBezTo>
                    <a:pt x="3934" y="2205"/>
                    <a:pt x="6026" y="1981"/>
                    <a:pt x="8370" y="1507"/>
                  </a:cubicBezTo>
                  <a:cubicBezTo>
                    <a:pt x="10797" y="1144"/>
                    <a:pt x="12889" y="810"/>
                    <a:pt x="14396" y="587"/>
                  </a:cubicBezTo>
                  <a:lnTo>
                    <a:pt x="16265" y="112"/>
                  </a:lnTo>
                  <a:lnTo>
                    <a:pt x="1673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4"/>
            <p:cNvSpPr/>
            <p:nvPr/>
          </p:nvSpPr>
          <p:spPr>
            <a:xfrm>
              <a:off x="2943013" y="4470688"/>
              <a:ext cx="17405" cy="20427"/>
            </a:xfrm>
            <a:custGeom>
              <a:avLst/>
              <a:gdLst/>
              <a:ahLst/>
              <a:cxnLst/>
              <a:rect l="l" t="t" r="r" b="b"/>
              <a:pathLst>
                <a:path w="1284" h="1507" extrusionOk="0">
                  <a:moveTo>
                    <a:pt x="0" y="0"/>
                  </a:moveTo>
                  <a:lnTo>
                    <a:pt x="0" y="0"/>
                  </a:lnTo>
                  <a:cubicBezTo>
                    <a:pt x="335" y="223"/>
                    <a:pt x="586" y="475"/>
                    <a:pt x="809" y="698"/>
                  </a:cubicBezTo>
                  <a:cubicBezTo>
                    <a:pt x="921" y="921"/>
                    <a:pt x="1172" y="1172"/>
                    <a:pt x="1283" y="1507"/>
                  </a:cubicBezTo>
                  <a:lnTo>
                    <a:pt x="1283" y="1395"/>
                  </a:lnTo>
                  <a:cubicBezTo>
                    <a:pt x="1172" y="809"/>
                    <a:pt x="698" y="223"/>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4"/>
            <p:cNvSpPr/>
            <p:nvPr/>
          </p:nvSpPr>
          <p:spPr>
            <a:xfrm>
              <a:off x="2987258" y="4453282"/>
              <a:ext cx="9461" cy="10993"/>
            </a:xfrm>
            <a:custGeom>
              <a:avLst/>
              <a:gdLst/>
              <a:ahLst/>
              <a:cxnLst/>
              <a:rect l="l" t="t" r="r" b="b"/>
              <a:pathLst>
                <a:path w="698" h="811" extrusionOk="0">
                  <a:moveTo>
                    <a:pt x="0" y="1"/>
                  </a:moveTo>
                  <a:cubicBezTo>
                    <a:pt x="0" y="1"/>
                    <a:pt x="112" y="252"/>
                    <a:pt x="335" y="475"/>
                  </a:cubicBezTo>
                  <a:cubicBezTo>
                    <a:pt x="447" y="698"/>
                    <a:pt x="698" y="810"/>
                    <a:pt x="698" y="810"/>
                  </a:cubicBezTo>
                  <a:cubicBezTo>
                    <a:pt x="698" y="810"/>
                    <a:pt x="558" y="587"/>
                    <a:pt x="447" y="364"/>
                  </a:cubicBezTo>
                  <a:cubicBezTo>
                    <a:pt x="223" y="113"/>
                    <a:pt x="0"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4"/>
            <p:cNvSpPr/>
            <p:nvPr/>
          </p:nvSpPr>
          <p:spPr>
            <a:xfrm>
              <a:off x="2996707" y="4450260"/>
              <a:ext cx="10980" cy="6452"/>
            </a:xfrm>
            <a:custGeom>
              <a:avLst/>
              <a:gdLst/>
              <a:ahLst/>
              <a:cxnLst/>
              <a:rect l="l" t="t" r="r" b="b"/>
              <a:pathLst>
                <a:path w="810" h="476" extrusionOk="0">
                  <a:moveTo>
                    <a:pt x="1" y="1"/>
                  </a:moveTo>
                  <a:cubicBezTo>
                    <a:pt x="1" y="1"/>
                    <a:pt x="112" y="112"/>
                    <a:pt x="335" y="224"/>
                  </a:cubicBezTo>
                  <a:cubicBezTo>
                    <a:pt x="559" y="336"/>
                    <a:pt x="698" y="475"/>
                    <a:pt x="698" y="475"/>
                  </a:cubicBezTo>
                  <a:cubicBezTo>
                    <a:pt x="810" y="475"/>
                    <a:pt x="559" y="336"/>
                    <a:pt x="447" y="112"/>
                  </a:cubicBezTo>
                  <a:cubicBezTo>
                    <a:pt x="224" y="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4"/>
            <p:cNvSpPr/>
            <p:nvPr/>
          </p:nvSpPr>
          <p:spPr>
            <a:xfrm>
              <a:off x="2998225" y="4442316"/>
              <a:ext cx="14002" cy="3050"/>
            </a:xfrm>
            <a:custGeom>
              <a:avLst/>
              <a:gdLst/>
              <a:ahLst/>
              <a:cxnLst/>
              <a:rect l="l" t="t" r="r" b="b"/>
              <a:pathLst>
                <a:path w="1033" h="225" extrusionOk="0">
                  <a:moveTo>
                    <a:pt x="447" y="1"/>
                  </a:moveTo>
                  <a:cubicBezTo>
                    <a:pt x="112" y="112"/>
                    <a:pt x="0" y="112"/>
                    <a:pt x="0" y="224"/>
                  </a:cubicBezTo>
                  <a:cubicBezTo>
                    <a:pt x="335" y="224"/>
                    <a:pt x="698" y="112"/>
                    <a:pt x="10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4"/>
            <p:cNvSpPr/>
            <p:nvPr/>
          </p:nvSpPr>
          <p:spPr>
            <a:xfrm>
              <a:off x="2996707" y="4432868"/>
              <a:ext cx="15520" cy="4460"/>
            </a:xfrm>
            <a:custGeom>
              <a:avLst/>
              <a:gdLst/>
              <a:ahLst/>
              <a:cxnLst/>
              <a:rect l="l" t="t" r="r" b="b"/>
              <a:pathLst>
                <a:path w="1145" h="329" extrusionOk="0">
                  <a:moveTo>
                    <a:pt x="1145" y="0"/>
                  </a:moveTo>
                  <a:cubicBezTo>
                    <a:pt x="921" y="0"/>
                    <a:pt x="810" y="112"/>
                    <a:pt x="559" y="112"/>
                  </a:cubicBezTo>
                  <a:cubicBezTo>
                    <a:pt x="335" y="112"/>
                    <a:pt x="224" y="224"/>
                    <a:pt x="1" y="224"/>
                  </a:cubicBezTo>
                  <a:cubicBezTo>
                    <a:pt x="112" y="293"/>
                    <a:pt x="224" y="328"/>
                    <a:pt x="322" y="328"/>
                  </a:cubicBezTo>
                  <a:cubicBezTo>
                    <a:pt x="419" y="328"/>
                    <a:pt x="503" y="293"/>
                    <a:pt x="559" y="224"/>
                  </a:cubicBezTo>
                  <a:cubicBezTo>
                    <a:pt x="810" y="224"/>
                    <a:pt x="1033" y="112"/>
                    <a:pt x="114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4"/>
            <p:cNvSpPr/>
            <p:nvPr/>
          </p:nvSpPr>
          <p:spPr>
            <a:xfrm>
              <a:off x="2963427" y="4442818"/>
              <a:ext cx="26866" cy="11996"/>
            </a:xfrm>
            <a:custGeom>
              <a:avLst/>
              <a:gdLst/>
              <a:ahLst/>
              <a:cxnLst/>
              <a:rect l="l" t="t" r="r" b="b"/>
              <a:pathLst>
                <a:path w="1982" h="885" extrusionOk="0">
                  <a:moveTo>
                    <a:pt x="710" y="0"/>
                  </a:moveTo>
                  <a:cubicBezTo>
                    <a:pt x="466" y="0"/>
                    <a:pt x="218" y="63"/>
                    <a:pt x="1" y="187"/>
                  </a:cubicBezTo>
                  <a:lnTo>
                    <a:pt x="1" y="550"/>
                  </a:lnTo>
                  <a:cubicBezTo>
                    <a:pt x="1" y="550"/>
                    <a:pt x="112" y="661"/>
                    <a:pt x="224" y="661"/>
                  </a:cubicBezTo>
                  <a:cubicBezTo>
                    <a:pt x="363" y="773"/>
                    <a:pt x="475" y="773"/>
                    <a:pt x="586" y="773"/>
                  </a:cubicBezTo>
                  <a:cubicBezTo>
                    <a:pt x="735" y="773"/>
                    <a:pt x="896" y="823"/>
                    <a:pt x="1054" y="823"/>
                  </a:cubicBezTo>
                  <a:cubicBezTo>
                    <a:pt x="1132" y="823"/>
                    <a:pt x="1210" y="810"/>
                    <a:pt x="1284" y="773"/>
                  </a:cubicBezTo>
                  <a:cubicBezTo>
                    <a:pt x="1061" y="773"/>
                    <a:pt x="810" y="661"/>
                    <a:pt x="586" y="661"/>
                  </a:cubicBezTo>
                  <a:cubicBezTo>
                    <a:pt x="475" y="661"/>
                    <a:pt x="363" y="661"/>
                    <a:pt x="224" y="550"/>
                  </a:cubicBezTo>
                  <a:cubicBezTo>
                    <a:pt x="112" y="550"/>
                    <a:pt x="112" y="438"/>
                    <a:pt x="112" y="327"/>
                  </a:cubicBezTo>
                  <a:cubicBezTo>
                    <a:pt x="292" y="227"/>
                    <a:pt x="514" y="142"/>
                    <a:pt x="707" y="142"/>
                  </a:cubicBezTo>
                  <a:cubicBezTo>
                    <a:pt x="785" y="142"/>
                    <a:pt x="857" y="155"/>
                    <a:pt x="921" y="187"/>
                  </a:cubicBezTo>
                  <a:cubicBezTo>
                    <a:pt x="1172" y="187"/>
                    <a:pt x="1396" y="327"/>
                    <a:pt x="1507" y="438"/>
                  </a:cubicBezTo>
                  <a:cubicBezTo>
                    <a:pt x="1580" y="511"/>
                    <a:pt x="1666" y="633"/>
                    <a:pt x="1747" y="739"/>
                  </a:cubicBezTo>
                  <a:lnTo>
                    <a:pt x="1747" y="739"/>
                  </a:lnTo>
                  <a:cubicBezTo>
                    <a:pt x="1635" y="754"/>
                    <a:pt x="1481" y="773"/>
                    <a:pt x="1284" y="773"/>
                  </a:cubicBezTo>
                  <a:cubicBezTo>
                    <a:pt x="1358" y="810"/>
                    <a:pt x="1436" y="823"/>
                    <a:pt x="1514" y="823"/>
                  </a:cubicBezTo>
                  <a:cubicBezTo>
                    <a:pt x="1605" y="823"/>
                    <a:pt x="1698" y="806"/>
                    <a:pt x="1789" y="792"/>
                  </a:cubicBezTo>
                  <a:lnTo>
                    <a:pt x="1789" y="792"/>
                  </a:lnTo>
                  <a:cubicBezTo>
                    <a:pt x="1817" y="827"/>
                    <a:pt x="1844" y="859"/>
                    <a:pt x="1870" y="885"/>
                  </a:cubicBezTo>
                  <a:lnTo>
                    <a:pt x="1870" y="780"/>
                  </a:lnTo>
                  <a:lnTo>
                    <a:pt x="1870" y="780"/>
                  </a:lnTo>
                  <a:cubicBezTo>
                    <a:pt x="1908" y="776"/>
                    <a:pt x="1945" y="773"/>
                    <a:pt x="1981" y="773"/>
                  </a:cubicBezTo>
                  <a:cubicBezTo>
                    <a:pt x="1981" y="736"/>
                    <a:pt x="1957" y="723"/>
                    <a:pt x="1906" y="723"/>
                  </a:cubicBezTo>
                  <a:cubicBezTo>
                    <a:pt x="1893" y="723"/>
                    <a:pt x="1878" y="724"/>
                    <a:pt x="1862" y="726"/>
                  </a:cubicBezTo>
                  <a:lnTo>
                    <a:pt x="1862" y="726"/>
                  </a:lnTo>
                  <a:cubicBezTo>
                    <a:pt x="1836" y="658"/>
                    <a:pt x="1758" y="643"/>
                    <a:pt x="1758" y="550"/>
                  </a:cubicBezTo>
                  <a:cubicBezTo>
                    <a:pt x="1530" y="181"/>
                    <a:pt x="1125" y="0"/>
                    <a:pt x="7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4"/>
            <p:cNvSpPr/>
            <p:nvPr/>
          </p:nvSpPr>
          <p:spPr>
            <a:xfrm>
              <a:off x="2985360" y="4435891"/>
              <a:ext cx="11359" cy="17405"/>
            </a:xfrm>
            <a:custGeom>
              <a:avLst/>
              <a:gdLst/>
              <a:ahLst/>
              <a:cxnLst/>
              <a:rect l="l" t="t" r="r" b="b"/>
              <a:pathLst>
                <a:path w="838" h="1284" extrusionOk="0">
                  <a:moveTo>
                    <a:pt x="587" y="1"/>
                  </a:moveTo>
                  <a:cubicBezTo>
                    <a:pt x="363" y="1"/>
                    <a:pt x="252" y="140"/>
                    <a:pt x="140" y="363"/>
                  </a:cubicBezTo>
                  <a:cubicBezTo>
                    <a:pt x="1" y="475"/>
                    <a:pt x="1" y="698"/>
                    <a:pt x="1" y="838"/>
                  </a:cubicBezTo>
                  <a:cubicBezTo>
                    <a:pt x="1" y="1061"/>
                    <a:pt x="140" y="1172"/>
                    <a:pt x="140" y="1284"/>
                  </a:cubicBezTo>
                  <a:lnTo>
                    <a:pt x="140" y="838"/>
                  </a:lnTo>
                  <a:cubicBezTo>
                    <a:pt x="140" y="698"/>
                    <a:pt x="140" y="586"/>
                    <a:pt x="252" y="363"/>
                  </a:cubicBezTo>
                  <a:cubicBezTo>
                    <a:pt x="363" y="252"/>
                    <a:pt x="475" y="1"/>
                    <a:pt x="587" y="1"/>
                  </a:cubicBezTo>
                  <a:close/>
                  <a:moveTo>
                    <a:pt x="587" y="1"/>
                  </a:moveTo>
                  <a:cubicBezTo>
                    <a:pt x="838" y="140"/>
                    <a:pt x="838" y="363"/>
                    <a:pt x="698" y="475"/>
                  </a:cubicBezTo>
                  <a:cubicBezTo>
                    <a:pt x="587" y="586"/>
                    <a:pt x="587" y="838"/>
                    <a:pt x="475" y="949"/>
                  </a:cubicBezTo>
                  <a:cubicBezTo>
                    <a:pt x="363" y="1172"/>
                    <a:pt x="252" y="1284"/>
                    <a:pt x="252" y="1284"/>
                  </a:cubicBezTo>
                  <a:cubicBezTo>
                    <a:pt x="363" y="1172"/>
                    <a:pt x="475" y="1061"/>
                    <a:pt x="587" y="949"/>
                  </a:cubicBezTo>
                  <a:cubicBezTo>
                    <a:pt x="587" y="838"/>
                    <a:pt x="698" y="698"/>
                    <a:pt x="838" y="475"/>
                  </a:cubicBezTo>
                  <a:lnTo>
                    <a:pt x="838" y="252"/>
                  </a:lnTo>
                  <a:cubicBezTo>
                    <a:pt x="838" y="140"/>
                    <a:pt x="698" y="1"/>
                    <a:pt x="5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4"/>
            <p:cNvSpPr/>
            <p:nvPr/>
          </p:nvSpPr>
          <p:spPr>
            <a:xfrm>
              <a:off x="3091257" y="4421901"/>
              <a:ext cx="42373" cy="45775"/>
            </a:xfrm>
            <a:custGeom>
              <a:avLst/>
              <a:gdLst/>
              <a:ahLst/>
              <a:cxnLst/>
              <a:rect l="l" t="t" r="r" b="b"/>
              <a:pathLst>
                <a:path w="3126" h="3377" extrusionOk="0">
                  <a:moveTo>
                    <a:pt x="2316" y="0"/>
                  </a:moveTo>
                  <a:cubicBezTo>
                    <a:pt x="1730" y="112"/>
                    <a:pt x="1256" y="475"/>
                    <a:pt x="810" y="921"/>
                  </a:cubicBezTo>
                  <a:cubicBezTo>
                    <a:pt x="335" y="1395"/>
                    <a:pt x="112" y="1981"/>
                    <a:pt x="0" y="2567"/>
                  </a:cubicBezTo>
                  <a:lnTo>
                    <a:pt x="0" y="3125"/>
                  </a:lnTo>
                  <a:lnTo>
                    <a:pt x="0" y="3376"/>
                  </a:lnTo>
                  <a:cubicBezTo>
                    <a:pt x="0" y="3376"/>
                    <a:pt x="0" y="3125"/>
                    <a:pt x="112" y="2679"/>
                  </a:cubicBezTo>
                  <a:cubicBezTo>
                    <a:pt x="335" y="1395"/>
                    <a:pt x="1256" y="475"/>
                    <a:pt x="2428" y="112"/>
                  </a:cubicBezTo>
                  <a:cubicBezTo>
                    <a:pt x="2790" y="0"/>
                    <a:pt x="3125" y="0"/>
                    <a:pt x="31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4"/>
            <p:cNvSpPr/>
            <p:nvPr/>
          </p:nvSpPr>
          <p:spPr>
            <a:xfrm>
              <a:off x="3110167" y="4366690"/>
              <a:ext cx="9461" cy="56728"/>
            </a:xfrm>
            <a:custGeom>
              <a:avLst/>
              <a:gdLst/>
              <a:ahLst/>
              <a:cxnLst/>
              <a:rect l="l" t="t" r="r" b="b"/>
              <a:pathLst>
                <a:path w="698" h="4185" extrusionOk="0">
                  <a:moveTo>
                    <a:pt x="0" y="0"/>
                  </a:moveTo>
                  <a:lnTo>
                    <a:pt x="0" y="0"/>
                  </a:lnTo>
                  <a:cubicBezTo>
                    <a:pt x="112" y="698"/>
                    <a:pt x="224" y="1395"/>
                    <a:pt x="335" y="2092"/>
                  </a:cubicBezTo>
                  <a:cubicBezTo>
                    <a:pt x="447" y="2790"/>
                    <a:pt x="558" y="3487"/>
                    <a:pt x="698" y="4185"/>
                  </a:cubicBezTo>
                  <a:cubicBezTo>
                    <a:pt x="698" y="3487"/>
                    <a:pt x="558" y="2790"/>
                    <a:pt x="447" y="2092"/>
                  </a:cubicBezTo>
                  <a:cubicBezTo>
                    <a:pt x="335" y="1395"/>
                    <a:pt x="224" y="698"/>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4"/>
            <p:cNvSpPr/>
            <p:nvPr/>
          </p:nvSpPr>
          <p:spPr>
            <a:xfrm>
              <a:off x="3032643" y="4457796"/>
              <a:ext cx="39716" cy="6479"/>
            </a:xfrm>
            <a:custGeom>
              <a:avLst/>
              <a:gdLst/>
              <a:ahLst/>
              <a:cxnLst/>
              <a:rect l="l" t="t" r="r" b="b"/>
              <a:pathLst>
                <a:path w="2930" h="478" extrusionOk="0">
                  <a:moveTo>
                    <a:pt x="2857" y="0"/>
                  </a:moveTo>
                  <a:cubicBezTo>
                    <a:pt x="2658" y="0"/>
                    <a:pt x="2072" y="164"/>
                    <a:pt x="1395" y="254"/>
                  </a:cubicBezTo>
                  <a:cubicBezTo>
                    <a:pt x="586" y="365"/>
                    <a:pt x="0" y="365"/>
                    <a:pt x="0" y="477"/>
                  </a:cubicBezTo>
                  <a:cubicBezTo>
                    <a:pt x="949" y="477"/>
                    <a:pt x="1981" y="365"/>
                    <a:pt x="2930" y="31"/>
                  </a:cubicBezTo>
                  <a:cubicBezTo>
                    <a:pt x="2930" y="9"/>
                    <a:pt x="2904" y="0"/>
                    <a:pt x="285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4"/>
            <p:cNvSpPr/>
            <p:nvPr/>
          </p:nvSpPr>
          <p:spPr>
            <a:xfrm>
              <a:off x="3095798" y="4453282"/>
              <a:ext cx="3036" cy="7957"/>
            </a:xfrm>
            <a:custGeom>
              <a:avLst/>
              <a:gdLst/>
              <a:ahLst/>
              <a:cxnLst/>
              <a:rect l="l" t="t" r="r" b="b"/>
              <a:pathLst>
                <a:path w="224" h="587" extrusionOk="0">
                  <a:moveTo>
                    <a:pt x="223" y="1"/>
                  </a:moveTo>
                  <a:cubicBezTo>
                    <a:pt x="112" y="1"/>
                    <a:pt x="0" y="113"/>
                    <a:pt x="0" y="252"/>
                  </a:cubicBezTo>
                  <a:lnTo>
                    <a:pt x="0" y="587"/>
                  </a:lnTo>
                  <a:cubicBezTo>
                    <a:pt x="112" y="587"/>
                    <a:pt x="112" y="475"/>
                    <a:pt x="112" y="364"/>
                  </a:cubicBezTo>
                  <a:cubicBezTo>
                    <a:pt x="112" y="113"/>
                    <a:pt x="223" y="1"/>
                    <a:pt x="22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4"/>
            <p:cNvSpPr/>
            <p:nvPr/>
          </p:nvSpPr>
          <p:spPr>
            <a:xfrm>
              <a:off x="3102224" y="4439293"/>
              <a:ext cx="4554" cy="6073"/>
            </a:xfrm>
            <a:custGeom>
              <a:avLst/>
              <a:gdLst/>
              <a:ahLst/>
              <a:cxnLst/>
              <a:rect l="l" t="t" r="r" b="b"/>
              <a:pathLst>
                <a:path w="336" h="448" extrusionOk="0">
                  <a:moveTo>
                    <a:pt x="335" y="1"/>
                  </a:moveTo>
                  <a:cubicBezTo>
                    <a:pt x="335" y="1"/>
                    <a:pt x="224" y="112"/>
                    <a:pt x="112" y="224"/>
                  </a:cubicBezTo>
                  <a:cubicBezTo>
                    <a:pt x="1" y="335"/>
                    <a:pt x="1" y="447"/>
                    <a:pt x="1" y="447"/>
                  </a:cubicBezTo>
                  <a:lnTo>
                    <a:pt x="224" y="224"/>
                  </a:lnTo>
                  <a:cubicBezTo>
                    <a:pt x="335" y="112"/>
                    <a:pt x="335" y="1"/>
                    <a:pt x="3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4"/>
            <p:cNvSpPr/>
            <p:nvPr/>
          </p:nvSpPr>
          <p:spPr>
            <a:xfrm>
              <a:off x="3111686" y="4431350"/>
              <a:ext cx="7943" cy="4554"/>
            </a:xfrm>
            <a:custGeom>
              <a:avLst/>
              <a:gdLst/>
              <a:ahLst/>
              <a:cxnLst/>
              <a:rect l="l" t="t" r="r" b="b"/>
              <a:pathLst>
                <a:path w="586" h="336" extrusionOk="0">
                  <a:moveTo>
                    <a:pt x="335" y="1"/>
                  </a:moveTo>
                  <a:cubicBezTo>
                    <a:pt x="112" y="112"/>
                    <a:pt x="0" y="224"/>
                    <a:pt x="112" y="336"/>
                  </a:cubicBezTo>
                  <a:cubicBezTo>
                    <a:pt x="112" y="336"/>
                    <a:pt x="223" y="224"/>
                    <a:pt x="335" y="112"/>
                  </a:cubicBezTo>
                  <a:cubicBezTo>
                    <a:pt x="446" y="112"/>
                    <a:pt x="586" y="1"/>
                    <a:pt x="58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4"/>
            <p:cNvSpPr/>
            <p:nvPr/>
          </p:nvSpPr>
          <p:spPr>
            <a:xfrm>
              <a:off x="3125675" y="4426443"/>
              <a:ext cx="4920" cy="3416"/>
            </a:xfrm>
            <a:custGeom>
              <a:avLst/>
              <a:gdLst/>
              <a:ahLst/>
              <a:cxnLst/>
              <a:rect l="l" t="t" r="r" b="b"/>
              <a:pathLst>
                <a:path w="363" h="252" extrusionOk="0">
                  <a:moveTo>
                    <a:pt x="363" y="0"/>
                  </a:moveTo>
                  <a:cubicBezTo>
                    <a:pt x="251" y="0"/>
                    <a:pt x="251" y="0"/>
                    <a:pt x="112" y="140"/>
                  </a:cubicBezTo>
                  <a:cubicBezTo>
                    <a:pt x="0" y="140"/>
                    <a:pt x="0" y="251"/>
                    <a:pt x="0" y="251"/>
                  </a:cubicBezTo>
                  <a:lnTo>
                    <a:pt x="251" y="251"/>
                  </a:lnTo>
                  <a:cubicBezTo>
                    <a:pt x="251" y="140"/>
                    <a:pt x="363" y="140"/>
                    <a:pt x="3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4"/>
            <p:cNvSpPr/>
            <p:nvPr/>
          </p:nvSpPr>
          <p:spPr>
            <a:xfrm>
              <a:off x="3007673" y="3051327"/>
              <a:ext cx="45775" cy="38157"/>
            </a:xfrm>
            <a:custGeom>
              <a:avLst/>
              <a:gdLst/>
              <a:ahLst/>
              <a:cxnLst/>
              <a:rect l="l" t="t" r="r" b="b"/>
              <a:pathLst>
                <a:path w="3377" h="2815" extrusionOk="0">
                  <a:moveTo>
                    <a:pt x="1285" y="0"/>
                  </a:moveTo>
                  <a:cubicBezTo>
                    <a:pt x="957" y="0"/>
                    <a:pt x="658" y="111"/>
                    <a:pt x="447" y="309"/>
                  </a:cubicBezTo>
                  <a:cubicBezTo>
                    <a:pt x="1" y="783"/>
                    <a:pt x="224" y="1704"/>
                    <a:pt x="921" y="2290"/>
                  </a:cubicBezTo>
                  <a:cubicBezTo>
                    <a:pt x="1331" y="2634"/>
                    <a:pt x="1818" y="2814"/>
                    <a:pt x="2245" y="2814"/>
                  </a:cubicBezTo>
                  <a:cubicBezTo>
                    <a:pt x="2546" y="2814"/>
                    <a:pt x="2818" y="2725"/>
                    <a:pt x="3014" y="2541"/>
                  </a:cubicBezTo>
                  <a:cubicBezTo>
                    <a:pt x="3377" y="2067"/>
                    <a:pt x="3237" y="1146"/>
                    <a:pt x="2540" y="560"/>
                  </a:cubicBezTo>
                  <a:cubicBezTo>
                    <a:pt x="2152" y="173"/>
                    <a:pt x="1696" y="0"/>
                    <a:pt x="1285"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4"/>
            <p:cNvSpPr/>
            <p:nvPr/>
          </p:nvSpPr>
          <p:spPr>
            <a:xfrm>
              <a:off x="2514518" y="3066849"/>
              <a:ext cx="628532" cy="1362955"/>
            </a:xfrm>
            <a:custGeom>
              <a:avLst/>
              <a:gdLst/>
              <a:ahLst/>
              <a:cxnLst/>
              <a:rect l="l" t="t" r="r" b="b"/>
              <a:pathLst>
                <a:path w="46369" h="100550" extrusionOk="0">
                  <a:moveTo>
                    <a:pt x="25444" y="1"/>
                  </a:moveTo>
                  <a:lnTo>
                    <a:pt x="4185" y="922"/>
                  </a:lnTo>
                  <a:cubicBezTo>
                    <a:pt x="4185" y="922"/>
                    <a:pt x="1730" y="9068"/>
                    <a:pt x="921" y="11272"/>
                  </a:cubicBezTo>
                  <a:cubicBezTo>
                    <a:pt x="0" y="13588"/>
                    <a:pt x="10100" y="100549"/>
                    <a:pt x="10100" y="100549"/>
                  </a:cubicBezTo>
                  <a:lnTo>
                    <a:pt x="22878" y="99489"/>
                  </a:lnTo>
                  <a:lnTo>
                    <a:pt x="15791" y="17298"/>
                  </a:lnTo>
                  <a:lnTo>
                    <a:pt x="33340" y="100075"/>
                  </a:lnTo>
                  <a:lnTo>
                    <a:pt x="46369" y="99266"/>
                  </a:lnTo>
                  <a:cubicBezTo>
                    <a:pt x="46369" y="99266"/>
                    <a:pt x="32196" y="14760"/>
                    <a:pt x="31498" y="11495"/>
                  </a:cubicBezTo>
                  <a:cubicBezTo>
                    <a:pt x="30689" y="8371"/>
                    <a:pt x="25444" y="1"/>
                    <a:pt x="2544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4"/>
            <p:cNvSpPr/>
            <p:nvPr/>
          </p:nvSpPr>
          <p:spPr>
            <a:xfrm>
              <a:off x="2684696" y="3080851"/>
              <a:ext cx="40868" cy="216568"/>
            </a:xfrm>
            <a:custGeom>
              <a:avLst/>
              <a:gdLst/>
              <a:ahLst/>
              <a:cxnLst/>
              <a:rect l="l" t="t" r="r" b="b"/>
              <a:pathLst>
                <a:path w="3015" h="15977" extrusionOk="0">
                  <a:moveTo>
                    <a:pt x="1" y="0"/>
                  </a:moveTo>
                  <a:lnTo>
                    <a:pt x="1" y="698"/>
                  </a:lnTo>
                  <a:cubicBezTo>
                    <a:pt x="113" y="1172"/>
                    <a:pt x="224" y="1758"/>
                    <a:pt x="224" y="2455"/>
                  </a:cubicBezTo>
                  <a:cubicBezTo>
                    <a:pt x="447" y="3962"/>
                    <a:pt x="698" y="6054"/>
                    <a:pt x="1145" y="8258"/>
                  </a:cubicBezTo>
                  <a:cubicBezTo>
                    <a:pt x="1508" y="10574"/>
                    <a:pt x="1731" y="12666"/>
                    <a:pt x="2093" y="14173"/>
                  </a:cubicBezTo>
                  <a:lnTo>
                    <a:pt x="2205" y="15121"/>
                  </a:lnTo>
                  <a:cubicBezTo>
                    <a:pt x="2205" y="15456"/>
                    <a:pt x="2317" y="15707"/>
                    <a:pt x="2540" y="15819"/>
                  </a:cubicBezTo>
                  <a:cubicBezTo>
                    <a:pt x="2428" y="15568"/>
                    <a:pt x="2317" y="15345"/>
                    <a:pt x="2317" y="15121"/>
                  </a:cubicBezTo>
                  <a:cubicBezTo>
                    <a:pt x="2317" y="14759"/>
                    <a:pt x="2205" y="14424"/>
                    <a:pt x="2205" y="14061"/>
                  </a:cubicBezTo>
                  <a:cubicBezTo>
                    <a:pt x="1954" y="12555"/>
                    <a:pt x="1731" y="10574"/>
                    <a:pt x="1396" y="8258"/>
                  </a:cubicBezTo>
                  <a:cubicBezTo>
                    <a:pt x="1033" y="5943"/>
                    <a:pt x="698" y="3850"/>
                    <a:pt x="447" y="2455"/>
                  </a:cubicBezTo>
                  <a:cubicBezTo>
                    <a:pt x="336" y="1618"/>
                    <a:pt x="224" y="1060"/>
                    <a:pt x="113" y="586"/>
                  </a:cubicBezTo>
                  <a:cubicBezTo>
                    <a:pt x="113" y="474"/>
                    <a:pt x="113" y="223"/>
                    <a:pt x="1" y="0"/>
                  </a:cubicBezTo>
                  <a:close/>
                  <a:moveTo>
                    <a:pt x="2540" y="15819"/>
                  </a:moveTo>
                  <a:cubicBezTo>
                    <a:pt x="2619" y="15898"/>
                    <a:pt x="2767" y="15977"/>
                    <a:pt x="2887" y="15977"/>
                  </a:cubicBezTo>
                  <a:cubicBezTo>
                    <a:pt x="2937" y="15977"/>
                    <a:pt x="2981" y="15963"/>
                    <a:pt x="3014" y="15931"/>
                  </a:cubicBezTo>
                  <a:cubicBezTo>
                    <a:pt x="2903" y="15931"/>
                    <a:pt x="2652" y="15931"/>
                    <a:pt x="2540" y="1581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4"/>
            <p:cNvSpPr/>
            <p:nvPr/>
          </p:nvSpPr>
          <p:spPr>
            <a:xfrm>
              <a:off x="2703606" y="3099761"/>
              <a:ext cx="21959" cy="20563"/>
            </a:xfrm>
            <a:custGeom>
              <a:avLst/>
              <a:gdLst/>
              <a:ahLst/>
              <a:cxnLst/>
              <a:rect l="l" t="t" r="r" b="b"/>
              <a:pathLst>
                <a:path w="1620" h="1517" extrusionOk="0">
                  <a:moveTo>
                    <a:pt x="684" y="140"/>
                  </a:moveTo>
                  <a:cubicBezTo>
                    <a:pt x="803" y="140"/>
                    <a:pt x="922" y="168"/>
                    <a:pt x="1033" y="223"/>
                  </a:cubicBezTo>
                  <a:cubicBezTo>
                    <a:pt x="1145" y="223"/>
                    <a:pt x="1396" y="474"/>
                    <a:pt x="1396" y="586"/>
                  </a:cubicBezTo>
                  <a:cubicBezTo>
                    <a:pt x="1396" y="809"/>
                    <a:pt x="1256" y="1172"/>
                    <a:pt x="1033" y="1283"/>
                  </a:cubicBezTo>
                  <a:cubicBezTo>
                    <a:pt x="810" y="1283"/>
                    <a:pt x="559" y="1283"/>
                    <a:pt x="336" y="1172"/>
                  </a:cubicBezTo>
                  <a:cubicBezTo>
                    <a:pt x="224" y="921"/>
                    <a:pt x="113" y="809"/>
                    <a:pt x="224" y="586"/>
                  </a:cubicBezTo>
                  <a:cubicBezTo>
                    <a:pt x="224" y="439"/>
                    <a:pt x="273" y="328"/>
                    <a:pt x="337" y="206"/>
                  </a:cubicBezTo>
                  <a:lnTo>
                    <a:pt x="337" y="206"/>
                  </a:lnTo>
                  <a:cubicBezTo>
                    <a:pt x="336" y="216"/>
                    <a:pt x="336" y="223"/>
                    <a:pt x="336" y="223"/>
                  </a:cubicBezTo>
                  <a:cubicBezTo>
                    <a:pt x="447" y="168"/>
                    <a:pt x="566" y="140"/>
                    <a:pt x="684" y="140"/>
                  </a:cubicBezTo>
                  <a:close/>
                  <a:moveTo>
                    <a:pt x="1033" y="0"/>
                  </a:moveTo>
                  <a:cubicBezTo>
                    <a:pt x="810" y="0"/>
                    <a:pt x="698" y="0"/>
                    <a:pt x="447" y="112"/>
                  </a:cubicBezTo>
                  <a:cubicBezTo>
                    <a:pt x="416" y="112"/>
                    <a:pt x="393" y="121"/>
                    <a:pt x="377" y="134"/>
                  </a:cubicBezTo>
                  <a:lnTo>
                    <a:pt x="377" y="134"/>
                  </a:lnTo>
                  <a:cubicBezTo>
                    <a:pt x="400" y="92"/>
                    <a:pt x="423" y="48"/>
                    <a:pt x="447" y="0"/>
                  </a:cubicBezTo>
                  <a:lnTo>
                    <a:pt x="447" y="0"/>
                  </a:lnTo>
                  <a:cubicBezTo>
                    <a:pt x="447" y="0"/>
                    <a:pt x="113" y="112"/>
                    <a:pt x="1" y="586"/>
                  </a:cubicBezTo>
                  <a:cubicBezTo>
                    <a:pt x="1" y="809"/>
                    <a:pt x="1" y="1060"/>
                    <a:pt x="224" y="1283"/>
                  </a:cubicBezTo>
                  <a:cubicBezTo>
                    <a:pt x="362" y="1421"/>
                    <a:pt x="553" y="1517"/>
                    <a:pt x="758" y="1517"/>
                  </a:cubicBezTo>
                  <a:cubicBezTo>
                    <a:pt x="885" y="1517"/>
                    <a:pt x="1017" y="1480"/>
                    <a:pt x="1145" y="1395"/>
                  </a:cubicBezTo>
                  <a:cubicBezTo>
                    <a:pt x="1507" y="1283"/>
                    <a:pt x="1619" y="921"/>
                    <a:pt x="1619" y="586"/>
                  </a:cubicBezTo>
                  <a:cubicBezTo>
                    <a:pt x="1507" y="363"/>
                    <a:pt x="1256" y="112"/>
                    <a:pt x="103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4"/>
            <p:cNvSpPr/>
            <p:nvPr/>
          </p:nvSpPr>
          <p:spPr>
            <a:xfrm>
              <a:off x="2652935" y="2243878"/>
              <a:ext cx="214440" cy="408954"/>
            </a:xfrm>
            <a:custGeom>
              <a:avLst/>
              <a:gdLst/>
              <a:ahLst/>
              <a:cxnLst/>
              <a:rect l="l" t="t" r="r" b="b"/>
              <a:pathLst>
                <a:path w="15820" h="30170" extrusionOk="0">
                  <a:moveTo>
                    <a:pt x="8194" y="1"/>
                  </a:moveTo>
                  <a:cubicBezTo>
                    <a:pt x="4608" y="1"/>
                    <a:pt x="1475" y="2789"/>
                    <a:pt x="949" y="6420"/>
                  </a:cubicBezTo>
                  <a:cubicBezTo>
                    <a:pt x="475" y="9796"/>
                    <a:pt x="0" y="13144"/>
                    <a:pt x="0" y="14316"/>
                  </a:cubicBezTo>
                  <a:cubicBezTo>
                    <a:pt x="112" y="18026"/>
                    <a:pt x="2204" y="19421"/>
                    <a:pt x="3153" y="19896"/>
                  </a:cubicBezTo>
                  <a:cubicBezTo>
                    <a:pt x="3488" y="20007"/>
                    <a:pt x="3851" y="20119"/>
                    <a:pt x="4074" y="20119"/>
                  </a:cubicBezTo>
                  <a:lnTo>
                    <a:pt x="3265" y="24443"/>
                  </a:lnTo>
                  <a:cubicBezTo>
                    <a:pt x="2902" y="27233"/>
                    <a:pt x="4548" y="29660"/>
                    <a:pt x="7226" y="30135"/>
                  </a:cubicBezTo>
                  <a:cubicBezTo>
                    <a:pt x="7424" y="30158"/>
                    <a:pt x="7618" y="30170"/>
                    <a:pt x="7809" y="30170"/>
                  </a:cubicBezTo>
                  <a:cubicBezTo>
                    <a:pt x="10319" y="30170"/>
                    <a:pt x="12252" y="28179"/>
                    <a:pt x="12667" y="25587"/>
                  </a:cubicBezTo>
                  <a:lnTo>
                    <a:pt x="15345" y="8150"/>
                  </a:lnTo>
                  <a:cubicBezTo>
                    <a:pt x="15819" y="4216"/>
                    <a:pt x="13029" y="589"/>
                    <a:pt x="9068" y="143"/>
                  </a:cubicBezTo>
                  <a:cubicBezTo>
                    <a:pt x="8956" y="31"/>
                    <a:pt x="8956" y="31"/>
                    <a:pt x="8844" y="31"/>
                  </a:cubicBezTo>
                  <a:cubicBezTo>
                    <a:pt x="8626" y="11"/>
                    <a:pt x="8409" y="1"/>
                    <a:pt x="8194" y="1"/>
                  </a:cubicBezTo>
                  <a:close/>
                </a:path>
              </a:pathLst>
            </a:custGeom>
            <a:solidFill>
              <a:srgbClr val="9367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4"/>
            <p:cNvSpPr/>
            <p:nvPr/>
          </p:nvSpPr>
          <p:spPr>
            <a:xfrm>
              <a:off x="2678271" y="2349408"/>
              <a:ext cx="15900" cy="14816"/>
            </a:xfrm>
            <a:custGeom>
              <a:avLst/>
              <a:gdLst/>
              <a:ahLst/>
              <a:cxnLst/>
              <a:rect l="l" t="t" r="r" b="b"/>
              <a:pathLst>
                <a:path w="1173" h="1093" extrusionOk="0">
                  <a:moveTo>
                    <a:pt x="512" y="1"/>
                  </a:moveTo>
                  <a:cubicBezTo>
                    <a:pt x="257" y="1"/>
                    <a:pt x="92" y="183"/>
                    <a:pt x="1" y="365"/>
                  </a:cubicBezTo>
                  <a:cubicBezTo>
                    <a:pt x="1" y="728"/>
                    <a:pt x="112" y="1063"/>
                    <a:pt x="475" y="1063"/>
                  </a:cubicBezTo>
                  <a:cubicBezTo>
                    <a:pt x="536" y="1083"/>
                    <a:pt x="594" y="1092"/>
                    <a:pt x="648" y="1092"/>
                  </a:cubicBezTo>
                  <a:cubicBezTo>
                    <a:pt x="889" y="1092"/>
                    <a:pt x="1059" y="910"/>
                    <a:pt x="1172" y="728"/>
                  </a:cubicBezTo>
                  <a:lnTo>
                    <a:pt x="1172" y="616"/>
                  </a:lnTo>
                  <a:cubicBezTo>
                    <a:pt x="1172" y="365"/>
                    <a:pt x="921" y="30"/>
                    <a:pt x="698" y="30"/>
                  </a:cubicBezTo>
                  <a:cubicBezTo>
                    <a:pt x="632" y="10"/>
                    <a:pt x="570" y="1"/>
                    <a:pt x="51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4"/>
            <p:cNvSpPr/>
            <p:nvPr/>
          </p:nvSpPr>
          <p:spPr>
            <a:xfrm>
              <a:off x="2678271" y="2336950"/>
              <a:ext cx="31407" cy="11590"/>
            </a:xfrm>
            <a:custGeom>
              <a:avLst/>
              <a:gdLst/>
              <a:ahLst/>
              <a:cxnLst/>
              <a:rect l="l" t="t" r="r" b="b"/>
              <a:pathLst>
                <a:path w="2317" h="855" extrusionOk="0">
                  <a:moveTo>
                    <a:pt x="1172" y="1"/>
                  </a:moveTo>
                  <a:cubicBezTo>
                    <a:pt x="921" y="1"/>
                    <a:pt x="587" y="140"/>
                    <a:pt x="224" y="252"/>
                  </a:cubicBezTo>
                  <a:cubicBezTo>
                    <a:pt x="1" y="363"/>
                    <a:pt x="1" y="475"/>
                    <a:pt x="1" y="475"/>
                  </a:cubicBezTo>
                  <a:cubicBezTo>
                    <a:pt x="1" y="499"/>
                    <a:pt x="27" y="507"/>
                    <a:pt x="74" y="507"/>
                  </a:cubicBezTo>
                  <a:cubicBezTo>
                    <a:pt x="202" y="507"/>
                    <a:pt x="483" y="443"/>
                    <a:pt x="807" y="443"/>
                  </a:cubicBezTo>
                  <a:cubicBezTo>
                    <a:pt x="925" y="443"/>
                    <a:pt x="1049" y="451"/>
                    <a:pt x="1172" y="475"/>
                  </a:cubicBezTo>
                  <a:cubicBezTo>
                    <a:pt x="1672" y="475"/>
                    <a:pt x="2104" y="855"/>
                    <a:pt x="2269" y="855"/>
                  </a:cubicBezTo>
                  <a:cubicBezTo>
                    <a:pt x="2289" y="855"/>
                    <a:pt x="2305" y="849"/>
                    <a:pt x="2316" y="838"/>
                  </a:cubicBezTo>
                  <a:cubicBezTo>
                    <a:pt x="2316" y="838"/>
                    <a:pt x="2316" y="698"/>
                    <a:pt x="2093" y="475"/>
                  </a:cubicBezTo>
                  <a:cubicBezTo>
                    <a:pt x="1870" y="252"/>
                    <a:pt x="1507" y="140"/>
                    <a:pt x="11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4"/>
            <p:cNvSpPr/>
            <p:nvPr/>
          </p:nvSpPr>
          <p:spPr>
            <a:xfrm>
              <a:off x="2758452" y="2362286"/>
              <a:ext cx="15900" cy="15900"/>
            </a:xfrm>
            <a:custGeom>
              <a:avLst/>
              <a:gdLst/>
              <a:ahLst/>
              <a:cxnLst/>
              <a:rect l="l" t="t" r="r" b="b"/>
              <a:pathLst>
                <a:path w="1173" h="1173" extrusionOk="0">
                  <a:moveTo>
                    <a:pt x="698" y="1"/>
                  </a:moveTo>
                  <a:cubicBezTo>
                    <a:pt x="363" y="1"/>
                    <a:pt x="140" y="113"/>
                    <a:pt x="0" y="475"/>
                  </a:cubicBezTo>
                  <a:cubicBezTo>
                    <a:pt x="0" y="810"/>
                    <a:pt x="140" y="1061"/>
                    <a:pt x="475" y="1173"/>
                  </a:cubicBezTo>
                  <a:cubicBezTo>
                    <a:pt x="837" y="1173"/>
                    <a:pt x="1060" y="1061"/>
                    <a:pt x="1172" y="698"/>
                  </a:cubicBezTo>
                  <a:cubicBezTo>
                    <a:pt x="1172" y="364"/>
                    <a:pt x="949" y="113"/>
                    <a:pt x="69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4"/>
            <p:cNvSpPr/>
            <p:nvPr/>
          </p:nvSpPr>
          <p:spPr>
            <a:xfrm>
              <a:off x="2761855" y="2351319"/>
              <a:ext cx="32912" cy="10980"/>
            </a:xfrm>
            <a:custGeom>
              <a:avLst/>
              <a:gdLst/>
              <a:ahLst/>
              <a:cxnLst/>
              <a:rect l="l" t="t" r="r" b="b"/>
              <a:pathLst>
                <a:path w="2428" h="810" extrusionOk="0">
                  <a:moveTo>
                    <a:pt x="1284" y="1"/>
                  </a:moveTo>
                  <a:cubicBezTo>
                    <a:pt x="921" y="1"/>
                    <a:pt x="586" y="1"/>
                    <a:pt x="224" y="224"/>
                  </a:cubicBezTo>
                  <a:cubicBezTo>
                    <a:pt x="0" y="336"/>
                    <a:pt x="0" y="475"/>
                    <a:pt x="0" y="475"/>
                  </a:cubicBezTo>
                  <a:cubicBezTo>
                    <a:pt x="21" y="495"/>
                    <a:pt x="53" y="504"/>
                    <a:pt x="96" y="504"/>
                  </a:cubicBezTo>
                  <a:cubicBezTo>
                    <a:pt x="287" y="504"/>
                    <a:pt x="688" y="336"/>
                    <a:pt x="1144" y="336"/>
                  </a:cubicBezTo>
                  <a:cubicBezTo>
                    <a:pt x="1842" y="475"/>
                    <a:pt x="2204" y="810"/>
                    <a:pt x="2316" y="810"/>
                  </a:cubicBezTo>
                  <a:cubicBezTo>
                    <a:pt x="2428" y="698"/>
                    <a:pt x="2316" y="587"/>
                    <a:pt x="2093" y="475"/>
                  </a:cubicBezTo>
                  <a:cubicBezTo>
                    <a:pt x="1842" y="224"/>
                    <a:pt x="1507" y="112"/>
                    <a:pt x="128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4"/>
            <p:cNvSpPr/>
            <p:nvPr/>
          </p:nvSpPr>
          <p:spPr>
            <a:xfrm>
              <a:off x="2700204" y="2346412"/>
              <a:ext cx="36327" cy="69591"/>
            </a:xfrm>
            <a:custGeom>
              <a:avLst/>
              <a:gdLst/>
              <a:ahLst/>
              <a:cxnLst/>
              <a:rect l="l" t="t" r="r" b="b"/>
              <a:pathLst>
                <a:path w="2680" h="5134" extrusionOk="0">
                  <a:moveTo>
                    <a:pt x="2568" y="0"/>
                  </a:moveTo>
                  <a:cubicBezTo>
                    <a:pt x="1982" y="949"/>
                    <a:pt x="1396" y="1869"/>
                    <a:pt x="810" y="2930"/>
                  </a:cubicBezTo>
                  <a:cubicBezTo>
                    <a:pt x="587" y="3264"/>
                    <a:pt x="364" y="3627"/>
                    <a:pt x="252" y="4073"/>
                  </a:cubicBezTo>
                  <a:cubicBezTo>
                    <a:pt x="112" y="4185"/>
                    <a:pt x="1" y="4436"/>
                    <a:pt x="1" y="4659"/>
                  </a:cubicBezTo>
                  <a:cubicBezTo>
                    <a:pt x="1" y="4771"/>
                    <a:pt x="112" y="4882"/>
                    <a:pt x="252" y="4882"/>
                  </a:cubicBezTo>
                  <a:cubicBezTo>
                    <a:pt x="364" y="5022"/>
                    <a:pt x="475" y="5022"/>
                    <a:pt x="587" y="5022"/>
                  </a:cubicBezTo>
                  <a:cubicBezTo>
                    <a:pt x="810" y="5134"/>
                    <a:pt x="1173" y="5134"/>
                    <a:pt x="1507" y="5134"/>
                  </a:cubicBezTo>
                  <a:cubicBezTo>
                    <a:pt x="1284" y="5022"/>
                    <a:pt x="949" y="4882"/>
                    <a:pt x="587" y="4771"/>
                  </a:cubicBezTo>
                  <a:cubicBezTo>
                    <a:pt x="364" y="4771"/>
                    <a:pt x="252" y="4771"/>
                    <a:pt x="252" y="4659"/>
                  </a:cubicBezTo>
                  <a:cubicBezTo>
                    <a:pt x="252" y="4436"/>
                    <a:pt x="364" y="4325"/>
                    <a:pt x="475" y="4185"/>
                  </a:cubicBezTo>
                  <a:lnTo>
                    <a:pt x="1061" y="3041"/>
                  </a:lnTo>
                  <a:cubicBezTo>
                    <a:pt x="1982" y="1395"/>
                    <a:pt x="2679" y="0"/>
                    <a:pt x="25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4"/>
            <p:cNvSpPr/>
            <p:nvPr/>
          </p:nvSpPr>
          <p:spPr>
            <a:xfrm>
              <a:off x="2706643" y="2505622"/>
              <a:ext cx="80178" cy="30404"/>
            </a:xfrm>
            <a:custGeom>
              <a:avLst/>
              <a:gdLst/>
              <a:ahLst/>
              <a:cxnLst/>
              <a:rect l="l" t="t" r="r" b="b"/>
              <a:pathLst>
                <a:path w="5915" h="2243" extrusionOk="0">
                  <a:moveTo>
                    <a:pt x="5915" y="1"/>
                  </a:moveTo>
                  <a:lnTo>
                    <a:pt x="5915" y="1"/>
                  </a:lnTo>
                  <a:cubicBezTo>
                    <a:pt x="4095" y="759"/>
                    <a:pt x="2572" y="932"/>
                    <a:pt x="1561" y="932"/>
                  </a:cubicBezTo>
                  <a:cubicBezTo>
                    <a:pt x="712" y="932"/>
                    <a:pt x="223" y="810"/>
                    <a:pt x="223" y="810"/>
                  </a:cubicBezTo>
                  <a:lnTo>
                    <a:pt x="0" y="1982"/>
                  </a:lnTo>
                  <a:cubicBezTo>
                    <a:pt x="708" y="2165"/>
                    <a:pt x="1340" y="2243"/>
                    <a:pt x="1901" y="2243"/>
                  </a:cubicBezTo>
                  <a:cubicBezTo>
                    <a:pt x="4923" y="2243"/>
                    <a:pt x="5915" y="1"/>
                    <a:pt x="5915" y="1"/>
                  </a:cubicBezTo>
                  <a:close/>
                </a:path>
              </a:pathLst>
            </a:custGeom>
            <a:solidFill>
              <a:srgbClr val="7C51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4"/>
            <p:cNvSpPr/>
            <p:nvPr/>
          </p:nvSpPr>
          <p:spPr>
            <a:xfrm>
              <a:off x="2720632" y="2432666"/>
              <a:ext cx="26866" cy="20265"/>
            </a:xfrm>
            <a:custGeom>
              <a:avLst/>
              <a:gdLst/>
              <a:ahLst/>
              <a:cxnLst/>
              <a:rect l="l" t="t" r="r" b="b"/>
              <a:pathLst>
                <a:path w="1982" h="1495" extrusionOk="0">
                  <a:moveTo>
                    <a:pt x="889" y="0"/>
                  </a:moveTo>
                  <a:cubicBezTo>
                    <a:pt x="608" y="0"/>
                    <a:pt x="305" y="141"/>
                    <a:pt x="140" y="389"/>
                  </a:cubicBezTo>
                  <a:cubicBezTo>
                    <a:pt x="0" y="389"/>
                    <a:pt x="0" y="500"/>
                    <a:pt x="0" y="612"/>
                  </a:cubicBezTo>
                  <a:cubicBezTo>
                    <a:pt x="140" y="612"/>
                    <a:pt x="140" y="751"/>
                    <a:pt x="251" y="751"/>
                  </a:cubicBezTo>
                  <a:cubicBezTo>
                    <a:pt x="363" y="1086"/>
                    <a:pt x="586" y="1198"/>
                    <a:pt x="949" y="1449"/>
                  </a:cubicBezTo>
                  <a:cubicBezTo>
                    <a:pt x="1013" y="1481"/>
                    <a:pt x="1088" y="1494"/>
                    <a:pt x="1168" y="1494"/>
                  </a:cubicBezTo>
                  <a:cubicBezTo>
                    <a:pt x="1368" y="1494"/>
                    <a:pt x="1599" y="1409"/>
                    <a:pt x="1758" y="1309"/>
                  </a:cubicBezTo>
                  <a:cubicBezTo>
                    <a:pt x="1981" y="1086"/>
                    <a:pt x="1981" y="751"/>
                    <a:pt x="1870" y="500"/>
                  </a:cubicBezTo>
                  <a:cubicBezTo>
                    <a:pt x="1646" y="277"/>
                    <a:pt x="1395" y="166"/>
                    <a:pt x="1172" y="54"/>
                  </a:cubicBezTo>
                  <a:cubicBezTo>
                    <a:pt x="1085" y="18"/>
                    <a:pt x="989" y="0"/>
                    <a:pt x="889" y="0"/>
                  </a:cubicBezTo>
                  <a:close/>
                </a:path>
              </a:pathLst>
            </a:custGeom>
            <a:solidFill>
              <a:srgbClr val="7C51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4"/>
            <p:cNvSpPr/>
            <p:nvPr/>
          </p:nvSpPr>
          <p:spPr>
            <a:xfrm>
              <a:off x="2714586" y="2425454"/>
              <a:ext cx="32912" cy="21946"/>
            </a:xfrm>
            <a:custGeom>
              <a:avLst/>
              <a:gdLst/>
              <a:ahLst/>
              <a:cxnLst/>
              <a:rect l="l" t="t" r="r" b="b"/>
              <a:pathLst>
                <a:path w="2428" h="1619" extrusionOk="0">
                  <a:moveTo>
                    <a:pt x="2316" y="0"/>
                  </a:moveTo>
                  <a:cubicBezTo>
                    <a:pt x="2204" y="0"/>
                    <a:pt x="2092" y="698"/>
                    <a:pt x="1395" y="1032"/>
                  </a:cubicBezTo>
                  <a:cubicBezTo>
                    <a:pt x="809" y="1507"/>
                    <a:pt x="112" y="1283"/>
                    <a:pt x="0" y="1395"/>
                  </a:cubicBezTo>
                  <a:cubicBezTo>
                    <a:pt x="0" y="1507"/>
                    <a:pt x="223" y="1507"/>
                    <a:pt x="446" y="1618"/>
                  </a:cubicBezTo>
                  <a:cubicBezTo>
                    <a:pt x="921" y="1618"/>
                    <a:pt x="1283" y="1618"/>
                    <a:pt x="1618" y="1395"/>
                  </a:cubicBezTo>
                  <a:cubicBezTo>
                    <a:pt x="1981" y="1144"/>
                    <a:pt x="2204" y="809"/>
                    <a:pt x="2316" y="446"/>
                  </a:cubicBezTo>
                  <a:cubicBezTo>
                    <a:pt x="2427" y="223"/>
                    <a:pt x="2316" y="0"/>
                    <a:pt x="23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4"/>
            <p:cNvSpPr/>
            <p:nvPr/>
          </p:nvSpPr>
          <p:spPr>
            <a:xfrm>
              <a:off x="2760337" y="2337520"/>
              <a:ext cx="37832" cy="15629"/>
            </a:xfrm>
            <a:custGeom>
              <a:avLst/>
              <a:gdLst/>
              <a:ahLst/>
              <a:cxnLst/>
              <a:rect l="l" t="t" r="r" b="b"/>
              <a:pathLst>
                <a:path w="2791" h="1153" extrusionOk="0">
                  <a:moveTo>
                    <a:pt x="971" y="1"/>
                  </a:moveTo>
                  <a:cubicBezTo>
                    <a:pt x="762" y="1"/>
                    <a:pt x="549" y="32"/>
                    <a:pt x="336" y="98"/>
                  </a:cubicBezTo>
                  <a:cubicBezTo>
                    <a:pt x="112" y="210"/>
                    <a:pt x="1" y="321"/>
                    <a:pt x="1" y="321"/>
                  </a:cubicBezTo>
                  <a:cubicBezTo>
                    <a:pt x="1" y="545"/>
                    <a:pt x="698" y="545"/>
                    <a:pt x="1396" y="796"/>
                  </a:cubicBezTo>
                  <a:cubicBezTo>
                    <a:pt x="1996" y="892"/>
                    <a:pt x="2493" y="1153"/>
                    <a:pt x="2709" y="1153"/>
                  </a:cubicBezTo>
                  <a:cubicBezTo>
                    <a:pt x="2744" y="1153"/>
                    <a:pt x="2771" y="1146"/>
                    <a:pt x="2791" y="1130"/>
                  </a:cubicBezTo>
                  <a:cubicBezTo>
                    <a:pt x="2791" y="1019"/>
                    <a:pt x="2791" y="796"/>
                    <a:pt x="2540" y="656"/>
                  </a:cubicBezTo>
                  <a:cubicBezTo>
                    <a:pt x="2108" y="245"/>
                    <a:pt x="1556" y="1"/>
                    <a:pt x="97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4"/>
            <p:cNvSpPr/>
            <p:nvPr/>
          </p:nvSpPr>
          <p:spPr>
            <a:xfrm>
              <a:off x="2682812" y="2319938"/>
              <a:ext cx="31773" cy="11400"/>
            </a:xfrm>
            <a:custGeom>
              <a:avLst/>
              <a:gdLst/>
              <a:ahLst/>
              <a:cxnLst/>
              <a:rect l="l" t="t" r="r" b="b"/>
              <a:pathLst>
                <a:path w="2344" h="841" extrusionOk="0">
                  <a:moveTo>
                    <a:pt x="1172" y="0"/>
                  </a:moveTo>
                  <a:cubicBezTo>
                    <a:pt x="949" y="0"/>
                    <a:pt x="586" y="0"/>
                    <a:pt x="363" y="223"/>
                  </a:cubicBezTo>
                  <a:cubicBezTo>
                    <a:pt x="140" y="335"/>
                    <a:pt x="0" y="447"/>
                    <a:pt x="0" y="558"/>
                  </a:cubicBezTo>
                  <a:cubicBezTo>
                    <a:pt x="70" y="628"/>
                    <a:pt x="217" y="628"/>
                    <a:pt x="419" y="628"/>
                  </a:cubicBezTo>
                  <a:cubicBezTo>
                    <a:pt x="621" y="628"/>
                    <a:pt x="879" y="628"/>
                    <a:pt x="1172" y="698"/>
                  </a:cubicBezTo>
                  <a:cubicBezTo>
                    <a:pt x="1552" y="698"/>
                    <a:pt x="1913" y="841"/>
                    <a:pt x="2114" y="841"/>
                  </a:cubicBezTo>
                  <a:cubicBezTo>
                    <a:pt x="2164" y="841"/>
                    <a:pt x="2205" y="832"/>
                    <a:pt x="2232" y="809"/>
                  </a:cubicBezTo>
                  <a:cubicBezTo>
                    <a:pt x="2344" y="698"/>
                    <a:pt x="2232" y="558"/>
                    <a:pt x="1981" y="335"/>
                  </a:cubicBezTo>
                  <a:cubicBezTo>
                    <a:pt x="1758" y="223"/>
                    <a:pt x="1535" y="112"/>
                    <a:pt x="117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4"/>
            <p:cNvSpPr/>
            <p:nvPr/>
          </p:nvSpPr>
          <p:spPr>
            <a:xfrm>
              <a:off x="2649912" y="2214029"/>
              <a:ext cx="305570" cy="564552"/>
            </a:xfrm>
            <a:custGeom>
              <a:avLst/>
              <a:gdLst/>
              <a:ahLst/>
              <a:cxnLst/>
              <a:rect l="l" t="t" r="r" b="b"/>
              <a:pathLst>
                <a:path w="22543" h="41649" extrusionOk="0">
                  <a:moveTo>
                    <a:pt x="7720" y="1"/>
                  </a:moveTo>
                  <a:cubicBezTo>
                    <a:pt x="5188" y="1"/>
                    <a:pt x="2735" y="1247"/>
                    <a:pt x="1284" y="3377"/>
                  </a:cubicBezTo>
                  <a:cubicBezTo>
                    <a:pt x="475" y="4549"/>
                    <a:pt x="0" y="6167"/>
                    <a:pt x="475" y="7674"/>
                  </a:cubicBezTo>
                  <a:cubicBezTo>
                    <a:pt x="784" y="8121"/>
                    <a:pt x="1329" y="8296"/>
                    <a:pt x="1969" y="8296"/>
                  </a:cubicBezTo>
                  <a:cubicBezTo>
                    <a:pt x="3004" y="8296"/>
                    <a:pt x="4286" y="7839"/>
                    <a:pt x="5217" y="7339"/>
                  </a:cubicBezTo>
                  <a:cubicBezTo>
                    <a:pt x="5772" y="7712"/>
                    <a:pt x="6399" y="7892"/>
                    <a:pt x="7028" y="7892"/>
                  </a:cubicBezTo>
                  <a:cubicBezTo>
                    <a:pt x="8140" y="7892"/>
                    <a:pt x="9258" y="7330"/>
                    <a:pt x="9988" y="6279"/>
                  </a:cubicBezTo>
                  <a:cubicBezTo>
                    <a:pt x="10239" y="6753"/>
                    <a:pt x="10686" y="6976"/>
                    <a:pt x="11160" y="6976"/>
                  </a:cubicBezTo>
                  <a:cubicBezTo>
                    <a:pt x="11160" y="7451"/>
                    <a:pt x="11271" y="7813"/>
                    <a:pt x="11271" y="8036"/>
                  </a:cubicBezTo>
                  <a:cubicBezTo>
                    <a:pt x="11383" y="9069"/>
                    <a:pt x="13029" y="10603"/>
                    <a:pt x="13029" y="11747"/>
                  </a:cubicBezTo>
                  <a:cubicBezTo>
                    <a:pt x="13029" y="13728"/>
                    <a:pt x="11495" y="13839"/>
                    <a:pt x="11048" y="15820"/>
                  </a:cubicBezTo>
                  <a:cubicBezTo>
                    <a:pt x="10686" y="17327"/>
                    <a:pt x="11857" y="18136"/>
                    <a:pt x="12081" y="19670"/>
                  </a:cubicBezTo>
                  <a:cubicBezTo>
                    <a:pt x="12081" y="20005"/>
                    <a:pt x="11969" y="20368"/>
                    <a:pt x="11857" y="20703"/>
                  </a:cubicBezTo>
                  <a:cubicBezTo>
                    <a:pt x="11271" y="21874"/>
                    <a:pt x="10686" y="23158"/>
                    <a:pt x="10797" y="24553"/>
                  </a:cubicBezTo>
                  <a:cubicBezTo>
                    <a:pt x="10937" y="25808"/>
                    <a:pt x="11634" y="26980"/>
                    <a:pt x="11746" y="28263"/>
                  </a:cubicBezTo>
                  <a:cubicBezTo>
                    <a:pt x="11857" y="30467"/>
                    <a:pt x="9988" y="32337"/>
                    <a:pt x="9067" y="34317"/>
                  </a:cubicBezTo>
                  <a:cubicBezTo>
                    <a:pt x="8007" y="36159"/>
                    <a:pt x="7673" y="38251"/>
                    <a:pt x="8007" y="40344"/>
                  </a:cubicBezTo>
                  <a:cubicBezTo>
                    <a:pt x="12192" y="41041"/>
                    <a:pt x="16377" y="41515"/>
                    <a:pt x="20562" y="41627"/>
                  </a:cubicBezTo>
                  <a:cubicBezTo>
                    <a:pt x="20624" y="41642"/>
                    <a:pt x="20686" y="41648"/>
                    <a:pt x="20747" y="41648"/>
                  </a:cubicBezTo>
                  <a:cubicBezTo>
                    <a:pt x="21154" y="41648"/>
                    <a:pt x="21525" y="41342"/>
                    <a:pt x="21622" y="40929"/>
                  </a:cubicBezTo>
                  <a:cubicBezTo>
                    <a:pt x="21734" y="40818"/>
                    <a:pt x="21734" y="40706"/>
                    <a:pt x="21734" y="40595"/>
                  </a:cubicBezTo>
                  <a:cubicBezTo>
                    <a:pt x="21845" y="38251"/>
                    <a:pt x="22096" y="35935"/>
                    <a:pt x="22320" y="33731"/>
                  </a:cubicBezTo>
                  <a:cubicBezTo>
                    <a:pt x="22431" y="32225"/>
                    <a:pt x="22543" y="30690"/>
                    <a:pt x="21845" y="29435"/>
                  </a:cubicBezTo>
                  <a:cubicBezTo>
                    <a:pt x="21259" y="28375"/>
                    <a:pt x="20227" y="27566"/>
                    <a:pt x="19753" y="26506"/>
                  </a:cubicBezTo>
                  <a:cubicBezTo>
                    <a:pt x="18944" y="24664"/>
                    <a:pt x="20339" y="22460"/>
                    <a:pt x="20701" y="20479"/>
                  </a:cubicBezTo>
                  <a:cubicBezTo>
                    <a:pt x="20925" y="20005"/>
                    <a:pt x="21148" y="19419"/>
                    <a:pt x="21148" y="19196"/>
                  </a:cubicBezTo>
                  <a:cubicBezTo>
                    <a:pt x="21622" y="17913"/>
                    <a:pt x="21622" y="15932"/>
                    <a:pt x="21036" y="14788"/>
                  </a:cubicBezTo>
                  <a:cubicBezTo>
                    <a:pt x="20450" y="13616"/>
                    <a:pt x="19055" y="12556"/>
                    <a:pt x="18721" y="11524"/>
                  </a:cubicBezTo>
                  <a:cubicBezTo>
                    <a:pt x="18023" y="9906"/>
                    <a:pt x="18469" y="9431"/>
                    <a:pt x="18023" y="6056"/>
                  </a:cubicBezTo>
                  <a:cubicBezTo>
                    <a:pt x="17792" y="4231"/>
                    <a:pt x="15620" y="1815"/>
                    <a:pt x="13099" y="1815"/>
                  </a:cubicBezTo>
                  <a:cubicBezTo>
                    <a:pt x="12883" y="1815"/>
                    <a:pt x="12664" y="1833"/>
                    <a:pt x="12443" y="1871"/>
                  </a:cubicBezTo>
                  <a:cubicBezTo>
                    <a:pt x="11634" y="950"/>
                    <a:pt x="10462" y="253"/>
                    <a:pt x="9179" y="141"/>
                  </a:cubicBezTo>
                  <a:cubicBezTo>
                    <a:pt x="8694" y="47"/>
                    <a:pt x="8205" y="1"/>
                    <a:pt x="772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4"/>
            <p:cNvSpPr/>
            <p:nvPr/>
          </p:nvSpPr>
          <p:spPr>
            <a:xfrm>
              <a:off x="2356812" y="3175388"/>
              <a:ext cx="195531" cy="320752"/>
            </a:xfrm>
            <a:custGeom>
              <a:avLst/>
              <a:gdLst/>
              <a:ahLst/>
              <a:cxnLst/>
              <a:rect l="l" t="t" r="r" b="b"/>
              <a:pathLst>
                <a:path w="14425" h="23663" extrusionOk="0">
                  <a:moveTo>
                    <a:pt x="11746" y="1"/>
                  </a:moveTo>
                  <a:cubicBezTo>
                    <a:pt x="9179" y="1061"/>
                    <a:pt x="7673" y="3488"/>
                    <a:pt x="6278" y="5943"/>
                  </a:cubicBezTo>
                  <a:lnTo>
                    <a:pt x="1284" y="14648"/>
                  </a:lnTo>
                  <a:cubicBezTo>
                    <a:pt x="698" y="15820"/>
                    <a:pt x="1" y="16964"/>
                    <a:pt x="112" y="18359"/>
                  </a:cubicBezTo>
                  <a:cubicBezTo>
                    <a:pt x="224" y="19530"/>
                    <a:pt x="921" y="20702"/>
                    <a:pt x="1981" y="21400"/>
                  </a:cubicBezTo>
                  <a:cubicBezTo>
                    <a:pt x="3014" y="22097"/>
                    <a:pt x="4185" y="22543"/>
                    <a:pt x="5469" y="22906"/>
                  </a:cubicBezTo>
                  <a:cubicBezTo>
                    <a:pt x="6700" y="23294"/>
                    <a:pt x="7931" y="23663"/>
                    <a:pt x="9163" y="23663"/>
                  </a:cubicBezTo>
                  <a:cubicBezTo>
                    <a:pt x="9438" y="23663"/>
                    <a:pt x="9713" y="23644"/>
                    <a:pt x="9988" y="23604"/>
                  </a:cubicBezTo>
                  <a:cubicBezTo>
                    <a:pt x="11634" y="23492"/>
                    <a:pt x="13141" y="22683"/>
                    <a:pt x="13838" y="21288"/>
                  </a:cubicBezTo>
                  <a:cubicBezTo>
                    <a:pt x="14424" y="20116"/>
                    <a:pt x="14285" y="18721"/>
                    <a:pt x="14173" y="17438"/>
                  </a:cubicBezTo>
                  <a:cubicBezTo>
                    <a:pt x="13727" y="12918"/>
                    <a:pt x="13253" y="8259"/>
                    <a:pt x="12667" y="3712"/>
                  </a:cubicBezTo>
                  <a:cubicBezTo>
                    <a:pt x="12555" y="2456"/>
                    <a:pt x="12443" y="1284"/>
                    <a:pt x="12332" y="113"/>
                  </a:cubicBezTo>
                  <a:lnTo>
                    <a:pt x="11746"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4"/>
            <p:cNvSpPr/>
            <p:nvPr/>
          </p:nvSpPr>
          <p:spPr>
            <a:xfrm>
              <a:off x="2394632" y="3187872"/>
              <a:ext cx="119894" cy="161616"/>
            </a:xfrm>
            <a:custGeom>
              <a:avLst/>
              <a:gdLst/>
              <a:ahLst/>
              <a:cxnLst/>
              <a:rect l="l" t="t" r="r" b="b"/>
              <a:pathLst>
                <a:path w="8845" h="11923" extrusionOk="0">
                  <a:moveTo>
                    <a:pt x="8844" y="1"/>
                  </a:moveTo>
                  <a:cubicBezTo>
                    <a:pt x="8705" y="140"/>
                    <a:pt x="8593" y="363"/>
                    <a:pt x="8482" y="475"/>
                  </a:cubicBezTo>
                  <a:lnTo>
                    <a:pt x="7561" y="1981"/>
                  </a:lnTo>
                  <a:cubicBezTo>
                    <a:pt x="6864" y="3153"/>
                    <a:pt x="5915" y="4883"/>
                    <a:pt x="4883" y="6752"/>
                  </a:cubicBezTo>
                  <a:cubicBezTo>
                    <a:pt x="4297" y="7812"/>
                    <a:pt x="3823" y="8621"/>
                    <a:pt x="3376" y="9431"/>
                  </a:cubicBezTo>
                  <a:cubicBezTo>
                    <a:pt x="2902" y="10240"/>
                    <a:pt x="2567" y="11049"/>
                    <a:pt x="1981" y="11523"/>
                  </a:cubicBezTo>
                  <a:cubicBezTo>
                    <a:pt x="1681" y="11735"/>
                    <a:pt x="1335" y="11813"/>
                    <a:pt x="1009" y="11813"/>
                  </a:cubicBezTo>
                  <a:cubicBezTo>
                    <a:pt x="820" y="11813"/>
                    <a:pt x="638" y="11787"/>
                    <a:pt x="475" y="11746"/>
                  </a:cubicBezTo>
                  <a:cubicBezTo>
                    <a:pt x="224" y="11635"/>
                    <a:pt x="112" y="11523"/>
                    <a:pt x="0" y="11300"/>
                  </a:cubicBezTo>
                  <a:lnTo>
                    <a:pt x="0" y="11523"/>
                  </a:lnTo>
                  <a:cubicBezTo>
                    <a:pt x="112" y="11635"/>
                    <a:pt x="224" y="11746"/>
                    <a:pt x="335" y="11746"/>
                  </a:cubicBezTo>
                  <a:cubicBezTo>
                    <a:pt x="601" y="11860"/>
                    <a:pt x="867" y="11922"/>
                    <a:pt x="1133" y="11922"/>
                  </a:cubicBezTo>
                  <a:cubicBezTo>
                    <a:pt x="1453" y="11922"/>
                    <a:pt x="1773" y="11832"/>
                    <a:pt x="2093" y="11635"/>
                  </a:cubicBezTo>
                  <a:cubicBezTo>
                    <a:pt x="2679" y="11160"/>
                    <a:pt x="3014" y="10351"/>
                    <a:pt x="3488" y="9542"/>
                  </a:cubicBezTo>
                  <a:cubicBezTo>
                    <a:pt x="3962" y="8733"/>
                    <a:pt x="4520" y="7812"/>
                    <a:pt x="4994" y="6864"/>
                  </a:cubicBezTo>
                  <a:cubicBezTo>
                    <a:pt x="6166" y="5022"/>
                    <a:pt x="7087" y="3265"/>
                    <a:pt x="7784" y="1981"/>
                  </a:cubicBezTo>
                  <a:lnTo>
                    <a:pt x="8482" y="586"/>
                  </a:lnTo>
                  <a:cubicBezTo>
                    <a:pt x="8593" y="363"/>
                    <a:pt x="8705" y="252"/>
                    <a:pt x="884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4"/>
            <p:cNvSpPr/>
            <p:nvPr/>
          </p:nvSpPr>
          <p:spPr>
            <a:xfrm>
              <a:off x="2433957" y="3176879"/>
              <a:ext cx="85112" cy="316970"/>
            </a:xfrm>
            <a:custGeom>
              <a:avLst/>
              <a:gdLst/>
              <a:ahLst/>
              <a:cxnLst/>
              <a:rect l="l" t="t" r="r" b="b"/>
              <a:pathLst>
                <a:path w="6279" h="23384" extrusionOk="0">
                  <a:moveTo>
                    <a:pt x="6274" y="1"/>
                  </a:moveTo>
                  <a:cubicBezTo>
                    <a:pt x="6138" y="1"/>
                    <a:pt x="4754" y="5313"/>
                    <a:pt x="3014" y="11636"/>
                  </a:cubicBezTo>
                  <a:cubicBezTo>
                    <a:pt x="1396" y="18137"/>
                    <a:pt x="1" y="23382"/>
                    <a:pt x="113" y="23382"/>
                  </a:cubicBezTo>
                  <a:cubicBezTo>
                    <a:pt x="113" y="23383"/>
                    <a:pt x="113" y="23384"/>
                    <a:pt x="113" y="23384"/>
                  </a:cubicBezTo>
                  <a:cubicBezTo>
                    <a:pt x="144" y="23384"/>
                    <a:pt x="1636" y="18181"/>
                    <a:pt x="3265" y="11748"/>
                  </a:cubicBezTo>
                  <a:cubicBezTo>
                    <a:pt x="4995" y="5248"/>
                    <a:pt x="6278" y="3"/>
                    <a:pt x="6278" y="3"/>
                  </a:cubicBezTo>
                  <a:cubicBezTo>
                    <a:pt x="6277" y="1"/>
                    <a:pt x="6276" y="1"/>
                    <a:pt x="627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4"/>
            <p:cNvSpPr/>
            <p:nvPr/>
          </p:nvSpPr>
          <p:spPr>
            <a:xfrm>
              <a:off x="2363237" y="3316420"/>
              <a:ext cx="34430" cy="32681"/>
            </a:xfrm>
            <a:custGeom>
              <a:avLst/>
              <a:gdLst/>
              <a:ahLst/>
              <a:cxnLst/>
              <a:rect l="l" t="t" r="r" b="b"/>
              <a:pathLst>
                <a:path w="2540" h="2411" extrusionOk="0">
                  <a:moveTo>
                    <a:pt x="1344" y="0"/>
                  </a:moveTo>
                  <a:cubicBezTo>
                    <a:pt x="981" y="0"/>
                    <a:pt x="605" y="153"/>
                    <a:pt x="336" y="422"/>
                  </a:cubicBezTo>
                  <a:cubicBezTo>
                    <a:pt x="1" y="980"/>
                    <a:pt x="1" y="1677"/>
                    <a:pt x="447" y="2152"/>
                  </a:cubicBezTo>
                  <a:cubicBezTo>
                    <a:pt x="720" y="2321"/>
                    <a:pt x="1018" y="2411"/>
                    <a:pt x="1306" y="2411"/>
                  </a:cubicBezTo>
                  <a:cubicBezTo>
                    <a:pt x="1635" y="2411"/>
                    <a:pt x="1952" y="2293"/>
                    <a:pt x="2205" y="2040"/>
                  </a:cubicBezTo>
                  <a:lnTo>
                    <a:pt x="2428" y="1566"/>
                  </a:lnTo>
                  <a:cubicBezTo>
                    <a:pt x="2540" y="1119"/>
                    <a:pt x="2428" y="645"/>
                    <a:pt x="2093" y="282"/>
                  </a:cubicBezTo>
                  <a:cubicBezTo>
                    <a:pt x="1888" y="89"/>
                    <a:pt x="1620" y="0"/>
                    <a:pt x="1344"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4"/>
            <p:cNvSpPr/>
            <p:nvPr/>
          </p:nvSpPr>
          <p:spPr>
            <a:xfrm>
              <a:off x="2508093" y="2631932"/>
              <a:ext cx="382712" cy="574840"/>
            </a:xfrm>
            <a:custGeom>
              <a:avLst/>
              <a:gdLst/>
              <a:ahLst/>
              <a:cxnLst/>
              <a:rect l="l" t="t" r="r" b="b"/>
              <a:pathLst>
                <a:path w="28234" h="42408" extrusionOk="0">
                  <a:moveTo>
                    <a:pt x="28234" y="1"/>
                  </a:moveTo>
                  <a:cubicBezTo>
                    <a:pt x="28011" y="113"/>
                    <a:pt x="27899" y="224"/>
                    <a:pt x="27788" y="336"/>
                  </a:cubicBezTo>
                  <a:cubicBezTo>
                    <a:pt x="27536" y="698"/>
                    <a:pt x="27202" y="1033"/>
                    <a:pt x="26839" y="1508"/>
                  </a:cubicBezTo>
                  <a:cubicBezTo>
                    <a:pt x="25918" y="2428"/>
                    <a:pt x="24747" y="3935"/>
                    <a:pt x="23352" y="5692"/>
                  </a:cubicBezTo>
                  <a:cubicBezTo>
                    <a:pt x="21845" y="7422"/>
                    <a:pt x="20115" y="9626"/>
                    <a:pt x="18358" y="12081"/>
                  </a:cubicBezTo>
                  <a:cubicBezTo>
                    <a:pt x="16516" y="14508"/>
                    <a:pt x="14647" y="17298"/>
                    <a:pt x="12666" y="20228"/>
                  </a:cubicBezTo>
                  <a:cubicBezTo>
                    <a:pt x="10685" y="23129"/>
                    <a:pt x="8956" y="26031"/>
                    <a:pt x="7310" y="28598"/>
                  </a:cubicBezTo>
                  <a:cubicBezTo>
                    <a:pt x="5803" y="31248"/>
                    <a:pt x="4408" y="33703"/>
                    <a:pt x="3376" y="35684"/>
                  </a:cubicBezTo>
                  <a:cubicBezTo>
                    <a:pt x="2204" y="37776"/>
                    <a:pt x="1395" y="39394"/>
                    <a:pt x="809" y="40566"/>
                  </a:cubicBezTo>
                  <a:lnTo>
                    <a:pt x="223" y="41961"/>
                  </a:lnTo>
                  <a:cubicBezTo>
                    <a:pt x="474" y="41598"/>
                    <a:pt x="698" y="41152"/>
                    <a:pt x="1032" y="40678"/>
                  </a:cubicBezTo>
                  <a:cubicBezTo>
                    <a:pt x="1618" y="39506"/>
                    <a:pt x="2567" y="37888"/>
                    <a:pt x="3599" y="35795"/>
                  </a:cubicBezTo>
                  <a:cubicBezTo>
                    <a:pt x="4771" y="33815"/>
                    <a:pt x="6166" y="31499"/>
                    <a:pt x="7784" y="28821"/>
                  </a:cubicBezTo>
                  <a:cubicBezTo>
                    <a:pt x="9291" y="26254"/>
                    <a:pt x="11160" y="23464"/>
                    <a:pt x="13029" y="20451"/>
                  </a:cubicBezTo>
                  <a:cubicBezTo>
                    <a:pt x="14982" y="17549"/>
                    <a:pt x="16851" y="14871"/>
                    <a:pt x="18720" y="12304"/>
                  </a:cubicBezTo>
                  <a:cubicBezTo>
                    <a:pt x="20450" y="9877"/>
                    <a:pt x="22208" y="7673"/>
                    <a:pt x="23603" y="5916"/>
                  </a:cubicBezTo>
                  <a:cubicBezTo>
                    <a:pt x="24998" y="4046"/>
                    <a:pt x="26142" y="2540"/>
                    <a:pt x="26979" y="1619"/>
                  </a:cubicBezTo>
                  <a:lnTo>
                    <a:pt x="27899" y="447"/>
                  </a:lnTo>
                  <a:cubicBezTo>
                    <a:pt x="28011" y="336"/>
                    <a:pt x="28122" y="113"/>
                    <a:pt x="28234" y="1"/>
                  </a:cubicBezTo>
                  <a:close/>
                  <a:moveTo>
                    <a:pt x="223" y="41961"/>
                  </a:moveTo>
                  <a:cubicBezTo>
                    <a:pt x="112" y="42073"/>
                    <a:pt x="0" y="42184"/>
                    <a:pt x="0" y="42408"/>
                  </a:cubicBezTo>
                  <a:cubicBezTo>
                    <a:pt x="112" y="42184"/>
                    <a:pt x="223" y="42073"/>
                    <a:pt x="223" y="4196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4"/>
            <p:cNvSpPr/>
            <p:nvPr/>
          </p:nvSpPr>
          <p:spPr>
            <a:xfrm>
              <a:off x="1308851" y="2320223"/>
              <a:ext cx="100985" cy="105241"/>
            </a:xfrm>
            <a:custGeom>
              <a:avLst/>
              <a:gdLst/>
              <a:ahLst/>
              <a:cxnLst/>
              <a:rect l="l" t="t" r="r" b="b"/>
              <a:pathLst>
                <a:path w="7450" h="7764" extrusionOk="0">
                  <a:moveTo>
                    <a:pt x="4848" y="1"/>
                  </a:moveTo>
                  <a:cubicBezTo>
                    <a:pt x="4304" y="1"/>
                    <a:pt x="3756" y="140"/>
                    <a:pt x="3264" y="426"/>
                  </a:cubicBezTo>
                  <a:cubicBezTo>
                    <a:pt x="2567" y="1011"/>
                    <a:pt x="1981" y="1821"/>
                    <a:pt x="1981" y="2769"/>
                  </a:cubicBezTo>
                  <a:cubicBezTo>
                    <a:pt x="1981" y="3327"/>
                    <a:pt x="1981" y="3913"/>
                    <a:pt x="1869" y="4499"/>
                  </a:cubicBezTo>
                  <a:cubicBezTo>
                    <a:pt x="1639" y="5241"/>
                    <a:pt x="1033" y="5796"/>
                    <a:pt x="223" y="5796"/>
                  </a:cubicBezTo>
                  <a:cubicBezTo>
                    <a:pt x="150" y="5796"/>
                    <a:pt x="76" y="5791"/>
                    <a:pt x="0" y="5782"/>
                  </a:cubicBezTo>
                  <a:lnTo>
                    <a:pt x="0" y="5782"/>
                  </a:lnTo>
                  <a:cubicBezTo>
                    <a:pt x="358" y="6250"/>
                    <a:pt x="798" y="6474"/>
                    <a:pt x="1265" y="6694"/>
                  </a:cubicBezTo>
                  <a:lnTo>
                    <a:pt x="1265" y="6694"/>
                  </a:lnTo>
                  <a:cubicBezTo>
                    <a:pt x="1205" y="6668"/>
                    <a:pt x="1144" y="6657"/>
                    <a:pt x="1085" y="6657"/>
                  </a:cubicBezTo>
                  <a:cubicBezTo>
                    <a:pt x="925" y="6657"/>
                    <a:pt x="777" y="6736"/>
                    <a:pt x="698" y="6814"/>
                  </a:cubicBezTo>
                  <a:cubicBezTo>
                    <a:pt x="698" y="6954"/>
                    <a:pt x="586" y="6954"/>
                    <a:pt x="586" y="7066"/>
                  </a:cubicBezTo>
                  <a:cubicBezTo>
                    <a:pt x="586" y="7289"/>
                    <a:pt x="809" y="7512"/>
                    <a:pt x="1060" y="7651"/>
                  </a:cubicBezTo>
                  <a:cubicBezTo>
                    <a:pt x="1284" y="7763"/>
                    <a:pt x="1618" y="7763"/>
                    <a:pt x="1869" y="7763"/>
                  </a:cubicBezTo>
                  <a:cubicBezTo>
                    <a:pt x="3264" y="7763"/>
                    <a:pt x="4659" y="7651"/>
                    <a:pt x="5692" y="6703"/>
                  </a:cubicBezTo>
                  <a:cubicBezTo>
                    <a:pt x="6752" y="5782"/>
                    <a:pt x="7087" y="4276"/>
                    <a:pt x="7338" y="2881"/>
                  </a:cubicBezTo>
                  <a:lnTo>
                    <a:pt x="7449" y="1374"/>
                  </a:lnTo>
                  <a:cubicBezTo>
                    <a:pt x="6835" y="471"/>
                    <a:pt x="5847" y="1"/>
                    <a:pt x="484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4"/>
            <p:cNvSpPr/>
            <p:nvPr/>
          </p:nvSpPr>
          <p:spPr>
            <a:xfrm>
              <a:off x="1507401" y="2261188"/>
              <a:ext cx="228429" cy="298779"/>
            </a:xfrm>
            <a:custGeom>
              <a:avLst/>
              <a:gdLst/>
              <a:ahLst/>
              <a:cxnLst/>
              <a:rect l="l" t="t" r="r" b="b"/>
              <a:pathLst>
                <a:path w="16852" h="22042" extrusionOk="0">
                  <a:moveTo>
                    <a:pt x="4997" y="1"/>
                  </a:moveTo>
                  <a:cubicBezTo>
                    <a:pt x="4922" y="1"/>
                    <a:pt x="4846" y="4"/>
                    <a:pt x="4771" y="10"/>
                  </a:cubicBezTo>
                  <a:lnTo>
                    <a:pt x="0" y="21074"/>
                  </a:lnTo>
                  <a:cubicBezTo>
                    <a:pt x="2173" y="21724"/>
                    <a:pt x="4419" y="22041"/>
                    <a:pt x="6656" y="22041"/>
                  </a:cubicBezTo>
                  <a:cubicBezTo>
                    <a:pt x="9215" y="22041"/>
                    <a:pt x="11761" y="21626"/>
                    <a:pt x="14173" y="20823"/>
                  </a:cubicBezTo>
                  <a:cubicBezTo>
                    <a:pt x="15707" y="20488"/>
                    <a:pt x="16740" y="19093"/>
                    <a:pt x="16740" y="17586"/>
                  </a:cubicBezTo>
                  <a:cubicBezTo>
                    <a:pt x="16851" y="16415"/>
                    <a:pt x="16851" y="15131"/>
                    <a:pt x="16265" y="14210"/>
                  </a:cubicBezTo>
                  <a:cubicBezTo>
                    <a:pt x="15707" y="13401"/>
                    <a:pt x="14759" y="12927"/>
                    <a:pt x="14312" y="12230"/>
                  </a:cubicBezTo>
                  <a:cubicBezTo>
                    <a:pt x="13364" y="10835"/>
                    <a:pt x="13950" y="8854"/>
                    <a:pt x="13252" y="7347"/>
                  </a:cubicBezTo>
                  <a:cubicBezTo>
                    <a:pt x="12778" y="6427"/>
                    <a:pt x="11857" y="5729"/>
                    <a:pt x="11160" y="5032"/>
                  </a:cubicBezTo>
                  <a:cubicBezTo>
                    <a:pt x="10128" y="4083"/>
                    <a:pt x="9430" y="2800"/>
                    <a:pt x="8482" y="1768"/>
                  </a:cubicBezTo>
                  <a:cubicBezTo>
                    <a:pt x="7505" y="897"/>
                    <a:pt x="6304" y="1"/>
                    <a:pt x="49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4"/>
            <p:cNvSpPr/>
            <p:nvPr/>
          </p:nvSpPr>
          <p:spPr>
            <a:xfrm>
              <a:off x="1434783" y="2278350"/>
              <a:ext cx="214440" cy="408981"/>
            </a:xfrm>
            <a:custGeom>
              <a:avLst/>
              <a:gdLst/>
              <a:ahLst/>
              <a:cxnLst/>
              <a:rect l="l" t="t" r="r" b="b"/>
              <a:pathLst>
                <a:path w="15820" h="30172" extrusionOk="0">
                  <a:moveTo>
                    <a:pt x="7581" y="1"/>
                  </a:moveTo>
                  <a:cubicBezTo>
                    <a:pt x="7380" y="1"/>
                    <a:pt x="7178" y="10"/>
                    <a:pt x="6975" y="27"/>
                  </a:cubicBezTo>
                  <a:lnTo>
                    <a:pt x="6752" y="27"/>
                  </a:lnTo>
                  <a:cubicBezTo>
                    <a:pt x="2791" y="613"/>
                    <a:pt x="1" y="4212"/>
                    <a:pt x="475" y="8174"/>
                  </a:cubicBezTo>
                  <a:lnTo>
                    <a:pt x="3153" y="25611"/>
                  </a:lnTo>
                  <a:cubicBezTo>
                    <a:pt x="3591" y="28189"/>
                    <a:pt x="5507" y="30171"/>
                    <a:pt x="7997" y="30171"/>
                  </a:cubicBezTo>
                  <a:cubicBezTo>
                    <a:pt x="8201" y="30171"/>
                    <a:pt x="8410" y="30158"/>
                    <a:pt x="8621" y="30130"/>
                  </a:cubicBezTo>
                  <a:cubicBezTo>
                    <a:pt x="11411" y="29684"/>
                    <a:pt x="12918" y="27229"/>
                    <a:pt x="12555" y="24439"/>
                  </a:cubicBezTo>
                  <a:lnTo>
                    <a:pt x="11746" y="20142"/>
                  </a:lnTo>
                  <a:cubicBezTo>
                    <a:pt x="12109" y="20142"/>
                    <a:pt x="12332" y="20031"/>
                    <a:pt x="12695" y="19919"/>
                  </a:cubicBezTo>
                  <a:cubicBezTo>
                    <a:pt x="13615" y="19445"/>
                    <a:pt x="15708" y="18050"/>
                    <a:pt x="15819" y="14339"/>
                  </a:cubicBezTo>
                  <a:cubicBezTo>
                    <a:pt x="15819" y="13168"/>
                    <a:pt x="15345" y="9680"/>
                    <a:pt x="14899" y="6416"/>
                  </a:cubicBezTo>
                  <a:cubicBezTo>
                    <a:pt x="14344" y="2795"/>
                    <a:pt x="11185" y="1"/>
                    <a:pt x="7581"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4"/>
            <p:cNvSpPr/>
            <p:nvPr/>
          </p:nvSpPr>
          <p:spPr>
            <a:xfrm>
              <a:off x="1595512" y="2387634"/>
              <a:ext cx="31786" cy="11210"/>
            </a:xfrm>
            <a:custGeom>
              <a:avLst/>
              <a:gdLst/>
              <a:ahLst/>
              <a:cxnLst/>
              <a:rect l="l" t="t" r="r" b="b"/>
              <a:pathLst>
                <a:path w="2345" h="827" extrusionOk="0">
                  <a:moveTo>
                    <a:pt x="1172" y="0"/>
                  </a:moveTo>
                  <a:cubicBezTo>
                    <a:pt x="838" y="112"/>
                    <a:pt x="475" y="223"/>
                    <a:pt x="252" y="447"/>
                  </a:cubicBezTo>
                  <a:cubicBezTo>
                    <a:pt x="1" y="698"/>
                    <a:pt x="1" y="809"/>
                    <a:pt x="1" y="809"/>
                  </a:cubicBezTo>
                  <a:cubicBezTo>
                    <a:pt x="15" y="821"/>
                    <a:pt x="32" y="826"/>
                    <a:pt x="51" y="826"/>
                  </a:cubicBezTo>
                  <a:cubicBezTo>
                    <a:pt x="215" y="826"/>
                    <a:pt x="548" y="447"/>
                    <a:pt x="1172" y="447"/>
                  </a:cubicBezTo>
                  <a:cubicBezTo>
                    <a:pt x="1285" y="425"/>
                    <a:pt x="1394" y="417"/>
                    <a:pt x="1496" y="417"/>
                  </a:cubicBezTo>
                  <a:cubicBezTo>
                    <a:pt x="1805" y="417"/>
                    <a:pt x="2060" y="490"/>
                    <a:pt x="2213" y="490"/>
                  </a:cubicBezTo>
                  <a:cubicBezTo>
                    <a:pt x="2274" y="490"/>
                    <a:pt x="2319" y="479"/>
                    <a:pt x="2344" y="447"/>
                  </a:cubicBezTo>
                  <a:cubicBezTo>
                    <a:pt x="2344" y="447"/>
                    <a:pt x="2344" y="335"/>
                    <a:pt x="2093" y="223"/>
                  </a:cubicBezTo>
                  <a:cubicBezTo>
                    <a:pt x="1758" y="0"/>
                    <a:pt x="1396" y="0"/>
                    <a:pt x="117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4"/>
            <p:cNvSpPr/>
            <p:nvPr/>
          </p:nvSpPr>
          <p:spPr>
            <a:xfrm>
              <a:off x="1519872" y="2404240"/>
              <a:ext cx="31786" cy="10546"/>
            </a:xfrm>
            <a:custGeom>
              <a:avLst/>
              <a:gdLst/>
              <a:ahLst/>
              <a:cxnLst/>
              <a:rect l="l" t="t" r="r" b="b"/>
              <a:pathLst>
                <a:path w="2345" h="778" extrusionOk="0">
                  <a:moveTo>
                    <a:pt x="1365" y="0"/>
                  </a:moveTo>
                  <a:cubicBezTo>
                    <a:pt x="1264" y="0"/>
                    <a:pt x="1161" y="17"/>
                    <a:pt x="1061" y="59"/>
                  </a:cubicBezTo>
                  <a:cubicBezTo>
                    <a:pt x="838" y="59"/>
                    <a:pt x="475" y="170"/>
                    <a:pt x="252" y="393"/>
                  </a:cubicBezTo>
                  <a:cubicBezTo>
                    <a:pt x="1" y="616"/>
                    <a:pt x="1" y="756"/>
                    <a:pt x="1" y="756"/>
                  </a:cubicBezTo>
                  <a:cubicBezTo>
                    <a:pt x="19" y="771"/>
                    <a:pt x="41" y="777"/>
                    <a:pt x="66" y="777"/>
                  </a:cubicBezTo>
                  <a:cubicBezTo>
                    <a:pt x="234" y="777"/>
                    <a:pt x="566" y="490"/>
                    <a:pt x="1173" y="393"/>
                  </a:cubicBezTo>
                  <a:cubicBezTo>
                    <a:pt x="1290" y="371"/>
                    <a:pt x="1403" y="362"/>
                    <a:pt x="1509" y="362"/>
                  </a:cubicBezTo>
                  <a:cubicBezTo>
                    <a:pt x="1934" y="362"/>
                    <a:pt x="2255" y="505"/>
                    <a:pt x="2344" y="505"/>
                  </a:cubicBezTo>
                  <a:cubicBezTo>
                    <a:pt x="2344" y="393"/>
                    <a:pt x="2344" y="282"/>
                    <a:pt x="1982" y="170"/>
                  </a:cubicBezTo>
                  <a:cubicBezTo>
                    <a:pt x="1825" y="92"/>
                    <a:pt x="1600" y="0"/>
                    <a:pt x="136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4"/>
            <p:cNvSpPr/>
            <p:nvPr/>
          </p:nvSpPr>
          <p:spPr>
            <a:xfrm>
              <a:off x="1567154" y="2379691"/>
              <a:ext cx="34796" cy="70730"/>
            </a:xfrm>
            <a:custGeom>
              <a:avLst/>
              <a:gdLst/>
              <a:ahLst/>
              <a:cxnLst/>
              <a:rect l="l" t="t" r="r" b="b"/>
              <a:pathLst>
                <a:path w="2567" h="5218" extrusionOk="0">
                  <a:moveTo>
                    <a:pt x="0" y="0"/>
                  </a:moveTo>
                  <a:lnTo>
                    <a:pt x="0" y="0"/>
                  </a:lnTo>
                  <a:cubicBezTo>
                    <a:pt x="363" y="1033"/>
                    <a:pt x="949" y="2093"/>
                    <a:pt x="1535" y="3013"/>
                  </a:cubicBezTo>
                  <a:lnTo>
                    <a:pt x="2232" y="4185"/>
                  </a:lnTo>
                  <a:cubicBezTo>
                    <a:pt x="2232" y="4408"/>
                    <a:pt x="2344" y="4520"/>
                    <a:pt x="2344" y="4659"/>
                  </a:cubicBezTo>
                  <a:cubicBezTo>
                    <a:pt x="2344" y="4771"/>
                    <a:pt x="2232" y="4883"/>
                    <a:pt x="1981" y="4883"/>
                  </a:cubicBezTo>
                  <a:cubicBezTo>
                    <a:pt x="1646" y="4994"/>
                    <a:pt x="1284" y="5106"/>
                    <a:pt x="1060" y="5217"/>
                  </a:cubicBezTo>
                  <a:cubicBezTo>
                    <a:pt x="1395" y="5217"/>
                    <a:pt x="1758" y="5217"/>
                    <a:pt x="2093" y="5106"/>
                  </a:cubicBezTo>
                  <a:cubicBezTo>
                    <a:pt x="2232" y="5106"/>
                    <a:pt x="2232" y="5106"/>
                    <a:pt x="2344" y="4994"/>
                  </a:cubicBezTo>
                  <a:cubicBezTo>
                    <a:pt x="2455" y="4994"/>
                    <a:pt x="2567" y="4883"/>
                    <a:pt x="2567" y="4771"/>
                  </a:cubicBezTo>
                  <a:cubicBezTo>
                    <a:pt x="2567" y="4520"/>
                    <a:pt x="2567" y="4297"/>
                    <a:pt x="2344" y="4074"/>
                  </a:cubicBezTo>
                  <a:cubicBezTo>
                    <a:pt x="2232" y="3711"/>
                    <a:pt x="1981" y="3376"/>
                    <a:pt x="1758" y="2902"/>
                  </a:cubicBezTo>
                  <a:cubicBezTo>
                    <a:pt x="1284" y="1981"/>
                    <a:pt x="698" y="921"/>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4"/>
            <p:cNvSpPr/>
            <p:nvPr/>
          </p:nvSpPr>
          <p:spPr>
            <a:xfrm>
              <a:off x="1515344" y="2540419"/>
              <a:ext cx="80178" cy="29780"/>
            </a:xfrm>
            <a:custGeom>
              <a:avLst/>
              <a:gdLst/>
              <a:ahLst/>
              <a:cxnLst/>
              <a:rect l="l" t="t" r="r" b="b"/>
              <a:pathLst>
                <a:path w="5915" h="2197" extrusionOk="0">
                  <a:moveTo>
                    <a:pt x="0" y="0"/>
                  </a:moveTo>
                  <a:cubicBezTo>
                    <a:pt x="0" y="1"/>
                    <a:pt x="1098" y="2197"/>
                    <a:pt x="4163" y="2197"/>
                  </a:cubicBezTo>
                  <a:cubicBezTo>
                    <a:pt x="4687" y="2197"/>
                    <a:pt x="5270" y="2132"/>
                    <a:pt x="5915" y="1981"/>
                  </a:cubicBezTo>
                  <a:lnTo>
                    <a:pt x="5692" y="809"/>
                  </a:lnTo>
                  <a:cubicBezTo>
                    <a:pt x="5692" y="809"/>
                    <a:pt x="5209" y="932"/>
                    <a:pt x="4363" y="932"/>
                  </a:cubicBezTo>
                  <a:cubicBezTo>
                    <a:pt x="3356" y="932"/>
                    <a:pt x="1835" y="759"/>
                    <a:pt x="0"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4"/>
            <p:cNvSpPr/>
            <p:nvPr/>
          </p:nvSpPr>
          <p:spPr>
            <a:xfrm>
              <a:off x="1554669" y="2467219"/>
              <a:ext cx="26866" cy="19736"/>
            </a:xfrm>
            <a:custGeom>
              <a:avLst/>
              <a:gdLst/>
              <a:ahLst/>
              <a:cxnLst/>
              <a:rect l="l" t="t" r="r" b="b"/>
              <a:pathLst>
                <a:path w="1982" h="1456" extrusionOk="0">
                  <a:moveTo>
                    <a:pt x="1108" y="1"/>
                  </a:moveTo>
                  <a:cubicBezTo>
                    <a:pt x="1006" y="1"/>
                    <a:pt x="905" y="14"/>
                    <a:pt x="810" y="44"/>
                  </a:cubicBezTo>
                  <a:cubicBezTo>
                    <a:pt x="587" y="155"/>
                    <a:pt x="363" y="295"/>
                    <a:pt x="112" y="518"/>
                  </a:cubicBezTo>
                  <a:cubicBezTo>
                    <a:pt x="1" y="741"/>
                    <a:pt x="1" y="1104"/>
                    <a:pt x="224" y="1327"/>
                  </a:cubicBezTo>
                  <a:cubicBezTo>
                    <a:pt x="369" y="1392"/>
                    <a:pt x="542" y="1456"/>
                    <a:pt x="710" y="1456"/>
                  </a:cubicBezTo>
                  <a:cubicBezTo>
                    <a:pt x="834" y="1456"/>
                    <a:pt x="955" y="1421"/>
                    <a:pt x="1061" y="1327"/>
                  </a:cubicBezTo>
                  <a:cubicBezTo>
                    <a:pt x="1396" y="1216"/>
                    <a:pt x="1619" y="992"/>
                    <a:pt x="1870" y="741"/>
                  </a:cubicBezTo>
                  <a:cubicBezTo>
                    <a:pt x="1870" y="741"/>
                    <a:pt x="1981" y="630"/>
                    <a:pt x="1981" y="518"/>
                  </a:cubicBezTo>
                  <a:lnTo>
                    <a:pt x="1981" y="295"/>
                  </a:lnTo>
                  <a:lnTo>
                    <a:pt x="1870" y="295"/>
                  </a:lnTo>
                  <a:cubicBezTo>
                    <a:pt x="1685" y="110"/>
                    <a:pt x="1394" y="1"/>
                    <a:pt x="1108"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4"/>
            <p:cNvSpPr/>
            <p:nvPr/>
          </p:nvSpPr>
          <p:spPr>
            <a:xfrm>
              <a:off x="1556187" y="2459858"/>
              <a:ext cx="31773" cy="22325"/>
            </a:xfrm>
            <a:custGeom>
              <a:avLst/>
              <a:gdLst/>
              <a:ahLst/>
              <a:cxnLst/>
              <a:rect l="l" t="t" r="r" b="b"/>
              <a:pathLst>
                <a:path w="2344" h="1647" extrusionOk="0">
                  <a:moveTo>
                    <a:pt x="0" y="1"/>
                  </a:moveTo>
                  <a:lnTo>
                    <a:pt x="0" y="475"/>
                  </a:lnTo>
                  <a:cubicBezTo>
                    <a:pt x="112" y="838"/>
                    <a:pt x="363" y="1173"/>
                    <a:pt x="698" y="1396"/>
                  </a:cubicBezTo>
                  <a:cubicBezTo>
                    <a:pt x="1060" y="1647"/>
                    <a:pt x="1395" y="1647"/>
                    <a:pt x="1869" y="1647"/>
                  </a:cubicBezTo>
                  <a:cubicBezTo>
                    <a:pt x="2204" y="1535"/>
                    <a:pt x="2344" y="1535"/>
                    <a:pt x="2344" y="1396"/>
                  </a:cubicBezTo>
                  <a:cubicBezTo>
                    <a:pt x="2344" y="1369"/>
                    <a:pt x="2295" y="1363"/>
                    <a:pt x="2214" y="1363"/>
                  </a:cubicBezTo>
                  <a:cubicBezTo>
                    <a:pt x="2151" y="1363"/>
                    <a:pt x="2069" y="1367"/>
                    <a:pt x="1975" y="1367"/>
                  </a:cubicBezTo>
                  <a:cubicBezTo>
                    <a:pt x="1682" y="1367"/>
                    <a:pt x="1269" y="1333"/>
                    <a:pt x="949" y="1061"/>
                  </a:cubicBezTo>
                  <a:cubicBezTo>
                    <a:pt x="251" y="698"/>
                    <a:pt x="112"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4"/>
            <p:cNvSpPr/>
            <p:nvPr/>
          </p:nvSpPr>
          <p:spPr>
            <a:xfrm>
              <a:off x="1507401" y="2378552"/>
              <a:ext cx="39337" cy="14029"/>
            </a:xfrm>
            <a:custGeom>
              <a:avLst/>
              <a:gdLst/>
              <a:ahLst/>
              <a:cxnLst/>
              <a:rect l="l" t="t" r="r" b="b"/>
              <a:pathLst>
                <a:path w="2902" h="1035" extrusionOk="0">
                  <a:moveTo>
                    <a:pt x="1859" y="1"/>
                  </a:moveTo>
                  <a:cubicBezTo>
                    <a:pt x="1653" y="1"/>
                    <a:pt x="1451" y="28"/>
                    <a:pt x="1284" y="84"/>
                  </a:cubicBezTo>
                  <a:cubicBezTo>
                    <a:pt x="921" y="196"/>
                    <a:pt x="586" y="307"/>
                    <a:pt x="223" y="559"/>
                  </a:cubicBezTo>
                  <a:cubicBezTo>
                    <a:pt x="112" y="782"/>
                    <a:pt x="0" y="1005"/>
                    <a:pt x="0" y="1005"/>
                  </a:cubicBezTo>
                  <a:cubicBezTo>
                    <a:pt x="21" y="1025"/>
                    <a:pt x="57" y="1035"/>
                    <a:pt x="107" y="1035"/>
                  </a:cubicBezTo>
                  <a:cubicBezTo>
                    <a:pt x="331" y="1035"/>
                    <a:pt x="826" y="852"/>
                    <a:pt x="1395" y="670"/>
                  </a:cubicBezTo>
                  <a:cubicBezTo>
                    <a:pt x="2204" y="559"/>
                    <a:pt x="2790" y="559"/>
                    <a:pt x="2790" y="307"/>
                  </a:cubicBezTo>
                  <a:cubicBezTo>
                    <a:pt x="2902" y="196"/>
                    <a:pt x="2679" y="84"/>
                    <a:pt x="2455" y="84"/>
                  </a:cubicBezTo>
                  <a:cubicBezTo>
                    <a:pt x="2274" y="28"/>
                    <a:pt x="2065" y="1"/>
                    <a:pt x="185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4"/>
            <p:cNvSpPr/>
            <p:nvPr/>
          </p:nvSpPr>
          <p:spPr>
            <a:xfrm>
              <a:off x="1589467" y="2361066"/>
              <a:ext cx="29889" cy="11115"/>
            </a:xfrm>
            <a:custGeom>
              <a:avLst/>
              <a:gdLst/>
              <a:ahLst/>
              <a:cxnLst/>
              <a:rect l="l" t="t" r="r" b="b"/>
              <a:pathLst>
                <a:path w="2205" h="820" extrusionOk="0">
                  <a:moveTo>
                    <a:pt x="1211" y="0"/>
                  </a:moveTo>
                  <a:cubicBezTo>
                    <a:pt x="850" y="0"/>
                    <a:pt x="499" y="120"/>
                    <a:pt x="224" y="314"/>
                  </a:cubicBezTo>
                  <a:cubicBezTo>
                    <a:pt x="0" y="565"/>
                    <a:pt x="0" y="677"/>
                    <a:pt x="0" y="788"/>
                  </a:cubicBezTo>
                  <a:cubicBezTo>
                    <a:pt x="45" y="811"/>
                    <a:pt x="95" y="820"/>
                    <a:pt x="151" y="820"/>
                  </a:cubicBezTo>
                  <a:cubicBezTo>
                    <a:pt x="376" y="820"/>
                    <a:pt x="698" y="677"/>
                    <a:pt x="1144" y="677"/>
                  </a:cubicBezTo>
                  <a:cubicBezTo>
                    <a:pt x="1381" y="621"/>
                    <a:pt x="1618" y="621"/>
                    <a:pt x="1810" y="621"/>
                  </a:cubicBezTo>
                  <a:cubicBezTo>
                    <a:pt x="2002" y="621"/>
                    <a:pt x="2149" y="621"/>
                    <a:pt x="2204" y="565"/>
                  </a:cubicBezTo>
                  <a:cubicBezTo>
                    <a:pt x="2204" y="454"/>
                    <a:pt x="2093" y="314"/>
                    <a:pt x="1981" y="203"/>
                  </a:cubicBezTo>
                  <a:cubicBezTo>
                    <a:pt x="1736" y="62"/>
                    <a:pt x="1471" y="0"/>
                    <a:pt x="121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4"/>
            <p:cNvSpPr/>
            <p:nvPr/>
          </p:nvSpPr>
          <p:spPr>
            <a:xfrm>
              <a:off x="1466557" y="2248446"/>
              <a:ext cx="185690" cy="113496"/>
            </a:xfrm>
            <a:custGeom>
              <a:avLst/>
              <a:gdLst/>
              <a:ahLst/>
              <a:cxnLst/>
              <a:rect l="l" t="t" r="r" b="b"/>
              <a:pathLst>
                <a:path w="13699" h="8373" extrusionOk="0">
                  <a:moveTo>
                    <a:pt x="5987" y="1"/>
                  </a:moveTo>
                  <a:cubicBezTo>
                    <a:pt x="5500" y="1"/>
                    <a:pt x="5009" y="47"/>
                    <a:pt x="4520" y="141"/>
                  </a:cubicBezTo>
                  <a:cubicBezTo>
                    <a:pt x="3236" y="392"/>
                    <a:pt x="2093" y="950"/>
                    <a:pt x="1144" y="2010"/>
                  </a:cubicBezTo>
                  <a:cubicBezTo>
                    <a:pt x="335" y="3042"/>
                    <a:pt x="0" y="4688"/>
                    <a:pt x="586" y="5972"/>
                  </a:cubicBezTo>
                  <a:cubicBezTo>
                    <a:pt x="997" y="6646"/>
                    <a:pt x="1767" y="7049"/>
                    <a:pt x="2495" y="7049"/>
                  </a:cubicBezTo>
                  <a:cubicBezTo>
                    <a:pt x="3003" y="7049"/>
                    <a:pt x="3490" y="6853"/>
                    <a:pt x="3822" y="6418"/>
                  </a:cubicBezTo>
                  <a:cubicBezTo>
                    <a:pt x="4497" y="7377"/>
                    <a:pt x="5591" y="7918"/>
                    <a:pt x="6713" y="7918"/>
                  </a:cubicBezTo>
                  <a:cubicBezTo>
                    <a:pt x="7354" y="7918"/>
                    <a:pt x="8005" y="7742"/>
                    <a:pt x="8593" y="7367"/>
                  </a:cubicBezTo>
                  <a:cubicBezTo>
                    <a:pt x="9460" y="7870"/>
                    <a:pt x="10738" y="8373"/>
                    <a:pt x="11774" y="8373"/>
                  </a:cubicBezTo>
                  <a:cubicBezTo>
                    <a:pt x="12405" y="8373"/>
                    <a:pt x="12946" y="8187"/>
                    <a:pt x="13252" y="7701"/>
                  </a:cubicBezTo>
                  <a:lnTo>
                    <a:pt x="13252" y="7813"/>
                  </a:lnTo>
                  <a:cubicBezTo>
                    <a:pt x="13699" y="6306"/>
                    <a:pt x="13252" y="4688"/>
                    <a:pt x="12443" y="3405"/>
                  </a:cubicBezTo>
                  <a:cubicBezTo>
                    <a:pt x="10968" y="1251"/>
                    <a:pt x="8530" y="1"/>
                    <a:pt x="598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4"/>
            <p:cNvSpPr/>
            <p:nvPr/>
          </p:nvSpPr>
          <p:spPr>
            <a:xfrm>
              <a:off x="1359142" y="2273104"/>
              <a:ext cx="151287" cy="290768"/>
            </a:xfrm>
            <a:custGeom>
              <a:avLst/>
              <a:gdLst/>
              <a:ahLst/>
              <a:cxnLst/>
              <a:rect l="l" t="t" r="r" b="b"/>
              <a:pathLst>
                <a:path w="11161" h="21451" extrusionOk="0">
                  <a:moveTo>
                    <a:pt x="8582" y="0"/>
                  </a:moveTo>
                  <a:cubicBezTo>
                    <a:pt x="6168" y="0"/>
                    <a:pt x="3932" y="2466"/>
                    <a:pt x="3628" y="4264"/>
                  </a:cubicBezTo>
                  <a:cubicBezTo>
                    <a:pt x="3153" y="7640"/>
                    <a:pt x="3628" y="8086"/>
                    <a:pt x="3042" y="9733"/>
                  </a:cubicBezTo>
                  <a:cubicBezTo>
                    <a:pt x="2568" y="10765"/>
                    <a:pt x="1173" y="11937"/>
                    <a:pt x="587" y="12969"/>
                  </a:cubicBezTo>
                  <a:cubicBezTo>
                    <a:pt x="1" y="14141"/>
                    <a:pt x="1" y="16121"/>
                    <a:pt x="475" y="17405"/>
                  </a:cubicBezTo>
                  <a:cubicBezTo>
                    <a:pt x="838" y="18437"/>
                    <a:pt x="2233" y="21450"/>
                    <a:pt x="2233" y="21450"/>
                  </a:cubicBezTo>
                  <a:cubicBezTo>
                    <a:pt x="2233" y="21450"/>
                    <a:pt x="6278" y="21339"/>
                    <a:pt x="8371" y="20753"/>
                  </a:cubicBezTo>
                  <a:cubicBezTo>
                    <a:pt x="8956" y="20641"/>
                    <a:pt x="9431" y="20418"/>
                    <a:pt x="9905" y="20055"/>
                  </a:cubicBezTo>
                  <a:cubicBezTo>
                    <a:pt x="10351" y="19720"/>
                    <a:pt x="9542" y="18437"/>
                    <a:pt x="9542" y="17963"/>
                  </a:cubicBezTo>
                  <a:cubicBezTo>
                    <a:pt x="9765" y="16456"/>
                    <a:pt x="10937" y="15536"/>
                    <a:pt x="10602" y="14029"/>
                  </a:cubicBezTo>
                  <a:cubicBezTo>
                    <a:pt x="10128" y="12048"/>
                    <a:pt x="8622" y="11937"/>
                    <a:pt x="8622" y="9956"/>
                  </a:cubicBezTo>
                  <a:cubicBezTo>
                    <a:pt x="8622" y="8896"/>
                    <a:pt x="10240" y="7277"/>
                    <a:pt x="10351" y="6245"/>
                  </a:cubicBezTo>
                  <a:cubicBezTo>
                    <a:pt x="10602" y="5185"/>
                    <a:pt x="11160" y="1474"/>
                    <a:pt x="9319" y="79"/>
                  </a:cubicBezTo>
                  <a:cubicBezTo>
                    <a:pt x="9073" y="26"/>
                    <a:pt x="8826" y="0"/>
                    <a:pt x="858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4"/>
            <p:cNvSpPr/>
            <p:nvPr/>
          </p:nvSpPr>
          <p:spPr>
            <a:xfrm>
              <a:off x="1401883" y="2330904"/>
              <a:ext cx="6439" cy="40855"/>
            </a:xfrm>
            <a:custGeom>
              <a:avLst/>
              <a:gdLst/>
              <a:ahLst/>
              <a:cxnLst/>
              <a:rect l="l" t="t" r="r" b="b"/>
              <a:pathLst>
                <a:path w="475" h="3014" extrusionOk="0">
                  <a:moveTo>
                    <a:pt x="475" y="0"/>
                  </a:moveTo>
                  <a:lnTo>
                    <a:pt x="475" y="0"/>
                  </a:lnTo>
                  <a:cubicBezTo>
                    <a:pt x="0" y="921"/>
                    <a:pt x="0" y="2093"/>
                    <a:pt x="335" y="3013"/>
                  </a:cubicBezTo>
                  <a:cubicBezTo>
                    <a:pt x="475" y="3013"/>
                    <a:pt x="335" y="2316"/>
                    <a:pt x="335" y="1507"/>
                  </a:cubicBezTo>
                  <a:cubicBezTo>
                    <a:pt x="335" y="698"/>
                    <a:pt x="475" y="0"/>
                    <a:pt x="475"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4"/>
            <p:cNvSpPr/>
            <p:nvPr/>
          </p:nvSpPr>
          <p:spPr>
            <a:xfrm>
              <a:off x="1408309" y="2305569"/>
              <a:ext cx="83214" cy="52200"/>
            </a:xfrm>
            <a:custGeom>
              <a:avLst/>
              <a:gdLst/>
              <a:ahLst/>
              <a:cxnLst/>
              <a:rect l="l" t="t" r="r" b="b"/>
              <a:pathLst>
                <a:path w="6139" h="3851" extrusionOk="0">
                  <a:moveTo>
                    <a:pt x="5915" y="0"/>
                  </a:moveTo>
                  <a:cubicBezTo>
                    <a:pt x="5581" y="112"/>
                    <a:pt x="5329" y="112"/>
                    <a:pt x="5106" y="223"/>
                  </a:cubicBezTo>
                  <a:cubicBezTo>
                    <a:pt x="4632" y="363"/>
                    <a:pt x="4297" y="586"/>
                    <a:pt x="4046" y="921"/>
                  </a:cubicBezTo>
                  <a:cubicBezTo>
                    <a:pt x="3711" y="1283"/>
                    <a:pt x="3349" y="1618"/>
                    <a:pt x="3125" y="2092"/>
                  </a:cubicBezTo>
                  <a:cubicBezTo>
                    <a:pt x="2651" y="2790"/>
                    <a:pt x="1954" y="3376"/>
                    <a:pt x="1145" y="3599"/>
                  </a:cubicBezTo>
                  <a:cubicBezTo>
                    <a:pt x="698" y="3711"/>
                    <a:pt x="335" y="3711"/>
                    <a:pt x="1" y="3711"/>
                  </a:cubicBezTo>
                  <a:cubicBezTo>
                    <a:pt x="112" y="3850"/>
                    <a:pt x="224" y="3850"/>
                    <a:pt x="335" y="3850"/>
                  </a:cubicBezTo>
                  <a:lnTo>
                    <a:pt x="1145" y="3850"/>
                  </a:lnTo>
                  <a:cubicBezTo>
                    <a:pt x="1507" y="3711"/>
                    <a:pt x="1954" y="3487"/>
                    <a:pt x="2316" y="3376"/>
                  </a:cubicBezTo>
                  <a:cubicBezTo>
                    <a:pt x="2651" y="3013"/>
                    <a:pt x="3014" y="2678"/>
                    <a:pt x="3349" y="2204"/>
                  </a:cubicBezTo>
                  <a:cubicBezTo>
                    <a:pt x="3600" y="1869"/>
                    <a:pt x="3823" y="1395"/>
                    <a:pt x="4186" y="1060"/>
                  </a:cubicBezTo>
                  <a:cubicBezTo>
                    <a:pt x="4409" y="809"/>
                    <a:pt x="4744" y="586"/>
                    <a:pt x="5106" y="363"/>
                  </a:cubicBezTo>
                  <a:cubicBezTo>
                    <a:pt x="5441" y="223"/>
                    <a:pt x="5804" y="112"/>
                    <a:pt x="6138"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4"/>
            <p:cNvSpPr/>
            <p:nvPr/>
          </p:nvSpPr>
          <p:spPr>
            <a:xfrm>
              <a:off x="1316794" y="2344338"/>
              <a:ext cx="83580" cy="71665"/>
            </a:xfrm>
            <a:custGeom>
              <a:avLst/>
              <a:gdLst/>
              <a:ahLst/>
              <a:cxnLst/>
              <a:rect l="l" t="t" r="r" b="b"/>
              <a:pathLst>
                <a:path w="6166" h="5287" extrusionOk="0">
                  <a:moveTo>
                    <a:pt x="4584" y="0"/>
                  </a:moveTo>
                  <a:cubicBezTo>
                    <a:pt x="4187" y="0"/>
                    <a:pt x="3845" y="131"/>
                    <a:pt x="3488" y="404"/>
                  </a:cubicBezTo>
                  <a:cubicBezTo>
                    <a:pt x="3013" y="739"/>
                    <a:pt x="2678" y="1325"/>
                    <a:pt x="2427" y="1911"/>
                  </a:cubicBezTo>
                  <a:cubicBezTo>
                    <a:pt x="2316" y="2497"/>
                    <a:pt x="2204" y="3194"/>
                    <a:pt x="1981" y="3641"/>
                  </a:cubicBezTo>
                  <a:cubicBezTo>
                    <a:pt x="1869" y="4115"/>
                    <a:pt x="1618" y="4478"/>
                    <a:pt x="1283" y="4812"/>
                  </a:cubicBezTo>
                  <a:cubicBezTo>
                    <a:pt x="921" y="5035"/>
                    <a:pt x="698" y="5175"/>
                    <a:pt x="335" y="5175"/>
                  </a:cubicBezTo>
                  <a:cubicBezTo>
                    <a:pt x="186" y="5175"/>
                    <a:pt x="87" y="5113"/>
                    <a:pt x="37" y="5113"/>
                  </a:cubicBezTo>
                  <a:cubicBezTo>
                    <a:pt x="13" y="5113"/>
                    <a:pt x="0" y="5128"/>
                    <a:pt x="0" y="5175"/>
                  </a:cubicBezTo>
                  <a:cubicBezTo>
                    <a:pt x="112" y="5175"/>
                    <a:pt x="223" y="5287"/>
                    <a:pt x="335" y="5287"/>
                  </a:cubicBezTo>
                  <a:cubicBezTo>
                    <a:pt x="698" y="5287"/>
                    <a:pt x="1032" y="5175"/>
                    <a:pt x="1395" y="4924"/>
                  </a:cubicBezTo>
                  <a:cubicBezTo>
                    <a:pt x="1730" y="4701"/>
                    <a:pt x="2093" y="4226"/>
                    <a:pt x="2204" y="3780"/>
                  </a:cubicBezTo>
                  <a:cubicBezTo>
                    <a:pt x="2427" y="3194"/>
                    <a:pt x="2567" y="2608"/>
                    <a:pt x="2678" y="2022"/>
                  </a:cubicBezTo>
                  <a:cubicBezTo>
                    <a:pt x="2790" y="1437"/>
                    <a:pt x="3125" y="851"/>
                    <a:pt x="3599" y="516"/>
                  </a:cubicBezTo>
                  <a:cubicBezTo>
                    <a:pt x="3861" y="354"/>
                    <a:pt x="4226" y="237"/>
                    <a:pt x="4587" y="237"/>
                  </a:cubicBezTo>
                  <a:cubicBezTo>
                    <a:pt x="4725" y="237"/>
                    <a:pt x="4863" y="254"/>
                    <a:pt x="4994" y="293"/>
                  </a:cubicBezTo>
                  <a:cubicBezTo>
                    <a:pt x="5357" y="293"/>
                    <a:pt x="5803" y="516"/>
                    <a:pt x="6166" y="739"/>
                  </a:cubicBezTo>
                  <a:lnTo>
                    <a:pt x="5915" y="516"/>
                  </a:lnTo>
                  <a:cubicBezTo>
                    <a:pt x="5580" y="293"/>
                    <a:pt x="5357" y="153"/>
                    <a:pt x="4994" y="42"/>
                  </a:cubicBezTo>
                  <a:cubicBezTo>
                    <a:pt x="4850" y="14"/>
                    <a:pt x="4714" y="0"/>
                    <a:pt x="458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4"/>
            <p:cNvSpPr/>
            <p:nvPr/>
          </p:nvSpPr>
          <p:spPr>
            <a:xfrm>
              <a:off x="1406424" y="2288164"/>
              <a:ext cx="83580" cy="63166"/>
            </a:xfrm>
            <a:custGeom>
              <a:avLst/>
              <a:gdLst/>
              <a:ahLst/>
              <a:cxnLst/>
              <a:rect l="l" t="t" r="r" b="b"/>
              <a:pathLst>
                <a:path w="6166" h="4660" extrusionOk="0">
                  <a:moveTo>
                    <a:pt x="5022" y="1"/>
                  </a:moveTo>
                  <a:cubicBezTo>
                    <a:pt x="3962" y="1"/>
                    <a:pt x="2930" y="587"/>
                    <a:pt x="2344" y="1396"/>
                  </a:cubicBezTo>
                  <a:cubicBezTo>
                    <a:pt x="2093" y="1870"/>
                    <a:pt x="1869" y="2344"/>
                    <a:pt x="1646" y="2902"/>
                  </a:cubicBezTo>
                  <a:cubicBezTo>
                    <a:pt x="1535" y="3265"/>
                    <a:pt x="1284" y="3739"/>
                    <a:pt x="1060" y="3962"/>
                  </a:cubicBezTo>
                  <a:cubicBezTo>
                    <a:pt x="837" y="4297"/>
                    <a:pt x="474" y="4548"/>
                    <a:pt x="0" y="4660"/>
                  </a:cubicBezTo>
                  <a:lnTo>
                    <a:pt x="363" y="4660"/>
                  </a:lnTo>
                  <a:cubicBezTo>
                    <a:pt x="698" y="4548"/>
                    <a:pt x="949" y="4437"/>
                    <a:pt x="1172" y="4186"/>
                  </a:cubicBezTo>
                  <a:cubicBezTo>
                    <a:pt x="1535" y="3851"/>
                    <a:pt x="1758" y="3376"/>
                    <a:pt x="1869" y="3042"/>
                  </a:cubicBezTo>
                  <a:cubicBezTo>
                    <a:pt x="2093" y="2456"/>
                    <a:pt x="2344" y="1982"/>
                    <a:pt x="2567" y="1507"/>
                  </a:cubicBezTo>
                  <a:cubicBezTo>
                    <a:pt x="3153" y="698"/>
                    <a:pt x="4073" y="252"/>
                    <a:pt x="5022" y="112"/>
                  </a:cubicBezTo>
                  <a:cubicBezTo>
                    <a:pt x="5357" y="112"/>
                    <a:pt x="5831" y="112"/>
                    <a:pt x="6166" y="252"/>
                  </a:cubicBezTo>
                  <a:cubicBezTo>
                    <a:pt x="6166" y="252"/>
                    <a:pt x="6054" y="112"/>
                    <a:pt x="5943" y="112"/>
                  </a:cubicBezTo>
                  <a:cubicBezTo>
                    <a:pt x="5580" y="1"/>
                    <a:pt x="5245" y="1"/>
                    <a:pt x="502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4"/>
            <p:cNvSpPr/>
            <p:nvPr/>
          </p:nvSpPr>
          <p:spPr>
            <a:xfrm>
              <a:off x="1385996" y="2325984"/>
              <a:ext cx="107410" cy="239774"/>
            </a:xfrm>
            <a:custGeom>
              <a:avLst/>
              <a:gdLst/>
              <a:ahLst/>
              <a:cxnLst/>
              <a:rect l="l" t="t" r="r" b="b"/>
              <a:pathLst>
                <a:path w="7924" h="17689" extrusionOk="0">
                  <a:moveTo>
                    <a:pt x="7673" y="1"/>
                  </a:moveTo>
                  <a:cubicBezTo>
                    <a:pt x="7450" y="1"/>
                    <a:pt x="7338" y="1"/>
                    <a:pt x="7087" y="112"/>
                  </a:cubicBezTo>
                  <a:cubicBezTo>
                    <a:pt x="7338" y="112"/>
                    <a:pt x="7673" y="1"/>
                    <a:pt x="7924" y="1"/>
                  </a:cubicBezTo>
                  <a:close/>
                  <a:moveTo>
                    <a:pt x="7087" y="112"/>
                  </a:moveTo>
                  <a:cubicBezTo>
                    <a:pt x="6278" y="363"/>
                    <a:pt x="5832" y="1061"/>
                    <a:pt x="5580" y="1758"/>
                  </a:cubicBezTo>
                  <a:cubicBezTo>
                    <a:pt x="5357" y="2344"/>
                    <a:pt x="5246" y="2791"/>
                    <a:pt x="5246" y="3376"/>
                  </a:cubicBezTo>
                  <a:cubicBezTo>
                    <a:pt x="5134" y="3962"/>
                    <a:pt x="4995" y="4548"/>
                    <a:pt x="4883" y="5134"/>
                  </a:cubicBezTo>
                  <a:cubicBezTo>
                    <a:pt x="4660" y="5832"/>
                    <a:pt x="4297" y="6389"/>
                    <a:pt x="3739" y="6752"/>
                  </a:cubicBezTo>
                  <a:cubicBezTo>
                    <a:pt x="3265" y="7226"/>
                    <a:pt x="2567" y="7561"/>
                    <a:pt x="1981" y="8036"/>
                  </a:cubicBezTo>
                  <a:cubicBezTo>
                    <a:pt x="949" y="8956"/>
                    <a:pt x="252" y="10351"/>
                    <a:pt x="112" y="11746"/>
                  </a:cubicBezTo>
                  <a:cubicBezTo>
                    <a:pt x="1" y="12918"/>
                    <a:pt x="252" y="14062"/>
                    <a:pt x="810" y="15122"/>
                  </a:cubicBezTo>
                  <a:cubicBezTo>
                    <a:pt x="1172" y="15819"/>
                    <a:pt x="1507" y="16517"/>
                    <a:pt x="2093" y="17103"/>
                  </a:cubicBezTo>
                  <a:cubicBezTo>
                    <a:pt x="2171" y="17138"/>
                    <a:pt x="2236" y="17183"/>
                    <a:pt x="2291" y="17233"/>
                  </a:cubicBezTo>
                  <a:lnTo>
                    <a:pt x="2291" y="17233"/>
                  </a:lnTo>
                  <a:cubicBezTo>
                    <a:pt x="2231" y="17160"/>
                    <a:pt x="2165" y="17080"/>
                    <a:pt x="2093" y="16991"/>
                  </a:cubicBezTo>
                  <a:cubicBezTo>
                    <a:pt x="1647" y="16405"/>
                    <a:pt x="1284" y="15819"/>
                    <a:pt x="949" y="15122"/>
                  </a:cubicBezTo>
                  <a:cubicBezTo>
                    <a:pt x="475" y="14062"/>
                    <a:pt x="252" y="12918"/>
                    <a:pt x="363" y="11746"/>
                  </a:cubicBezTo>
                  <a:cubicBezTo>
                    <a:pt x="475" y="10351"/>
                    <a:pt x="1061" y="9068"/>
                    <a:pt x="2093" y="8259"/>
                  </a:cubicBezTo>
                  <a:cubicBezTo>
                    <a:pt x="2679" y="7784"/>
                    <a:pt x="3376" y="7450"/>
                    <a:pt x="3962" y="6975"/>
                  </a:cubicBezTo>
                  <a:cubicBezTo>
                    <a:pt x="4437" y="6529"/>
                    <a:pt x="4883" y="5943"/>
                    <a:pt x="4995" y="5246"/>
                  </a:cubicBezTo>
                  <a:cubicBezTo>
                    <a:pt x="5246" y="4660"/>
                    <a:pt x="5357" y="4074"/>
                    <a:pt x="5357" y="3376"/>
                  </a:cubicBezTo>
                  <a:cubicBezTo>
                    <a:pt x="5469" y="2902"/>
                    <a:pt x="5580" y="2344"/>
                    <a:pt x="5692" y="1870"/>
                  </a:cubicBezTo>
                  <a:cubicBezTo>
                    <a:pt x="5943" y="1172"/>
                    <a:pt x="6390" y="475"/>
                    <a:pt x="7087" y="112"/>
                  </a:cubicBezTo>
                  <a:close/>
                  <a:moveTo>
                    <a:pt x="2291" y="17233"/>
                  </a:moveTo>
                  <a:cubicBezTo>
                    <a:pt x="2535" y="17527"/>
                    <a:pt x="2679" y="17689"/>
                    <a:pt x="2679" y="17689"/>
                  </a:cubicBezTo>
                  <a:lnTo>
                    <a:pt x="2567" y="17549"/>
                  </a:lnTo>
                  <a:cubicBezTo>
                    <a:pt x="2491" y="17472"/>
                    <a:pt x="2414" y="17343"/>
                    <a:pt x="2291" y="17233"/>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4"/>
            <p:cNvSpPr/>
            <p:nvPr/>
          </p:nvSpPr>
          <p:spPr>
            <a:xfrm>
              <a:off x="1633333" y="2327502"/>
              <a:ext cx="71110" cy="214427"/>
            </a:xfrm>
            <a:custGeom>
              <a:avLst/>
              <a:gdLst/>
              <a:ahLst/>
              <a:cxnLst/>
              <a:rect l="l" t="t" r="r" b="b"/>
              <a:pathLst>
                <a:path w="5246" h="15819" extrusionOk="0">
                  <a:moveTo>
                    <a:pt x="1" y="0"/>
                  </a:moveTo>
                  <a:cubicBezTo>
                    <a:pt x="1" y="0"/>
                    <a:pt x="252" y="140"/>
                    <a:pt x="475" y="363"/>
                  </a:cubicBezTo>
                  <a:cubicBezTo>
                    <a:pt x="1061" y="837"/>
                    <a:pt x="1396" y="1284"/>
                    <a:pt x="1758" y="1758"/>
                  </a:cubicBezTo>
                  <a:cubicBezTo>
                    <a:pt x="2093" y="2567"/>
                    <a:pt x="2344" y="3488"/>
                    <a:pt x="2456" y="4436"/>
                  </a:cubicBezTo>
                  <a:cubicBezTo>
                    <a:pt x="2456" y="5022"/>
                    <a:pt x="2344" y="5468"/>
                    <a:pt x="2344" y="6054"/>
                  </a:cubicBezTo>
                  <a:cubicBezTo>
                    <a:pt x="2233" y="6640"/>
                    <a:pt x="2233" y="7226"/>
                    <a:pt x="2344" y="7924"/>
                  </a:cubicBezTo>
                  <a:cubicBezTo>
                    <a:pt x="2456" y="8509"/>
                    <a:pt x="2791" y="8956"/>
                    <a:pt x="3265" y="9430"/>
                  </a:cubicBezTo>
                  <a:cubicBezTo>
                    <a:pt x="3628" y="9904"/>
                    <a:pt x="3962" y="10239"/>
                    <a:pt x="4185" y="10713"/>
                  </a:cubicBezTo>
                  <a:cubicBezTo>
                    <a:pt x="4771" y="11523"/>
                    <a:pt x="5022" y="12332"/>
                    <a:pt x="5022" y="13252"/>
                  </a:cubicBezTo>
                  <a:cubicBezTo>
                    <a:pt x="5022" y="13950"/>
                    <a:pt x="5022" y="14536"/>
                    <a:pt x="4771" y="15122"/>
                  </a:cubicBezTo>
                  <a:cubicBezTo>
                    <a:pt x="5134" y="14536"/>
                    <a:pt x="5246" y="13950"/>
                    <a:pt x="5246" y="13252"/>
                  </a:cubicBezTo>
                  <a:cubicBezTo>
                    <a:pt x="5246" y="12332"/>
                    <a:pt x="4883" y="11411"/>
                    <a:pt x="4437" y="10602"/>
                  </a:cubicBezTo>
                  <a:cubicBezTo>
                    <a:pt x="4074" y="10128"/>
                    <a:pt x="3739" y="9653"/>
                    <a:pt x="3376" y="9318"/>
                  </a:cubicBezTo>
                  <a:cubicBezTo>
                    <a:pt x="3042" y="8844"/>
                    <a:pt x="2679" y="8370"/>
                    <a:pt x="2567" y="7812"/>
                  </a:cubicBezTo>
                  <a:cubicBezTo>
                    <a:pt x="2344" y="6640"/>
                    <a:pt x="2679" y="5468"/>
                    <a:pt x="2567" y="4436"/>
                  </a:cubicBezTo>
                  <a:cubicBezTo>
                    <a:pt x="2567" y="3488"/>
                    <a:pt x="2344" y="2567"/>
                    <a:pt x="1870" y="1758"/>
                  </a:cubicBezTo>
                  <a:cubicBezTo>
                    <a:pt x="1535" y="1172"/>
                    <a:pt x="1061" y="698"/>
                    <a:pt x="587" y="363"/>
                  </a:cubicBezTo>
                  <a:cubicBezTo>
                    <a:pt x="475" y="251"/>
                    <a:pt x="252" y="140"/>
                    <a:pt x="140" y="0"/>
                  </a:cubicBezTo>
                  <a:close/>
                  <a:moveTo>
                    <a:pt x="4771" y="15122"/>
                  </a:moveTo>
                  <a:lnTo>
                    <a:pt x="4771" y="15122"/>
                  </a:lnTo>
                  <a:cubicBezTo>
                    <a:pt x="4548" y="15596"/>
                    <a:pt x="4437" y="15707"/>
                    <a:pt x="4548" y="15819"/>
                  </a:cubicBezTo>
                  <a:lnTo>
                    <a:pt x="4548" y="15596"/>
                  </a:lnTo>
                  <a:cubicBezTo>
                    <a:pt x="4660" y="15484"/>
                    <a:pt x="4771" y="15345"/>
                    <a:pt x="4771" y="15122"/>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4"/>
            <p:cNvSpPr/>
            <p:nvPr/>
          </p:nvSpPr>
          <p:spPr>
            <a:xfrm>
              <a:off x="1535759" y="2255265"/>
              <a:ext cx="100985" cy="105526"/>
            </a:xfrm>
            <a:custGeom>
              <a:avLst/>
              <a:gdLst/>
              <a:ahLst/>
              <a:cxnLst/>
              <a:rect l="l" t="t" r="r" b="b"/>
              <a:pathLst>
                <a:path w="7450" h="7785" extrusionOk="0">
                  <a:moveTo>
                    <a:pt x="475" y="0"/>
                  </a:moveTo>
                  <a:cubicBezTo>
                    <a:pt x="363" y="0"/>
                    <a:pt x="224" y="0"/>
                    <a:pt x="1" y="112"/>
                  </a:cubicBezTo>
                  <a:cubicBezTo>
                    <a:pt x="587" y="112"/>
                    <a:pt x="1172" y="112"/>
                    <a:pt x="1758" y="224"/>
                  </a:cubicBezTo>
                  <a:cubicBezTo>
                    <a:pt x="3265" y="447"/>
                    <a:pt x="4548" y="1144"/>
                    <a:pt x="5469" y="2205"/>
                  </a:cubicBezTo>
                  <a:cubicBezTo>
                    <a:pt x="6390" y="3237"/>
                    <a:pt x="6975" y="4632"/>
                    <a:pt x="7199" y="6027"/>
                  </a:cubicBezTo>
                  <a:cubicBezTo>
                    <a:pt x="7338" y="6613"/>
                    <a:pt x="7338" y="7198"/>
                    <a:pt x="7338" y="7784"/>
                  </a:cubicBezTo>
                  <a:cubicBezTo>
                    <a:pt x="7450" y="7673"/>
                    <a:pt x="7450" y="7422"/>
                    <a:pt x="7450" y="7310"/>
                  </a:cubicBezTo>
                  <a:lnTo>
                    <a:pt x="7450" y="6027"/>
                  </a:lnTo>
                  <a:cubicBezTo>
                    <a:pt x="7199" y="4520"/>
                    <a:pt x="6641" y="3125"/>
                    <a:pt x="5692" y="1981"/>
                  </a:cubicBezTo>
                  <a:cubicBezTo>
                    <a:pt x="4660" y="921"/>
                    <a:pt x="3376" y="224"/>
                    <a:pt x="187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4"/>
            <p:cNvSpPr/>
            <p:nvPr/>
          </p:nvSpPr>
          <p:spPr>
            <a:xfrm>
              <a:off x="1489995" y="2259751"/>
              <a:ext cx="100985" cy="71164"/>
            </a:xfrm>
            <a:custGeom>
              <a:avLst/>
              <a:gdLst/>
              <a:ahLst/>
              <a:cxnLst/>
              <a:rect l="l" t="t" r="r" b="b"/>
              <a:pathLst>
                <a:path w="7450" h="5250" extrusionOk="0">
                  <a:moveTo>
                    <a:pt x="2710" y="0"/>
                  </a:moveTo>
                  <a:cubicBezTo>
                    <a:pt x="2359" y="0"/>
                    <a:pt x="2002" y="38"/>
                    <a:pt x="1647" y="116"/>
                  </a:cubicBezTo>
                  <a:lnTo>
                    <a:pt x="1396" y="116"/>
                  </a:lnTo>
                  <a:cubicBezTo>
                    <a:pt x="1061" y="255"/>
                    <a:pt x="698" y="479"/>
                    <a:pt x="364" y="590"/>
                  </a:cubicBezTo>
                  <a:cubicBezTo>
                    <a:pt x="112" y="813"/>
                    <a:pt x="1" y="813"/>
                    <a:pt x="1" y="953"/>
                  </a:cubicBezTo>
                  <a:cubicBezTo>
                    <a:pt x="475" y="702"/>
                    <a:pt x="949" y="479"/>
                    <a:pt x="1396" y="367"/>
                  </a:cubicBezTo>
                  <a:cubicBezTo>
                    <a:pt x="1820" y="252"/>
                    <a:pt x="2244" y="197"/>
                    <a:pt x="2660" y="197"/>
                  </a:cubicBezTo>
                  <a:cubicBezTo>
                    <a:pt x="4756" y="197"/>
                    <a:pt x="6622" y="1600"/>
                    <a:pt x="7087" y="3743"/>
                  </a:cubicBezTo>
                  <a:cubicBezTo>
                    <a:pt x="7227" y="4189"/>
                    <a:pt x="7338" y="4663"/>
                    <a:pt x="7338" y="5249"/>
                  </a:cubicBezTo>
                  <a:cubicBezTo>
                    <a:pt x="7450" y="5138"/>
                    <a:pt x="7450" y="4887"/>
                    <a:pt x="7450" y="4775"/>
                  </a:cubicBezTo>
                  <a:cubicBezTo>
                    <a:pt x="7450" y="4440"/>
                    <a:pt x="7450" y="3966"/>
                    <a:pt x="7338" y="3603"/>
                  </a:cubicBezTo>
                  <a:cubicBezTo>
                    <a:pt x="6835" y="1420"/>
                    <a:pt x="4866" y="0"/>
                    <a:pt x="271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4"/>
            <p:cNvSpPr/>
            <p:nvPr/>
          </p:nvSpPr>
          <p:spPr>
            <a:xfrm>
              <a:off x="1107278" y="2979876"/>
              <a:ext cx="283638" cy="444360"/>
            </a:xfrm>
            <a:custGeom>
              <a:avLst/>
              <a:gdLst/>
              <a:ahLst/>
              <a:cxnLst/>
              <a:rect l="l" t="t" r="r" b="b"/>
              <a:pathLst>
                <a:path w="20925" h="32782" extrusionOk="0">
                  <a:moveTo>
                    <a:pt x="12443" y="0"/>
                  </a:moveTo>
                  <a:lnTo>
                    <a:pt x="5915" y="22682"/>
                  </a:lnTo>
                  <a:cubicBezTo>
                    <a:pt x="5915" y="22682"/>
                    <a:pt x="2678" y="25249"/>
                    <a:pt x="1841" y="26058"/>
                  </a:cubicBezTo>
                  <a:cubicBezTo>
                    <a:pt x="112" y="27788"/>
                    <a:pt x="223" y="27899"/>
                    <a:pt x="446" y="28150"/>
                  </a:cubicBezTo>
                  <a:cubicBezTo>
                    <a:pt x="490" y="28178"/>
                    <a:pt x="541" y="28192"/>
                    <a:pt x="598" y="28192"/>
                  </a:cubicBezTo>
                  <a:cubicBezTo>
                    <a:pt x="1322" y="28192"/>
                    <a:pt x="3001" y="26082"/>
                    <a:pt x="3403" y="26082"/>
                  </a:cubicBezTo>
                  <a:cubicBezTo>
                    <a:pt x="3471" y="26082"/>
                    <a:pt x="3502" y="26142"/>
                    <a:pt x="3487" y="26281"/>
                  </a:cubicBezTo>
                  <a:cubicBezTo>
                    <a:pt x="3376" y="27341"/>
                    <a:pt x="0" y="29992"/>
                    <a:pt x="698" y="30466"/>
                  </a:cubicBezTo>
                  <a:cubicBezTo>
                    <a:pt x="758" y="30510"/>
                    <a:pt x="829" y="30530"/>
                    <a:pt x="908" y="30530"/>
                  </a:cubicBezTo>
                  <a:cubicBezTo>
                    <a:pt x="1879" y="30530"/>
                    <a:pt x="4090" y="27434"/>
                    <a:pt x="4297" y="27202"/>
                  </a:cubicBezTo>
                  <a:cubicBezTo>
                    <a:pt x="4361" y="27137"/>
                    <a:pt x="4447" y="27110"/>
                    <a:pt x="4530" y="27110"/>
                  </a:cubicBezTo>
                  <a:cubicBezTo>
                    <a:pt x="4736" y="27110"/>
                    <a:pt x="4929" y="27274"/>
                    <a:pt x="4771" y="27453"/>
                  </a:cubicBezTo>
                  <a:cubicBezTo>
                    <a:pt x="4408" y="27899"/>
                    <a:pt x="1032" y="31638"/>
                    <a:pt x="1981" y="32224"/>
                  </a:cubicBezTo>
                  <a:cubicBezTo>
                    <a:pt x="2050" y="32275"/>
                    <a:pt x="2119" y="32297"/>
                    <a:pt x="2187" y="32297"/>
                  </a:cubicBezTo>
                  <a:cubicBezTo>
                    <a:pt x="2562" y="32297"/>
                    <a:pt x="2902" y="31638"/>
                    <a:pt x="2902" y="31638"/>
                  </a:cubicBezTo>
                  <a:cubicBezTo>
                    <a:pt x="2902" y="31638"/>
                    <a:pt x="5618" y="28138"/>
                    <a:pt x="6123" y="28138"/>
                  </a:cubicBezTo>
                  <a:cubicBezTo>
                    <a:pt x="6139" y="28138"/>
                    <a:pt x="6154" y="28142"/>
                    <a:pt x="6166" y="28150"/>
                  </a:cubicBezTo>
                  <a:cubicBezTo>
                    <a:pt x="6612" y="28373"/>
                    <a:pt x="4994" y="30689"/>
                    <a:pt x="4297" y="31387"/>
                  </a:cubicBezTo>
                  <a:cubicBezTo>
                    <a:pt x="3711" y="32224"/>
                    <a:pt x="3822" y="32782"/>
                    <a:pt x="4408" y="32782"/>
                  </a:cubicBezTo>
                  <a:cubicBezTo>
                    <a:pt x="4771" y="32782"/>
                    <a:pt x="6612" y="30578"/>
                    <a:pt x="7198" y="29768"/>
                  </a:cubicBezTo>
                  <a:cubicBezTo>
                    <a:pt x="7627" y="29257"/>
                    <a:pt x="8611" y="27997"/>
                    <a:pt x="9106" y="27997"/>
                  </a:cubicBezTo>
                  <a:cubicBezTo>
                    <a:pt x="9287" y="27997"/>
                    <a:pt x="9402" y="28164"/>
                    <a:pt x="9402" y="28597"/>
                  </a:cubicBezTo>
                  <a:cubicBezTo>
                    <a:pt x="9514" y="30243"/>
                    <a:pt x="10100" y="31526"/>
                    <a:pt x="10574" y="31749"/>
                  </a:cubicBezTo>
                  <a:cubicBezTo>
                    <a:pt x="10607" y="31760"/>
                    <a:pt x="10643" y="31766"/>
                    <a:pt x="10678" y="31766"/>
                  </a:cubicBezTo>
                  <a:cubicBezTo>
                    <a:pt x="10997" y="31766"/>
                    <a:pt x="11360" y="31342"/>
                    <a:pt x="11160" y="30940"/>
                  </a:cubicBezTo>
                  <a:cubicBezTo>
                    <a:pt x="10909" y="30466"/>
                    <a:pt x="10797" y="29880"/>
                    <a:pt x="10797" y="29434"/>
                  </a:cubicBezTo>
                  <a:cubicBezTo>
                    <a:pt x="10685" y="28959"/>
                    <a:pt x="10797" y="28485"/>
                    <a:pt x="10797" y="28039"/>
                  </a:cubicBezTo>
                  <a:cubicBezTo>
                    <a:pt x="10909" y="27564"/>
                    <a:pt x="11048" y="27090"/>
                    <a:pt x="11160" y="26755"/>
                  </a:cubicBezTo>
                  <a:lnTo>
                    <a:pt x="20924"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4"/>
            <p:cNvSpPr/>
            <p:nvPr/>
          </p:nvSpPr>
          <p:spPr>
            <a:xfrm>
              <a:off x="1769106" y="2032886"/>
              <a:ext cx="445878" cy="624004"/>
            </a:xfrm>
            <a:custGeom>
              <a:avLst/>
              <a:gdLst/>
              <a:ahLst/>
              <a:cxnLst/>
              <a:rect l="l" t="t" r="r" b="b"/>
              <a:pathLst>
                <a:path w="32894" h="46035" extrusionOk="0">
                  <a:moveTo>
                    <a:pt x="28346" y="1"/>
                  </a:moveTo>
                  <a:cubicBezTo>
                    <a:pt x="28011" y="1"/>
                    <a:pt x="26142" y="2344"/>
                    <a:pt x="25695" y="3153"/>
                  </a:cubicBezTo>
                  <a:cubicBezTo>
                    <a:pt x="25268" y="3662"/>
                    <a:pt x="24350" y="4914"/>
                    <a:pt x="23831" y="4914"/>
                  </a:cubicBezTo>
                  <a:cubicBezTo>
                    <a:pt x="23639" y="4914"/>
                    <a:pt x="23501" y="4742"/>
                    <a:pt x="23463" y="4297"/>
                  </a:cubicBezTo>
                  <a:cubicBezTo>
                    <a:pt x="23352" y="2679"/>
                    <a:pt x="22654" y="1507"/>
                    <a:pt x="22208" y="1284"/>
                  </a:cubicBezTo>
                  <a:cubicBezTo>
                    <a:pt x="22172" y="1273"/>
                    <a:pt x="22134" y="1268"/>
                    <a:pt x="22096" y="1268"/>
                  </a:cubicBezTo>
                  <a:cubicBezTo>
                    <a:pt x="21757" y="1268"/>
                    <a:pt x="21396" y="1692"/>
                    <a:pt x="21622" y="2093"/>
                  </a:cubicBezTo>
                  <a:cubicBezTo>
                    <a:pt x="21845" y="2568"/>
                    <a:pt x="22069" y="3153"/>
                    <a:pt x="22069" y="3739"/>
                  </a:cubicBezTo>
                  <a:cubicBezTo>
                    <a:pt x="22208" y="4074"/>
                    <a:pt x="22208" y="4548"/>
                    <a:pt x="22069" y="4995"/>
                  </a:cubicBezTo>
                  <a:cubicBezTo>
                    <a:pt x="22069" y="5469"/>
                    <a:pt x="21957" y="5943"/>
                    <a:pt x="21845" y="6278"/>
                  </a:cubicBezTo>
                  <a:lnTo>
                    <a:pt x="20674" y="8147"/>
                  </a:lnTo>
                  <a:cubicBezTo>
                    <a:pt x="20674" y="8147"/>
                    <a:pt x="12667" y="22320"/>
                    <a:pt x="11383" y="24301"/>
                  </a:cubicBezTo>
                  <a:cubicBezTo>
                    <a:pt x="10100" y="26393"/>
                    <a:pt x="0" y="34875"/>
                    <a:pt x="0" y="34875"/>
                  </a:cubicBezTo>
                  <a:lnTo>
                    <a:pt x="809" y="46034"/>
                  </a:lnTo>
                  <a:lnTo>
                    <a:pt x="17075" y="31638"/>
                  </a:lnTo>
                  <a:lnTo>
                    <a:pt x="27090" y="10575"/>
                  </a:lnTo>
                  <a:lnTo>
                    <a:pt x="27314" y="10017"/>
                  </a:lnTo>
                  <a:cubicBezTo>
                    <a:pt x="27314" y="10017"/>
                    <a:pt x="30438" y="7338"/>
                    <a:pt x="31275" y="6529"/>
                  </a:cubicBezTo>
                  <a:cubicBezTo>
                    <a:pt x="32893" y="4660"/>
                    <a:pt x="32670" y="4548"/>
                    <a:pt x="32419" y="4437"/>
                  </a:cubicBezTo>
                  <a:cubicBezTo>
                    <a:pt x="32381" y="4406"/>
                    <a:pt x="32336" y="4392"/>
                    <a:pt x="32284" y="4392"/>
                  </a:cubicBezTo>
                  <a:cubicBezTo>
                    <a:pt x="31639" y="4392"/>
                    <a:pt x="29988" y="6591"/>
                    <a:pt x="29598" y="6591"/>
                  </a:cubicBezTo>
                  <a:cubicBezTo>
                    <a:pt x="29533" y="6591"/>
                    <a:pt x="29503" y="6531"/>
                    <a:pt x="29518" y="6390"/>
                  </a:cubicBezTo>
                  <a:cubicBezTo>
                    <a:pt x="29629" y="5357"/>
                    <a:pt x="32893" y="2456"/>
                    <a:pt x="32196" y="2093"/>
                  </a:cubicBezTo>
                  <a:cubicBezTo>
                    <a:pt x="32129" y="2051"/>
                    <a:pt x="32055" y="2031"/>
                    <a:pt x="31975" y="2031"/>
                  </a:cubicBezTo>
                  <a:cubicBezTo>
                    <a:pt x="30947" y="2031"/>
                    <a:pt x="28916" y="5270"/>
                    <a:pt x="28709" y="5581"/>
                  </a:cubicBezTo>
                  <a:cubicBezTo>
                    <a:pt x="28645" y="5652"/>
                    <a:pt x="28562" y="5683"/>
                    <a:pt x="28480" y="5683"/>
                  </a:cubicBezTo>
                  <a:cubicBezTo>
                    <a:pt x="28272" y="5683"/>
                    <a:pt x="28074" y="5486"/>
                    <a:pt x="28234" y="5246"/>
                  </a:cubicBezTo>
                  <a:cubicBezTo>
                    <a:pt x="28485" y="4883"/>
                    <a:pt x="31722" y="949"/>
                    <a:pt x="30801" y="475"/>
                  </a:cubicBezTo>
                  <a:cubicBezTo>
                    <a:pt x="30725" y="417"/>
                    <a:pt x="30649" y="392"/>
                    <a:pt x="30576" y="392"/>
                  </a:cubicBezTo>
                  <a:cubicBezTo>
                    <a:pt x="30195" y="392"/>
                    <a:pt x="29880" y="1061"/>
                    <a:pt x="29880" y="1061"/>
                  </a:cubicBezTo>
                  <a:cubicBezTo>
                    <a:pt x="29880" y="1061"/>
                    <a:pt x="27416" y="4680"/>
                    <a:pt x="26796" y="4680"/>
                  </a:cubicBezTo>
                  <a:cubicBezTo>
                    <a:pt x="26770" y="4680"/>
                    <a:pt x="26747" y="4674"/>
                    <a:pt x="26728" y="4660"/>
                  </a:cubicBezTo>
                  <a:cubicBezTo>
                    <a:pt x="26393" y="4437"/>
                    <a:pt x="27899" y="2093"/>
                    <a:pt x="28485" y="1284"/>
                  </a:cubicBezTo>
                  <a:cubicBezTo>
                    <a:pt x="29043" y="587"/>
                    <a:pt x="28820" y="1"/>
                    <a:pt x="28346"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4"/>
            <p:cNvSpPr/>
            <p:nvPr/>
          </p:nvSpPr>
          <p:spPr>
            <a:xfrm>
              <a:off x="1236233" y="2425454"/>
              <a:ext cx="673155" cy="683741"/>
            </a:xfrm>
            <a:custGeom>
              <a:avLst/>
              <a:gdLst/>
              <a:ahLst/>
              <a:cxnLst/>
              <a:rect l="l" t="t" r="r" b="b"/>
              <a:pathLst>
                <a:path w="49661" h="50442" extrusionOk="0">
                  <a:moveTo>
                    <a:pt x="44639" y="0"/>
                  </a:moveTo>
                  <a:lnTo>
                    <a:pt x="27565" y="12192"/>
                  </a:lnTo>
                  <a:lnTo>
                    <a:pt x="27202" y="11271"/>
                  </a:lnTo>
                  <a:lnTo>
                    <a:pt x="17326" y="12555"/>
                  </a:lnTo>
                  <a:lnTo>
                    <a:pt x="17326" y="14284"/>
                  </a:lnTo>
                  <a:lnTo>
                    <a:pt x="16991" y="14284"/>
                  </a:lnTo>
                  <a:cubicBezTo>
                    <a:pt x="16991" y="14284"/>
                    <a:pt x="7561" y="16042"/>
                    <a:pt x="5580" y="23128"/>
                  </a:cubicBezTo>
                  <a:cubicBezTo>
                    <a:pt x="4325" y="28122"/>
                    <a:pt x="1535" y="37190"/>
                    <a:pt x="1" y="42435"/>
                  </a:cubicBezTo>
                  <a:lnTo>
                    <a:pt x="11411" y="43355"/>
                  </a:lnTo>
                  <a:lnTo>
                    <a:pt x="14313" y="33925"/>
                  </a:lnTo>
                  <a:cubicBezTo>
                    <a:pt x="14313" y="33925"/>
                    <a:pt x="16182" y="37999"/>
                    <a:pt x="16043" y="39979"/>
                  </a:cubicBezTo>
                  <a:cubicBezTo>
                    <a:pt x="15931" y="41960"/>
                    <a:pt x="14090" y="48349"/>
                    <a:pt x="14090" y="48349"/>
                  </a:cubicBezTo>
                  <a:lnTo>
                    <a:pt x="36269" y="50442"/>
                  </a:lnTo>
                  <a:lnTo>
                    <a:pt x="35935" y="31610"/>
                  </a:lnTo>
                  <a:lnTo>
                    <a:pt x="37106" y="23826"/>
                  </a:lnTo>
                  <a:lnTo>
                    <a:pt x="49661" y="10797"/>
                  </a:lnTo>
                  <a:lnTo>
                    <a:pt x="44639"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4"/>
            <p:cNvSpPr/>
            <p:nvPr/>
          </p:nvSpPr>
          <p:spPr>
            <a:xfrm>
              <a:off x="1305828" y="2771866"/>
              <a:ext cx="420530" cy="3416"/>
            </a:xfrm>
            <a:custGeom>
              <a:avLst/>
              <a:gdLst/>
              <a:ahLst/>
              <a:cxnLst/>
              <a:rect l="l" t="t" r="r" b="b"/>
              <a:pathLst>
                <a:path w="31024" h="252" extrusionOk="0">
                  <a:moveTo>
                    <a:pt x="15568" y="1"/>
                  </a:moveTo>
                  <a:cubicBezTo>
                    <a:pt x="6975" y="1"/>
                    <a:pt x="0" y="140"/>
                    <a:pt x="0" y="140"/>
                  </a:cubicBezTo>
                  <a:cubicBezTo>
                    <a:pt x="0" y="252"/>
                    <a:pt x="6975" y="252"/>
                    <a:pt x="15568" y="252"/>
                  </a:cubicBezTo>
                  <a:cubicBezTo>
                    <a:pt x="24049" y="252"/>
                    <a:pt x="31024" y="252"/>
                    <a:pt x="31024" y="140"/>
                  </a:cubicBezTo>
                  <a:cubicBezTo>
                    <a:pt x="31024" y="1"/>
                    <a:pt x="24049" y="1"/>
                    <a:pt x="15568"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4"/>
            <p:cNvSpPr/>
            <p:nvPr/>
          </p:nvSpPr>
          <p:spPr>
            <a:xfrm>
              <a:off x="1315276" y="2746911"/>
              <a:ext cx="420544" cy="3036"/>
            </a:xfrm>
            <a:custGeom>
              <a:avLst/>
              <a:gdLst/>
              <a:ahLst/>
              <a:cxnLst/>
              <a:rect l="l" t="t" r="r" b="b"/>
              <a:pathLst>
                <a:path w="31025" h="224" extrusionOk="0">
                  <a:moveTo>
                    <a:pt x="15457" y="0"/>
                  </a:moveTo>
                  <a:cubicBezTo>
                    <a:pt x="6975" y="0"/>
                    <a:pt x="1" y="0"/>
                    <a:pt x="1" y="112"/>
                  </a:cubicBezTo>
                  <a:cubicBezTo>
                    <a:pt x="1" y="112"/>
                    <a:pt x="6975" y="223"/>
                    <a:pt x="15457" y="223"/>
                  </a:cubicBezTo>
                  <a:cubicBezTo>
                    <a:pt x="24050" y="223"/>
                    <a:pt x="31024" y="112"/>
                    <a:pt x="31024" y="112"/>
                  </a:cubicBezTo>
                  <a:cubicBezTo>
                    <a:pt x="31024" y="0"/>
                    <a:pt x="24050" y="0"/>
                    <a:pt x="15457"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4"/>
            <p:cNvSpPr/>
            <p:nvPr/>
          </p:nvSpPr>
          <p:spPr>
            <a:xfrm>
              <a:off x="1110301" y="4265701"/>
              <a:ext cx="198554" cy="277227"/>
            </a:xfrm>
            <a:custGeom>
              <a:avLst/>
              <a:gdLst/>
              <a:ahLst/>
              <a:cxnLst/>
              <a:rect l="l" t="t" r="r" b="b"/>
              <a:pathLst>
                <a:path w="14648" h="20452" extrusionOk="0">
                  <a:moveTo>
                    <a:pt x="6975" y="1"/>
                  </a:moveTo>
                  <a:lnTo>
                    <a:pt x="4659" y="10826"/>
                  </a:lnTo>
                  <a:lnTo>
                    <a:pt x="223" y="18833"/>
                  </a:lnTo>
                  <a:cubicBezTo>
                    <a:pt x="0" y="19307"/>
                    <a:pt x="112" y="20005"/>
                    <a:pt x="698" y="20367"/>
                  </a:cubicBezTo>
                  <a:lnTo>
                    <a:pt x="809" y="20367"/>
                  </a:lnTo>
                  <a:cubicBezTo>
                    <a:pt x="991" y="20423"/>
                    <a:pt x="1165" y="20451"/>
                    <a:pt x="1339" y="20451"/>
                  </a:cubicBezTo>
                  <a:cubicBezTo>
                    <a:pt x="1514" y="20451"/>
                    <a:pt x="1688" y="20423"/>
                    <a:pt x="1869" y="20367"/>
                  </a:cubicBezTo>
                  <a:cubicBezTo>
                    <a:pt x="3850" y="19196"/>
                    <a:pt x="11271" y="14788"/>
                    <a:pt x="11383" y="13951"/>
                  </a:cubicBezTo>
                  <a:cubicBezTo>
                    <a:pt x="11523" y="13030"/>
                    <a:pt x="14647" y="2791"/>
                    <a:pt x="14647" y="2791"/>
                  </a:cubicBezTo>
                  <a:lnTo>
                    <a:pt x="6975"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4"/>
            <p:cNvSpPr/>
            <p:nvPr/>
          </p:nvSpPr>
          <p:spPr>
            <a:xfrm>
              <a:off x="1127693" y="4459721"/>
              <a:ext cx="133883" cy="83580"/>
            </a:xfrm>
            <a:custGeom>
              <a:avLst/>
              <a:gdLst/>
              <a:ahLst/>
              <a:cxnLst/>
              <a:rect l="l" t="t" r="r" b="b"/>
              <a:pathLst>
                <a:path w="9877" h="6166" extrusionOk="0">
                  <a:moveTo>
                    <a:pt x="9877" y="0"/>
                  </a:moveTo>
                  <a:cubicBezTo>
                    <a:pt x="9402" y="475"/>
                    <a:pt x="8147" y="1395"/>
                    <a:pt x="6501" y="2427"/>
                  </a:cubicBezTo>
                  <a:cubicBezTo>
                    <a:pt x="8147" y="1395"/>
                    <a:pt x="9068" y="809"/>
                    <a:pt x="9542" y="475"/>
                  </a:cubicBezTo>
                  <a:cubicBezTo>
                    <a:pt x="9654" y="335"/>
                    <a:pt x="9765" y="112"/>
                    <a:pt x="9877" y="0"/>
                  </a:cubicBezTo>
                  <a:close/>
                  <a:moveTo>
                    <a:pt x="6278" y="2567"/>
                  </a:moveTo>
                  <a:lnTo>
                    <a:pt x="6278" y="2567"/>
                  </a:lnTo>
                  <a:cubicBezTo>
                    <a:pt x="5129" y="3233"/>
                    <a:pt x="3658" y="4127"/>
                    <a:pt x="1819" y="5279"/>
                  </a:cubicBezTo>
                  <a:lnTo>
                    <a:pt x="1819" y="5279"/>
                  </a:lnTo>
                  <a:cubicBezTo>
                    <a:pt x="3037" y="4539"/>
                    <a:pt x="4720" y="3553"/>
                    <a:pt x="6278" y="2567"/>
                  </a:cubicBezTo>
                  <a:close/>
                  <a:moveTo>
                    <a:pt x="1819" y="5279"/>
                  </a:moveTo>
                  <a:cubicBezTo>
                    <a:pt x="1314" y="5585"/>
                    <a:pt x="889" y="5850"/>
                    <a:pt x="586" y="6054"/>
                  </a:cubicBezTo>
                  <a:cubicBezTo>
                    <a:pt x="1015" y="5784"/>
                    <a:pt x="1425" y="5525"/>
                    <a:pt x="1819" y="5279"/>
                  </a:cubicBezTo>
                  <a:close/>
                  <a:moveTo>
                    <a:pt x="586" y="6054"/>
                  </a:moveTo>
                  <a:cubicBezTo>
                    <a:pt x="335" y="6054"/>
                    <a:pt x="112" y="6166"/>
                    <a:pt x="1" y="6166"/>
                  </a:cubicBezTo>
                  <a:cubicBezTo>
                    <a:pt x="224" y="6166"/>
                    <a:pt x="335" y="6166"/>
                    <a:pt x="586" y="605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4"/>
            <p:cNvSpPr/>
            <p:nvPr/>
          </p:nvSpPr>
          <p:spPr>
            <a:xfrm>
              <a:off x="1212782" y="4492621"/>
              <a:ext cx="3050" cy="1898"/>
            </a:xfrm>
            <a:custGeom>
              <a:avLst/>
              <a:gdLst/>
              <a:ahLst/>
              <a:cxnLst/>
              <a:rect l="l" t="t" r="r" b="b"/>
              <a:pathLst>
                <a:path w="225" h="140" extrusionOk="0">
                  <a:moveTo>
                    <a:pt x="224" y="0"/>
                  </a:moveTo>
                  <a:lnTo>
                    <a:pt x="224" y="0"/>
                  </a:lnTo>
                  <a:cubicBezTo>
                    <a:pt x="224" y="0"/>
                    <a:pt x="112" y="0"/>
                    <a:pt x="1" y="140"/>
                  </a:cubicBezTo>
                  <a:lnTo>
                    <a:pt x="1" y="140"/>
                  </a:lnTo>
                  <a:cubicBezTo>
                    <a:pt x="112" y="0"/>
                    <a:pt x="224" y="0"/>
                    <a:pt x="224" y="0"/>
                  </a:cubicBezTo>
                  <a:close/>
                </a:path>
              </a:pathLst>
            </a:custGeom>
            <a:solidFill>
              <a:srgbClr val="A8AD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4"/>
            <p:cNvSpPr/>
            <p:nvPr/>
          </p:nvSpPr>
          <p:spPr>
            <a:xfrm>
              <a:off x="1121268" y="4445353"/>
              <a:ext cx="145228" cy="97948"/>
            </a:xfrm>
            <a:custGeom>
              <a:avLst/>
              <a:gdLst/>
              <a:ahLst/>
              <a:cxnLst/>
              <a:rect l="l" t="t" r="r" b="b"/>
              <a:pathLst>
                <a:path w="10714" h="7226" extrusionOk="0">
                  <a:moveTo>
                    <a:pt x="10714" y="0"/>
                  </a:moveTo>
                  <a:lnTo>
                    <a:pt x="0" y="7114"/>
                  </a:lnTo>
                  <a:cubicBezTo>
                    <a:pt x="112" y="7226"/>
                    <a:pt x="251" y="7226"/>
                    <a:pt x="475" y="7226"/>
                  </a:cubicBezTo>
                  <a:cubicBezTo>
                    <a:pt x="586" y="7226"/>
                    <a:pt x="809" y="7114"/>
                    <a:pt x="1060" y="7114"/>
                  </a:cubicBezTo>
                  <a:cubicBezTo>
                    <a:pt x="2093" y="6417"/>
                    <a:pt x="4548" y="5022"/>
                    <a:pt x="6752" y="3627"/>
                  </a:cubicBezTo>
                  <a:cubicBezTo>
                    <a:pt x="6863" y="3487"/>
                    <a:pt x="6975" y="3487"/>
                    <a:pt x="6975" y="3487"/>
                  </a:cubicBezTo>
                  <a:cubicBezTo>
                    <a:pt x="8621" y="2455"/>
                    <a:pt x="9877" y="1535"/>
                    <a:pt x="10351" y="1060"/>
                  </a:cubicBezTo>
                  <a:cubicBezTo>
                    <a:pt x="10462" y="837"/>
                    <a:pt x="10574" y="698"/>
                    <a:pt x="10574" y="474"/>
                  </a:cubicBezTo>
                  <a:lnTo>
                    <a:pt x="10714" y="0"/>
                  </a:ln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4"/>
            <p:cNvSpPr/>
            <p:nvPr/>
          </p:nvSpPr>
          <p:spPr>
            <a:xfrm>
              <a:off x="1241154" y="4392025"/>
              <a:ext cx="20427" cy="17405"/>
            </a:xfrm>
            <a:custGeom>
              <a:avLst/>
              <a:gdLst/>
              <a:ahLst/>
              <a:cxnLst/>
              <a:rect l="l" t="t" r="r" b="b"/>
              <a:pathLst>
                <a:path w="1507" h="1284" extrusionOk="0">
                  <a:moveTo>
                    <a:pt x="475" y="0"/>
                  </a:moveTo>
                  <a:cubicBezTo>
                    <a:pt x="224" y="112"/>
                    <a:pt x="0" y="447"/>
                    <a:pt x="112" y="809"/>
                  </a:cubicBezTo>
                  <a:cubicBezTo>
                    <a:pt x="224" y="1033"/>
                    <a:pt x="475" y="1284"/>
                    <a:pt x="698" y="1284"/>
                  </a:cubicBezTo>
                  <a:cubicBezTo>
                    <a:pt x="809" y="1284"/>
                    <a:pt x="921" y="1284"/>
                    <a:pt x="921" y="1144"/>
                  </a:cubicBezTo>
                  <a:cubicBezTo>
                    <a:pt x="1284" y="1033"/>
                    <a:pt x="1507" y="698"/>
                    <a:pt x="1395" y="335"/>
                  </a:cubicBezTo>
                  <a:cubicBezTo>
                    <a:pt x="1284" y="112"/>
                    <a:pt x="1033" y="0"/>
                    <a:pt x="698" y="0"/>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4"/>
            <p:cNvSpPr/>
            <p:nvPr/>
          </p:nvSpPr>
          <p:spPr>
            <a:xfrm>
              <a:off x="1143580" y="4464262"/>
              <a:ext cx="26486" cy="22325"/>
            </a:xfrm>
            <a:custGeom>
              <a:avLst/>
              <a:gdLst/>
              <a:ahLst/>
              <a:cxnLst/>
              <a:rect l="l" t="t" r="r" b="b"/>
              <a:pathLst>
                <a:path w="1954" h="1647" extrusionOk="0">
                  <a:moveTo>
                    <a:pt x="0" y="0"/>
                  </a:moveTo>
                  <a:cubicBezTo>
                    <a:pt x="447" y="140"/>
                    <a:pt x="809" y="363"/>
                    <a:pt x="1144" y="586"/>
                  </a:cubicBezTo>
                  <a:cubicBezTo>
                    <a:pt x="1507" y="837"/>
                    <a:pt x="1730" y="1283"/>
                    <a:pt x="1842" y="1646"/>
                  </a:cubicBezTo>
                  <a:cubicBezTo>
                    <a:pt x="1953" y="1646"/>
                    <a:pt x="1953" y="1534"/>
                    <a:pt x="1842" y="1172"/>
                  </a:cubicBezTo>
                  <a:cubicBezTo>
                    <a:pt x="1842" y="949"/>
                    <a:pt x="1619" y="586"/>
                    <a:pt x="1395" y="363"/>
                  </a:cubicBezTo>
                  <a:cubicBezTo>
                    <a:pt x="1033" y="140"/>
                    <a:pt x="809" y="0"/>
                    <a:pt x="44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4"/>
            <p:cNvSpPr/>
            <p:nvPr/>
          </p:nvSpPr>
          <p:spPr>
            <a:xfrm>
              <a:off x="1129211" y="4487483"/>
              <a:ext cx="25348" cy="16496"/>
            </a:xfrm>
            <a:custGeom>
              <a:avLst/>
              <a:gdLst/>
              <a:ahLst/>
              <a:cxnLst/>
              <a:rect l="l" t="t" r="r" b="b"/>
              <a:pathLst>
                <a:path w="1870" h="1217" extrusionOk="0">
                  <a:moveTo>
                    <a:pt x="307" y="1"/>
                  </a:moveTo>
                  <a:cubicBezTo>
                    <a:pt x="201" y="1"/>
                    <a:pt x="97" y="15"/>
                    <a:pt x="0" y="45"/>
                  </a:cubicBezTo>
                  <a:cubicBezTo>
                    <a:pt x="363" y="156"/>
                    <a:pt x="698" y="268"/>
                    <a:pt x="1060" y="519"/>
                  </a:cubicBezTo>
                  <a:cubicBezTo>
                    <a:pt x="1507" y="742"/>
                    <a:pt x="1758" y="1216"/>
                    <a:pt x="1869" y="1216"/>
                  </a:cubicBezTo>
                  <a:cubicBezTo>
                    <a:pt x="1869" y="1216"/>
                    <a:pt x="1758" y="631"/>
                    <a:pt x="1172" y="268"/>
                  </a:cubicBezTo>
                  <a:cubicBezTo>
                    <a:pt x="906" y="104"/>
                    <a:pt x="596" y="1"/>
                    <a:pt x="30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4"/>
            <p:cNvSpPr/>
            <p:nvPr/>
          </p:nvSpPr>
          <p:spPr>
            <a:xfrm>
              <a:off x="1157570" y="4440418"/>
              <a:ext cx="37832" cy="25741"/>
            </a:xfrm>
            <a:custGeom>
              <a:avLst/>
              <a:gdLst/>
              <a:ahLst/>
              <a:cxnLst/>
              <a:rect l="l" t="t" r="r" b="b"/>
              <a:pathLst>
                <a:path w="2791" h="1899" extrusionOk="0">
                  <a:moveTo>
                    <a:pt x="309" y="0"/>
                  </a:moveTo>
                  <a:cubicBezTo>
                    <a:pt x="206" y="0"/>
                    <a:pt x="104" y="10"/>
                    <a:pt x="1" y="29"/>
                  </a:cubicBezTo>
                  <a:cubicBezTo>
                    <a:pt x="587" y="141"/>
                    <a:pt x="1061" y="504"/>
                    <a:pt x="1507" y="727"/>
                  </a:cubicBezTo>
                  <a:cubicBezTo>
                    <a:pt x="1981" y="1062"/>
                    <a:pt x="2316" y="1536"/>
                    <a:pt x="2791" y="1899"/>
                  </a:cubicBezTo>
                  <a:cubicBezTo>
                    <a:pt x="2567" y="1313"/>
                    <a:pt x="2205" y="838"/>
                    <a:pt x="1619" y="504"/>
                  </a:cubicBezTo>
                  <a:cubicBezTo>
                    <a:pt x="1251" y="205"/>
                    <a:pt x="788" y="0"/>
                    <a:pt x="3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4"/>
            <p:cNvSpPr/>
            <p:nvPr/>
          </p:nvSpPr>
          <p:spPr>
            <a:xfrm>
              <a:off x="1170054" y="4410515"/>
              <a:ext cx="37832" cy="11698"/>
            </a:xfrm>
            <a:custGeom>
              <a:avLst/>
              <a:gdLst/>
              <a:ahLst/>
              <a:cxnLst/>
              <a:rect l="l" t="t" r="r" b="b"/>
              <a:pathLst>
                <a:path w="2791" h="863" extrusionOk="0">
                  <a:moveTo>
                    <a:pt x="846" y="0"/>
                  </a:moveTo>
                  <a:cubicBezTo>
                    <a:pt x="570" y="0"/>
                    <a:pt x="286" y="45"/>
                    <a:pt x="0" y="143"/>
                  </a:cubicBezTo>
                  <a:cubicBezTo>
                    <a:pt x="140" y="143"/>
                    <a:pt x="698" y="143"/>
                    <a:pt x="1535" y="366"/>
                  </a:cubicBezTo>
                  <a:cubicBezTo>
                    <a:pt x="2137" y="583"/>
                    <a:pt x="2636" y="862"/>
                    <a:pt x="2760" y="862"/>
                  </a:cubicBezTo>
                  <a:cubicBezTo>
                    <a:pt x="2780" y="862"/>
                    <a:pt x="2790" y="855"/>
                    <a:pt x="2790" y="840"/>
                  </a:cubicBezTo>
                  <a:cubicBezTo>
                    <a:pt x="2281" y="331"/>
                    <a:pt x="1593" y="0"/>
                    <a:pt x="84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4"/>
            <p:cNvSpPr/>
            <p:nvPr/>
          </p:nvSpPr>
          <p:spPr>
            <a:xfrm>
              <a:off x="1179503" y="4367530"/>
              <a:ext cx="39730" cy="11644"/>
            </a:xfrm>
            <a:custGeom>
              <a:avLst/>
              <a:gdLst/>
              <a:ahLst/>
              <a:cxnLst/>
              <a:rect l="l" t="t" r="r" b="b"/>
              <a:pathLst>
                <a:path w="2931" h="859" extrusionOk="0">
                  <a:moveTo>
                    <a:pt x="1180" y="0"/>
                  </a:moveTo>
                  <a:cubicBezTo>
                    <a:pt x="946" y="0"/>
                    <a:pt x="717" y="50"/>
                    <a:pt x="475" y="50"/>
                  </a:cubicBezTo>
                  <a:cubicBezTo>
                    <a:pt x="140" y="161"/>
                    <a:pt x="1" y="301"/>
                    <a:pt x="1" y="301"/>
                  </a:cubicBezTo>
                  <a:lnTo>
                    <a:pt x="1535" y="301"/>
                  </a:lnTo>
                  <a:cubicBezTo>
                    <a:pt x="1982" y="412"/>
                    <a:pt x="2456" y="636"/>
                    <a:pt x="2930" y="859"/>
                  </a:cubicBezTo>
                  <a:cubicBezTo>
                    <a:pt x="2930" y="859"/>
                    <a:pt x="2791" y="747"/>
                    <a:pt x="2567" y="524"/>
                  </a:cubicBezTo>
                  <a:cubicBezTo>
                    <a:pt x="2344" y="301"/>
                    <a:pt x="1982" y="161"/>
                    <a:pt x="1535" y="50"/>
                  </a:cubicBezTo>
                  <a:cubicBezTo>
                    <a:pt x="1414" y="12"/>
                    <a:pt x="1297" y="0"/>
                    <a:pt x="118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4"/>
            <p:cNvSpPr/>
            <p:nvPr/>
          </p:nvSpPr>
          <p:spPr>
            <a:xfrm>
              <a:off x="1182905" y="4335810"/>
              <a:ext cx="45775" cy="28086"/>
            </a:xfrm>
            <a:custGeom>
              <a:avLst/>
              <a:gdLst/>
              <a:ahLst/>
              <a:cxnLst/>
              <a:rect l="l" t="t" r="r" b="b"/>
              <a:pathLst>
                <a:path w="3377" h="2072" extrusionOk="0">
                  <a:moveTo>
                    <a:pt x="587" y="186"/>
                  </a:moveTo>
                  <a:cubicBezTo>
                    <a:pt x="810" y="297"/>
                    <a:pt x="1033" y="409"/>
                    <a:pt x="1145" y="660"/>
                  </a:cubicBezTo>
                  <a:cubicBezTo>
                    <a:pt x="1344" y="905"/>
                    <a:pt x="1500" y="1124"/>
                    <a:pt x="1620" y="1369"/>
                  </a:cubicBezTo>
                  <a:lnTo>
                    <a:pt x="1620" y="1369"/>
                  </a:lnTo>
                  <a:cubicBezTo>
                    <a:pt x="1575" y="1466"/>
                    <a:pt x="1537" y="1572"/>
                    <a:pt x="1507" y="1692"/>
                  </a:cubicBezTo>
                  <a:cubicBezTo>
                    <a:pt x="1507" y="1720"/>
                    <a:pt x="1501" y="1749"/>
                    <a:pt x="1490" y="1779"/>
                  </a:cubicBezTo>
                  <a:lnTo>
                    <a:pt x="1490" y="1779"/>
                  </a:lnTo>
                  <a:cubicBezTo>
                    <a:pt x="863" y="1636"/>
                    <a:pt x="440" y="1209"/>
                    <a:pt x="336" y="660"/>
                  </a:cubicBezTo>
                  <a:cubicBezTo>
                    <a:pt x="224" y="548"/>
                    <a:pt x="224" y="409"/>
                    <a:pt x="336" y="297"/>
                  </a:cubicBezTo>
                  <a:cubicBezTo>
                    <a:pt x="447" y="186"/>
                    <a:pt x="447" y="186"/>
                    <a:pt x="587" y="186"/>
                  </a:cubicBezTo>
                  <a:close/>
                  <a:moveTo>
                    <a:pt x="1675" y="1490"/>
                  </a:moveTo>
                  <a:cubicBezTo>
                    <a:pt x="1720" y="1595"/>
                    <a:pt x="1758" y="1706"/>
                    <a:pt x="1790" y="1826"/>
                  </a:cubicBezTo>
                  <a:lnTo>
                    <a:pt x="1790" y="1826"/>
                  </a:lnTo>
                  <a:cubicBezTo>
                    <a:pt x="1734" y="1823"/>
                    <a:pt x="1677" y="1815"/>
                    <a:pt x="1619" y="1804"/>
                  </a:cubicBezTo>
                  <a:cubicBezTo>
                    <a:pt x="1587" y="1799"/>
                    <a:pt x="1555" y="1793"/>
                    <a:pt x="1524" y="1786"/>
                  </a:cubicBezTo>
                  <a:lnTo>
                    <a:pt x="1524" y="1786"/>
                  </a:lnTo>
                  <a:cubicBezTo>
                    <a:pt x="1572" y="1686"/>
                    <a:pt x="1622" y="1587"/>
                    <a:pt x="1675" y="1490"/>
                  </a:cubicBezTo>
                  <a:close/>
                  <a:moveTo>
                    <a:pt x="2791" y="409"/>
                  </a:moveTo>
                  <a:cubicBezTo>
                    <a:pt x="2902" y="409"/>
                    <a:pt x="3014" y="409"/>
                    <a:pt x="3126" y="548"/>
                  </a:cubicBezTo>
                  <a:lnTo>
                    <a:pt x="3126" y="883"/>
                  </a:lnTo>
                  <a:cubicBezTo>
                    <a:pt x="2929" y="1399"/>
                    <a:pt x="2451" y="1828"/>
                    <a:pt x="1864" y="1828"/>
                  </a:cubicBezTo>
                  <a:cubicBezTo>
                    <a:pt x="1857" y="1828"/>
                    <a:pt x="1849" y="1828"/>
                    <a:pt x="1842" y="1828"/>
                  </a:cubicBezTo>
                  <a:lnTo>
                    <a:pt x="1842" y="1828"/>
                  </a:lnTo>
                  <a:lnTo>
                    <a:pt x="1842" y="1581"/>
                  </a:lnTo>
                  <a:cubicBezTo>
                    <a:pt x="1817" y="1506"/>
                    <a:pt x="1787" y="1430"/>
                    <a:pt x="1752" y="1354"/>
                  </a:cubicBezTo>
                  <a:lnTo>
                    <a:pt x="1752" y="1354"/>
                  </a:lnTo>
                  <a:cubicBezTo>
                    <a:pt x="1880" y="1137"/>
                    <a:pt x="2026" y="937"/>
                    <a:pt x="2205" y="772"/>
                  </a:cubicBezTo>
                  <a:cubicBezTo>
                    <a:pt x="2428" y="548"/>
                    <a:pt x="2540" y="409"/>
                    <a:pt x="2791" y="409"/>
                  </a:cubicBezTo>
                  <a:close/>
                  <a:moveTo>
                    <a:pt x="448" y="1"/>
                  </a:moveTo>
                  <a:cubicBezTo>
                    <a:pt x="355" y="1"/>
                    <a:pt x="289" y="55"/>
                    <a:pt x="224" y="186"/>
                  </a:cubicBezTo>
                  <a:cubicBezTo>
                    <a:pt x="112" y="297"/>
                    <a:pt x="1" y="548"/>
                    <a:pt x="112" y="660"/>
                  </a:cubicBezTo>
                  <a:cubicBezTo>
                    <a:pt x="212" y="1285"/>
                    <a:pt x="783" y="1820"/>
                    <a:pt x="1402" y="2005"/>
                  </a:cubicBezTo>
                  <a:lnTo>
                    <a:pt x="1402" y="2005"/>
                  </a:lnTo>
                  <a:cubicBezTo>
                    <a:pt x="1398" y="2022"/>
                    <a:pt x="1396" y="2039"/>
                    <a:pt x="1396" y="2055"/>
                  </a:cubicBezTo>
                  <a:cubicBezTo>
                    <a:pt x="1403" y="2040"/>
                    <a:pt x="1410" y="2025"/>
                    <a:pt x="1417" y="2010"/>
                  </a:cubicBezTo>
                  <a:lnTo>
                    <a:pt x="1417" y="2010"/>
                  </a:lnTo>
                  <a:cubicBezTo>
                    <a:pt x="1484" y="2029"/>
                    <a:pt x="1552" y="2044"/>
                    <a:pt x="1619" y="2055"/>
                  </a:cubicBezTo>
                  <a:cubicBezTo>
                    <a:pt x="1688" y="2066"/>
                    <a:pt x="1756" y="2071"/>
                    <a:pt x="1824" y="2071"/>
                  </a:cubicBezTo>
                  <a:cubicBezTo>
                    <a:pt x="2449" y="2071"/>
                    <a:pt x="3036" y="1624"/>
                    <a:pt x="3237" y="995"/>
                  </a:cubicBezTo>
                  <a:cubicBezTo>
                    <a:pt x="3377" y="772"/>
                    <a:pt x="3377" y="548"/>
                    <a:pt x="3237" y="409"/>
                  </a:cubicBezTo>
                  <a:cubicBezTo>
                    <a:pt x="3126" y="297"/>
                    <a:pt x="2902" y="186"/>
                    <a:pt x="2791" y="186"/>
                  </a:cubicBezTo>
                  <a:cubicBezTo>
                    <a:pt x="2540" y="297"/>
                    <a:pt x="2205" y="409"/>
                    <a:pt x="2093" y="660"/>
                  </a:cubicBezTo>
                  <a:cubicBezTo>
                    <a:pt x="1944" y="859"/>
                    <a:pt x="1804" y="1029"/>
                    <a:pt x="1692" y="1228"/>
                  </a:cubicBezTo>
                  <a:lnTo>
                    <a:pt x="1692" y="1228"/>
                  </a:lnTo>
                  <a:cubicBezTo>
                    <a:pt x="1577" y="1000"/>
                    <a:pt x="1431" y="768"/>
                    <a:pt x="1284" y="548"/>
                  </a:cubicBezTo>
                  <a:cubicBezTo>
                    <a:pt x="1145" y="297"/>
                    <a:pt x="922" y="186"/>
                    <a:pt x="698" y="74"/>
                  </a:cubicBezTo>
                  <a:cubicBezTo>
                    <a:pt x="594" y="28"/>
                    <a:pt x="514" y="1"/>
                    <a:pt x="44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4"/>
            <p:cNvSpPr/>
            <p:nvPr/>
          </p:nvSpPr>
          <p:spPr>
            <a:xfrm>
              <a:off x="1553164" y="4308442"/>
              <a:ext cx="226911" cy="190610"/>
            </a:xfrm>
            <a:custGeom>
              <a:avLst/>
              <a:gdLst/>
              <a:ahLst/>
              <a:cxnLst/>
              <a:rect l="l" t="t" r="r" b="b"/>
              <a:pathLst>
                <a:path w="16740" h="14062" extrusionOk="0">
                  <a:moveTo>
                    <a:pt x="474" y="1"/>
                  </a:moveTo>
                  <a:lnTo>
                    <a:pt x="0" y="13364"/>
                  </a:lnTo>
                  <a:lnTo>
                    <a:pt x="16739" y="14062"/>
                  </a:lnTo>
                  <a:cubicBezTo>
                    <a:pt x="16739" y="12444"/>
                    <a:pt x="8147" y="8956"/>
                    <a:pt x="8147" y="8956"/>
                  </a:cubicBezTo>
                  <a:lnTo>
                    <a:pt x="8844" y="335"/>
                  </a:lnTo>
                  <a:lnTo>
                    <a:pt x="474"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4"/>
            <p:cNvSpPr/>
            <p:nvPr/>
          </p:nvSpPr>
          <p:spPr>
            <a:xfrm>
              <a:off x="1586064" y="4415476"/>
              <a:ext cx="18923" cy="18909"/>
            </a:xfrm>
            <a:custGeom>
              <a:avLst/>
              <a:gdLst/>
              <a:ahLst/>
              <a:cxnLst/>
              <a:rect l="l" t="t" r="r" b="b"/>
              <a:pathLst>
                <a:path w="1396" h="1395" extrusionOk="0">
                  <a:moveTo>
                    <a:pt x="698" y="0"/>
                  </a:moveTo>
                  <a:lnTo>
                    <a:pt x="586" y="112"/>
                  </a:lnTo>
                  <a:cubicBezTo>
                    <a:pt x="251" y="251"/>
                    <a:pt x="0" y="474"/>
                    <a:pt x="140" y="809"/>
                  </a:cubicBezTo>
                  <a:cubicBezTo>
                    <a:pt x="140" y="1172"/>
                    <a:pt x="475" y="1395"/>
                    <a:pt x="698" y="1395"/>
                  </a:cubicBezTo>
                  <a:cubicBezTo>
                    <a:pt x="837" y="1395"/>
                    <a:pt x="837" y="1283"/>
                    <a:pt x="837" y="1283"/>
                  </a:cubicBezTo>
                  <a:cubicBezTo>
                    <a:pt x="1172" y="1283"/>
                    <a:pt x="1395" y="949"/>
                    <a:pt x="1395" y="474"/>
                  </a:cubicBezTo>
                  <a:cubicBezTo>
                    <a:pt x="1284" y="251"/>
                    <a:pt x="1060" y="0"/>
                    <a:pt x="698" y="0"/>
                  </a:cubicBez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4"/>
            <p:cNvSpPr/>
            <p:nvPr/>
          </p:nvSpPr>
          <p:spPr>
            <a:xfrm>
              <a:off x="1773647" y="4488080"/>
              <a:ext cx="6439" cy="10980"/>
            </a:xfrm>
            <a:custGeom>
              <a:avLst/>
              <a:gdLst/>
              <a:ahLst/>
              <a:cxnLst/>
              <a:rect l="l" t="t" r="r" b="b"/>
              <a:pathLst>
                <a:path w="475" h="810" extrusionOk="0">
                  <a:moveTo>
                    <a:pt x="0" y="1"/>
                  </a:moveTo>
                  <a:cubicBezTo>
                    <a:pt x="112" y="112"/>
                    <a:pt x="112" y="112"/>
                    <a:pt x="251" y="224"/>
                  </a:cubicBezTo>
                  <a:lnTo>
                    <a:pt x="363" y="224"/>
                  </a:lnTo>
                  <a:cubicBezTo>
                    <a:pt x="251" y="112"/>
                    <a:pt x="112" y="1"/>
                    <a:pt x="0" y="1"/>
                  </a:cubicBezTo>
                  <a:close/>
                  <a:moveTo>
                    <a:pt x="363" y="475"/>
                  </a:moveTo>
                  <a:cubicBezTo>
                    <a:pt x="474" y="587"/>
                    <a:pt x="474" y="698"/>
                    <a:pt x="474" y="810"/>
                  </a:cubicBezTo>
                  <a:lnTo>
                    <a:pt x="474" y="475"/>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4"/>
            <p:cNvSpPr/>
            <p:nvPr/>
          </p:nvSpPr>
          <p:spPr>
            <a:xfrm>
              <a:off x="1777050" y="4491102"/>
              <a:ext cx="3036" cy="3416"/>
            </a:xfrm>
            <a:custGeom>
              <a:avLst/>
              <a:gdLst/>
              <a:ahLst/>
              <a:cxnLst/>
              <a:rect l="l" t="t" r="r" b="b"/>
              <a:pathLst>
                <a:path w="224" h="252" extrusionOk="0">
                  <a:moveTo>
                    <a:pt x="0" y="1"/>
                  </a:moveTo>
                  <a:cubicBezTo>
                    <a:pt x="0" y="112"/>
                    <a:pt x="112" y="252"/>
                    <a:pt x="112" y="252"/>
                  </a:cubicBezTo>
                  <a:lnTo>
                    <a:pt x="223" y="252"/>
                  </a:lnTo>
                  <a:cubicBezTo>
                    <a:pt x="112" y="112"/>
                    <a:pt x="112" y="112"/>
                    <a:pt x="112" y="1"/>
                  </a:cubicBezTo>
                  <a:close/>
                </a:path>
              </a:pathLst>
            </a:custGeom>
            <a:solidFill>
              <a:srgbClr val="A8AD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4"/>
            <p:cNvSpPr/>
            <p:nvPr/>
          </p:nvSpPr>
          <p:spPr>
            <a:xfrm>
              <a:off x="1553164" y="4472192"/>
              <a:ext cx="226911" cy="26866"/>
            </a:xfrm>
            <a:custGeom>
              <a:avLst/>
              <a:gdLst/>
              <a:ahLst/>
              <a:cxnLst/>
              <a:rect l="l" t="t" r="r" b="b"/>
              <a:pathLst>
                <a:path w="16740" h="1982" extrusionOk="0">
                  <a:moveTo>
                    <a:pt x="112" y="1"/>
                  </a:moveTo>
                  <a:lnTo>
                    <a:pt x="0" y="1284"/>
                  </a:lnTo>
                  <a:lnTo>
                    <a:pt x="16739" y="1982"/>
                  </a:lnTo>
                  <a:cubicBezTo>
                    <a:pt x="16739" y="1870"/>
                    <a:pt x="16739" y="1759"/>
                    <a:pt x="16628" y="1647"/>
                  </a:cubicBezTo>
                  <a:cubicBezTo>
                    <a:pt x="16628" y="1647"/>
                    <a:pt x="16516" y="1507"/>
                    <a:pt x="16516" y="1396"/>
                  </a:cubicBezTo>
                  <a:cubicBezTo>
                    <a:pt x="16377" y="1284"/>
                    <a:pt x="16377" y="1284"/>
                    <a:pt x="16265" y="1173"/>
                  </a:cubicBezTo>
                  <a:lnTo>
                    <a:pt x="16154" y="1061"/>
                  </a:lnTo>
                  <a:lnTo>
                    <a:pt x="112" y="1"/>
                  </a:lnTo>
                  <a:close/>
                </a:path>
              </a:pathLst>
            </a:custGeom>
            <a:solidFill>
              <a:srgbClr val="F5F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4"/>
            <p:cNvSpPr/>
            <p:nvPr/>
          </p:nvSpPr>
          <p:spPr>
            <a:xfrm>
              <a:off x="1646197" y="4426537"/>
              <a:ext cx="21946" cy="14287"/>
            </a:xfrm>
            <a:custGeom>
              <a:avLst/>
              <a:gdLst/>
              <a:ahLst/>
              <a:cxnLst/>
              <a:rect l="l" t="t" r="r" b="b"/>
              <a:pathLst>
                <a:path w="1619" h="1054" extrusionOk="0">
                  <a:moveTo>
                    <a:pt x="1311" y="0"/>
                  </a:moveTo>
                  <a:cubicBezTo>
                    <a:pt x="1123" y="0"/>
                    <a:pt x="865" y="63"/>
                    <a:pt x="586" y="244"/>
                  </a:cubicBezTo>
                  <a:cubicBezTo>
                    <a:pt x="112" y="467"/>
                    <a:pt x="0" y="942"/>
                    <a:pt x="0" y="1053"/>
                  </a:cubicBezTo>
                  <a:cubicBezTo>
                    <a:pt x="112" y="1053"/>
                    <a:pt x="335" y="691"/>
                    <a:pt x="809" y="467"/>
                  </a:cubicBezTo>
                  <a:cubicBezTo>
                    <a:pt x="1144" y="244"/>
                    <a:pt x="1618" y="244"/>
                    <a:pt x="1618" y="133"/>
                  </a:cubicBezTo>
                  <a:cubicBezTo>
                    <a:pt x="1618" y="63"/>
                    <a:pt x="1500" y="0"/>
                    <a:pt x="131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4"/>
            <p:cNvSpPr/>
            <p:nvPr/>
          </p:nvSpPr>
          <p:spPr>
            <a:xfrm>
              <a:off x="1674555" y="4438453"/>
              <a:ext cx="17405" cy="16361"/>
            </a:xfrm>
            <a:custGeom>
              <a:avLst/>
              <a:gdLst/>
              <a:ahLst/>
              <a:cxnLst/>
              <a:rect l="l" t="t" r="r" b="b"/>
              <a:pathLst>
                <a:path w="1284" h="1207" extrusionOk="0">
                  <a:moveTo>
                    <a:pt x="1119" y="1"/>
                  </a:moveTo>
                  <a:cubicBezTo>
                    <a:pt x="918" y="1"/>
                    <a:pt x="577" y="100"/>
                    <a:pt x="335" y="397"/>
                  </a:cubicBezTo>
                  <a:cubicBezTo>
                    <a:pt x="1" y="760"/>
                    <a:pt x="1" y="1207"/>
                    <a:pt x="112" y="1207"/>
                  </a:cubicBezTo>
                  <a:cubicBezTo>
                    <a:pt x="224" y="1207"/>
                    <a:pt x="335" y="872"/>
                    <a:pt x="587" y="509"/>
                  </a:cubicBezTo>
                  <a:cubicBezTo>
                    <a:pt x="921" y="174"/>
                    <a:pt x="1284" y="63"/>
                    <a:pt x="1284" y="63"/>
                  </a:cubicBezTo>
                  <a:cubicBezTo>
                    <a:pt x="1284" y="25"/>
                    <a:pt x="1219" y="1"/>
                    <a:pt x="11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4"/>
            <p:cNvSpPr/>
            <p:nvPr/>
          </p:nvSpPr>
          <p:spPr>
            <a:xfrm>
              <a:off x="1701409" y="4448755"/>
              <a:ext cx="12498" cy="18923"/>
            </a:xfrm>
            <a:custGeom>
              <a:avLst/>
              <a:gdLst/>
              <a:ahLst/>
              <a:cxnLst/>
              <a:rect l="l" t="t" r="r" b="b"/>
              <a:pathLst>
                <a:path w="922" h="1396" extrusionOk="0">
                  <a:moveTo>
                    <a:pt x="810" y="0"/>
                  </a:moveTo>
                  <a:lnTo>
                    <a:pt x="810" y="0"/>
                  </a:lnTo>
                  <a:cubicBezTo>
                    <a:pt x="809" y="0"/>
                    <a:pt x="447" y="112"/>
                    <a:pt x="224" y="586"/>
                  </a:cubicBezTo>
                  <a:cubicBezTo>
                    <a:pt x="0" y="1032"/>
                    <a:pt x="112" y="1395"/>
                    <a:pt x="112" y="1395"/>
                  </a:cubicBezTo>
                  <a:cubicBezTo>
                    <a:pt x="224" y="1395"/>
                    <a:pt x="224" y="1032"/>
                    <a:pt x="447" y="698"/>
                  </a:cubicBezTo>
                  <a:cubicBezTo>
                    <a:pt x="698" y="335"/>
                    <a:pt x="921" y="112"/>
                    <a:pt x="81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4"/>
            <p:cNvSpPr/>
            <p:nvPr/>
          </p:nvSpPr>
          <p:spPr>
            <a:xfrm>
              <a:off x="1642795" y="4396566"/>
              <a:ext cx="23830" cy="5598"/>
            </a:xfrm>
            <a:custGeom>
              <a:avLst/>
              <a:gdLst/>
              <a:ahLst/>
              <a:cxnLst/>
              <a:rect l="l" t="t" r="r" b="b"/>
              <a:pathLst>
                <a:path w="1758" h="413" extrusionOk="0">
                  <a:moveTo>
                    <a:pt x="949" y="0"/>
                  </a:moveTo>
                  <a:cubicBezTo>
                    <a:pt x="363" y="0"/>
                    <a:pt x="0" y="363"/>
                    <a:pt x="0" y="363"/>
                  </a:cubicBezTo>
                  <a:cubicBezTo>
                    <a:pt x="0" y="400"/>
                    <a:pt x="53" y="412"/>
                    <a:pt x="141" y="412"/>
                  </a:cubicBezTo>
                  <a:cubicBezTo>
                    <a:pt x="316" y="412"/>
                    <a:pt x="632" y="363"/>
                    <a:pt x="949" y="363"/>
                  </a:cubicBezTo>
                  <a:cubicBezTo>
                    <a:pt x="1097" y="326"/>
                    <a:pt x="1237" y="313"/>
                    <a:pt x="1357" y="313"/>
                  </a:cubicBezTo>
                  <a:cubicBezTo>
                    <a:pt x="1597" y="313"/>
                    <a:pt x="1758" y="363"/>
                    <a:pt x="1758" y="363"/>
                  </a:cubicBezTo>
                  <a:cubicBezTo>
                    <a:pt x="1758" y="251"/>
                    <a:pt x="1395" y="0"/>
                    <a:pt x="94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4"/>
            <p:cNvSpPr/>
            <p:nvPr/>
          </p:nvSpPr>
          <p:spPr>
            <a:xfrm>
              <a:off x="1557692" y="4331893"/>
              <a:ext cx="113469" cy="23830"/>
            </a:xfrm>
            <a:custGeom>
              <a:avLst/>
              <a:gdLst/>
              <a:ahLst/>
              <a:cxnLst/>
              <a:rect l="l" t="t" r="r" b="b"/>
              <a:pathLst>
                <a:path w="8371" h="1758" extrusionOk="0">
                  <a:moveTo>
                    <a:pt x="1" y="0"/>
                  </a:moveTo>
                  <a:lnTo>
                    <a:pt x="1" y="1395"/>
                  </a:lnTo>
                  <a:lnTo>
                    <a:pt x="8259" y="1758"/>
                  </a:lnTo>
                  <a:lnTo>
                    <a:pt x="8371" y="251"/>
                  </a:lnTo>
                  <a:lnTo>
                    <a:pt x="1" y="0"/>
                  </a:ln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4"/>
            <p:cNvSpPr/>
            <p:nvPr/>
          </p:nvSpPr>
          <p:spPr>
            <a:xfrm>
              <a:off x="1633333" y="4358746"/>
              <a:ext cx="34809" cy="19221"/>
            </a:xfrm>
            <a:custGeom>
              <a:avLst/>
              <a:gdLst/>
              <a:ahLst/>
              <a:cxnLst/>
              <a:rect l="l" t="t" r="r" b="b"/>
              <a:pathLst>
                <a:path w="2568" h="1418" extrusionOk="0">
                  <a:moveTo>
                    <a:pt x="698" y="251"/>
                  </a:moveTo>
                  <a:cubicBezTo>
                    <a:pt x="949" y="363"/>
                    <a:pt x="1061" y="363"/>
                    <a:pt x="1172" y="474"/>
                  </a:cubicBezTo>
                  <a:cubicBezTo>
                    <a:pt x="1535" y="586"/>
                    <a:pt x="1758" y="698"/>
                    <a:pt x="1981" y="949"/>
                  </a:cubicBezTo>
                  <a:cubicBezTo>
                    <a:pt x="2174" y="1068"/>
                    <a:pt x="2296" y="1218"/>
                    <a:pt x="2385" y="1316"/>
                  </a:cubicBezTo>
                  <a:lnTo>
                    <a:pt x="2385" y="1316"/>
                  </a:lnTo>
                  <a:cubicBezTo>
                    <a:pt x="2177" y="1236"/>
                    <a:pt x="1928" y="1172"/>
                    <a:pt x="1758" y="1172"/>
                  </a:cubicBezTo>
                  <a:cubicBezTo>
                    <a:pt x="1535" y="1060"/>
                    <a:pt x="1284" y="949"/>
                    <a:pt x="949" y="809"/>
                  </a:cubicBezTo>
                  <a:cubicBezTo>
                    <a:pt x="838" y="698"/>
                    <a:pt x="698" y="586"/>
                    <a:pt x="587" y="474"/>
                  </a:cubicBezTo>
                  <a:cubicBezTo>
                    <a:pt x="475" y="474"/>
                    <a:pt x="363" y="474"/>
                    <a:pt x="363" y="363"/>
                  </a:cubicBezTo>
                  <a:lnTo>
                    <a:pt x="363" y="251"/>
                  </a:lnTo>
                  <a:close/>
                  <a:moveTo>
                    <a:pt x="475" y="0"/>
                  </a:moveTo>
                  <a:cubicBezTo>
                    <a:pt x="363" y="0"/>
                    <a:pt x="252" y="0"/>
                    <a:pt x="140" y="112"/>
                  </a:cubicBezTo>
                  <a:cubicBezTo>
                    <a:pt x="1" y="251"/>
                    <a:pt x="1" y="474"/>
                    <a:pt x="140" y="586"/>
                  </a:cubicBezTo>
                  <a:cubicBezTo>
                    <a:pt x="252" y="698"/>
                    <a:pt x="363" y="698"/>
                    <a:pt x="363" y="809"/>
                  </a:cubicBezTo>
                  <a:cubicBezTo>
                    <a:pt x="587" y="949"/>
                    <a:pt x="698" y="949"/>
                    <a:pt x="838" y="1060"/>
                  </a:cubicBezTo>
                  <a:cubicBezTo>
                    <a:pt x="1172" y="1172"/>
                    <a:pt x="1396" y="1284"/>
                    <a:pt x="1758" y="1395"/>
                  </a:cubicBezTo>
                  <a:lnTo>
                    <a:pt x="2467" y="1395"/>
                  </a:lnTo>
                  <a:cubicBezTo>
                    <a:pt x="2486" y="1409"/>
                    <a:pt x="2504" y="1417"/>
                    <a:pt x="2521" y="1417"/>
                  </a:cubicBezTo>
                  <a:cubicBezTo>
                    <a:pt x="2537" y="1417"/>
                    <a:pt x="2552" y="1410"/>
                    <a:pt x="2567" y="1395"/>
                  </a:cubicBezTo>
                  <a:cubicBezTo>
                    <a:pt x="2567" y="1395"/>
                    <a:pt x="2456" y="1172"/>
                    <a:pt x="2093" y="698"/>
                  </a:cubicBezTo>
                  <a:cubicBezTo>
                    <a:pt x="1870" y="586"/>
                    <a:pt x="1647" y="363"/>
                    <a:pt x="1284" y="251"/>
                  </a:cubicBezTo>
                  <a:cubicBezTo>
                    <a:pt x="1172" y="112"/>
                    <a:pt x="949" y="112"/>
                    <a:pt x="83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4"/>
            <p:cNvSpPr/>
            <p:nvPr/>
          </p:nvSpPr>
          <p:spPr>
            <a:xfrm>
              <a:off x="1663589" y="4343239"/>
              <a:ext cx="18923" cy="35934"/>
            </a:xfrm>
            <a:custGeom>
              <a:avLst/>
              <a:gdLst/>
              <a:ahLst/>
              <a:cxnLst/>
              <a:rect l="l" t="t" r="r" b="b"/>
              <a:pathLst>
                <a:path w="1396" h="2651" extrusionOk="0">
                  <a:moveTo>
                    <a:pt x="921" y="0"/>
                  </a:moveTo>
                  <a:cubicBezTo>
                    <a:pt x="698" y="0"/>
                    <a:pt x="559" y="224"/>
                    <a:pt x="447" y="447"/>
                  </a:cubicBezTo>
                  <a:cubicBezTo>
                    <a:pt x="335" y="558"/>
                    <a:pt x="224" y="698"/>
                    <a:pt x="224" y="921"/>
                  </a:cubicBezTo>
                  <a:cubicBezTo>
                    <a:pt x="112" y="1256"/>
                    <a:pt x="1" y="1507"/>
                    <a:pt x="1" y="1842"/>
                  </a:cubicBezTo>
                  <a:cubicBezTo>
                    <a:pt x="1" y="2093"/>
                    <a:pt x="112" y="2428"/>
                    <a:pt x="224" y="2651"/>
                  </a:cubicBezTo>
                  <a:lnTo>
                    <a:pt x="224" y="1842"/>
                  </a:lnTo>
                  <a:cubicBezTo>
                    <a:pt x="224" y="1507"/>
                    <a:pt x="335" y="1256"/>
                    <a:pt x="447" y="1033"/>
                  </a:cubicBezTo>
                  <a:cubicBezTo>
                    <a:pt x="447" y="809"/>
                    <a:pt x="559" y="698"/>
                    <a:pt x="698" y="558"/>
                  </a:cubicBezTo>
                  <a:cubicBezTo>
                    <a:pt x="698" y="447"/>
                    <a:pt x="921" y="335"/>
                    <a:pt x="921" y="335"/>
                  </a:cubicBezTo>
                  <a:cubicBezTo>
                    <a:pt x="943" y="314"/>
                    <a:pt x="964" y="305"/>
                    <a:pt x="984" y="305"/>
                  </a:cubicBezTo>
                  <a:cubicBezTo>
                    <a:pt x="1071" y="305"/>
                    <a:pt x="1144" y="468"/>
                    <a:pt x="1144" y="558"/>
                  </a:cubicBezTo>
                  <a:lnTo>
                    <a:pt x="1144" y="1033"/>
                  </a:lnTo>
                  <a:cubicBezTo>
                    <a:pt x="1033" y="1395"/>
                    <a:pt x="921" y="1618"/>
                    <a:pt x="810" y="1842"/>
                  </a:cubicBezTo>
                  <a:cubicBezTo>
                    <a:pt x="559" y="2316"/>
                    <a:pt x="224" y="2428"/>
                    <a:pt x="335" y="2428"/>
                  </a:cubicBezTo>
                  <a:cubicBezTo>
                    <a:pt x="335" y="2454"/>
                    <a:pt x="355" y="2467"/>
                    <a:pt x="389" y="2467"/>
                  </a:cubicBezTo>
                  <a:cubicBezTo>
                    <a:pt x="503" y="2467"/>
                    <a:pt x="776" y="2317"/>
                    <a:pt x="1033" y="1953"/>
                  </a:cubicBezTo>
                  <a:cubicBezTo>
                    <a:pt x="1144" y="1730"/>
                    <a:pt x="1256" y="1507"/>
                    <a:pt x="1396" y="1144"/>
                  </a:cubicBezTo>
                  <a:lnTo>
                    <a:pt x="1396" y="558"/>
                  </a:lnTo>
                  <a:cubicBezTo>
                    <a:pt x="1396" y="447"/>
                    <a:pt x="1396" y="335"/>
                    <a:pt x="1256" y="224"/>
                  </a:cubicBezTo>
                  <a:cubicBezTo>
                    <a:pt x="1256" y="112"/>
                    <a:pt x="1144" y="0"/>
                    <a:pt x="92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4"/>
            <p:cNvSpPr/>
            <p:nvPr/>
          </p:nvSpPr>
          <p:spPr>
            <a:xfrm>
              <a:off x="1154547" y="3036593"/>
              <a:ext cx="627027" cy="1309630"/>
            </a:xfrm>
            <a:custGeom>
              <a:avLst/>
              <a:gdLst/>
              <a:ahLst/>
              <a:cxnLst/>
              <a:rect l="l" t="t" r="r" b="b"/>
              <a:pathLst>
                <a:path w="46258" h="96616" extrusionOk="0">
                  <a:moveTo>
                    <a:pt x="20925" y="1"/>
                  </a:moveTo>
                  <a:cubicBezTo>
                    <a:pt x="20925" y="1"/>
                    <a:pt x="15568" y="8371"/>
                    <a:pt x="14871" y="11635"/>
                  </a:cubicBezTo>
                  <a:cubicBezTo>
                    <a:pt x="14173" y="14425"/>
                    <a:pt x="2679" y="76863"/>
                    <a:pt x="224" y="89752"/>
                  </a:cubicBezTo>
                  <a:cubicBezTo>
                    <a:pt x="0" y="91036"/>
                    <a:pt x="810" y="92319"/>
                    <a:pt x="2093" y="92765"/>
                  </a:cubicBezTo>
                  <a:lnTo>
                    <a:pt x="12555" y="95918"/>
                  </a:lnTo>
                  <a:cubicBezTo>
                    <a:pt x="12769" y="95969"/>
                    <a:pt x="12985" y="95994"/>
                    <a:pt x="13199" y="95994"/>
                  </a:cubicBezTo>
                  <a:cubicBezTo>
                    <a:pt x="14384" y="95994"/>
                    <a:pt x="15508" y="95247"/>
                    <a:pt x="15791" y="94160"/>
                  </a:cubicBezTo>
                  <a:cubicBezTo>
                    <a:pt x="15791" y="94049"/>
                    <a:pt x="15931" y="93937"/>
                    <a:pt x="15931" y="93937"/>
                  </a:cubicBezTo>
                  <a:lnTo>
                    <a:pt x="28820" y="33480"/>
                  </a:lnTo>
                  <a:lnTo>
                    <a:pt x="24998" y="93351"/>
                  </a:lnTo>
                  <a:cubicBezTo>
                    <a:pt x="24858" y="94997"/>
                    <a:pt x="26142" y="96504"/>
                    <a:pt x="27899" y="96616"/>
                  </a:cubicBezTo>
                  <a:lnTo>
                    <a:pt x="28123" y="96616"/>
                  </a:lnTo>
                  <a:lnTo>
                    <a:pt x="38362" y="96253"/>
                  </a:lnTo>
                  <a:cubicBezTo>
                    <a:pt x="39980" y="96253"/>
                    <a:pt x="41263" y="94997"/>
                    <a:pt x="41375" y="93351"/>
                  </a:cubicBezTo>
                  <a:cubicBezTo>
                    <a:pt x="42295" y="78955"/>
                    <a:pt x="46257" y="13393"/>
                    <a:pt x="45448" y="11412"/>
                  </a:cubicBezTo>
                  <a:cubicBezTo>
                    <a:pt x="44527" y="9068"/>
                    <a:pt x="42184" y="1061"/>
                    <a:pt x="42184" y="1061"/>
                  </a:cubicBezTo>
                  <a:lnTo>
                    <a:pt x="20925"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4"/>
            <p:cNvSpPr/>
            <p:nvPr/>
          </p:nvSpPr>
          <p:spPr>
            <a:xfrm>
              <a:off x="1168536" y="4207466"/>
              <a:ext cx="212922" cy="61662"/>
            </a:xfrm>
            <a:custGeom>
              <a:avLst/>
              <a:gdLst/>
              <a:ahLst/>
              <a:cxnLst/>
              <a:rect l="l" t="t" r="r" b="b"/>
              <a:pathLst>
                <a:path w="15708" h="4549" extrusionOk="0">
                  <a:moveTo>
                    <a:pt x="1" y="1"/>
                  </a:moveTo>
                  <a:cubicBezTo>
                    <a:pt x="252" y="112"/>
                    <a:pt x="363" y="252"/>
                    <a:pt x="587" y="252"/>
                  </a:cubicBezTo>
                  <a:cubicBezTo>
                    <a:pt x="475" y="112"/>
                    <a:pt x="252" y="1"/>
                    <a:pt x="1" y="1"/>
                  </a:cubicBezTo>
                  <a:close/>
                  <a:moveTo>
                    <a:pt x="587" y="252"/>
                  </a:moveTo>
                  <a:cubicBezTo>
                    <a:pt x="949" y="475"/>
                    <a:pt x="1507" y="698"/>
                    <a:pt x="2205" y="949"/>
                  </a:cubicBezTo>
                  <a:cubicBezTo>
                    <a:pt x="3600" y="1395"/>
                    <a:pt x="5469" y="2093"/>
                    <a:pt x="7673" y="2790"/>
                  </a:cubicBezTo>
                  <a:cubicBezTo>
                    <a:pt x="9877" y="3376"/>
                    <a:pt x="11858" y="3851"/>
                    <a:pt x="13364" y="4185"/>
                  </a:cubicBezTo>
                  <a:cubicBezTo>
                    <a:pt x="14062" y="4297"/>
                    <a:pt x="14648" y="4436"/>
                    <a:pt x="15010" y="4548"/>
                  </a:cubicBezTo>
                  <a:lnTo>
                    <a:pt x="15708" y="4548"/>
                  </a:lnTo>
                  <a:cubicBezTo>
                    <a:pt x="15457" y="4548"/>
                    <a:pt x="15234" y="4436"/>
                    <a:pt x="15122" y="4436"/>
                  </a:cubicBezTo>
                  <a:lnTo>
                    <a:pt x="13364" y="3962"/>
                  </a:lnTo>
                  <a:cubicBezTo>
                    <a:pt x="11969" y="3600"/>
                    <a:pt x="10016" y="3153"/>
                    <a:pt x="7785" y="2567"/>
                  </a:cubicBezTo>
                  <a:cubicBezTo>
                    <a:pt x="5581" y="1870"/>
                    <a:pt x="3739" y="1284"/>
                    <a:pt x="2344" y="810"/>
                  </a:cubicBezTo>
                  <a:lnTo>
                    <a:pt x="587" y="252"/>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4"/>
            <p:cNvSpPr/>
            <p:nvPr/>
          </p:nvSpPr>
          <p:spPr>
            <a:xfrm>
              <a:off x="1193872" y="4184015"/>
              <a:ext cx="12498" cy="32925"/>
            </a:xfrm>
            <a:custGeom>
              <a:avLst/>
              <a:gdLst/>
              <a:ahLst/>
              <a:cxnLst/>
              <a:rect l="l" t="t" r="r" b="b"/>
              <a:pathLst>
                <a:path w="922" h="2429" extrusionOk="0">
                  <a:moveTo>
                    <a:pt x="224" y="1"/>
                  </a:moveTo>
                  <a:cubicBezTo>
                    <a:pt x="113" y="447"/>
                    <a:pt x="1" y="921"/>
                    <a:pt x="224" y="1396"/>
                  </a:cubicBezTo>
                  <a:cubicBezTo>
                    <a:pt x="224" y="1731"/>
                    <a:pt x="475" y="2205"/>
                    <a:pt x="810" y="2428"/>
                  </a:cubicBezTo>
                  <a:cubicBezTo>
                    <a:pt x="922" y="2428"/>
                    <a:pt x="587" y="1982"/>
                    <a:pt x="475" y="1284"/>
                  </a:cubicBezTo>
                  <a:cubicBezTo>
                    <a:pt x="224" y="587"/>
                    <a:pt x="336" y="1"/>
                    <a:pt x="22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4"/>
            <p:cNvSpPr/>
            <p:nvPr/>
          </p:nvSpPr>
          <p:spPr>
            <a:xfrm>
              <a:off x="1212782" y="4187038"/>
              <a:ext cx="10980" cy="31407"/>
            </a:xfrm>
            <a:custGeom>
              <a:avLst/>
              <a:gdLst/>
              <a:ahLst/>
              <a:cxnLst/>
              <a:rect l="l" t="t" r="r" b="b"/>
              <a:pathLst>
                <a:path w="810" h="2317" extrusionOk="0">
                  <a:moveTo>
                    <a:pt x="698" y="1"/>
                  </a:moveTo>
                  <a:lnTo>
                    <a:pt x="698" y="1"/>
                  </a:lnTo>
                  <a:cubicBezTo>
                    <a:pt x="587" y="364"/>
                    <a:pt x="475" y="810"/>
                    <a:pt x="336" y="1173"/>
                  </a:cubicBezTo>
                  <a:cubicBezTo>
                    <a:pt x="224" y="1619"/>
                    <a:pt x="112" y="1982"/>
                    <a:pt x="1" y="2317"/>
                  </a:cubicBezTo>
                  <a:cubicBezTo>
                    <a:pt x="336" y="2093"/>
                    <a:pt x="587" y="1619"/>
                    <a:pt x="587" y="1284"/>
                  </a:cubicBezTo>
                  <a:cubicBezTo>
                    <a:pt x="810" y="922"/>
                    <a:pt x="810" y="475"/>
                    <a:pt x="69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4"/>
            <p:cNvSpPr/>
            <p:nvPr/>
          </p:nvSpPr>
          <p:spPr>
            <a:xfrm>
              <a:off x="1668130" y="4229779"/>
              <a:ext cx="6439" cy="29889"/>
            </a:xfrm>
            <a:custGeom>
              <a:avLst/>
              <a:gdLst/>
              <a:ahLst/>
              <a:cxnLst/>
              <a:rect l="l" t="t" r="r" b="b"/>
              <a:pathLst>
                <a:path w="475" h="2205" extrusionOk="0">
                  <a:moveTo>
                    <a:pt x="0" y="1"/>
                  </a:moveTo>
                  <a:cubicBezTo>
                    <a:pt x="0" y="447"/>
                    <a:pt x="0" y="810"/>
                    <a:pt x="112" y="1144"/>
                  </a:cubicBezTo>
                  <a:cubicBezTo>
                    <a:pt x="112" y="1507"/>
                    <a:pt x="224" y="1954"/>
                    <a:pt x="363" y="2205"/>
                  </a:cubicBezTo>
                  <a:cubicBezTo>
                    <a:pt x="475" y="1842"/>
                    <a:pt x="475" y="1507"/>
                    <a:pt x="363" y="1144"/>
                  </a:cubicBezTo>
                  <a:cubicBezTo>
                    <a:pt x="363" y="698"/>
                    <a:pt x="224" y="335"/>
                    <a:pt x="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4"/>
            <p:cNvSpPr/>
            <p:nvPr/>
          </p:nvSpPr>
          <p:spPr>
            <a:xfrm>
              <a:off x="1682499" y="4221835"/>
              <a:ext cx="4554" cy="31407"/>
            </a:xfrm>
            <a:custGeom>
              <a:avLst/>
              <a:gdLst/>
              <a:ahLst/>
              <a:cxnLst/>
              <a:rect l="l" t="t" r="r" b="b"/>
              <a:pathLst>
                <a:path w="336" h="2317" extrusionOk="0">
                  <a:moveTo>
                    <a:pt x="224" y="1"/>
                  </a:moveTo>
                  <a:cubicBezTo>
                    <a:pt x="112" y="447"/>
                    <a:pt x="1" y="810"/>
                    <a:pt x="112" y="1145"/>
                  </a:cubicBezTo>
                  <a:cubicBezTo>
                    <a:pt x="1" y="1619"/>
                    <a:pt x="112" y="1982"/>
                    <a:pt x="224" y="2316"/>
                  </a:cubicBezTo>
                  <a:cubicBezTo>
                    <a:pt x="335" y="1982"/>
                    <a:pt x="335" y="1619"/>
                    <a:pt x="335" y="1145"/>
                  </a:cubicBezTo>
                  <a:cubicBezTo>
                    <a:pt x="335" y="810"/>
                    <a:pt x="335" y="447"/>
                    <a:pt x="22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4"/>
            <p:cNvSpPr/>
            <p:nvPr/>
          </p:nvSpPr>
          <p:spPr>
            <a:xfrm>
              <a:off x="1545221" y="3080851"/>
              <a:ext cx="61648" cy="428474"/>
            </a:xfrm>
            <a:custGeom>
              <a:avLst/>
              <a:gdLst/>
              <a:ahLst/>
              <a:cxnLst/>
              <a:rect l="l" t="t" r="r" b="b"/>
              <a:pathLst>
                <a:path w="4548" h="31610" extrusionOk="0">
                  <a:moveTo>
                    <a:pt x="4548" y="0"/>
                  </a:moveTo>
                  <a:cubicBezTo>
                    <a:pt x="4548" y="223"/>
                    <a:pt x="4408" y="586"/>
                    <a:pt x="4408" y="921"/>
                  </a:cubicBezTo>
                  <a:cubicBezTo>
                    <a:pt x="4408" y="1758"/>
                    <a:pt x="4297" y="2902"/>
                    <a:pt x="4185" y="4408"/>
                  </a:cubicBezTo>
                  <a:cubicBezTo>
                    <a:pt x="3850" y="7338"/>
                    <a:pt x="3488" y="11271"/>
                    <a:pt x="2790" y="15707"/>
                  </a:cubicBezTo>
                  <a:cubicBezTo>
                    <a:pt x="2204" y="20115"/>
                    <a:pt x="1395" y="24189"/>
                    <a:pt x="921" y="26979"/>
                  </a:cubicBezTo>
                  <a:cubicBezTo>
                    <a:pt x="586" y="28374"/>
                    <a:pt x="363" y="29517"/>
                    <a:pt x="223" y="30466"/>
                  </a:cubicBezTo>
                  <a:cubicBezTo>
                    <a:pt x="112" y="30801"/>
                    <a:pt x="112" y="31163"/>
                    <a:pt x="0" y="31387"/>
                  </a:cubicBezTo>
                  <a:lnTo>
                    <a:pt x="0" y="31610"/>
                  </a:lnTo>
                  <a:cubicBezTo>
                    <a:pt x="0" y="31610"/>
                    <a:pt x="112" y="31498"/>
                    <a:pt x="112" y="31387"/>
                  </a:cubicBezTo>
                  <a:cubicBezTo>
                    <a:pt x="112" y="31163"/>
                    <a:pt x="223" y="30801"/>
                    <a:pt x="363" y="30466"/>
                  </a:cubicBezTo>
                  <a:cubicBezTo>
                    <a:pt x="474" y="29657"/>
                    <a:pt x="698" y="28485"/>
                    <a:pt x="1060" y="27090"/>
                  </a:cubicBezTo>
                  <a:cubicBezTo>
                    <a:pt x="1618" y="24189"/>
                    <a:pt x="2455" y="20227"/>
                    <a:pt x="3013" y="15819"/>
                  </a:cubicBezTo>
                  <a:cubicBezTo>
                    <a:pt x="3711" y="11383"/>
                    <a:pt x="4073" y="7338"/>
                    <a:pt x="4297" y="4408"/>
                  </a:cubicBezTo>
                  <a:cubicBezTo>
                    <a:pt x="4408" y="2902"/>
                    <a:pt x="4548" y="1758"/>
                    <a:pt x="4548" y="921"/>
                  </a:cubicBezTo>
                  <a:lnTo>
                    <a:pt x="4548"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4"/>
            <p:cNvSpPr/>
            <p:nvPr/>
          </p:nvSpPr>
          <p:spPr>
            <a:xfrm>
              <a:off x="1420793" y="3071390"/>
              <a:ext cx="310491" cy="10980"/>
            </a:xfrm>
            <a:custGeom>
              <a:avLst/>
              <a:gdLst/>
              <a:ahLst/>
              <a:cxnLst/>
              <a:rect l="l" t="t" r="r" b="b"/>
              <a:pathLst>
                <a:path w="22906" h="810" extrusionOk="0">
                  <a:moveTo>
                    <a:pt x="0" y="1"/>
                  </a:moveTo>
                  <a:cubicBezTo>
                    <a:pt x="112" y="112"/>
                    <a:pt x="112" y="112"/>
                    <a:pt x="224" y="112"/>
                  </a:cubicBezTo>
                  <a:lnTo>
                    <a:pt x="921" y="112"/>
                  </a:lnTo>
                  <a:lnTo>
                    <a:pt x="224" y="1"/>
                  </a:lnTo>
                  <a:close/>
                  <a:moveTo>
                    <a:pt x="921" y="112"/>
                  </a:moveTo>
                  <a:lnTo>
                    <a:pt x="921" y="112"/>
                  </a:lnTo>
                  <a:cubicBezTo>
                    <a:pt x="1507" y="224"/>
                    <a:pt x="2316" y="363"/>
                    <a:pt x="3376" y="363"/>
                  </a:cubicBezTo>
                  <a:cubicBezTo>
                    <a:pt x="5469" y="475"/>
                    <a:pt x="8370" y="698"/>
                    <a:pt x="11495" y="810"/>
                  </a:cubicBezTo>
                  <a:lnTo>
                    <a:pt x="22208" y="810"/>
                  </a:lnTo>
                  <a:lnTo>
                    <a:pt x="22905" y="698"/>
                  </a:lnTo>
                  <a:lnTo>
                    <a:pt x="19753" y="698"/>
                  </a:lnTo>
                  <a:cubicBezTo>
                    <a:pt x="17549" y="698"/>
                    <a:pt x="14759" y="587"/>
                    <a:pt x="11495" y="587"/>
                  </a:cubicBezTo>
                  <a:cubicBezTo>
                    <a:pt x="8370" y="475"/>
                    <a:pt x="5469" y="363"/>
                    <a:pt x="3376" y="224"/>
                  </a:cubicBezTo>
                  <a:lnTo>
                    <a:pt x="921" y="112"/>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4"/>
            <p:cNvSpPr/>
            <p:nvPr/>
          </p:nvSpPr>
          <p:spPr>
            <a:xfrm>
              <a:off x="1581523" y="3074413"/>
              <a:ext cx="50316" cy="257179"/>
            </a:xfrm>
            <a:custGeom>
              <a:avLst/>
              <a:gdLst/>
              <a:ahLst/>
              <a:cxnLst/>
              <a:rect l="l" t="t" r="r" b="b"/>
              <a:pathLst>
                <a:path w="3712" h="18973" extrusionOk="0">
                  <a:moveTo>
                    <a:pt x="3711" y="1"/>
                  </a:moveTo>
                  <a:cubicBezTo>
                    <a:pt x="3599" y="364"/>
                    <a:pt x="3599" y="587"/>
                    <a:pt x="3599" y="838"/>
                  </a:cubicBezTo>
                  <a:cubicBezTo>
                    <a:pt x="3488" y="1396"/>
                    <a:pt x="3488" y="2093"/>
                    <a:pt x="3488" y="3042"/>
                  </a:cubicBezTo>
                  <a:cubicBezTo>
                    <a:pt x="3376" y="4772"/>
                    <a:pt x="3125" y="7338"/>
                    <a:pt x="3014" y="10128"/>
                  </a:cubicBezTo>
                  <a:cubicBezTo>
                    <a:pt x="3014" y="11523"/>
                    <a:pt x="2902" y="12807"/>
                    <a:pt x="2790" y="13950"/>
                  </a:cubicBezTo>
                  <a:cubicBezTo>
                    <a:pt x="2790" y="15011"/>
                    <a:pt x="2567" y="16043"/>
                    <a:pt x="2093" y="16991"/>
                  </a:cubicBezTo>
                  <a:cubicBezTo>
                    <a:pt x="1730" y="17689"/>
                    <a:pt x="1284" y="18135"/>
                    <a:pt x="698" y="18610"/>
                  </a:cubicBezTo>
                  <a:cubicBezTo>
                    <a:pt x="475" y="18721"/>
                    <a:pt x="224" y="18833"/>
                    <a:pt x="0" y="18972"/>
                  </a:cubicBezTo>
                  <a:lnTo>
                    <a:pt x="224" y="18972"/>
                  </a:lnTo>
                  <a:cubicBezTo>
                    <a:pt x="335" y="18833"/>
                    <a:pt x="586" y="18721"/>
                    <a:pt x="698" y="18721"/>
                  </a:cubicBezTo>
                  <a:cubicBezTo>
                    <a:pt x="1395" y="18275"/>
                    <a:pt x="1870" y="17801"/>
                    <a:pt x="2204" y="17103"/>
                  </a:cubicBezTo>
                  <a:cubicBezTo>
                    <a:pt x="2679" y="16182"/>
                    <a:pt x="3014" y="15122"/>
                    <a:pt x="3014" y="13950"/>
                  </a:cubicBezTo>
                  <a:cubicBezTo>
                    <a:pt x="3125" y="12807"/>
                    <a:pt x="3265" y="11523"/>
                    <a:pt x="3265" y="10128"/>
                  </a:cubicBezTo>
                  <a:cubicBezTo>
                    <a:pt x="3376" y="7338"/>
                    <a:pt x="3488" y="4772"/>
                    <a:pt x="3599" y="3042"/>
                  </a:cubicBezTo>
                  <a:cubicBezTo>
                    <a:pt x="3599" y="2093"/>
                    <a:pt x="3711" y="1396"/>
                    <a:pt x="3711" y="838"/>
                  </a:cubicBezTo>
                  <a:lnTo>
                    <a:pt x="3711"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4"/>
            <p:cNvSpPr/>
            <p:nvPr/>
          </p:nvSpPr>
          <p:spPr>
            <a:xfrm>
              <a:off x="1346671" y="3145511"/>
              <a:ext cx="122917" cy="114987"/>
            </a:xfrm>
            <a:custGeom>
              <a:avLst/>
              <a:gdLst/>
              <a:ahLst/>
              <a:cxnLst/>
              <a:rect l="l" t="t" r="r" b="b"/>
              <a:pathLst>
                <a:path w="9068" h="8483" extrusionOk="0">
                  <a:moveTo>
                    <a:pt x="9067" y="1"/>
                  </a:moveTo>
                  <a:cubicBezTo>
                    <a:pt x="8956" y="587"/>
                    <a:pt x="8844" y="1284"/>
                    <a:pt x="8593" y="1870"/>
                  </a:cubicBezTo>
                  <a:cubicBezTo>
                    <a:pt x="7672" y="4995"/>
                    <a:pt x="5106" y="7450"/>
                    <a:pt x="1981" y="8147"/>
                  </a:cubicBezTo>
                  <a:cubicBezTo>
                    <a:pt x="1284" y="8259"/>
                    <a:pt x="698" y="8371"/>
                    <a:pt x="0" y="8371"/>
                  </a:cubicBezTo>
                  <a:cubicBezTo>
                    <a:pt x="223" y="8482"/>
                    <a:pt x="363" y="8482"/>
                    <a:pt x="586" y="8482"/>
                  </a:cubicBezTo>
                  <a:cubicBezTo>
                    <a:pt x="1060" y="8482"/>
                    <a:pt x="1507" y="8371"/>
                    <a:pt x="1981" y="8259"/>
                  </a:cubicBezTo>
                  <a:cubicBezTo>
                    <a:pt x="3599" y="7896"/>
                    <a:pt x="5106" y="7199"/>
                    <a:pt x="6277" y="6055"/>
                  </a:cubicBezTo>
                  <a:cubicBezTo>
                    <a:pt x="7449" y="4995"/>
                    <a:pt x="8370" y="3488"/>
                    <a:pt x="8844" y="1982"/>
                  </a:cubicBezTo>
                  <a:cubicBezTo>
                    <a:pt x="8956" y="1507"/>
                    <a:pt x="8956" y="1033"/>
                    <a:pt x="9067" y="475"/>
                  </a:cubicBezTo>
                  <a:lnTo>
                    <a:pt x="9067"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4"/>
            <p:cNvSpPr/>
            <p:nvPr/>
          </p:nvSpPr>
          <p:spPr>
            <a:xfrm>
              <a:off x="1694984" y="3167458"/>
              <a:ext cx="75637" cy="96064"/>
            </a:xfrm>
            <a:custGeom>
              <a:avLst/>
              <a:gdLst/>
              <a:ahLst/>
              <a:cxnLst/>
              <a:rect l="l" t="t" r="r" b="b"/>
              <a:pathLst>
                <a:path w="5580" h="7087" extrusionOk="0">
                  <a:moveTo>
                    <a:pt x="0" y="0"/>
                  </a:moveTo>
                  <a:lnTo>
                    <a:pt x="0" y="363"/>
                  </a:lnTo>
                  <a:cubicBezTo>
                    <a:pt x="112" y="698"/>
                    <a:pt x="112" y="1060"/>
                    <a:pt x="223" y="1395"/>
                  </a:cubicBezTo>
                  <a:cubicBezTo>
                    <a:pt x="335" y="1869"/>
                    <a:pt x="474" y="2344"/>
                    <a:pt x="698" y="2790"/>
                  </a:cubicBezTo>
                  <a:cubicBezTo>
                    <a:pt x="1172" y="3962"/>
                    <a:pt x="1981" y="4882"/>
                    <a:pt x="3013" y="5691"/>
                  </a:cubicBezTo>
                  <a:cubicBezTo>
                    <a:pt x="3376" y="6054"/>
                    <a:pt x="3822" y="6389"/>
                    <a:pt x="4185" y="6640"/>
                  </a:cubicBezTo>
                  <a:cubicBezTo>
                    <a:pt x="4520" y="6752"/>
                    <a:pt x="4883" y="6863"/>
                    <a:pt x="5106" y="6975"/>
                  </a:cubicBezTo>
                  <a:cubicBezTo>
                    <a:pt x="5217" y="7086"/>
                    <a:pt x="5468" y="7086"/>
                    <a:pt x="5580" y="7086"/>
                  </a:cubicBezTo>
                  <a:cubicBezTo>
                    <a:pt x="5580" y="7086"/>
                    <a:pt x="4994" y="6863"/>
                    <a:pt x="4297" y="6389"/>
                  </a:cubicBezTo>
                  <a:cubicBezTo>
                    <a:pt x="3822" y="6166"/>
                    <a:pt x="3488" y="5943"/>
                    <a:pt x="3125" y="5580"/>
                  </a:cubicBezTo>
                  <a:cubicBezTo>
                    <a:pt x="2678" y="5133"/>
                    <a:pt x="2204" y="4771"/>
                    <a:pt x="1869" y="4297"/>
                  </a:cubicBezTo>
                  <a:cubicBezTo>
                    <a:pt x="1507" y="3739"/>
                    <a:pt x="1172" y="3264"/>
                    <a:pt x="921" y="2678"/>
                  </a:cubicBezTo>
                  <a:cubicBezTo>
                    <a:pt x="698" y="2204"/>
                    <a:pt x="474" y="1758"/>
                    <a:pt x="335" y="1283"/>
                  </a:cubicBezTo>
                  <a:cubicBezTo>
                    <a:pt x="112" y="474"/>
                    <a:pt x="112" y="0"/>
                    <a:pt x="0"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4"/>
            <p:cNvSpPr/>
            <p:nvPr/>
          </p:nvSpPr>
          <p:spPr>
            <a:xfrm>
              <a:off x="1299389" y="3168962"/>
              <a:ext cx="217463" cy="1062305"/>
            </a:xfrm>
            <a:custGeom>
              <a:avLst/>
              <a:gdLst/>
              <a:ahLst/>
              <a:cxnLst/>
              <a:rect l="l" t="t" r="r" b="b"/>
              <a:pathLst>
                <a:path w="16043" h="78370" extrusionOk="0">
                  <a:moveTo>
                    <a:pt x="16043" y="1"/>
                  </a:moveTo>
                  <a:cubicBezTo>
                    <a:pt x="16043" y="140"/>
                    <a:pt x="16043" y="363"/>
                    <a:pt x="15931" y="587"/>
                  </a:cubicBezTo>
                  <a:cubicBezTo>
                    <a:pt x="15931" y="1061"/>
                    <a:pt x="15820" y="1870"/>
                    <a:pt x="15568" y="2930"/>
                  </a:cubicBezTo>
                  <a:cubicBezTo>
                    <a:pt x="15345" y="4883"/>
                    <a:pt x="14871" y="7812"/>
                    <a:pt x="14173" y="11523"/>
                  </a:cubicBezTo>
                  <a:cubicBezTo>
                    <a:pt x="13030" y="18721"/>
                    <a:pt x="11272" y="28737"/>
                    <a:pt x="9068" y="39645"/>
                  </a:cubicBezTo>
                  <a:cubicBezTo>
                    <a:pt x="6752" y="50582"/>
                    <a:pt x="4409" y="60458"/>
                    <a:pt x="2679" y="67656"/>
                  </a:cubicBezTo>
                  <a:cubicBezTo>
                    <a:pt x="1758" y="71143"/>
                    <a:pt x="1061" y="74073"/>
                    <a:pt x="587" y="76026"/>
                  </a:cubicBezTo>
                  <a:cubicBezTo>
                    <a:pt x="1173" y="74073"/>
                    <a:pt x="1870" y="71283"/>
                    <a:pt x="2791" y="67656"/>
                  </a:cubicBezTo>
                  <a:cubicBezTo>
                    <a:pt x="4660" y="60570"/>
                    <a:pt x="6976" y="50693"/>
                    <a:pt x="9291" y="39757"/>
                  </a:cubicBezTo>
                  <a:cubicBezTo>
                    <a:pt x="11523" y="28737"/>
                    <a:pt x="13253" y="18721"/>
                    <a:pt x="14425" y="11523"/>
                  </a:cubicBezTo>
                  <a:cubicBezTo>
                    <a:pt x="15010" y="7924"/>
                    <a:pt x="15457" y="4883"/>
                    <a:pt x="15708" y="2930"/>
                  </a:cubicBezTo>
                  <a:cubicBezTo>
                    <a:pt x="15820" y="1870"/>
                    <a:pt x="15931" y="1172"/>
                    <a:pt x="16043" y="587"/>
                  </a:cubicBezTo>
                  <a:lnTo>
                    <a:pt x="16043" y="1"/>
                  </a:lnTo>
                  <a:close/>
                  <a:moveTo>
                    <a:pt x="587" y="76026"/>
                  </a:moveTo>
                  <a:lnTo>
                    <a:pt x="587" y="76026"/>
                  </a:lnTo>
                  <a:cubicBezTo>
                    <a:pt x="224" y="77086"/>
                    <a:pt x="112" y="77783"/>
                    <a:pt x="1" y="78369"/>
                  </a:cubicBezTo>
                  <a:cubicBezTo>
                    <a:pt x="112" y="77783"/>
                    <a:pt x="363" y="77086"/>
                    <a:pt x="587" y="76026"/>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4"/>
            <p:cNvSpPr/>
            <p:nvPr/>
          </p:nvSpPr>
          <p:spPr>
            <a:xfrm>
              <a:off x="1633333" y="3238557"/>
              <a:ext cx="58625" cy="1027117"/>
            </a:xfrm>
            <a:custGeom>
              <a:avLst/>
              <a:gdLst/>
              <a:ahLst/>
              <a:cxnLst/>
              <a:rect l="l" t="t" r="r" b="b"/>
              <a:pathLst>
                <a:path w="4325" h="75774" extrusionOk="0">
                  <a:moveTo>
                    <a:pt x="3376" y="0"/>
                  </a:moveTo>
                  <a:lnTo>
                    <a:pt x="3376" y="586"/>
                  </a:lnTo>
                  <a:cubicBezTo>
                    <a:pt x="3376" y="1032"/>
                    <a:pt x="3488" y="1841"/>
                    <a:pt x="3488" y="2790"/>
                  </a:cubicBezTo>
                  <a:cubicBezTo>
                    <a:pt x="3739" y="4771"/>
                    <a:pt x="3851" y="7561"/>
                    <a:pt x="3962" y="10909"/>
                  </a:cubicBezTo>
                  <a:cubicBezTo>
                    <a:pt x="4074" y="14396"/>
                    <a:pt x="4074" y="18469"/>
                    <a:pt x="3962" y="23128"/>
                  </a:cubicBezTo>
                  <a:cubicBezTo>
                    <a:pt x="3851" y="27648"/>
                    <a:pt x="3628" y="32670"/>
                    <a:pt x="3265" y="37887"/>
                  </a:cubicBezTo>
                  <a:cubicBezTo>
                    <a:pt x="2456" y="48461"/>
                    <a:pt x="1535" y="58002"/>
                    <a:pt x="949" y="64865"/>
                  </a:cubicBezTo>
                  <a:cubicBezTo>
                    <a:pt x="587" y="68241"/>
                    <a:pt x="363" y="71031"/>
                    <a:pt x="252" y="72984"/>
                  </a:cubicBezTo>
                  <a:cubicBezTo>
                    <a:pt x="140" y="73933"/>
                    <a:pt x="1" y="74742"/>
                    <a:pt x="1" y="75216"/>
                  </a:cubicBezTo>
                  <a:lnTo>
                    <a:pt x="1" y="75774"/>
                  </a:lnTo>
                  <a:cubicBezTo>
                    <a:pt x="1" y="75662"/>
                    <a:pt x="1" y="75439"/>
                    <a:pt x="140" y="75216"/>
                  </a:cubicBezTo>
                  <a:cubicBezTo>
                    <a:pt x="140" y="74742"/>
                    <a:pt x="252" y="73933"/>
                    <a:pt x="363" y="72984"/>
                  </a:cubicBezTo>
                  <a:cubicBezTo>
                    <a:pt x="475" y="71143"/>
                    <a:pt x="838" y="68353"/>
                    <a:pt x="1172" y="64865"/>
                  </a:cubicBezTo>
                  <a:cubicBezTo>
                    <a:pt x="1758" y="58002"/>
                    <a:pt x="2791" y="48461"/>
                    <a:pt x="3488" y="37999"/>
                  </a:cubicBezTo>
                  <a:cubicBezTo>
                    <a:pt x="3851" y="32670"/>
                    <a:pt x="4074" y="27648"/>
                    <a:pt x="4185" y="23128"/>
                  </a:cubicBezTo>
                  <a:cubicBezTo>
                    <a:pt x="4325" y="18469"/>
                    <a:pt x="4185" y="14396"/>
                    <a:pt x="4074" y="10909"/>
                  </a:cubicBezTo>
                  <a:cubicBezTo>
                    <a:pt x="3962" y="7421"/>
                    <a:pt x="3851" y="4631"/>
                    <a:pt x="3628" y="2790"/>
                  </a:cubicBezTo>
                  <a:cubicBezTo>
                    <a:pt x="3628" y="1841"/>
                    <a:pt x="3488" y="1032"/>
                    <a:pt x="3488" y="586"/>
                  </a:cubicBezTo>
                  <a:cubicBezTo>
                    <a:pt x="3376" y="335"/>
                    <a:pt x="3376" y="112"/>
                    <a:pt x="3376"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4"/>
            <p:cNvSpPr/>
            <p:nvPr/>
          </p:nvSpPr>
          <p:spPr>
            <a:xfrm>
              <a:off x="1494916" y="4253230"/>
              <a:ext cx="223508" cy="25619"/>
            </a:xfrm>
            <a:custGeom>
              <a:avLst/>
              <a:gdLst/>
              <a:ahLst/>
              <a:cxnLst/>
              <a:rect l="l" t="t" r="r" b="b"/>
              <a:pathLst>
                <a:path w="16489" h="1890" extrusionOk="0">
                  <a:moveTo>
                    <a:pt x="16489" y="0"/>
                  </a:moveTo>
                  <a:cubicBezTo>
                    <a:pt x="16489" y="0"/>
                    <a:pt x="12778" y="363"/>
                    <a:pt x="8259" y="809"/>
                  </a:cubicBezTo>
                  <a:cubicBezTo>
                    <a:pt x="3711" y="1395"/>
                    <a:pt x="1" y="1870"/>
                    <a:pt x="1" y="1870"/>
                  </a:cubicBezTo>
                  <a:cubicBezTo>
                    <a:pt x="14" y="1883"/>
                    <a:pt x="80" y="1890"/>
                    <a:pt x="193" y="1890"/>
                  </a:cubicBezTo>
                  <a:cubicBezTo>
                    <a:pt x="1005" y="1890"/>
                    <a:pt x="4266" y="1550"/>
                    <a:pt x="8259" y="1060"/>
                  </a:cubicBezTo>
                  <a:cubicBezTo>
                    <a:pt x="12890" y="586"/>
                    <a:pt x="16489" y="112"/>
                    <a:pt x="1648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0" name="Google Shape;3310;p64"/>
          <p:cNvGrpSpPr/>
          <p:nvPr/>
        </p:nvGrpSpPr>
        <p:grpSpPr>
          <a:xfrm>
            <a:off x="2632633" y="3113908"/>
            <a:ext cx="3840599" cy="2028667"/>
            <a:chOff x="3878222" y="2777134"/>
            <a:chExt cx="3438008" cy="1816012"/>
          </a:xfrm>
        </p:grpSpPr>
        <p:sp>
          <p:nvSpPr>
            <p:cNvPr id="3311" name="Google Shape;3311;p64"/>
            <p:cNvSpPr/>
            <p:nvPr/>
          </p:nvSpPr>
          <p:spPr>
            <a:xfrm>
              <a:off x="4029670" y="4400193"/>
              <a:ext cx="118749" cy="109661"/>
            </a:xfrm>
            <a:custGeom>
              <a:avLst/>
              <a:gdLst/>
              <a:ahLst/>
              <a:cxnLst/>
              <a:rect l="l" t="t" r="r" b="b"/>
              <a:pathLst>
                <a:path w="9447" h="8724" extrusionOk="0">
                  <a:moveTo>
                    <a:pt x="9447" y="0"/>
                  </a:moveTo>
                  <a:lnTo>
                    <a:pt x="9447" y="0"/>
                  </a:lnTo>
                  <a:cubicBezTo>
                    <a:pt x="9230" y="97"/>
                    <a:pt x="9133" y="193"/>
                    <a:pt x="9037" y="290"/>
                  </a:cubicBezTo>
                  <a:lnTo>
                    <a:pt x="8025" y="1302"/>
                  </a:lnTo>
                  <a:cubicBezTo>
                    <a:pt x="7230" y="2097"/>
                    <a:pt x="6025" y="3205"/>
                    <a:pt x="4723" y="4410"/>
                  </a:cubicBezTo>
                  <a:cubicBezTo>
                    <a:pt x="3422" y="5615"/>
                    <a:pt x="2217" y="6724"/>
                    <a:pt x="1398" y="7422"/>
                  </a:cubicBezTo>
                  <a:lnTo>
                    <a:pt x="314" y="8338"/>
                  </a:lnTo>
                  <a:cubicBezTo>
                    <a:pt x="193" y="8435"/>
                    <a:pt x="97" y="8627"/>
                    <a:pt x="0" y="8724"/>
                  </a:cubicBezTo>
                  <a:cubicBezTo>
                    <a:pt x="97" y="8627"/>
                    <a:pt x="193" y="8531"/>
                    <a:pt x="410" y="8435"/>
                  </a:cubicBezTo>
                  <a:cubicBezTo>
                    <a:pt x="699" y="8218"/>
                    <a:pt x="1012" y="7929"/>
                    <a:pt x="1518" y="7519"/>
                  </a:cubicBezTo>
                  <a:cubicBezTo>
                    <a:pt x="2314" y="6820"/>
                    <a:pt x="3615" y="5808"/>
                    <a:pt x="4916" y="4603"/>
                  </a:cubicBezTo>
                  <a:cubicBezTo>
                    <a:pt x="6217" y="3302"/>
                    <a:pt x="7326" y="2193"/>
                    <a:pt x="8145" y="1398"/>
                  </a:cubicBezTo>
                  <a:cubicBezTo>
                    <a:pt x="8531" y="988"/>
                    <a:pt x="8844" y="603"/>
                    <a:pt x="9037" y="386"/>
                  </a:cubicBezTo>
                  <a:cubicBezTo>
                    <a:pt x="9230" y="193"/>
                    <a:pt x="9350" y="97"/>
                    <a:pt x="9447"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4"/>
            <p:cNvSpPr/>
            <p:nvPr/>
          </p:nvSpPr>
          <p:spPr>
            <a:xfrm>
              <a:off x="7011940" y="3911621"/>
              <a:ext cx="8799" cy="258703"/>
            </a:xfrm>
            <a:custGeom>
              <a:avLst/>
              <a:gdLst/>
              <a:ahLst/>
              <a:cxnLst/>
              <a:rect l="l" t="t" r="r" b="b"/>
              <a:pathLst>
                <a:path w="700" h="20581" extrusionOk="0">
                  <a:moveTo>
                    <a:pt x="97" y="1"/>
                  </a:moveTo>
                  <a:cubicBezTo>
                    <a:pt x="1" y="314"/>
                    <a:pt x="1" y="603"/>
                    <a:pt x="97" y="820"/>
                  </a:cubicBezTo>
                  <a:cubicBezTo>
                    <a:pt x="97" y="1423"/>
                    <a:pt x="97" y="2122"/>
                    <a:pt x="194" y="3013"/>
                  </a:cubicBezTo>
                  <a:cubicBezTo>
                    <a:pt x="290" y="4917"/>
                    <a:pt x="290" y="7447"/>
                    <a:pt x="290" y="10339"/>
                  </a:cubicBezTo>
                  <a:cubicBezTo>
                    <a:pt x="290" y="13158"/>
                    <a:pt x="290" y="15761"/>
                    <a:pt x="410" y="17568"/>
                  </a:cubicBezTo>
                  <a:cubicBezTo>
                    <a:pt x="410" y="18484"/>
                    <a:pt x="410" y="19279"/>
                    <a:pt x="507" y="19785"/>
                  </a:cubicBezTo>
                  <a:cubicBezTo>
                    <a:pt x="507" y="20098"/>
                    <a:pt x="507" y="20291"/>
                    <a:pt x="603" y="20580"/>
                  </a:cubicBezTo>
                  <a:lnTo>
                    <a:pt x="603" y="19785"/>
                  </a:lnTo>
                  <a:lnTo>
                    <a:pt x="603" y="17568"/>
                  </a:lnTo>
                  <a:cubicBezTo>
                    <a:pt x="603" y="15664"/>
                    <a:pt x="603" y="13158"/>
                    <a:pt x="700" y="10339"/>
                  </a:cubicBezTo>
                  <a:cubicBezTo>
                    <a:pt x="700" y="7447"/>
                    <a:pt x="603" y="4917"/>
                    <a:pt x="410" y="3013"/>
                  </a:cubicBezTo>
                  <a:cubicBezTo>
                    <a:pt x="410" y="2122"/>
                    <a:pt x="290" y="1423"/>
                    <a:pt x="194" y="820"/>
                  </a:cubicBezTo>
                  <a:cubicBezTo>
                    <a:pt x="194" y="603"/>
                    <a:pt x="97" y="314"/>
                    <a:pt x="97"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4"/>
            <p:cNvSpPr/>
            <p:nvPr/>
          </p:nvSpPr>
          <p:spPr>
            <a:xfrm>
              <a:off x="5439324" y="3075041"/>
              <a:ext cx="467101" cy="235298"/>
            </a:xfrm>
            <a:custGeom>
              <a:avLst/>
              <a:gdLst/>
              <a:ahLst/>
              <a:cxnLst/>
              <a:rect l="l" t="t" r="r" b="b"/>
              <a:pathLst>
                <a:path w="37160" h="18719" extrusionOk="0">
                  <a:moveTo>
                    <a:pt x="4627" y="0"/>
                  </a:moveTo>
                  <a:cubicBezTo>
                    <a:pt x="3519" y="2916"/>
                    <a:pt x="2820" y="3615"/>
                    <a:pt x="1302" y="6723"/>
                  </a:cubicBezTo>
                  <a:cubicBezTo>
                    <a:pt x="1" y="9422"/>
                    <a:pt x="1206" y="13158"/>
                    <a:pt x="3423" y="15158"/>
                  </a:cubicBezTo>
                  <a:cubicBezTo>
                    <a:pt x="4820" y="16459"/>
                    <a:pt x="6844" y="16965"/>
                    <a:pt x="8748" y="17471"/>
                  </a:cubicBezTo>
                  <a:cubicBezTo>
                    <a:pt x="11684" y="18159"/>
                    <a:pt x="14713" y="18718"/>
                    <a:pt x="17738" y="18718"/>
                  </a:cubicBezTo>
                  <a:cubicBezTo>
                    <a:pt x="19058" y="18718"/>
                    <a:pt x="20378" y="18612"/>
                    <a:pt x="21689" y="18363"/>
                  </a:cubicBezTo>
                  <a:cubicBezTo>
                    <a:pt x="25713" y="17567"/>
                    <a:pt x="29424" y="15567"/>
                    <a:pt x="32243" y="12435"/>
                  </a:cubicBezTo>
                  <a:cubicBezTo>
                    <a:pt x="35039" y="9326"/>
                    <a:pt x="36750" y="5422"/>
                    <a:pt x="37159" y="1302"/>
                  </a:cubicBezTo>
                  <a:lnTo>
                    <a:pt x="4627"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4"/>
            <p:cNvSpPr/>
            <p:nvPr/>
          </p:nvSpPr>
          <p:spPr>
            <a:xfrm>
              <a:off x="5449631" y="3075041"/>
              <a:ext cx="456794" cy="234757"/>
            </a:xfrm>
            <a:custGeom>
              <a:avLst/>
              <a:gdLst/>
              <a:ahLst/>
              <a:cxnLst/>
              <a:rect l="l" t="t" r="r" b="b"/>
              <a:pathLst>
                <a:path w="36340" h="18676" extrusionOk="0">
                  <a:moveTo>
                    <a:pt x="3807" y="0"/>
                  </a:moveTo>
                  <a:cubicBezTo>
                    <a:pt x="2699" y="2916"/>
                    <a:pt x="2000" y="3615"/>
                    <a:pt x="482" y="6723"/>
                  </a:cubicBezTo>
                  <a:cubicBezTo>
                    <a:pt x="96" y="7519"/>
                    <a:pt x="0" y="8338"/>
                    <a:pt x="0" y="9230"/>
                  </a:cubicBezTo>
                  <a:cubicBezTo>
                    <a:pt x="0" y="11447"/>
                    <a:pt x="988" y="13760"/>
                    <a:pt x="2603" y="15158"/>
                  </a:cubicBezTo>
                  <a:cubicBezTo>
                    <a:pt x="4000" y="16459"/>
                    <a:pt x="6024" y="16965"/>
                    <a:pt x="7928" y="17471"/>
                  </a:cubicBezTo>
                  <a:cubicBezTo>
                    <a:pt x="10844" y="18170"/>
                    <a:pt x="13953" y="18676"/>
                    <a:pt x="16965" y="18676"/>
                  </a:cubicBezTo>
                  <a:cubicBezTo>
                    <a:pt x="18266" y="18676"/>
                    <a:pt x="19567" y="18580"/>
                    <a:pt x="20869" y="18363"/>
                  </a:cubicBezTo>
                  <a:cubicBezTo>
                    <a:pt x="24893" y="17567"/>
                    <a:pt x="28604" y="15567"/>
                    <a:pt x="31423" y="12435"/>
                  </a:cubicBezTo>
                  <a:cubicBezTo>
                    <a:pt x="34219" y="9326"/>
                    <a:pt x="35930" y="5422"/>
                    <a:pt x="36339" y="1302"/>
                  </a:cubicBezTo>
                  <a:lnTo>
                    <a:pt x="3807" y="0"/>
                  </a:lnTo>
                  <a:close/>
                </a:path>
              </a:pathLst>
            </a:custGeom>
            <a:solidFill>
              <a:srgbClr val="727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4"/>
            <p:cNvSpPr/>
            <p:nvPr/>
          </p:nvSpPr>
          <p:spPr>
            <a:xfrm>
              <a:off x="5492329" y="2884476"/>
              <a:ext cx="72114" cy="315381"/>
            </a:xfrm>
            <a:custGeom>
              <a:avLst/>
              <a:gdLst/>
              <a:ahLst/>
              <a:cxnLst/>
              <a:rect l="l" t="t" r="r" b="b"/>
              <a:pathLst>
                <a:path w="5737" h="25090" extrusionOk="0">
                  <a:moveTo>
                    <a:pt x="3589" y="1"/>
                  </a:moveTo>
                  <a:cubicBezTo>
                    <a:pt x="3056" y="1"/>
                    <a:pt x="1515" y="3410"/>
                    <a:pt x="1302" y="3908"/>
                  </a:cubicBezTo>
                  <a:cubicBezTo>
                    <a:pt x="97" y="7330"/>
                    <a:pt x="1" y="11041"/>
                    <a:pt x="603" y="14655"/>
                  </a:cubicBezTo>
                  <a:cubicBezTo>
                    <a:pt x="1109" y="18173"/>
                    <a:pt x="2314" y="21571"/>
                    <a:pt x="3423" y="25089"/>
                  </a:cubicBezTo>
                  <a:cubicBezTo>
                    <a:pt x="4531" y="21571"/>
                    <a:pt x="5230" y="18077"/>
                    <a:pt x="5423" y="14342"/>
                  </a:cubicBezTo>
                  <a:cubicBezTo>
                    <a:pt x="5736" y="10631"/>
                    <a:pt x="5134" y="6823"/>
                    <a:pt x="3230" y="3618"/>
                  </a:cubicBezTo>
                  <a:cubicBezTo>
                    <a:pt x="3013" y="3209"/>
                    <a:pt x="4025" y="4"/>
                    <a:pt x="3615" y="4"/>
                  </a:cubicBezTo>
                  <a:cubicBezTo>
                    <a:pt x="3607" y="2"/>
                    <a:pt x="3598" y="1"/>
                    <a:pt x="358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4"/>
            <p:cNvSpPr/>
            <p:nvPr/>
          </p:nvSpPr>
          <p:spPr>
            <a:xfrm>
              <a:off x="5523828" y="2812428"/>
              <a:ext cx="388954" cy="766066"/>
            </a:xfrm>
            <a:custGeom>
              <a:avLst/>
              <a:gdLst/>
              <a:ahLst/>
              <a:cxnLst/>
              <a:rect l="l" t="t" r="r" b="b"/>
              <a:pathLst>
                <a:path w="30943" h="60944" extrusionOk="0">
                  <a:moveTo>
                    <a:pt x="13978" y="1"/>
                  </a:moveTo>
                  <a:cubicBezTo>
                    <a:pt x="4941" y="97"/>
                    <a:pt x="1" y="7929"/>
                    <a:pt x="411" y="16965"/>
                  </a:cubicBezTo>
                  <a:lnTo>
                    <a:pt x="820" y="50702"/>
                  </a:lnTo>
                  <a:cubicBezTo>
                    <a:pt x="917" y="56341"/>
                    <a:pt x="5423" y="60847"/>
                    <a:pt x="11062" y="60944"/>
                  </a:cubicBezTo>
                  <a:lnTo>
                    <a:pt x="11158" y="60944"/>
                  </a:lnTo>
                  <a:cubicBezTo>
                    <a:pt x="16869" y="60944"/>
                    <a:pt x="21496" y="56220"/>
                    <a:pt x="21496" y="50606"/>
                  </a:cubicBezTo>
                  <a:cubicBezTo>
                    <a:pt x="21400" y="48003"/>
                    <a:pt x="21496" y="45979"/>
                    <a:pt x="21496" y="45979"/>
                  </a:cubicBezTo>
                  <a:cubicBezTo>
                    <a:pt x="21496" y="45979"/>
                    <a:pt x="30244" y="44991"/>
                    <a:pt x="30725" y="36340"/>
                  </a:cubicBezTo>
                  <a:cubicBezTo>
                    <a:pt x="30942" y="32123"/>
                    <a:pt x="30629" y="23399"/>
                    <a:pt x="30340" y="15568"/>
                  </a:cubicBezTo>
                  <a:cubicBezTo>
                    <a:pt x="30027" y="7134"/>
                    <a:pt x="23303" y="410"/>
                    <a:pt x="14869" y="1"/>
                  </a:cubicBezTo>
                  <a:close/>
                </a:path>
              </a:pathLst>
            </a:custGeom>
            <a:solidFill>
              <a:srgbClr val="A36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4"/>
            <p:cNvSpPr/>
            <p:nvPr/>
          </p:nvSpPr>
          <p:spPr>
            <a:xfrm>
              <a:off x="5654072" y="3342492"/>
              <a:ext cx="139967" cy="75973"/>
            </a:xfrm>
            <a:custGeom>
              <a:avLst/>
              <a:gdLst/>
              <a:ahLst/>
              <a:cxnLst/>
              <a:rect l="l" t="t" r="r" b="b"/>
              <a:pathLst>
                <a:path w="11135" h="6044" extrusionOk="0">
                  <a:moveTo>
                    <a:pt x="1" y="0"/>
                  </a:moveTo>
                  <a:cubicBezTo>
                    <a:pt x="1" y="1"/>
                    <a:pt x="2355" y="6044"/>
                    <a:pt x="10353" y="6044"/>
                  </a:cubicBezTo>
                  <a:cubicBezTo>
                    <a:pt x="10608" y="6044"/>
                    <a:pt x="10868" y="6038"/>
                    <a:pt x="11134" y="6025"/>
                  </a:cubicBezTo>
                  <a:lnTo>
                    <a:pt x="11134" y="3808"/>
                  </a:lnTo>
                  <a:cubicBezTo>
                    <a:pt x="11134" y="3808"/>
                    <a:pt x="11116" y="3808"/>
                    <a:pt x="11080" y="3808"/>
                  </a:cubicBezTo>
                  <a:cubicBezTo>
                    <a:pt x="10496" y="3808"/>
                    <a:pt x="5291" y="3701"/>
                    <a:pt x="1" y="0"/>
                  </a:cubicBezTo>
                  <a:close/>
                </a:path>
              </a:pathLst>
            </a:custGeom>
            <a:solidFill>
              <a:srgbClr val="7C3B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4"/>
            <p:cNvSpPr/>
            <p:nvPr/>
          </p:nvSpPr>
          <p:spPr>
            <a:xfrm>
              <a:off x="5833084" y="3061101"/>
              <a:ext cx="30306" cy="30306"/>
            </a:xfrm>
            <a:custGeom>
              <a:avLst/>
              <a:gdLst/>
              <a:ahLst/>
              <a:cxnLst/>
              <a:rect l="l" t="t" r="r" b="b"/>
              <a:pathLst>
                <a:path w="2411" h="2411" extrusionOk="0">
                  <a:moveTo>
                    <a:pt x="1206" y="1"/>
                  </a:moveTo>
                  <a:cubicBezTo>
                    <a:pt x="507" y="1"/>
                    <a:pt x="1" y="603"/>
                    <a:pt x="1" y="1206"/>
                  </a:cubicBezTo>
                  <a:cubicBezTo>
                    <a:pt x="1" y="1904"/>
                    <a:pt x="507" y="2411"/>
                    <a:pt x="1206" y="2411"/>
                  </a:cubicBezTo>
                  <a:cubicBezTo>
                    <a:pt x="1904" y="2411"/>
                    <a:pt x="2410" y="1904"/>
                    <a:pt x="2410" y="1206"/>
                  </a:cubicBezTo>
                  <a:cubicBezTo>
                    <a:pt x="2410" y="507"/>
                    <a:pt x="1904" y="1"/>
                    <a:pt x="120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4"/>
            <p:cNvSpPr/>
            <p:nvPr/>
          </p:nvSpPr>
          <p:spPr>
            <a:xfrm>
              <a:off x="5817938" y="3034454"/>
              <a:ext cx="63328" cy="18302"/>
            </a:xfrm>
            <a:custGeom>
              <a:avLst/>
              <a:gdLst/>
              <a:ahLst/>
              <a:cxnLst/>
              <a:rect l="l" t="t" r="r" b="b"/>
              <a:pathLst>
                <a:path w="5038" h="1456" extrusionOk="0">
                  <a:moveTo>
                    <a:pt x="2627" y="0"/>
                  </a:moveTo>
                  <a:cubicBezTo>
                    <a:pt x="1905" y="0"/>
                    <a:pt x="1206" y="217"/>
                    <a:pt x="603" y="603"/>
                  </a:cubicBezTo>
                  <a:cubicBezTo>
                    <a:pt x="218" y="819"/>
                    <a:pt x="1" y="1109"/>
                    <a:pt x="97" y="1205"/>
                  </a:cubicBezTo>
                  <a:cubicBezTo>
                    <a:pt x="116" y="1238"/>
                    <a:pt x="154" y="1252"/>
                    <a:pt x="211" y="1252"/>
                  </a:cubicBezTo>
                  <a:cubicBezTo>
                    <a:pt x="526" y="1252"/>
                    <a:pt x="1404" y="819"/>
                    <a:pt x="2507" y="819"/>
                  </a:cubicBezTo>
                  <a:cubicBezTo>
                    <a:pt x="3758" y="904"/>
                    <a:pt x="4598" y="1455"/>
                    <a:pt x="4848" y="1455"/>
                  </a:cubicBezTo>
                  <a:cubicBezTo>
                    <a:pt x="4882" y="1455"/>
                    <a:pt x="4905" y="1445"/>
                    <a:pt x="4917" y="1422"/>
                  </a:cubicBezTo>
                  <a:cubicBezTo>
                    <a:pt x="5037" y="1422"/>
                    <a:pt x="4917" y="1109"/>
                    <a:pt x="4531" y="723"/>
                  </a:cubicBezTo>
                  <a:cubicBezTo>
                    <a:pt x="4025" y="313"/>
                    <a:pt x="3326" y="121"/>
                    <a:pt x="262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4"/>
            <p:cNvSpPr/>
            <p:nvPr/>
          </p:nvSpPr>
          <p:spPr>
            <a:xfrm>
              <a:off x="5669218" y="3059769"/>
              <a:ext cx="31513" cy="29338"/>
            </a:xfrm>
            <a:custGeom>
              <a:avLst/>
              <a:gdLst/>
              <a:ahLst/>
              <a:cxnLst/>
              <a:rect l="l" t="t" r="r" b="b"/>
              <a:pathLst>
                <a:path w="2507" h="2334" extrusionOk="0">
                  <a:moveTo>
                    <a:pt x="1431" y="0"/>
                  </a:moveTo>
                  <a:cubicBezTo>
                    <a:pt x="1388" y="0"/>
                    <a:pt x="1345" y="3"/>
                    <a:pt x="1302" y="10"/>
                  </a:cubicBezTo>
                  <a:cubicBezTo>
                    <a:pt x="603" y="10"/>
                    <a:pt x="1" y="516"/>
                    <a:pt x="1" y="1215"/>
                  </a:cubicBezTo>
                  <a:cubicBezTo>
                    <a:pt x="1" y="1775"/>
                    <a:pt x="520" y="2334"/>
                    <a:pt x="1077" y="2334"/>
                  </a:cubicBezTo>
                  <a:cubicBezTo>
                    <a:pt x="1120" y="2334"/>
                    <a:pt x="1163" y="2331"/>
                    <a:pt x="1206" y="2324"/>
                  </a:cubicBezTo>
                  <a:cubicBezTo>
                    <a:pt x="1905" y="2324"/>
                    <a:pt x="2507" y="1818"/>
                    <a:pt x="2507" y="1119"/>
                  </a:cubicBezTo>
                  <a:cubicBezTo>
                    <a:pt x="2507" y="560"/>
                    <a:pt x="1988" y="0"/>
                    <a:pt x="143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4"/>
            <p:cNvSpPr/>
            <p:nvPr/>
          </p:nvSpPr>
          <p:spPr>
            <a:xfrm>
              <a:off x="5652563" y="3034454"/>
              <a:ext cx="64534" cy="14104"/>
            </a:xfrm>
            <a:custGeom>
              <a:avLst/>
              <a:gdLst/>
              <a:ahLst/>
              <a:cxnLst/>
              <a:rect l="l" t="t" r="r" b="b"/>
              <a:pathLst>
                <a:path w="5134" h="1122" extrusionOk="0">
                  <a:moveTo>
                    <a:pt x="2724" y="0"/>
                  </a:moveTo>
                  <a:cubicBezTo>
                    <a:pt x="2025" y="0"/>
                    <a:pt x="1326" y="121"/>
                    <a:pt x="723" y="410"/>
                  </a:cubicBezTo>
                  <a:cubicBezTo>
                    <a:pt x="217" y="603"/>
                    <a:pt x="0" y="819"/>
                    <a:pt x="121" y="916"/>
                  </a:cubicBezTo>
                  <a:cubicBezTo>
                    <a:pt x="138" y="924"/>
                    <a:pt x="161" y="928"/>
                    <a:pt x="190" y="928"/>
                  </a:cubicBezTo>
                  <a:cubicBezTo>
                    <a:pt x="464" y="928"/>
                    <a:pt x="1264" y="590"/>
                    <a:pt x="2292" y="590"/>
                  </a:cubicBezTo>
                  <a:cubicBezTo>
                    <a:pt x="2401" y="590"/>
                    <a:pt x="2513" y="594"/>
                    <a:pt x="2627" y="603"/>
                  </a:cubicBezTo>
                  <a:cubicBezTo>
                    <a:pt x="3811" y="712"/>
                    <a:pt x="4656" y="1121"/>
                    <a:pt x="4962" y="1121"/>
                  </a:cubicBezTo>
                  <a:cubicBezTo>
                    <a:pt x="4992" y="1121"/>
                    <a:pt x="5017" y="1117"/>
                    <a:pt x="5037" y="1109"/>
                  </a:cubicBezTo>
                  <a:cubicBezTo>
                    <a:pt x="5133" y="1012"/>
                    <a:pt x="4941" y="819"/>
                    <a:pt x="4627" y="506"/>
                  </a:cubicBezTo>
                  <a:cubicBezTo>
                    <a:pt x="4025" y="217"/>
                    <a:pt x="3326" y="0"/>
                    <a:pt x="27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4"/>
            <p:cNvSpPr/>
            <p:nvPr/>
          </p:nvSpPr>
          <p:spPr>
            <a:xfrm>
              <a:off x="5766153" y="3043542"/>
              <a:ext cx="48168" cy="141702"/>
            </a:xfrm>
            <a:custGeom>
              <a:avLst/>
              <a:gdLst/>
              <a:ahLst/>
              <a:cxnLst/>
              <a:rect l="l" t="t" r="r" b="b"/>
              <a:pathLst>
                <a:path w="3832" h="11273" extrusionOk="0">
                  <a:moveTo>
                    <a:pt x="217" y="0"/>
                  </a:moveTo>
                  <a:lnTo>
                    <a:pt x="217" y="0"/>
                  </a:lnTo>
                  <a:cubicBezTo>
                    <a:pt x="0" y="96"/>
                    <a:pt x="916" y="3205"/>
                    <a:pt x="2217" y="6916"/>
                  </a:cubicBezTo>
                  <a:cubicBezTo>
                    <a:pt x="2530" y="7832"/>
                    <a:pt x="2820" y="8723"/>
                    <a:pt x="3133" y="9519"/>
                  </a:cubicBezTo>
                  <a:cubicBezTo>
                    <a:pt x="3229" y="9832"/>
                    <a:pt x="3326" y="10242"/>
                    <a:pt x="3229" y="10627"/>
                  </a:cubicBezTo>
                  <a:cubicBezTo>
                    <a:pt x="3229" y="10844"/>
                    <a:pt x="2916" y="10844"/>
                    <a:pt x="2530" y="10940"/>
                  </a:cubicBezTo>
                  <a:cubicBezTo>
                    <a:pt x="1205" y="11037"/>
                    <a:pt x="313" y="11133"/>
                    <a:pt x="313" y="11230"/>
                  </a:cubicBezTo>
                  <a:cubicBezTo>
                    <a:pt x="313" y="11230"/>
                    <a:pt x="710" y="11272"/>
                    <a:pt x="1367" y="11272"/>
                  </a:cubicBezTo>
                  <a:cubicBezTo>
                    <a:pt x="1695" y="11272"/>
                    <a:pt x="2089" y="11262"/>
                    <a:pt x="2530" y="11230"/>
                  </a:cubicBezTo>
                  <a:cubicBezTo>
                    <a:pt x="2595" y="11262"/>
                    <a:pt x="2659" y="11272"/>
                    <a:pt x="2724" y="11272"/>
                  </a:cubicBezTo>
                  <a:cubicBezTo>
                    <a:pt x="2854" y="11272"/>
                    <a:pt x="2988" y="11230"/>
                    <a:pt x="3133" y="11230"/>
                  </a:cubicBezTo>
                  <a:cubicBezTo>
                    <a:pt x="3422" y="11133"/>
                    <a:pt x="3615" y="11037"/>
                    <a:pt x="3735" y="10724"/>
                  </a:cubicBezTo>
                  <a:cubicBezTo>
                    <a:pt x="3832" y="10338"/>
                    <a:pt x="3832" y="9832"/>
                    <a:pt x="3615" y="9422"/>
                  </a:cubicBezTo>
                  <a:cubicBezTo>
                    <a:pt x="3326" y="8531"/>
                    <a:pt x="3012" y="7711"/>
                    <a:pt x="2723" y="6723"/>
                  </a:cubicBezTo>
                  <a:cubicBezTo>
                    <a:pt x="1518" y="3012"/>
                    <a:pt x="313" y="0"/>
                    <a:pt x="2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4"/>
            <p:cNvSpPr/>
            <p:nvPr/>
          </p:nvSpPr>
          <p:spPr>
            <a:xfrm>
              <a:off x="5717082" y="3193469"/>
              <a:ext cx="55446" cy="50594"/>
            </a:xfrm>
            <a:custGeom>
              <a:avLst/>
              <a:gdLst/>
              <a:ahLst/>
              <a:cxnLst/>
              <a:rect l="l" t="t" r="r" b="b"/>
              <a:pathLst>
                <a:path w="4411" h="4025" extrusionOk="0">
                  <a:moveTo>
                    <a:pt x="289" y="0"/>
                  </a:moveTo>
                  <a:cubicBezTo>
                    <a:pt x="193" y="0"/>
                    <a:pt x="0" y="410"/>
                    <a:pt x="0" y="1013"/>
                  </a:cubicBezTo>
                  <a:cubicBezTo>
                    <a:pt x="97" y="1808"/>
                    <a:pt x="506" y="2531"/>
                    <a:pt x="1109" y="3133"/>
                  </a:cubicBezTo>
                  <a:cubicBezTo>
                    <a:pt x="1711" y="3615"/>
                    <a:pt x="2506" y="4025"/>
                    <a:pt x="3422" y="4025"/>
                  </a:cubicBezTo>
                  <a:cubicBezTo>
                    <a:pt x="4025" y="4025"/>
                    <a:pt x="4410" y="3832"/>
                    <a:pt x="4410" y="3736"/>
                  </a:cubicBezTo>
                  <a:cubicBezTo>
                    <a:pt x="4410" y="3519"/>
                    <a:pt x="2820" y="3615"/>
                    <a:pt x="1615" y="2531"/>
                  </a:cubicBezTo>
                  <a:cubicBezTo>
                    <a:pt x="410" y="1519"/>
                    <a:pt x="506" y="0"/>
                    <a:pt x="28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4"/>
            <p:cNvSpPr/>
            <p:nvPr/>
          </p:nvSpPr>
          <p:spPr>
            <a:xfrm>
              <a:off x="5640145" y="2970589"/>
              <a:ext cx="78160" cy="21231"/>
            </a:xfrm>
            <a:custGeom>
              <a:avLst/>
              <a:gdLst/>
              <a:ahLst/>
              <a:cxnLst/>
              <a:rect l="l" t="t" r="r" b="b"/>
              <a:pathLst>
                <a:path w="6218" h="1689" extrusionOk="0">
                  <a:moveTo>
                    <a:pt x="3373" y="0"/>
                  </a:moveTo>
                  <a:cubicBezTo>
                    <a:pt x="2429" y="0"/>
                    <a:pt x="1511" y="250"/>
                    <a:pt x="699" y="768"/>
                  </a:cubicBezTo>
                  <a:cubicBezTo>
                    <a:pt x="193" y="1081"/>
                    <a:pt x="0" y="1370"/>
                    <a:pt x="97" y="1587"/>
                  </a:cubicBezTo>
                  <a:cubicBezTo>
                    <a:pt x="121" y="1660"/>
                    <a:pt x="223" y="1689"/>
                    <a:pt x="388" y="1689"/>
                  </a:cubicBezTo>
                  <a:cubicBezTo>
                    <a:pt x="873" y="1689"/>
                    <a:pt x="1904" y="1442"/>
                    <a:pt x="3109" y="1370"/>
                  </a:cubicBezTo>
                  <a:cubicBezTo>
                    <a:pt x="3647" y="1338"/>
                    <a:pt x="4151" y="1338"/>
                    <a:pt x="4586" y="1338"/>
                  </a:cubicBezTo>
                  <a:lnTo>
                    <a:pt x="4586" y="1338"/>
                  </a:lnTo>
                  <a:cubicBezTo>
                    <a:pt x="5457" y="1338"/>
                    <a:pt x="6057" y="1338"/>
                    <a:pt x="6121" y="1081"/>
                  </a:cubicBezTo>
                  <a:cubicBezTo>
                    <a:pt x="6218" y="985"/>
                    <a:pt x="5929" y="671"/>
                    <a:pt x="5422" y="382"/>
                  </a:cubicBezTo>
                  <a:cubicBezTo>
                    <a:pt x="4746" y="130"/>
                    <a:pt x="4053" y="0"/>
                    <a:pt x="337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4"/>
            <p:cNvSpPr/>
            <p:nvPr/>
          </p:nvSpPr>
          <p:spPr>
            <a:xfrm>
              <a:off x="5817938" y="2977804"/>
              <a:ext cx="59381" cy="20275"/>
            </a:xfrm>
            <a:custGeom>
              <a:avLst/>
              <a:gdLst/>
              <a:ahLst/>
              <a:cxnLst/>
              <a:rect l="l" t="t" r="r" b="b"/>
              <a:pathLst>
                <a:path w="4724" h="1613" extrusionOk="0">
                  <a:moveTo>
                    <a:pt x="2411" y="1"/>
                  </a:moveTo>
                  <a:cubicBezTo>
                    <a:pt x="1808" y="1"/>
                    <a:pt x="1109" y="97"/>
                    <a:pt x="603" y="411"/>
                  </a:cubicBezTo>
                  <a:cubicBezTo>
                    <a:pt x="97" y="700"/>
                    <a:pt x="1" y="1013"/>
                    <a:pt x="97" y="1206"/>
                  </a:cubicBezTo>
                  <a:cubicBezTo>
                    <a:pt x="206" y="1350"/>
                    <a:pt x="483" y="1374"/>
                    <a:pt x="871" y="1374"/>
                  </a:cubicBezTo>
                  <a:cubicBezTo>
                    <a:pt x="1066" y="1374"/>
                    <a:pt x="1288" y="1368"/>
                    <a:pt x="1531" y="1368"/>
                  </a:cubicBezTo>
                  <a:cubicBezTo>
                    <a:pt x="1773" y="1368"/>
                    <a:pt x="2037" y="1374"/>
                    <a:pt x="2314" y="1399"/>
                  </a:cubicBezTo>
                  <a:cubicBezTo>
                    <a:pt x="3116" y="1399"/>
                    <a:pt x="3804" y="1613"/>
                    <a:pt x="4243" y="1613"/>
                  </a:cubicBezTo>
                  <a:cubicBezTo>
                    <a:pt x="4410" y="1613"/>
                    <a:pt x="4541" y="1582"/>
                    <a:pt x="4628" y="1495"/>
                  </a:cubicBezTo>
                  <a:cubicBezTo>
                    <a:pt x="4724" y="1302"/>
                    <a:pt x="4628" y="1013"/>
                    <a:pt x="4218" y="700"/>
                  </a:cubicBezTo>
                  <a:cubicBezTo>
                    <a:pt x="3712" y="290"/>
                    <a:pt x="3109" y="97"/>
                    <a:pt x="241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4"/>
            <p:cNvSpPr/>
            <p:nvPr/>
          </p:nvSpPr>
          <p:spPr>
            <a:xfrm>
              <a:off x="5458781" y="3103146"/>
              <a:ext cx="75370" cy="113909"/>
            </a:xfrm>
            <a:custGeom>
              <a:avLst/>
              <a:gdLst/>
              <a:ahLst/>
              <a:cxnLst/>
              <a:rect l="l" t="t" r="r" b="b"/>
              <a:pathLst>
                <a:path w="5996" h="9062" extrusionOk="0">
                  <a:moveTo>
                    <a:pt x="3895" y="1"/>
                  </a:moveTo>
                  <a:cubicBezTo>
                    <a:pt x="2213" y="1"/>
                    <a:pt x="125" y="738"/>
                    <a:pt x="67" y="4295"/>
                  </a:cubicBezTo>
                  <a:cubicBezTo>
                    <a:pt x="1" y="8381"/>
                    <a:pt x="2866" y="9062"/>
                    <a:pt x="4636" y="9062"/>
                  </a:cubicBezTo>
                  <a:cubicBezTo>
                    <a:pt x="5424" y="9062"/>
                    <a:pt x="5995" y="8927"/>
                    <a:pt x="5995" y="8897"/>
                  </a:cubicBezTo>
                  <a:lnTo>
                    <a:pt x="5995" y="367"/>
                  </a:lnTo>
                  <a:cubicBezTo>
                    <a:pt x="5957" y="328"/>
                    <a:pt x="5016" y="1"/>
                    <a:pt x="3895" y="1"/>
                  </a:cubicBezTo>
                  <a:close/>
                </a:path>
              </a:pathLst>
            </a:custGeom>
            <a:solidFill>
              <a:srgbClr val="A36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4"/>
            <p:cNvSpPr/>
            <p:nvPr/>
          </p:nvSpPr>
          <p:spPr>
            <a:xfrm>
              <a:off x="5478402" y="3126826"/>
              <a:ext cx="34241" cy="65025"/>
            </a:xfrm>
            <a:custGeom>
              <a:avLst/>
              <a:gdLst/>
              <a:ahLst/>
              <a:cxnLst/>
              <a:rect l="l" t="t" r="r" b="b"/>
              <a:pathLst>
                <a:path w="2724" h="5173" extrusionOk="0">
                  <a:moveTo>
                    <a:pt x="1518" y="1"/>
                  </a:moveTo>
                  <a:cubicBezTo>
                    <a:pt x="1012" y="97"/>
                    <a:pt x="603" y="387"/>
                    <a:pt x="410" y="893"/>
                  </a:cubicBezTo>
                  <a:cubicBezTo>
                    <a:pt x="121" y="1399"/>
                    <a:pt x="0" y="2001"/>
                    <a:pt x="0" y="2507"/>
                  </a:cubicBezTo>
                  <a:cubicBezTo>
                    <a:pt x="0" y="3712"/>
                    <a:pt x="603" y="4917"/>
                    <a:pt x="1518" y="5110"/>
                  </a:cubicBezTo>
                  <a:cubicBezTo>
                    <a:pt x="1638" y="5150"/>
                    <a:pt x="1779" y="5173"/>
                    <a:pt x="1916" y="5173"/>
                  </a:cubicBezTo>
                  <a:cubicBezTo>
                    <a:pt x="2110" y="5173"/>
                    <a:pt x="2297" y="5126"/>
                    <a:pt x="2410" y="5013"/>
                  </a:cubicBezTo>
                  <a:cubicBezTo>
                    <a:pt x="2627" y="4917"/>
                    <a:pt x="2723" y="4700"/>
                    <a:pt x="2627" y="4700"/>
                  </a:cubicBezTo>
                  <a:lnTo>
                    <a:pt x="2410" y="4917"/>
                  </a:lnTo>
                  <a:cubicBezTo>
                    <a:pt x="2266" y="4965"/>
                    <a:pt x="2115" y="4989"/>
                    <a:pt x="1976" y="4989"/>
                  </a:cubicBezTo>
                  <a:cubicBezTo>
                    <a:pt x="1838" y="4989"/>
                    <a:pt x="1711" y="4965"/>
                    <a:pt x="1615" y="4917"/>
                  </a:cubicBezTo>
                  <a:cubicBezTo>
                    <a:pt x="1012" y="4604"/>
                    <a:pt x="410" y="3616"/>
                    <a:pt x="410" y="2507"/>
                  </a:cubicBezTo>
                  <a:cubicBezTo>
                    <a:pt x="410" y="2001"/>
                    <a:pt x="506" y="1495"/>
                    <a:pt x="723" y="1085"/>
                  </a:cubicBezTo>
                  <a:cubicBezTo>
                    <a:pt x="820" y="700"/>
                    <a:pt x="1109" y="387"/>
                    <a:pt x="1518" y="290"/>
                  </a:cubicBezTo>
                  <a:cubicBezTo>
                    <a:pt x="1590" y="266"/>
                    <a:pt x="1657" y="254"/>
                    <a:pt x="1718" y="254"/>
                  </a:cubicBezTo>
                  <a:cubicBezTo>
                    <a:pt x="1907" y="254"/>
                    <a:pt x="2048" y="367"/>
                    <a:pt x="2121" y="603"/>
                  </a:cubicBezTo>
                  <a:cubicBezTo>
                    <a:pt x="2217" y="700"/>
                    <a:pt x="2217" y="796"/>
                    <a:pt x="2217" y="893"/>
                  </a:cubicBezTo>
                  <a:cubicBezTo>
                    <a:pt x="2217" y="893"/>
                    <a:pt x="2314" y="796"/>
                    <a:pt x="2314" y="483"/>
                  </a:cubicBezTo>
                  <a:cubicBezTo>
                    <a:pt x="2217" y="387"/>
                    <a:pt x="2217" y="194"/>
                    <a:pt x="2121" y="97"/>
                  </a:cubicBezTo>
                  <a:cubicBezTo>
                    <a:pt x="1928" y="1"/>
                    <a:pt x="1711" y="1"/>
                    <a:pt x="1518" y="1"/>
                  </a:cubicBezTo>
                  <a:close/>
                </a:path>
              </a:pathLst>
            </a:custGeom>
            <a:solidFill>
              <a:srgbClr val="7C3B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4"/>
            <p:cNvSpPr/>
            <p:nvPr/>
          </p:nvSpPr>
          <p:spPr>
            <a:xfrm>
              <a:off x="5497483" y="2799293"/>
              <a:ext cx="372286" cy="363751"/>
            </a:xfrm>
            <a:custGeom>
              <a:avLst/>
              <a:gdLst/>
              <a:ahLst/>
              <a:cxnLst/>
              <a:rect l="l" t="t" r="r" b="b"/>
              <a:pathLst>
                <a:path w="29617" h="28938" extrusionOk="0">
                  <a:moveTo>
                    <a:pt x="14915" y="0"/>
                  </a:moveTo>
                  <a:cubicBezTo>
                    <a:pt x="13826" y="0"/>
                    <a:pt x="12814" y="108"/>
                    <a:pt x="11953" y="347"/>
                  </a:cubicBezTo>
                  <a:cubicBezTo>
                    <a:pt x="8025" y="1455"/>
                    <a:pt x="4724" y="3455"/>
                    <a:pt x="2699" y="7070"/>
                  </a:cubicBezTo>
                  <a:cubicBezTo>
                    <a:pt x="699" y="10685"/>
                    <a:pt x="0" y="14902"/>
                    <a:pt x="97" y="19022"/>
                  </a:cubicBezTo>
                  <a:cubicBezTo>
                    <a:pt x="97" y="20324"/>
                    <a:pt x="193" y="21625"/>
                    <a:pt x="892" y="22637"/>
                  </a:cubicBezTo>
                  <a:cubicBezTo>
                    <a:pt x="1711" y="23938"/>
                    <a:pt x="3302" y="24854"/>
                    <a:pt x="3302" y="26661"/>
                  </a:cubicBezTo>
                  <a:cubicBezTo>
                    <a:pt x="3205" y="27264"/>
                    <a:pt x="3422" y="27963"/>
                    <a:pt x="3904" y="28469"/>
                  </a:cubicBezTo>
                  <a:cubicBezTo>
                    <a:pt x="4243" y="28800"/>
                    <a:pt x="4600" y="28938"/>
                    <a:pt x="4949" y="28938"/>
                  </a:cubicBezTo>
                  <a:cubicBezTo>
                    <a:pt x="5743" y="28938"/>
                    <a:pt x="6498" y="28226"/>
                    <a:pt x="6917" y="27457"/>
                  </a:cubicBezTo>
                  <a:cubicBezTo>
                    <a:pt x="8242" y="25047"/>
                    <a:pt x="8338" y="22324"/>
                    <a:pt x="8531" y="19625"/>
                  </a:cubicBezTo>
                  <a:cubicBezTo>
                    <a:pt x="8531" y="17721"/>
                    <a:pt x="8627" y="15817"/>
                    <a:pt x="8121" y="14010"/>
                  </a:cubicBezTo>
                  <a:cubicBezTo>
                    <a:pt x="7832" y="12998"/>
                    <a:pt x="7326" y="12082"/>
                    <a:pt x="7133" y="10998"/>
                  </a:cubicBezTo>
                  <a:cubicBezTo>
                    <a:pt x="6917" y="9986"/>
                    <a:pt x="6917" y="8877"/>
                    <a:pt x="7519" y="8082"/>
                  </a:cubicBezTo>
                  <a:lnTo>
                    <a:pt x="8025" y="7576"/>
                  </a:lnTo>
                  <a:cubicBezTo>
                    <a:pt x="9189" y="6544"/>
                    <a:pt x="10631" y="6035"/>
                    <a:pt x="12094" y="6035"/>
                  </a:cubicBezTo>
                  <a:cubicBezTo>
                    <a:pt x="12782" y="6035"/>
                    <a:pt x="13475" y="6148"/>
                    <a:pt x="14146" y="6371"/>
                  </a:cubicBezTo>
                  <a:cubicBezTo>
                    <a:pt x="16818" y="7312"/>
                    <a:pt x="20902" y="8621"/>
                    <a:pt x="23274" y="8621"/>
                  </a:cubicBezTo>
                  <a:cubicBezTo>
                    <a:pt x="23939" y="8621"/>
                    <a:pt x="24470" y="8518"/>
                    <a:pt x="24797" y="8275"/>
                  </a:cubicBezTo>
                  <a:cubicBezTo>
                    <a:pt x="26918" y="6564"/>
                    <a:pt x="27400" y="5576"/>
                    <a:pt x="27400" y="5576"/>
                  </a:cubicBezTo>
                  <a:lnTo>
                    <a:pt x="28604" y="6781"/>
                  </a:lnTo>
                  <a:cubicBezTo>
                    <a:pt x="29617" y="6275"/>
                    <a:pt x="26701" y="3166"/>
                    <a:pt x="24291" y="2058"/>
                  </a:cubicBezTo>
                  <a:cubicBezTo>
                    <a:pt x="21691" y="864"/>
                    <a:pt x="17998" y="0"/>
                    <a:pt x="1491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4"/>
            <p:cNvSpPr/>
            <p:nvPr/>
          </p:nvSpPr>
          <p:spPr>
            <a:xfrm>
              <a:off x="5492329" y="2777134"/>
              <a:ext cx="424087" cy="299141"/>
            </a:xfrm>
            <a:custGeom>
              <a:avLst/>
              <a:gdLst/>
              <a:ahLst/>
              <a:cxnLst/>
              <a:rect l="l" t="t" r="r" b="b"/>
              <a:pathLst>
                <a:path w="33738" h="23798" extrusionOk="0">
                  <a:moveTo>
                    <a:pt x="19824" y="2221"/>
                  </a:moveTo>
                  <a:cubicBezTo>
                    <a:pt x="23791" y="2221"/>
                    <a:pt x="26508" y="5691"/>
                    <a:pt x="26508" y="6423"/>
                  </a:cubicBezTo>
                  <a:lnTo>
                    <a:pt x="26605" y="7532"/>
                  </a:lnTo>
                  <a:lnTo>
                    <a:pt x="12748" y="8544"/>
                  </a:lnTo>
                  <a:cubicBezTo>
                    <a:pt x="12748" y="8544"/>
                    <a:pt x="14170" y="3001"/>
                    <a:pt x="18773" y="2303"/>
                  </a:cubicBezTo>
                  <a:cubicBezTo>
                    <a:pt x="19132" y="2247"/>
                    <a:pt x="19483" y="2221"/>
                    <a:pt x="19824" y="2221"/>
                  </a:cubicBezTo>
                  <a:close/>
                  <a:moveTo>
                    <a:pt x="18351" y="0"/>
                  </a:moveTo>
                  <a:cubicBezTo>
                    <a:pt x="15586" y="0"/>
                    <a:pt x="11655" y="1049"/>
                    <a:pt x="11062" y="1315"/>
                  </a:cubicBezTo>
                  <a:cubicBezTo>
                    <a:pt x="10459" y="1700"/>
                    <a:pt x="4314" y="5122"/>
                    <a:pt x="3615" y="5821"/>
                  </a:cubicBezTo>
                  <a:cubicBezTo>
                    <a:pt x="3013" y="6616"/>
                    <a:pt x="603" y="11339"/>
                    <a:pt x="603" y="12761"/>
                  </a:cubicBezTo>
                  <a:cubicBezTo>
                    <a:pt x="603" y="14159"/>
                    <a:pt x="1" y="20472"/>
                    <a:pt x="1" y="20472"/>
                  </a:cubicBezTo>
                  <a:lnTo>
                    <a:pt x="700" y="23798"/>
                  </a:lnTo>
                  <a:cubicBezTo>
                    <a:pt x="700" y="23798"/>
                    <a:pt x="5929" y="11942"/>
                    <a:pt x="11664" y="10737"/>
                  </a:cubicBezTo>
                  <a:cubicBezTo>
                    <a:pt x="15532" y="9973"/>
                    <a:pt x="20543" y="9690"/>
                    <a:pt x="23515" y="9690"/>
                  </a:cubicBezTo>
                  <a:cubicBezTo>
                    <a:pt x="24858" y="9690"/>
                    <a:pt x="25785" y="9748"/>
                    <a:pt x="26002" y="9845"/>
                  </a:cubicBezTo>
                  <a:cubicBezTo>
                    <a:pt x="26725" y="10038"/>
                    <a:pt x="29930" y="11436"/>
                    <a:pt x="30942" y="12954"/>
                  </a:cubicBezTo>
                  <a:cubicBezTo>
                    <a:pt x="31930" y="14568"/>
                    <a:pt x="32942" y="17580"/>
                    <a:pt x="32942" y="17580"/>
                  </a:cubicBezTo>
                  <a:cubicBezTo>
                    <a:pt x="32942" y="17580"/>
                    <a:pt x="33738" y="9243"/>
                    <a:pt x="32942" y="7725"/>
                  </a:cubicBezTo>
                  <a:cubicBezTo>
                    <a:pt x="32147" y="6327"/>
                    <a:pt x="31737" y="6014"/>
                    <a:pt x="30219" y="4809"/>
                  </a:cubicBezTo>
                  <a:cubicBezTo>
                    <a:pt x="28822" y="3604"/>
                    <a:pt x="22291" y="592"/>
                    <a:pt x="19689" y="110"/>
                  </a:cubicBezTo>
                  <a:cubicBezTo>
                    <a:pt x="19296" y="33"/>
                    <a:pt x="18842" y="0"/>
                    <a:pt x="18351"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4"/>
            <p:cNvSpPr/>
            <p:nvPr/>
          </p:nvSpPr>
          <p:spPr>
            <a:xfrm>
              <a:off x="5821885" y="2870587"/>
              <a:ext cx="12432" cy="30306"/>
            </a:xfrm>
            <a:custGeom>
              <a:avLst/>
              <a:gdLst/>
              <a:ahLst/>
              <a:cxnLst/>
              <a:rect l="l" t="t" r="r" b="b"/>
              <a:pathLst>
                <a:path w="989" h="2411" extrusionOk="0">
                  <a:moveTo>
                    <a:pt x="0" y="0"/>
                  </a:moveTo>
                  <a:cubicBezTo>
                    <a:pt x="0" y="97"/>
                    <a:pt x="96" y="193"/>
                    <a:pt x="289" y="386"/>
                  </a:cubicBezTo>
                  <a:cubicBezTo>
                    <a:pt x="506" y="603"/>
                    <a:pt x="603" y="892"/>
                    <a:pt x="699" y="1205"/>
                  </a:cubicBezTo>
                  <a:cubicBezTo>
                    <a:pt x="795" y="1494"/>
                    <a:pt x="795" y="1808"/>
                    <a:pt x="603" y="2097"/>
                  </a:cubicBezTo>
                  <a:cubicBezTo>
                    <a:pt x="386" y="2314"/>
                    <a:pt x="289" y="2314"/>
                    <a:pt x="289" y="2410"/>
                  </a:cubicBezTo>
                  <a:cubicBezTo>
                    <a:pt x="289" y="2410"/>
                    <a:pt x="506" y="2410"/>
                    <a:pt x="699" y="2193"/>
                  </a:cubicBezTo>
                  <a:cubicBezTo>
                    <a:pt x="892" y="1904"/>
                    <a:pt x="988" y="1494"/>
                    <a:pt x="892" y="1205"/>
                  </a:cubicBezTo>
                  <a:cubicBezTo>
                    <a:pt x="795" y="796"/>
                    <a:pt x="603" y="506"/>
                    <a:pt x="386" y="290"/>
                  </a:cubicBezTo>
                  <a:cubicBezTo>
                    <a:pt x="193" y="97"/>
                    <a:pt x="0"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4"/>
            <p:cNvSpPr/>
            <p:nvPr/>
          </p:nvSpPr>
          <p:spPr>
            <a:xfrm>
              <a:off x="5800379" y="2880580"/>
              <a:ext cx="11212" cy="11024"/>
            </a:xfrm>
            <a:custGeom>
              <a:avLst/>
              <a:gdLst/>
              <a:ahLst/>
              <a:cxnLst/>
              <a:rect l="l" t="t" r="r" b="b"/>
              <a:pathLst>
                <a:path w="892" h="877" extrusionOk="0">
                  <a:moveTo>
                    <a:pt x="603" y="1"/>
                  </a:moveTo>
                  <a:cubicBezTo>
                    <a:pt x="410" y="1"/>
                    <a:pt x="289" y="97"/>
                    <a:pt x="289" y="97"/>
                  </a:cubicBezTo>
                  <a:cubicBezTo>
                    <a:pt x="289" y="97"/>
                    <a:pt x="410" y="97"/>
                    <a:pt x="506" y="193"/>
                  </a:cubicBezTo>
                  <a:cubicBezTo>
                    <a:pt x="603" y="193"/>
                    <a:pt x="699" y="314"/>
                    <a:pt x="699" y="410"/>
                  </a:cubicBezTo>
                  <a:lnTo>
                    <a:pt x="699" y="507"/>
                  </a:lnTo>
                  <a:cubicBezTo>
                    <a:pt x="631" y="575"/>
                    <a:pt x="514" y="643"/>
                    <a:pt x="410" y="643"/>
                  </a:cubicBezTo>
                  <a:cubicBezTo>
                    <a:pt x="366" y="643"/>
                    <a:pt x="325" y="631"/>
                    <a:pt x="289" y="603"/>
                  </a:cubicBezTo>
                  <a:cubicBezTo>
                    <a:pt x="193" y="603"/>
                    <a:pt x="193" y="507"/>
                    <a:pt x="193" y="410"/>
                  </a:cubicBezTo>
                  <a:cubicBezTo>
                    <a:pt x="97" y="193"/>
                    <a:pt x="193" y="97"/>
                    <a:pt x="193" y="97"/>
                  </a:cubicBezTo>
                  <a:lnTo>
                    <a:pt x="193" y="97"/>
                  </a:lnTo>
                  <a:cubicBezTo>
                    <a:pt x="193" y="97"/>
                    <a:pt x="0" y="193"/>
                    <a:pt x="0" y="410"/>
                  </a:cubicBezTo>
                  <a:cubicBezTo>
                    <a:pt x="0" y="507"/>
                    <a:pt x="0" y="603"/>
                    <a:pt x="97" y="699"/>
                  </a:cubicBezTo>
                  <a:cubicBezTo>
                    <a:pt x="207" y="824"/>
                    <a:pt x="325" y="877"/>
                    <a:pt x="443" y="877"/>
                  </a:cubicBezTo>
                  <a:cubicBezTo>
                    <a:pt x="530" y="877"/>
                    <a:pt x="617" y="847"/>
                    <a:pt x="699" y="796"/>
                  </a:cubicBezTo>
                  <a:cubicBezTo>
                    <a:pt x="795" y="699"/>
                    <a:pt x="892" y="603"/>
                    <a:pt x="892" y="507"/>
                  </a:cubicBezTo>
                  <a:cubicBezTo>
                    <a:pt x="892" y="314"/>
                    <a:pt x="795" y="97"/>
                    <a:pt x="6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4"/>
            <p:cNvSpPr/>
            <p:nvPr/>
          </p:nvSpPr>
          <p:spPr>
            <a:xfrm>
              <a:off x="5767661" y="2882515"/>
              <a:ext cx="11225" cy="10496"/>
            </a:xfrm>
            <a:custGeom>
              <a:avLst/>
              <a:gdLst/>
              <a:ahLst/>
              <a:cxnLst/>
              <a:rect l="l" t="t" r="r" b="b"/>
              <a:pathLst>
                <a:path w="893" h="835" extrusionOk="0">
                  <a:moveTo>
                    <a:pt x="385" y="0"/>
                  </a:moveTo>
                  <a:cubicBezTo>
                    <a:pt x="243" y="0"/>
                    <a:pt x="193" y="74"/>
                    <a:pt x="193" y="160"/>
                  </a:cubicBezTo>
                  <a:lnTo>
                    <a:pt x="483" y="160"/>
                  </a:lnTo>
                  <a:cubicBezTo>
                    <a:pt x="603" y="256"/>
                    <a:pt x="603" y="256"/>
                    <a:pt x="699" y="353"/>
                  </a:cubicBezTo>
                  <a:cubicBezTo>
                    <a:pt x="699" y="449"/>
                    <a:pt x="603" y="545"/>
                    <a:pt x="483" y="642"/>
                  </a:cubicBezTo>
                  <a:lnTo>
                    <a:pt x="290" y="642"/>
                  </a:lnTo>
                  <a:cubicBezTo>
                    <a:pt x="193" y="545"/>
                    <a:pt x="193" y="449"/>
                    <a:pt x="193" y="449"/>
                  </a:cubicBezTo>
                  <a:cubicBezTo>
                    <a:pt x="97" y="256"/>
                    <a:pt x="193" y="160"/>
                    <a:pt x="193" y="160"/>
                  </a:cubicBezTo>
                  <a:lnTo>
                    <a:pt x="193" y="160"/>
                  </a:lnTo>
                  <a:cubicBezTo>
                    <a:pt x="193" y="160"/>
                    <a:pt x="1" y="160"/>
                    <a:pt x="1" y="449"/>
                  </a:cubicBezTo>
                  <a:cubicBezTo>
                    <a:pt x="1" y="545"/>
                    <a:pt x="97" y="762"/>
                    <a:pt x="193" y="762"/>
                  </a:cubicBezTo>
                  <a:cubicBezTo>
                    <a:pt x="242" y="810"/>
                    <a:pt x="314" y="835"/>
                    <a:pt x="401" y="835"/>
                  </a:cubicBezTo>
                  <a:cubicBezTo>
                    <a:pt x="489" y="835"/>
                    <a:pt x="591" y="810"/>
                    <a:pt x="699" y="762"/>
                  </a:cubicBezTo>
                  <a:cubicBezTo>
                    <a:pt x="796" y="762"/>
                    <a:pt x="892" y="545"/>
                    <a:pt x="796" y="353"/>
                  </a:cubicBezTo>
                  <a:cubicBezTo>
                    <a:pt x="796" y="256"/>
                    <a:pt x="699" y="39"/>
                    <a:pt x="603" y="39"/>
                  </a:cubicBezTo>
                  <a:cubicBezTo>
                    <a:pt x="514" y="12"/>
                    <a:pt x="442" y="0"/>
                    <a:pt x="38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4"/>
            <p:cNvSpPr/>
            <p:nvPr/>
          </p:nvSpPr>
          <p:spPr>
            <a:xfrm>
              <a:off x="5734641" y="2885193"/>
              <a:ext cx="11527" cy="10245"/>
            </a:xfrm>
            <a:custGeom>
              <a:avLst/>
              <a:gdLst/>
              <a:ahLst/>
              <a:cxnLst/>
              <a:rect l="l" t="t" r="r" b="b"/>
              <a:pathLst>
                <a:path w="917" h="815" extrusionOk="0">
                  <a:moveTo>
                    <a:pt x="375" y="0"/>
                  </a:moveTo>
                  <a:cubicBezTo>
                    <a:pt x="261" y="0"/>
                    <a:pt x="218" y="43"/>
                    <a:pt x="218" y="43"/>
                  </a:cubicBezTo>
                  <a:cubicBezTo>
                    <a:pt x="218" y="91"/>
                    <a:pt x="266" y="91"/>
                    <a:pt x="326" y="91"/>
                  </a:cubicBezTo>
                  <a:cubicBezTo>
                    <a:pt x="387" y="91"/>
                    <a:pt x="459" y="91"/>
                    <a:pt x="507" y="140"/>
                  </a:cubicBezTo>
                  <a:cubicBezTo>
                    <a:pt x="603" y="140"/>
                    <a:pt x="603" y="236"/>
                    <a:pt x="603" y="332"/>
                  </a:cubicBezTo>
                  <a:cubicBezTo>
                    <a:pt x="700" y="429"/>
                    <a:pt x="603" y="549"/>
                    <a:pt x="507" y="549"/>
                  </a:cubicBezTo>
                  <a:cubicBezTo>
                    <a:pt x="459" y="597"/>
                    <a:pt x="411" y="622"/>
                    <a:pt x="374" y="622"/>
                  </a:cubicBezTo>
                  <a:cubicBezTo>
                    <a:pt x="338" y="622"/>
                    <a:pt x="314" y="597"/>
                    <a:pt x="314" y="549"/>
                  </a:cubicBezTo>
                  <a:cubicBezTo>
                    <a:pt x="218" y="549"/>
                    <a:pt x="97" y="429"/>
                    <a:pt x="97" y="332"/>
                  </a:cubicBezTo>
                  <a:cubicBezTo>
                    <a:pt x="97" y="236"/>
                    <a:pt x="218" y="140"/>
                    <a:pt x="218" y="43"/>
                  </a:cubicBezTo>
                  <a:lnTo>
                    <a:pt x="218" y="43"/>
                  </a:lnTo>
                  <a:cubicBezTo>
                    <a:pt x="218" y="43"/>
                    <a:pt x="1" y="140"/>
                    <a:pt x="1" y="332"/>
                  </a:cubicBezTo>
                  <a:cubicBezTo>
                    <a:pt x="1" y="549"/>
                    <a:pt x="1" y="646"/>
                    <a:pt x="97" y="742"/>
                  </a:cubicBezTo>
                  <a:cubicBezTo>
                    <a:pt x="206" y="790"/>
                    <a:pt x="308" y="814"/>
                    <a:pt x="396" y="814"/>
                  </a:cubicBezTo>
                  <a:cubicBezTo>
                    <a:pt x="483" y="814"/>
                    <a:pt x="555" y="790"/>
                    <a:pt x="603" y="742"/>
                  </a:cubicBezTo>
                  <a:cubicBezTo>
                    <a:pt x="820" y="646"/>
                    <a:pt x="917" y="429"/>
                    <a:pt x="820" y="236"/>
                  </a:cubicBezTo>
                  <a:cubicBezTo>
                    <a:pt x="820" y="140"/>
                    <a:pt x="700" y="43"/>
                    <a:pt x="603" y="43"/>
                  </a:cubicBezTo>
                  <a:cubicBezTo>
                    <a:pt x="507" y="11"/>
                    <a:pt x="432" y="0"/>
                    <a:pt x="37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4"/>
            <p:cNvSpPr/>
            <p:nvPr/>
          </p:nvSpPr>
          <p:spPr>
            <a:xfrm>
              <a:off x="5701936" y="2886600"/>
              <a:ext cx="11225" cy="11263"/>
            </a:xfrm>
            <a:custGeom>
              <a:avLst/>
              <a:gdLst/>
              <a:ahLst/>
              <a:cxnLst/>
              <a:rect l="l" t="t" r="r" b="b"/>
              <a:pathLst>
                <a:path w="893" h="896" extrusionOk="0">
                  <a:moveTo>
                    <a:pt x="391" y="1"/>
                  </a:moveTo>
                  <a:cubicBezTo>
                    <a:pt x="255" y="1"/>
                    <a:pt x="193" y="124"/>
                    <a:pt x="193" y="124"/>
                  </a:cubicBezTo>
                  <a:lnTo>
                    <a:pt x="506" y="124"/>
                  </a:lnTo>
                  <a:cubicBezTo>
                    <a:pt x="603" y="220"/>
                    <a:pt x="603" y="317"/>
                    <a:pt x="603" y="317"/>
                  </a:cubicBezTo>
                  <a:cubicBezTo>
                    <a:pt x="603" y="437"/>
                    <a:pt x="603" y="534"/>
                    <a:pt x="506" y="630"/>
                  </a:cubicBezTo>
                  <a:lnTo>
                    <a:pt x="193" y="630"/>
                  </a:lnTo>
                  <a:cubicBezTo>
                    <a:pt x="193" y="534"/>
                    <a:pt x="97" y="534"/>
                    <a:pt x="97" y="437"/>
                  </a:cubicBezTo>
                  <a:cubicBezTo>
                    <a:pt x="97" y="220"/>
                    <a:pt x="193" y="124"/>
                    <a:pt x="193" y="124"/>
                  </a:cubicBezTo>
                  <a:lnTo>
                    <a:pt x="193" y="124"/>
                  </a:lnTo>
                  <a:cubicBezTo>
                    <a:pt x="193" y="124"/>
                    <a:pt x="0" y="124"/>
                    <a:pt x="0" y="437"/>
                  </a:cubicBezTo>
                  <a:cubicBezTo>
                    <a:pt x="0" y="534"/>
                    <a:pt x="0" y="726"/>
                    <a:pt x="97" y="823"/>
                  </a:cubicBezTo>
                  <a:cubicBezTo>
                    <a:pt x="193" y="871"/>
                    <a:pt x="296" y="895"/>
                    <a:pt x="386" y="895"/>
                  </a:cubicBezTo>
                  <a:cubicBezTo>
                    <a:pt x="476" y="895"/>
                    <a:pt x="555" y="871"/>
                    <a:pt x="603" y="823"/>
                  </a:cubicBezTo>
                  <a:cubicBezTo>
                    <a:pt x="796" y="726"/>
                    <a:pt x="892" y="534"/>
                    <a:pt x="796" y="317"/>
                  </a:cubicBezTo>
                  <a:cubicBezTo>
                    <a:pt x="796" y="220"/>
                    <a:pt x="699" y="124"/>
                    <a:pt x="506" y="28"/>
                  </a:cubicBezTo>
                  <a:cubicBezTo>
                    <a:pt x="463" y="8"/>
                    <a:pt x="425" y="1"/>
                    <a:pt x="39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4"/>
            <p:cNvSpPr/>
            <p:nvPr/>
          </p:nvSpPr>
          <p:spPr>
            <a:xfrm>
              <a:off x="5669218" y="2888825"/>
              <a:ext cx="11225" cy="11150"/>
            </a:xfrm>
            <a:custGeom>
              <a:avLst/>
              <a:gdLst/>
              <a:ahLst/>
              <a:cxnLst/>
              <a:rect l="l" t="t" r="r" b="b"/>
              <a:pathLst>
                <a:path w="893" h="887" extrusionOk="0">
                  <a:moveTo>
                    <a:pt x="322" y="1"/>
                  </a:moveTo>
                  <a:cubicBezTo>
                    <a:pt x="236" y="1"/>
                    <a:pt x="194" y="43"/>
                    <a:pt x="194" y="43"/>
                  </a:cubicBezTo>
                  <a:cubicBezTo>
                    <a:pt x="194" y="92"/>
                    <a:pt x="218" y="92"/>
                    <a:pt x="266" y="92"/>
                  </a:cubicBezTo>
                  <a:cubicBezTo>
                    <a:pt x="314" y="92"/>
                    <a:pt x="386" y="92"/>
                    <a:pt x="483" y="140"/>
                  </a:cubicBezTo>
                  <a:cubicBezTo>
                    <a:pt x="603" y="140"/>
                    <a:pt x="603" y="260"/>
                    <a:pt x="603" y="357"/>
                  </a:cubicBezTo>
                  <a:lnTo>
                    <a:pt x="603" y="453"/>
                  </a:lnTo>
                  <a:cubicBezTo>
                    <a:pt x="533" y="566"/>
                    <a:pt x="470" y="613"/>
                    <a:pt x="392" y="613"/>
                  </a:cubicBezTo>
                  <a:cubicBezTo>
                    <a:pt x="337" y="613"/>
                    <a:pt x="273" y="589"/>
                    <a:pt x="194" y="549"/>
                  </a:cubicBezTo>
                  <a:cubicBezTo>
                    <a:pt x="194" y="549"/>
                    <a:pt x="97" y="453"/>
                    <a:pt x="97" y="357"/>
                  </a:cubicBezTo>
                  <a:cubicBezTo>
                    <a:pt x="97" y="260"/>
                    <a:pt x="194" y="140"/>
                    <a:pt x="194" y="140"/>
                  </a:cubicBezTo>
                  <a:cubicBezTo>
                    <a:pt x="194" y="114"/>
                    <a:pt x="180" y="102"/>
                    <a:pt x="161" y="102"/>
                  </a:cubicBezTo>
                  <a:cubicBezTo>
                    <a:pt x="106" y="102"/>
                    <a:pt x="1" y="197"/>
                    <a:pt x="1" y="357"/>
                  </a:cubicBezTo>
                  <a:cubicBezTo>
                    <a:pt x="1" y="549"/>
                    <a:pt x="97" y="742"/>
                    <a:pt x="290" y="863"/>
                  </a:cubicBezTo>
                  <a:cubicBezTo>
                    <a:pt x="323" y="879"/>
                    <a:pt x="356" y="886"/>
                    <a:pt x="389" y="886"/>
                  </a:cubicBezTo>
                  <a:cubicBezTo>
                    <a:pt x="553" y="886"/>
                    <a:pt x="716" y="710"/>
                    <a:pt x="796" y="549"/>
                  </a:cubicBezTo>
                  <a:cubicBezTo>
                    <a:pt x="892" y="357"/>
                    <a:pt x="796" y="43"/>
                    <a:pt x="483" y="43"/>
                  </a:cubicBezTo>
                  <a:cubicBezTo>
                    <a:pt x="419" y="11"/>
                    <a:pt x="365" y="1"/>
                    <a:pt x="3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4"/>
            <p:cNvSpPr/>
            <p:nvPr/>
          </p:nvSpPr>
          <p:spPr>
            <a:xfrm>
              <a:off x="5652563" y="2800890"/>
              <a:ext cx="198417" cy="83641"/>
            </a:xfrm>
            <a:custGeom>
              <a:avLst/>
              <a:gdLst/>
              <a:ahLst/>
              <a:cxnLst/>
              <a:rect l="l" t="t" r="r" b="b"/>
              <a:pathLst>
                <a:path w="15785" h="6654" extrusionOk="0">
                  <a:moveTo>
                    <a:pt x="9570" y="0"/>
                  </a:moveTo>
                  <a:cubicBezTo>
                    <a:pt x="9152" y="0"/>
                    <a:pt x="8792" y="286"/>
                    <a:pt x="8652" y="726"/>
                  </a:cubicBezTo>
                  <a:cubicBezTo>
                    <a:pt x="8338" y="316"/>
                    <a:pt x="7953" y="27"/>
                    <a:pt x="7447" y="27"/>
                  </a:cubicBezTo>
                  <a:cubicBezTo>
                    <a:pt x="6941" y="27"/>
                    <a:pt x="6627" y="726"/>
                    <a:pt x="6242" y="726"/>
                  </a:cubicBezTo>
                  <a:cubicBezTo>
                    <a:pt x="1711" y="919"/>
                    <a:pt x="0" y="6654"/>
                    <a:pt x="121" y="6654"/>
                  </a:cubicBezTo>
                  <a:cubicBezTo>
                    <a:pt x="1928" y="6533"/>
                    <a:pt x="11350" y="5738"/>
                    <a:pt x="13254" y="5738"/>
                  </a:cubicBezTo>
                  <a:cubicBezTo>
                    <a:pt x="13567" y="5738"/>
                    <a:pt x="13760" y="5449"/>
                    <a:pt x="13977" y="5136"/>
                  </a:cubicBezTo>
                  <a:cubicBezTo>
                    <a:pt x="14266" y="4726"/>
                    <a:pt x="14074" y="4244"/>
                    <a:pt x="13857" y="3834"/>
                  </a:cubicBezTo>
                  <a:cubicBezTo>
                    <a:pt x="13892" y="3778"/>
                    <a:pt x="13942" y="3755"/>
                    <a:pt x="13997" y="3755"/>
                  </a:cubicBezTo>
                  <a:cubicBezTo>
                    <a:pt x="14130" y="3755"/>
                    <a:pt x="14295" y="3891"/>
                    <a:pt x="14363" y="4027"/>
                  </a:cubicBezTo>
                  <a:cubicBezTo>
                    <a:pt x="14459" y="4244"/>
                    <a:pt x="14580" y="4533"/>
                    <a:pt x="14580" y="4726"/>
                  </a:cubicBezTo>
                  <a:cubicBezTo>
                    <a:pt x="14580" y="5039"/>
                    <a:pt x="14772" y="5232"/>
                    <a:pt x="14965" y="5232"/>
                  </a:cubicBezTo>
                  <a:cubicBezTo>
                    <a:pt x="15182" y="5232"/>
                    <a:pt x="15278" y="5136"/>
                    <a:pt x="15375" y="5039"/>
                  </a:cubicBezTo>
                  <a:cubicBezTo>
                    <a:pt x="15664" y="4630"/>
                    <a:pt x="15784" y="4124"/>
                    <a:pt x="15568" y="3642"/>
                  </a:cubicBezTo>
                  <a:cubicBezTo>
                    <a:pt x="15356" y="3202"/>
                    <a:pt x="14862" y="2916"/>
                    <a:pt x="14376" y="2916"/>
                  </a:cubicBezTo>
                  <a:cubicBezTo>
                    <a:pt x="14197" y="2916"/>
                    <a:pt x="14019" y="2955"/>
                    <a:pt x="13857" y="3039"/>
                  </a:cubicBezTo>
                  <a:cubicBezTo>
                    <a:pt x="14266" y="2726"/>
                    <a:pt x="14170" y="1931"/>
                    <a:pt x="13664" y="1617"/>
                  </a:cubicBezTo>
                  <a:cubicBezTo>
                    <a:pt x="13436" y="1531"/>
                    <a:pt x="13189" y="1483"/>
                    <a:pt x="12951" y="1483"/>
                  </a:cubicBezTo>
                  <a:cubicBezTo>
                    <a:pt x="12669" y="1483"/>
                    <a:pt x="12400" y="1550"/>
                    <a:pt x="12190" y="1699"/>
                  </a:cubicBezTo>
                  <a:lnTo>
                    <a:pt x="12190" y="1699"/>
                  </a:lnTo>
                  <a:cubicBezTo>
                    <a:pt x="12450" y="1492"/>
                    <a:pt x="12259" y="916"/>
                    <a:pt x="11953" y="822"/>
                  </a:cubicBezTo>
                  <a:cubicBezTo>
                    <a:pt x="11793" y="782"/>
                    <a:pt x="11629" y="759"/>
                    <a:pt x="11463" y="759"/>
                  </a:cubicBezTo>
                  <a:cubicBezTo>
                    <a:pt x="11228" y="759"/>
                    <a:pt x="10988" y="806"/>
                    <a:pt x="10748" y="919"/>
                  </a:cubicBezTo>
                  <a:cubicBezTo>
                    <a:pt x="10652" y="509"/>
                    <a:pt x="10459" y="220"/>
                    <a:pt x="10049" y="123"/>
                  </a:cubicBezTo>
                  <a:cubicBezTo>
                    <a:pt x="9887" y="39"/>
                    <a:pt x="9724" y="0"/>
                    <a:pt x="957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4"/>
            <p:cNvSpPr/>
            <p:nvPr/>
          </p:nvSpPr>
          <p:spPr>
            <a:xfrm>
              <a:off x="5465984" y="2922385"/>
              <a:ext cx="150249" cy="175351"/>
            </a:xfrm>
            <a:custGeom>
              <a:avLst/>
              <a:gdLst/>
              <a:ahLst/>
              <a:cxnLst/>
              <a:rect l="l" t="t" r="r" b="b"/>
              <a:pathLst>
                <a:path w="11953" h="13950" extrusionOk="0">
                  <a:moveTo>
                    <a:pt x="11832" y="0"/>
                  </a:moveTo>
                  <a:cubicBezTo>
                    <a:pt x="11832" y="0"/>
                    <a:pt x="9133" y="2000"/>
                    <a:pt x="7832" y="3807"/>
                  </a:cubicBezTo>
                  <a:cubicBezTo>
                    <a:pt x="6410" y="5615"/>
                    <a:pt x="3302" y="11230"/>
                    <a:pt x="3302" y="11230"/>
                  </a:cubicBezTo>
                  <a:cubicBezTo>
                    <a:pt x="3205" y="11736"/>
                    <a:pt x="2699" y="12049"/>
                    <a:pt x="2193" y="12145"/>
                  </a:cubicBezTo>
                  <a:cubicBezTo>
                    <a:pt x="1711" y="12145"/>
                    <a:pt x="1205" y="12242"/>
                    <a:pt x="796" y="12434"/>
                  </a:cubicBezTo>
                  <a:cubicBezTo>
                    <a:pt x="290" y="12748"/>
                    <a:pt x="0" y="13350"/>
                    <a:pt x="386" y="13736"/>
                  </a:cubicBezTo>
                  <a:cubicBezTo>
                    <a:pt x="498" y="13897"/>
                    <a:pt x="686" y="13950"/>
                    <a:pt x="895" y="13950"/>
                  </a:cubicBezTo>
                  <a:cubicBezTo>
                    <a:pt x="1092" y="13950"/>
                    <a:pt x="1307" y="13903"/>
                    <a:pt x="1494" y="13856"/>
                  </a:cubicBezTo>
                  <a:cubicBezTo>
                    <a:pt x="3302" y="13254"/>
                    <a:pt x="4723" y="11736"/>
                    <a:pt x="5326" y="9928"/>
                  </a:cubicBezTo>
                  <a:cubicBezTo>
                    <a:pt x="5514" y="10056"/>
                    <a:pt x="5740" y="10114"/>
                    <a:pt x="5975" y="10114"/>
                  </a:cubicBezTo>
                  <a:cubicBezTo>
                    <a:pt x="6490" y="10114"/>
                    <a:pt x="7044" y="9836"/>
                    <a:pt x="7326" y="9422"/>
                  </a:cubicBezTo>
                  <a:cubicBezTo>
                    <a:pt x="7736" y="8723"/>
                    <a:pt x="8025" y="7928"/>
                    <a:pt x="8025" y="7109"/>
                  </a:cubicBezTo>
                  <a:cubicBezTo>
                    <a:pt x="8096" y="7113"/>
                    <a:pt x="8166" y="7115"/>
                    <a:pt x="8236" y="7115"/>
                  </a:cubicBezTo>
                  <a:cubicBezTo>
                    <a:pt x="10264" y="7115"/>
                    <a:pt x="11953" y="5448"/>
                    <a:pt x="11953" y="3398"/>
                  </a:cubicBezTo>
                  <a:cubicBezTo>
                    <a:pt x="11953" y="2193"/>
                    <a:pt x="11447" y="1084"/>
                    <a:pt x="118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4"/>
            <p:cNvSpPr/>
            <p:nvPr/>
          </p:nvSpPr>
          <p:spPr>
            <a:xfrm>
              <a:off x="5472344" y="2916013"/>
              <a:ext cx="156308" cy="192673"/>
            </a:xfrm>
            <a:custGeom>
              <a:avLst/>
              <a:gdLst/>
              <a:ahLst/>
              <a:cxnLst/>
              <a:rect l="l" t="t" r="r" b="b"/>
              <a:pathLst>
                <a:path w="12435" h="15328" extrusionOk="0">
                  <a:moveTo>
                    <a:pt x="12435" y="1"/>
                  </a:moveTo>
                  <a:lnTo>
                    <a:pt x="12435" y="1"/>
                  </a:lnTo>
                  <a:cubicBezTo>
                    <a:pt x="11326" y="194"/>
                    <a:pt x="10338" y="796"/>
                    <a:pt x="9519" y="1591"/>
                  </a:cubicBezTo>
                  <a:cubicBezTo>
                    <a:pt x="8820" y="2411"/>
                    <a:pt x="8121" y="3399"/>
                    <a:pt x="7519" y="4314"/>
                  </a:cubicBezTo>
                  <a:lnTo>
                    <a:pt x="2507" y="12050"/>
                  </a:lnTo>
                  <a:lnTo>
                    <a:pt x="482" y="14243"/>
                  </a:lnTo>
                  <a:cubicBezTo>
                    <a:pt x="193" y="14243"/>
                    <a:pt x="0" y="14363"/>
                    <a:pt x="0" y="14652"/>
                  </a:cubicBezTo>
                  <a:cubicBezTo>
                    <a:pt x="97" y="14966"/>
                    <a:pt x="193" y="15158"/>
                    <a:pt x="482" y="15255"/>
                  </a:cubicBezTo>
                  <a:cubicBezTo>
                    <a:pt x="591" y="15303"/>
                    <a:pt x="717" y="15327"/>
                    <a:pt x="844" y="15327"/>
                  </a:cubicBezTo>
                  <a:cubicBezTo>
                    <a:pt x="970" y="15327"/>
                    <a:pt x="1097" y="15303"/>
                    <a:pt x="1205" y="15255"/>
                  </a:cubicBezTo>
                  <a:cubicBezTo>
                    <a:pt x="2000" y="15255"/>
                    <a:pt x="2699" y="14966"/>
                    <a:pt x="3302" y="14460"/>
                  </a:cubicBezTo>
                  <a:cubicBezTo>
                    <a:pt x="3548" y="14858"/>
                    <a:pt x="3975" y="15122"/>
                    <a:pt x="4380" y="15122"/>
                  </a:cubicBezTo>
                  <a:cubicBezTo>
                    <a:pt x="4489" y="15122"/>
                    <a:pt x="4597" y="15103"/>
                    <a:pt x="4699" y="15062"/>
                  </a:cubicBezTo>
                  <a:cubicBezTo>
                    <a:pt x="5302" y="14966"/>
                    <a:pt x="5712" y="14556"/>
                    <a:pt x="6025" y="14050"/>
                  </a:cubicBezTo>
                  <a:cubicBezTo>
                    <a:pt x="6218" y="13544"/>
                    <a:pt x="6314" y="12941"/>
                    <a:pt x="6314" y="12435"/>
                  </a:cubicBezTo>
                  <a:cubicBezTo>
                    <a:pt x="6550" y="12582"/>
                    <a:pt x="6828" y="12659"/>
                    <a:pt x="7109" y="12659"/>
                  </a:cubicBezTo>
                  <a:cubicBezTo>
                    <a:pt x="7430" y="12659"/>
                    <a:pt x="7755" y="12558"/>
                    <a:pt x="8025" y="12339"/>
                  </a:cubicBezTo>
                  <a:cubicBezTo>
                    <a:pt x="8531" y="11953"/>
                    <a:pt x="8820" y="11447"/>
                    <a:pt x="8917" y="10845"/>
                  </a:cubicBezTo>
                  <a:cubicBezTo>
                    <a:pt x="9037" y="10242"/>
                    <a:pt x="8917" y="9544"/>
                    <a:pt x="8820" y="8941"/>
                  </a:cubicBezTo>
                  <a:lnTo>
                    <a:pt x="8820" y="8941"/>
                  </a:lnTo>
                  <a:cubicBezTo>
                    <a:pt x="8997" y="9109"/>
                    <a:pt x="9208" y="9184"/>
                    <a:pt x="9422" y="9184"/>
                  </a:cubicBezTo>
                  <a:cubicBezTo>
                    <a:pt x="9822" y="9184"/>
                    <a:pt x="10231" y="8924"/>
                    <a:pt x="10435" y="8532"/>
                  </a:cubicBezTo>
                  <a:cubicBezTo>
                    <a:pt x="10627" y="7929"/>
                    <a:pt x="10531" y="7327"/>
                    <a:pt x="10121" y="6724"/>
                  </a:cubicBezTo>
                  <a:cubicBezTo>
                    <a:pt x="10941" y="6411"/>
                    <a:pt x="11326" y="5616"/>
                    <a:pt x="11037" y="4821"/>
                  </a:cubicBezTo>
                  <a:cubicBezTo>
                    <a:pt x="11037" y="4796"/>
                    <a:pt x="11037" y="4778"/>
                    <a:pt x="11036" y="4764"/>
                  </a:cubicBezTo>
                  <a:lnTo>
                    <a:pt x="11036" y="4764"/>
                  </a:lnTo>
                  <a:cubicBezTo>
                    <a:pt x="11140" y="4801"/>
                    <a:pt x="11254" y="4820"/>
                    <a:pt x="11370" y="4820"/>
                  </a:cubicBezTo>
                  <a:cubicBezTo>
                    <a:pt x="11681" y="4820"/>
                    <a:pt x="12000" y="4686"/>
                    <a:pt x="12146" y="4411"/>
                  </a:cubicBezTo>
                  <a:lnTo>
                    <a:pt x="12146" y="4314"/>
                  </a:lnTo>
                  <a:cubicBezTo>
                    <a:pt x="12338" y="3905"/>
                    <a:pt x="12338" y="3399"/>
                    <a:pt x="12242" y="3013"/>
                  </a:cubicBezTo>
                  <a:cubicBezTo>
                    <a:pt x="12049" y="2604"/>
                    <a:pt x="11929" y="2097"/>
                    <a:pt x="11832" y="1712"/>
                  </a:cubicBezTo>
                  <a:cubicBezTo>
                    <a:pt x="11832" y="1109"/>
                    <a:pt x="12049" y="387"/>
                    <a:pt x="124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4"/>
            <p:cNvSpPr/>
            <p:nvPr/>
          </p:nvSpPr>
          <p:spPr>
            <a:xfrm>
              <a:off x="5472344" y="2916013"/>
              <a:ext cx="156308" cy="188902"/>
            </a:xfrm>
            <a:custGeom>
              <a:avLst/>
              <a:gdLst/>
              <a:ahLst/>
              <a:cxnLst/>
              <a:rect l="l" t="t" r="r" b="b"/>
              <a:pathLst>
                <a:path w="12435" h="15028" extrusionOk="0">
                  <a:moveTo>
                    <a:pt x="12146" y="1"/>
                  </a:moveTo>
                  <a:lnTo>
                    <a:pt x="12146" y="1"/>
                  </a:lnTo>
                  <a:cubicBezTo>
                    <a:pt x="12134" y="12"/>
                    <a:pt x="12122" y="24"/>
                    <a:pt x="12111" y="35"/>
                  </a:cubicBezTo>
                  <a:lnTo>
                    <a:pt x="12111" y="35"/>
                  </a:lnTo>
                  <a:cubicBezTo>
                    <a:pt x="12123" y="24"/>
                    <a:pt x="12134" y="12"/>
                    <a:pt x="12146" y="1"/>
                  </a:cubicBezTo>
                  <a:close/>
                  <a:moveTo>
                    <a:pt x="12111" y="35"/>
                  </a:moveTo>
                  <a:cubicBezTo>
                    <a:pt x="12021" y="121"/>
                    <a:pt x="11917" y="216"/>
                    <a:pt x="11832" y="387"/>
                  </a:cubicBezTo>
                  <a:cubicBezTo>
                    <a:pt x="11640" y="700"/>
                    <a:pt x="11640" y="1109"/>
                    <a:pt x="11736" y="1591"/>
                  </a:cubicBezTo>
                  <a:cubicBezTo>
                    <a:pt x="11832" y="2097"/>
                    <a:pt x="12146" y="2604"/>
                    <a:pt x="12242" y="3302"/>
                  </a:cubicBezTo>
                  <a:cubicBezTo>
                    <a:pt x="12338" y="3712"/>
                    <a:pt x="12242" y="4122"/>
                    <a:pt x="11929" y="4314"/>
                  </a:cubicBezTo>
                  <a:cubicBezTo>
                    <a:pt x="11816" y="4484"/>
                    <a:pt x="11595" y="4596"/>
                    <a:pt x="11373" y="4596"/>
                  </a:cubicBezTo>
                  <a:cubicBezTo>
                    <a:pt x="11217" y="4596"/>
                    <a:pt x="11060" y="4540"/>
                    <a:pt x="10941" y="4411"/>
                  </a:cubicBezTo>
                  <a:lnTo>
                    <a:pt x="10941" y="4411"/>
                  </a:lnTo>
                  <a:cubicBezTo>
                    <a:pt x="10941" y="4411"/>
                    <a:pt x="10941" y="4411"/>
                    <a:pt x="10941" y="4411"/>
                  </a:cubicBezTo>
                  <a:lnTo>
                    <a:pt x="10627" y="4001"/>
                  </a:lnTo>
                  <a:lnTo>
                    <a:pt x="10844" y="4507"/>
                  </a:lnTo>
                  <a:cubicBezTo>
                    <a:pt x="10941" y="5110"/>
                    <a:pt x="10844" y="5712"/>
                    <a:pt x="10531" y="6218"/>
                  </a:cubicBezTo>
                  <a:cubicBezTo>
                    <a:pt x="10121" y="6821"/>
                    <a:pt x="9519" y="7230"/>
                    <a:pt x="8820" y="7327"/>
                  </a:cubicBezTo>
                  <a:lnTo>
                    <a:pt x="8724" y="7327"/>
                  </a:lnTo>
                  <a:lnTo>
                    <a:pt x="8724" y="7423"/>
                  </a:lnTo>
                  <a:cubicBezTo>
                    <a:pt x="9230" y="8821"/>
                    <a:pt x="8627" y="10339"/>
                    <a:pt x="7326" y="10941"/>
                  </a:cubicBezTo>
                  <a:lnTo>
                    <a:pt x="7230" y="11038"/>
                  </a:lnTo>
                  <a:cubicBezTo>
                    <a:pt x="7230" y="11544"/>
                    <a:pt x="7109" y="11953"/>
                    <a:pt x="6916" y="12435"/>
                  </a:cubicBezTo>
                  <a:cubicBezTo>
                    <a:pt x="6820" y="12845"/>
                    <a:pt x="6627" y="13255"/>
                    <a:pt x="6314" y="13544"/>
                  </a:cubicBezTo>
                  <a:cubicBezTo>
                    <a:pt x="6025" y="13857"/>
                    <a:pt x="5615" y="13954"/>
                    <a:pt x="5109" y="13954"/>
                  </a:cubicBezTo>
                  <a:cubicBezTo>
                    <a:pt x="4820" y="13954"/>
                    <a:pt x="4410" y="13761"/>
                    <a:pt x="4217" y="13447"/>
                  </a:cubicBezTo>
                  <a:lnTo>
                    <a:pt x="4097" y="13351"/>
                  </a:lnTo>
                  <a:lnTo>
                    <a:pt x="4097" y="13447"/>
                  </a:lnTo>
                  <a:cubicBezTo>
                    <a:pt x="3701" y="14358"/>
                    <a:pt x="2735" y="14928"/>
                    <a:pt x="1735" y="14928"/>
                  </a:cubicBezTo>
                  <a:cubicBezTo>
                    <a:pt x="1518" y="14928"/>
                    <a:pt x="1299" y="14901"/>
                    <a:pt x="1085" y="14845"/>
                  </a:cubicBezTo>
                  <a:cubicBezTo>
                    <a:pt x="796" y="14749"/>
                    <a:pt x="482" y="14652"/>
                    <a:pt x="290" y="14460"/>
                  </a:cubicBezTo>
                  <a:cubicBezTo>
                    <a:pt x="97" y="14363"/>
                    <a:pt x="0" y="14243"/>
                    <a:pt x="0" y="14243"/>
                  </a:cubicBezTo>
                  <a:lnTo>
                    <a:pt x="0" y="14363"/>
                  </a:lnTo>
                  <a:cubicBezTo>
                    <a:pt x="97" y="14363"/>
                    <a:pt x="193" y="14460"/>
                    <a:pt x="193" y="14460"/>
                  </a:cubicBezTo>
                  <a:cubicBezTo>
                    <a:pt x="482" y="14652"/>
                    <a:pt x="796" y="14845"/>
                    <a:pt x="1085" y="14966"/>
                  </a:cubicBezTo>
                  <a:cubicBezTo>
                    <a:pt x="1287" y="15004"/>
                    <a:pt x="1505" y="15027"/>
                    <a:pt x="1726" y="15027"/>
                  </a:cubicBezTo>
                  <a:cubicBezTo>
                    <a:pt x="2057" y="15027"/>
                    <a:pt x="2396" y="14975"/>
                    <a:pt x="2699" y="14845"/>
                  </a:cubicBezTo>
                  <a:cubicBezTo>
                    <a:pt x="3357" y="14664"/>
                    <a:pt x="3844" y="14205"/>
                    <a:pt x="4160" y="13650"/>
                  </a:cubicBezTo>
                  <a:lnTo>
                    <a:pt x="4160" y="13650"/>
                  </a:lnTo>
                  <a:cubicBezTo>
                    <a:pt x="4384" y="13987"/>
                    <a:pt x="4736" y="14146"/>
                    <a:pt x="5109" y="14146"/>
                  </a:cubicBezTo>
                  <a:cubicBezTo>
                    <a:pt x="5615" y="14146"/>
                    <a:pt x="6025" y="14050"/>
                    <a:pt x="6410" y="13761"/>
                  </a:cubicBezTo>
                  <a:cubicBezTo>
                    <a:pt x="6724" y="13351"/>
                    <a:pt x="7013" y="12941"/>
                    <a:pt x="7109" y="12556"/>
                  </a:cubicBezTo>
                  <a:cubicBezTo>
                    <a:pt x="7326" y="12050"/>
                    <a:pt x="7422" y="11544"/>
                    <a:pt x="7422" y="11134"/>
                  </a:cubicBezTo>
                  <a:cubicBezTo>
                    <a:pt x="8767" y="10462"/>
                    <a:pt x="9375" y="8943"/>
                    <a:pt x="8970" y="7498"/>
                  </a:cubicBezTo>
                  <a:lnTo>
                    <a:pt x="8970" y="7498"/>
                  </a:lnTo>
                  <a:cubicBezTo>
                    <a:pt x="9724" y="7372"/>
                    <a:pt x="10362" y="6976"/>
                    <a:pt x="10724" y="6411"/>
                  </a:cubicBezTo>
                  <a:cubicBezTo>
                    <a:pt x="10996" y="5888"/>
                    <a:pt x="11104" y="5291"/>
                    <a:pt x="11002" y="4686"/>
                  </a:cubicBezTo>
                  <a:lnTo>
                    <a:pt x="11002" y="4686"/>
                  </a:lnTo>
                  <a:cubicBezTo>
                    <a:pt x="11079" y="4735"/>
                    <a:pt x="11173" y="4761"/>
                    <a:pt x="11265" y="4761"/>
                  </a:cubicBezTo>
                  <a:cubicBezTo>
                    <a:pt x="11328" y="4761"/>
                    <a:pt x="11390" y="4749"/>
                    <a:pt x="11447" y="4724"/>
                  </a:cubicBezTo>
                  <a:cubicBezTo>
                    <a:pt x="11736" y="4724"/>
                    <a:pt x="11929" y="4604"/>
                    <a:pt x="12049" y="4507"/>
                  </a:cubicBezTo>
                  <a:cubicBezTo>
                    <a:pt x="12338" y="4122"/>
                    <a:pt x="12435" y="3712"/>
                    <a:pt x="12435" y="3302"/>
                  </a:cubicBezTo>
                  <a:cubicBezTo>
                    <a:pt x="12338" y="3013"/>
                    <a:pt x="12242" y="2604"/>
                    <a:pt x="12146" y="2314"/>
                  </a:cubicBezTo>
                  <a:cubicBezTo>
                    <a:pt x="12049" y="2097"/>
                    <a:pt x="11929" y="1808"/>
                    <a:pt x="11832" y="1495"/>
                  </a:cubicBezTo>
                  <a:cubicBezTo>
                    <a:pt x="11645" y="1004"/>
                    <a:pt x="11731" y="422"/>
                    <a:pt x="12111" y="35"/>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4"/>
            <p:cNvSpPr/>
            <p:nvPr/>
          </p:nvSpPr>
          <p:spPr>
            <a:xfrm>
              <a:off x="5698002" y="2823942"/>
              <a:ext cx="128742" cy="31513"/>
            </a:xfrm>
            <a:custGeom>
              <a:avLst/>
              <a:gdLst/>
              <a:ahLst/>
              <a:cxnLst/>
              <a:rect l="l" t="t" r="r" b="b"/>
              <a:pathLst>
                <a:path w="10242" h="2507" extrusionOk="0">
                  <a:moveTo>
                    <a:pt x="9760" y="1398"/>
                  </a:moveTo>
                  <a:cubicBezTo>
                    <a:pt x="9856" y="1398"/>
                    <a:pt x="10049" y="1494"/>
                    <a:pt x="10049" y="1591"/>
                  </a:cubicBezTo>
                  <a:cubicBezTo>
                    <a:pt x="10145" y="1687"/>
                    <a:pt x="10145" y="1904"/>
                    <a:pt x="10049" y="2000"/>
                  </a:cubicBezTo>
                  <a:cubicBezTo>
                    <a:pt x="10049" y="2000"/>
                    <a:pt x="10242" y="1904"/>
                    <a:pt x="10145" y="1591"/>
                  </a:cubicBezTo>
                  <a:cubicBezTo>
                    <a:pt x="10049" y="1494"/>
                    <a:pt x="9952" y="1398"/>
                    <a:pt x="9760" y="1398"/>
                  </a:cubicBezTo>
                  <a:close/>
                  <a:moveTo>
                    <a:pt x="6434" y="0"/>
                  </a:moveTo>
                  <a:cubicBezTo>
                    <a:pt x="5928" y="0"/>
                    <a:pt x="5543" y="97"/>
                    <a:pt x="5037" y="289"/>
                  </a:cubicBezTo>
                  <a:cubicBezTo>
                    <a:pt x="4578" y="495"/>
                    <a:pt x="4202" y="773"/>
                    <a:pt x="3910" y="1145"/>
                  </a:cubicBezTo>
                  <a:lnTo>
                    <a:pt x="3910" y="1145"/>
                  </a:lnTo>
                  <a:cubicBezTo>
                    <a:pt x="3872" y="994"/>
                    <a:pt x="3778" y="868"/>
                    <a:pt x="3615" y="796"/>
                  </a:cubicBezTo>
                  <a:cubicBezTo>
                    <a:pt x="3406" y="656"/>
                    <a:pt x="3134" y="555"/>
                    <a:pt x="2853" y="555"/>
                  </a:cubicBezTo>
                  <a:cubicBezTo>
                    <a:pt x="2746" y="555"/>
                    <a:pt x="2637" y="569"/>
                    <a:pt x="2530" y="603"/>
                  </a:cubicBezTo>
                  <a:cubicBezTo>
                    <a:pt x="1928" y="603"/>
                    <a:pt x="1422" y="892"/>
                    <a:pt x="916" y="1302"/>
                  </a:cubicBezTo>
                  <a:cubicBezTo>
                    <a:pt x="603" y="1494"/>
                    <a:pt x="313" y="1808"/>
                    <a:pt x="217" y="2097"/>
                  </a:cubicBezTo>
                  <a:cubicBezTo>
                    <a:pt x="121" y="2193"/>
                    <a:pt x="121" y="2290"/>
                    <a:pt x="0" y="2410"/>
                  </a:cubicBezTo>
                  <a:lnTo>
                    <a:pt x="0" y="2506"/>
                  </a:lnTo>
                  <a:cubicBezTo>
                    <a:pt x="217" y="2097"/>
                    <a:pt x="603" y="1687"/>
                    <a:pt x="1012" y="1302"/>
                  </a:cubicBezTo>
                  <a:cubicBezTo>
                    <a:pt x="1422" y="988"/>
                    <a:pt x="2024" y="796"/>
                    <a:pt x="2530" y="699"/>
                  </a:cubicBezTo>
                  <a:cubicBezTo>
                    <a:pt x="2916" y="699"/>
                    <a:pt x="3229" y="796"/>
                    <a:pt x="3518" y="892"/>
                  </a:cubicBezTo>
                  <a:cubicBezTo>
                    <a:pt x="3615" y="988"/>
                    <a:pt x="3735" y="1205"/>
                    <a:pt x="3735" y="1302"/>
                  </a:cubicBezTo>
                  <a:cubicBezTo>
                    <a:pt x="3735" y="1335"/>
                    <a:pt x="3735" y="1366"/>
                    <a:pt x="3734" y="1395"/>
                  </a:cubicBezTo>
                  <a:lnTo>
                    <a:pt x="3734" y="1395"/>
                  </a:lnTo>
                  <a:cubicBezTo>
                    <a:pt x="3683" y="1476"/>
                    <a:pt x="3636" y="1561"/>
                    <a:pt x="3592" y="1650"/>
                  </a:cubicBezTo>
                  <a:lnTo>
                    <a:pt x="3592" y="1650"/>
                  </a:lnTo>
                  <a:cubicBezTo>
                    <a:pt x="3571" y="1662"/>
                    <a:pt x="3546" y="1675"/>
                    <a:pt x="3518" y="1687"/>
                  </a:cubicBezTo>
                  <a:lnTo>
                    <a:pt x="3556" y="1725"/>
                  </a:lnTo>
                  <a:lnTo>
                    <a:pt x="3556" y="1725"/>
                  </a:lnTo>
                  <a:cubicBezTo>
                    <a:pt x="3543" y="1752"/>
                    <a:pt x="3531" y="1780"/>
                    <a:pt x="3518" y="1808"/>
                  </a:cubicBezTo>
                  <a:lnTo>
                    <a:pt x="3422" y="2097"/>
                  </a:lnTo>
                  <a:lnTo>
                    <a:pt x="3615" y="1904"/>
                  </a:lnTo>
                  <a:cubicBezTo>
                    <a:pt x="3643" y="1892"/>
                    <a:pt x="3668" y="1877"/>
                    <a:pt x="3692" y="1861"/>
                  </a:cubicBezTo>
                  <a:lnTo>
                    <a:pt x="3692" y="1861"/>
                  </a:lnTo>
                  <a:lnTo>
                    <a:pt x="3735" y="1904"/>
                  </a:lnTo>
                  <a:cubicBezTo>
                    <a:pt x="3755" y="1856"/>
                    <a:pt x="3776" y="1808"/>
                    <a:pt x="3798" y="1762"/>
                  </a:cubicBezTo>
                  <a:lnTo>
                    <a:pt x="3798" y="1762"/>
                  </a:lnTo>
                  <a:cubicBezTo>
                    <a:pt x="3838" y="1712"/>
                    <a:pt x="3867" y="1653"/>
                    <a:pt x="3889" y="1586"/>
                  </a:cubicBezTo>
                  <a:lnTo>
                    <a:pt x="3889" y="1586"/>
                  </a:lnTo>
                  <a:cubicBezTo>
                    <a:pt x="4187" y="1050"/>
                    <a:pt x="4626" y="650"/>
                    <a:pt x="5133" y="386"/>
                  </a:cubicBezTo>
                  <a:cubicBezTo>
                    <a:pt x="5433" y="245"/>
                    <a:pt x="5720" y="155"/>
                    <a:pt x="6051" y="155"/>
                  </a:cubicBezTo>
                  <a:cubicBezTo>
                    <a:pt x="6172" y="155"/>
                    <a:pt x="6299" y="167"/>
                    <a:pt x="6434" y="193"/>
                  </a:cubicBezTo>
                  <a:cubicBezTo>
                    <a:pt x="6627" y="193"/>
                    <a:pt x="6747" y="289"/>
                    <a:pt x="6844" y="386"/>
                  </a:cubicBezTo>
                  <a:cubicBezTo>
                    <a:pt x="6881" y="470"/>
                    <a:pt x="6904" y="550"/>
                    <a:pt x="6907" y="617"/>
                  </a:cubicBezTo>
                  <a:lnTo>
                    <a:pt x="6907" y="617"/>
                  </a:lnTo>
                  <a:cubicBezTo>
                    <a:pt x="6865" y="671"/>
                    <a:pt x="6827" y="729"/>
                    <a:pt x="6795" y="791"/>
                  </a:cubicBezTo>
                  <a:lnTo>
                    <a:pt x="6795" y="791"/>
                  </a:lnTo>
                  <a:cubicBezTo>
                    <a:pt x="6781" y="794"/>
                    <a:pt x="6765" y="796"/>
                    <a:pt x="6747" y="796"/>
                  </a:cubicBezTo>
                  <a:lnTo>
                    <a:pt x="6777" y="825"/>
                  </a:lnTo>
                  <a:lnTo>
                    <a:pt x="6777" y="825"/>
                  </a:lnTo>
                  <a:cubicBezTo>
                    <a:pt x="6767" y="847"/>
                    <a:pt x="6757" y="869"/>
                    <a:pt x="6747" y="892"/>
                  </a:cubicBezTo>
                  <a:lnTo>
                    <a:pt x="6627" y="1205"/>
                  </a:lnTo>
                  <a:lnTo>
                    <a:pt x="6844" y="1085"/>
                  </a:lnTo>
                  <a:cubicBezTo>
                    <a:pt x="6876" y="1053"/>
                    <a:pt x="6908" y="1020"/>
                    <a:pt x="6937" y="985"/>
                  </a:cubicBezTo>
                  <a:lnTo>
                    <a:pt x="6937" y="985"/>
                  </a:lnTo>
                  <a:lnTo>
                    <a:pt x="6940" y="988"/>
                  </a:lnTo>
                  <a:cubicBezTo>
                    <a:pt x="6944" y="981"/>
                    <a:pt x="6948" y="973"/>
                    <a:pt x="6952" y="965"/>
                  </a:cubicBezTo>
                  <a:lnTo>
                    <a:pt x="6952" y="965"/>
                  </a:lnTo>
                  <a:cubicBezTo>
                    <a:pt x="6973" y="936"/>
                    <a:pt x="6992" y="904"/>
                    <a:pt x="7006" y="868"/>
                  </a:cubicBezTo>
                  <a:lnTo>
                    <a:pt x="7006" y="868"/>
                  </a:lnTo>
                  <a:cubicBezTo>
                    <a:pt x="7237" y="497"/>
                    <a:pt x="7642" y="273"/>
                    <a:pt x="8058" y="273"/>
                  </a:cubicBezTo>
                  <a:cubicBezTo>
                    <a:pt x="8225" y="273"/>
                    <a:pt x="8394" y="309"/>
                    <a:pt x="8555" y="386"/>
                  </a:cubicBezTo>
                  <a:cubicBezTo>
                    <a:pt x="9037" y="603"/>
                    <a:pt x="9254" y="1085"/>
                    <a:pt x="9254" y="1687"/>
                  </a:cubicBezTo>
                  <a:lnTo>
                    <a:pt x="9350" y="1687"/>
                  </a:lnTo>
                  <a:cubicBezTo>
                    <a:pt x="9446" y="1494"/>
                    <a:pt x="9543" y="1398"/>
                    <a:pt x="9760" y="1398"/>
                  </a:cubicBezTo>
                  <a:cubicBezTo>
                    <a:pt x="9720" y="1380"/>
                    <a:pt x="9681" y="1372"/>
                    <a:pt x="9643" y="1372"/>
                  </a:cubicBezTo>
                  <a:cubicBezTo>
                    <a:pt x="9538" y="1372"/>
                    <a:pt x="9443" y="1434"/>
                    <a:pt x="9367" y="1519"/>
                  </a:cubicBezTo>
                  <a:lnTo>
                    <a:pt x="9367" y="1519"/>
                  </a:lnTo>
                  <a:cubicBezTo>
                    <a:pt x="9390" y="976"/>
                    <a:pt x="9101" y="464"/>
                    <a:pt x="8555" y="289"/>
                  </a:cubicBezTo>
                  <a:cubicBezTo>
                    <a:pt x="8371" y="165"/>
                    <a:pt x="8158" y="107"/>
                    <a:pt x="7943" y="107"/>
                  </a:cubicBezTo>
                  <a:cubicBezTo>
                    <a:pt x="7633" y="107"/>
                    <a:pt x="7318" y="226"/>
                    <a:pt x="7077" y="436"/>
                  </a:cubicBezTo>
                  <a:lnTo>
                    <a:pt x="7077" y="436"/>
                  </a:lnTo>
                  <a:cubicBezTo>
                    <a:pt x="7066" y="419"/>
                    <a:pt x="7053" y="402"/>
                    <a:pt x="7037" y="386"/>
                  </a:cubicBezTo>
                  <a:cubicBezTo>
                    <a:pt x="6940" y="193"/>
                    <a:pt x="6627" y="0"/>
                    <a:pt x="643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4"/>
            <p:cNvSpPr/>
            <p:nvPr/>
          </p:nvSpPr>
          <p:spPr>
            <a:xfrm>
              <a:off x="5902455" y="2987809"/>
              <a:ext cx="30294" cy="112388"/>
            </a:xfrm>
            <a:custGeom>
              <a:avLst/>
              <a:gdLst/>
              <a:ahLst/>
              <a:cxnLst/>
              <a:rect l="l" t="t" r="r" b="b"/>
              <a:pathLst>
                <a:path w="2410" h="8941" extrusionOk="0">
                  <a:moveTo>
                    <a:pt x="121" y="0"/>
                  </a:moveTo>
                  <a:cubicBezTo>
                    <a:pt x="121" y="2627"/>
                    <a:pt x="0" y="6338"/>
                    <a:pt x="217" y="8940"/>
                  </a:cubicBezTo>
                  <a:cubicBezTo>
                    <a:pt x="506" y="8844"/>
                    <a:pt x="723" y="8748"/>
                    <a:pt x="1012" y="8531"/>
                  </a:cubicBezTo>
                  <a:cubicBezTo>
                    <a:pt x="2121" y="7735"/>
                    <a:pt x="2410" y="6121"/>
                    <a:pt x="1615" y="5037"/>
                  </a:cubicBezTo>
                  <a:cubicBezTo>
                    <a:pt x="2121" y="4820"/>
                    <a:pt x="2217" y="4024"/>
                    <a:pt x="2024" y="3422"/>
                  </a:cubicBezTo>
                  <a:cubicBezTo>
                    <a:pt x="1711" y="2916"/>
                    <a:pt x="1205" y="2506"/>
                    <a:pt x="819" y="2024"/>
                  </a:cubicBezTo>
                  <a:cubicBezTo>
                    <a:pt x="506" y="1518"/>
                    <a:pt x="313" y="1012"/>
                    <a:pt x="313" y="506"/>
                  </a:cubicBezTo>
                  <a:lnTo>
                    <a:pt x="12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4"/>
            <p:cNvSpPr/>
            <p:nvPr/>
          </p:nvSpPr>
          <p:spPr>
            <a:xfrm>
              <a:off x="5874890" y="3372043"/>
              <a:ext cx="205683" cy="131532"/>
            </a:xfrm>
            <a:custGeom>
              <a:avLst/>
              <a:gdLst/>
              <a:ahLst/>
              <a:cxnLst/>
              <a:rect l="l" t="t" r="r" b="b"/>
              <a:pathLst>
                <a:path w="16363" h="10464" extrusionOk="0">
                  <a:moveTo>
                    <a:pt x="13157" y="5987"/>
                  </a:moveTo>
                  <a:lnTo>
                    <a:pt x="13157" y="5987"/>
                  </a:lnTo>
                  <a:cubicBezTo>
                    <a:pt x="13096" y="6392"/>
                    <a:pt x="13066" y="6828"/>
                    <a:pt x="13105" y="7251"/>
                  </a:cubicBezTo>
                  <a:lnTo>
                    <a:pt x="13105" y="7251"/>
                  </a:lnTo>
                  <a:cubicBezTo>
                    <a:pt x="13051" y="6808"/>
                    <a:pt x="13035" y="6382"/>
                    <a:pt x="13157" y="5987"/>
                  </a:cubicBezTo>
                  <a:close/>
                  <a:moveTo>
                    <a:pt x="841" y="1"/>
                  </a:moveTo>
                  <a:cubicBezTo>
                    <a:pt x="660" y="1"/>
                    <a:pt x="475" y="20"/>
                    <a:pt x="289" y="59"/>
                  </a:cubicBezTo>
                  <a:cubicBezTo>
                    <a:pt x="193" y="59"/>
                    <a:pt x="193" y="59"/>
                    <a:pt x="97" y="156"/>
                  </a:cubicBezTo>
                  <a:cubicBezTo>
                    <a:pt x="0" y="252"/>
                    <a:pt x="97" y="372"/>
                    <a:pt x="97" y="565"/>
                  </a:cubicBezTo>
                  <a:cubicBezTo>
                    <a:pt x="506" y="1457"/>
                    <a:pt x="699" y="2373"/>
                    <a:pt x="795" y="3264"/>
                  </a:cubicBezTo>
                  <a:lnTo>
                    <a:pt x="3615" y="3481"/>
                  </a:lnTo>
                  <a:lnTo>
                    <a:pt x="4723" y="3577"/>
                  </a:lnTo>
                  <a:cubicBezTo>
                    <a:pt x="5205" y="4686"/>
                    <a:pt x="5012" y="5794"/>
                    <a:pt x="5109" y="6999"/>
                  </a:cubicBezTo>
                  <a:cubicBezTo>
                    <a:pt x="5326" y="8084"/>
                    <a:pt x="5928" y="9409"/>
                    <a:pt x="7013" y="9602"/>
                  </a:cubicBezTo>
                  <a:cubicBezTo>
                    <a:pt x="7068" y="9607"/>
                    <a:pt x="7123" y="9609"/>
                    <a:pt x="7177" y="9609"/>
                  </a:cubicBezTo>
                  <a:cubicBezTo>
                    <a:pt x="8211" y="9609"/>
                    <a:pt x="9051" y="8756"/>
                    <a:pt x="9326" y="7795"/>
                  </a:cubicBezTo>
                  <a:cubicBezTo>
                    <a:pt x="9639" y="6782"/>
                    <a:pt x="9422" y="5794"/>
                    <a:pt x="9133" y="4782"/>
                  </a:cubicBezTo>
                  <a:lnTo>
                    <a:pt x="9133" y="4782"/>
                  </a:lnTo>
                  <a:cubicBezTo>
                    <a:pt x="9639" y="5481"/>
                    <a:pt x="9639" y="6276"/>
                    <a:pt x="9736" y="7192"/>
                  </a:cubicBezTo>
                  <a:cubicBezTo>
                    <a:pt x="9736" y="7987"/>
                    <a:pt x="9832" y="8807"/>
                    <a:pt x="10242" y="9602"/>
                  </a:cubicBezTo>
                  <a:cubicBezTo>
                    <a:pt x="10609" y="10109"/>
                    <a:pt x="11179" y="10464"/>
                    <a:pt x="11768" y="10464"/>
                  </a:cubicBezTo>
                  <a:cubicBezTo>
                    <a:pt x="11991" y="10464"/>
                    <a:pt x="12216" y="10413"/>
                    <a:pt x="12435" y="10301"/>
                  </a:cubicBezTo>
                  <a:cubicBezTo>
                    <a:pt x="13157" y="9891"/>
                    <a:pt x="13254" y="9096"/>
                    <a:pt x="13254" y="8301"/>
                  </a:cubicBezTo>
                  <a:cubicBezTo>
                    <a:pt x="13225" y="8054"/>
                    <a:pt x="13185" y="7810"/>
                    <a:pt x="13149" y="7570"/>
                  </a:cubicBezTo>
                  <a:lnTo>
                    <a:pt x="13149" y="7570"/>
                  </a:lnTo>
                  <a:cubicBezTo>
                    <a:pt x="13204" y="7863"/>
                    <a:pt x="13299" y="8144"/>
                    <a:pt x="13447" y="8397"/>
                  </a:cubicBezTo>
                  <a:cubicBezTo>
                    <a:pt x="13705" y="8973"/>
                    <a:pt x="14356" y="9483"/>
                    <a:pt x="15022" y="9483"/>
                  </a:cubicBezTo>
                  <a:cubicBezTo>
                    <a:pt x="15164" y="9483"/>
                    <a:pt x="15307" y="9460"/>
                    <a:pt x="15447" y="9409"/>
                  </a:cubicBezTo>
                  <a:cubicBezTo>
                    <a:pt x="16049" y="9096"/>
                    <a:pt x="16362" y="8493"/>
                    <a:pt x="16362" y="7795"/>
                  </a:cubicBezTo>
                  <a:cubicBezTo>
                    <a:pt x="16362" y="7096"/>
                    <a:pt x="16266" y="6493"/>
                    <a:pt x="16170" y="5891"/>
                  </a:cubicBezTo>
                  <a:cubicBezTo>
                    <a:pt x="16049" y="5072"/>
                    <a:pt x="15856" y="4373"/>
                    <a:pt x="15760" y="3577"/>
                  </a:cubicBezTo>
                  <a:cubicBezTo>
                    <a:pt x="15567" y="2879"/>
                    <a:pt x="14965" y="2276"/>
                    <a:pt x="14242" y="1963"/>
                  </a:cubicBezTo>
                  <a:cubicBezTo>
                    <a:pt x="14083" y="1897"/>
                    <a:pt x="13914" y="1866"/>
                    <a:pt x="13746" y="1866"/>
                  </a:cubicBezTo>
                  <a:cubicBezTo>
                    <a:pt x="13173" y="1866"/>
                    <a:pt x="12602" y="2224"/>
                    <a:pt x="12435" y="2782"/>
                  </a:cubicBezTo>
                  <a:cubicBezTo>
                    <a:pt x="11991" y="1807"/>
                    <a:pt x="11012" y="1223"/>
                    <a:pt x="9960" y="1223"/>
                  </a:cubicBezTo>
                  <a:cubicBezTo>
                    <a:pt x="9582" y="1223"/>
                    <a:pt x="9195" y="1298"/>
                    <a:pt x="8820" y="1457"/>
                  </a:cubicBezTo>
                  <a:cubicBezTo>
                    <a:pt x="8434" y="1674"/>
                    <a:pt x="8121" y="1963"/>
                    <a:pt x="7832" y="2276"/>
                  </a:cubicBezTo>
                  <a:cubicBezTo>
                    <a:pt x="7290" y="1539"/>
                    <a:pt x="6339" y="1153"/>
                    <a:pt x="5416" y="1153"/>
                  </a:cubicBezTo>
                  <a:cubicBezTo>
                    <a:pt x="5313" y="1153"/>
                    <a:pt x="5211" y="1158"/>
                    <a:pt x="5109" y="1168"/>
                  </a:cubicBezTo>
                  <a:cubicBezTo>
                    <a:pt x="4410" y="1360"/>
                    <a:pt x="3808" y="1770"/>
                    <a:pt x="3398" y="2373"/>
                  </a:cubicBezTo>
                  <a:cubicBezTo>
                    <a:pt x="3302" y="1867"/>
                    <a:pt x="3012" y="1264"/>
                    <a:pt x="2603" y="854"/>
                  </a:cubicBezTo>
                  <a:cubicBezTo>
                    <a:pt x="2199" y="298"/>
                    <a:pt x="1551" y="1"/>
                    <a:pt x="841" y="1"/>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4"/>
            <p:cNvSpPr/>
            <p:nvPr/>
          </p:nvSpPr>
          <p:spPr>
            <a:xfrm>
              <a:off x="5959394" y="3390344"/>
              <a:ext cx="33939" cy="79681"/>
            </a:xfrm>
            <a:custGeom>
              <a:avLst/>
              <a:gdLst/>
              <a:ahLst/>
              <a:cxnLst/>
              <a:rect l="l" t="t" r="r" b="b"/>
              <a:pathLst>
                <a:path w="2700" h="6339" extrusionOk="0">
                  <a:moveTo>
                    <a:pt x="0" y="1"/>
                  </a:moveTo>
                  <a:cubicBezTo>
                    <a:pt x="0" y="1"/>
                    <a:pt x="410" y="218"/>
                    <a:pt x="892" y="603"/>
                  </a:cubicBezTo>
                  <a:cubicBezTo>
                    <a:pt x="1494" y="1206"/>
                    <a:pt x="1904" y="1929"/>
                    <a:pt x="2097" y="2724"/>
                  </a:cubicBezTo>
                  <a:cubicBezTo>
                    <a:pt x="2410" y="3616"/>
                    <a:pt x="2507" y="4435"/>
                    <a:pt x="2507" y="5326"/>
                  </a:cubicBezTo>
                  <a:cubicBezTo>
                    <a:pt x="2603" y="5929"/>
                    <a:pt x="2507" y="6339"/>
                    <a:pt x="2603" y="6339"/>
                  </a:cubicBezTo>
                  <a:cubicBezTo>
                    <a:pt x="2699" y="6025"/>
                    <a:pt x="2699" y="5640"/>
                    <a:pt x="2699" y="5230"/>
                  </a:cubicBezTo>
                  <a:cubicBezTo>
                    <a:pt x="2699" y="4435"/>
                    <a:pt x="2603" y="3519"/>
                    <a:pt x="2410" y="2724"/>
                  </a:cubicBezTo>
                  <a:cubicBezTo>
                    <a:pt x="2217" y="2218"/>
                    <a:pt x="2001" y="1808"/>
                    <a:pt x="1808" y="1423"/>
                  </a:cubicBezTo>
                  <a:cubicBezTo>
                    <a:pt x="1615" y="1013"/>
                    <a:pt x="1302" y="724"/>
                    <a:pt x="1013" y="507"/>
                  </a:cubicBezTo>
                  <a:cubicBezTo>
                    <a:pt x="796" y="314"/>
                    <a:pt x="506" y="218"/>
                    <a:pt x="290" y="121"/>
                  </a:cubicBezTo>
                  <a:cubicBezTo>
                    <a:pt x="97" y="1"/>
                    <a:pt x="97" y="1"/>
                    <a:pt x="0" y="1"/>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4"/>
            <p:cNvSpPr/>
            <p:nvPr/>
          </p:nvSpPr>
          <p:spPr>
            <a:xfrm>
              <a:off x="6017552" y="3394290"/>
              <a:ext cx="23933" cy="84521"/>
            </a:xfrm>
            <a:custGeom>
              <a:avLst/>
              <a:gdLst/>
              <a:ahLst/>
              <a:cxnLst/>
              <a:rect l="l" t="t" r="r" b="b"/>
              <a:pathLst>
                <a:path w="1904" h="6724" extrusionOk="0">
                  <a:moveTo>
                    <a:pt x="0" y="0"/>
                  </a:moveTo>
                  <a:cubicBezTo>
                    <a:pt x="289" y="97"/>
                    <a:pt x="603" y="289"/>
                    <a:pt x="795" y="603"/>
                  </a:cubicBezTo>
                  <a:cubicBezTo>
                    <a:pt x="1085" y="892"/>
                    <a:pt x="1205" y="1205"/>
                    <a:pt x="1301" y="1615"/>
                  </a:cubicBezTo>
                  <a:cubicBezTo>
                    <a:pt x="1398" y="2000"/>
                    <a:pt x="1398" y="2506"/>
                    <a:pt x="1494" y="3012"/>
                  </a:cubicBezTo>
                  <a:cubicBezTo>
                    <a:pt x="1591" y="4024"/>
                    <a:pt x="1687" y="5012"/>
                    <a:pt x="1687" y="5615"/>
                  </a:cubicBezTo>
                  <a:cubicBezTo>
                    <a:pt x="1687" y="6025"/>
                    <a:pt x="1687" y="6314"/>
                    <a:pt x="1807" y="6723"/>
                  </a:cubicBezTo>
                  <a:cubicBezTo>
                    <a:pt x="1807" y="6314"/>
                    <a:pt x="1904" y="6025"/>
                    <a:pt x="1904" y="5615"/>
                  </a:cubicBezTo>
                  <a:cubicBezTo>
                    <a:pt x="1904" y="4723"/>
                    <a:pt x="1807" y="3904"/>
                    <a:pt x="1687" y="3012"/>
                  </a:cubicBezTo>
                  <a:cubicBezTo>
                    <a:pt x="1687" y="2506"/>
                    <a:pt x="1591" y="2000"/>
                    <a:pt x="1494" y="1615"/>
                  </a:cubicBezTo>
                  <a:cubicBezTo>
                    <a:pt x="1398" y="1205"/>
                    <a:pt x="1205" y="795"/>
                    <a:pt x="892" y="506"/>
                  </a:cubicBezTo>
                  <a:cubicBezTo>
                    <a:pt x="795" y="289"/>
                    <a:pt x="482" y="97"/>
                    <a:pt x="289"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4"/>
            <p:cNvSpPr/>
            <p:nvPr/>
          </p:nvSpPr>
          <p:spPr>
            <a:xfrm>
              <a:off x="5908815" y="3389137"/>
              <a:ext cx="23933" cy="26674"/>
            </a:xfrm>
            <a:custGeom>
              <a:avLst/>
              <a:gdLst/>
              <a:ahLst/>
              <a:cxnLst/>
              <a:rect l="l" t="t" r="r" b="b"/>
              <a:pathLst>
                <a:path w="1904" h="2122" extrusionOk="0">
                  <a:moveTo>
                    <a:pt x="1904" y="0"/>
                  </a:moveTo>
                  <a:lnTo>
                    <a:pt x="1904" y="0"/>
                  </a:lnTo>
                  <a:cubicBezTo>
                    <a:pt x="1422" y="217"/>
                    <a:pt x="1012" y="410"/>
                    <a:pt x="699" y="820"/>
                  </a:cubicBezTo>
                  <a:cubicBezTo>
                    <a:pt x="313" y="1205"/>
                    <a:pt x="96" y="1615"/>
                    <a:pt x="0" y="2121"/>
                  </a:cubicBezTo>
                  <a:cubicBezTo>
                    <a:pt x="0" y="2121"/>
                    <a:pt x="313" y="1519"/>
                    <a:pt x="819" y="1013"/>
                  </a:cubicBezTo>
                  <a:cubicBezTo>
                    <a:pt x="1301" y="410"/>
                    <a:pt x="1904" y="97"/>
                    <a:pt x="1904"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4"/>
            <p:cNvSpPr/>
            <p:nvPr/>
          </p:nvSpPr>
          <p:spPr>
            <a:xfrm>
              <a:off x="6078124" y="3465559"/>
              <a:ext cx="723052" cy="229214"/>
            </a:xfrm>
            <a:custGeom>
              <a:avLst/>
              <a:gdLst/>
              <a:ahLst/>
              <a:cxnLst/>
              <a:rect l="l" t="t" r="r" b="b"/>
              <a:pathLst>
                <a:path w="57522" h="18235" extrusionOk="0">
                  <a:moveTo>
                    <a:pt x="27474" y="1"/>
                  </a:moveTo>
                  <a:cubicBezTo>
                    <a:pt x="27000" y="1"/>
                    <a:pt x="26632" y="14"/>
                    <a:pt x="26388" y="41"/>
                  </a:cubicBezTo>
                  <a:cubicBezTo>
                    <a:pt x="25287" y="146"/>
                    <a:pt x="21988" y="181"/>
                    <a:pt x="18079" y="181"/>
                  </a:cubicBezTo>
                  <a:cubicBezTo>
                    <a:pt x="10261" y="181"/>
                    <a:pt x="1" y="41"/>
                    <a:pt x="1" y="41"/>
                  </a:cubicBezTo>
                  <a:lnTo>
                    <a:pt x="1" y="41"/>
                  </a:lnTo>
                  <a:lnTo>
                    <a:pt x="2603" y="18235"/>
                  </a:lnTo>
                  <a:lnTo>
                    <a:pt x="53401" y="9078"/>
                  </a:lnTo>
                  <a:lnTo>
                    <a:pt x="57522" y="2162"/>
                  </a:lnTo>
                  <a:cubicBezTo>
                    <a:pt x="57522" y="2162"/>
                    <a:pt x="33627" y="1"/>
                    <a:pt x="27474" y="1"/>
                  </a:cubicBezTo>
                  <a:close/>
                </a:path>
              </a:pathLst>
            </a:custGeom>
            <a:solidFill>
              <a:srgbClr val="A36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4"/>
            <p:cNvSpPr/>
            <p:nvPr/>
          </p:nvSpPr>
          <p:spPr>
            <a:xfrm>
              <a:off x="5304241" y="3399431"/>
              <a:ext cx="920237" cy="1192566"/>
            </a:xfrm>
            <a:custGeom>
              <a:avLst/>
              <a:gdLst/>
              <a:ahLst/>
              <a:cxnLst/>
              <a:rect l="l" t="t" r="r" b="b"/>
              <a:pathLst>
                <a:path w="73209" h="94874" extrusionOk="0">
                  <a:moveTo>
                    <a:pt x="18194" y="1"/>
                  </a:moveTo>
                  <a:lnTo>
                    <a:pt x="0" y="4507"/>
                  </a:lnTo>
                  <a:lnTo>
                    <a:pt x="1711" y="39039"/>
                  </a:lnTo>
                  <a:lnTo>
                    <a:pt x="1615" y="94873"/>
                  </a:lnTo>
                  <a:lnTo>
                    <a:pt x="62461" y="94873"/>
                  </a:lnTo>
                  <a:cubicBezTo>
                    <a:pt x="62461" y="94873"/>
                    <a:pt x="59160" y="35424"/>
                    <a:pt x="58943" y="30123"/>
                  </a:cubicBezTo>
                  <a:lnTo>
                    <a:pt x="73209" y="24990"/>
                  </a:lnTo>
                  <a:lnTo>
                    <a:pt x="73016" y="4507"/>
                  </a:lnTo>
                  <a:lnTo>
                    <a:pt x="57353" y="1905"/>
                  </a:lnTo>
                  <a:lnTo>
                    <a:pt x="38966" y="603"/>
                  </a:lnTo>
                  <a:lnTo>
                    <a:pt x="38966" y="603"/>
                  </a:lnTo>
                  <a:cubicBezTo>
                    <a:pt x="38966" y="603"/>
                    <a:pt x="40075" y="7230"/>
                    <a:pt x="31448" y="8314"/>
                  </a:cubicBezTo>
                  <a:cubicBezTo>
                    <a:pt x="30938" y="8386"/>
                    <a:pt x="30443" y="8420"/>
                    <a:pt x="29961" y="8420"/>
                  </a:cubicBezTo>
                  <a:cubicBezTo>
                    <a:pt x="22350" y="8420"/>
                    <a:pt x="18194" y="1"/>
                    <a:pt x="18194"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4"/>
            <p:cNvSpPr/>
            <p:nvPr/>
          </p:nvSpPr>
          <p:spPr>
            <a:xfrm>
              <a:off x="6027545" y="3569658"/>
              <a:ext cx="21520" cy="329573"/>
            </a:xfrm>
            <a:custGeom>
              <a:avLst/>
              <a:gdLst/>
              <a:ahLst/>
              <a:cxnLst/>
              <a:rect l="l" t="t" r="r" b="b"/>
              <a:pathLst>
                <a:path w="1712" h="26219" extrusionOk="0">
                  <a:moveTo>
                    <a:pt x="0" y="1"/>
                  </a:moveTo>
                  <a:lnTo>
                    <a:pt x="0" y="314"/>
                  </a:lnTo>
                  <a:cubicBezTo>
                    <a:pt x="97" y="507"/>
                    <a:pt x="97" y="700"/>
                    <a:pt x="97" y="1109"/>
                  </a:cubicBezTo>
                  <a:lnTo>
                    <a:pt x="97" y="314"/>
                  </a:lnTo>
                  <a:cubicBezTo>
                    <a:pt x="97" y="193"/>
                    <a:pt x="97" y="97"/>
                    <a:pt x="0" y="1"/>
                  </a:cubicBezTo>
                  <a:close/>
                  <a:moveTo>
                    <a:pt x="97" y="1109"/>
                  </a:moveTo>
                  <a:cubicBezTo>
                    <a:pt x="97" y="1808"/>
                    <a:pt x="97" y="2820"/>
                    <a:pt x="193" y="4025"/>
                  </a:cubicBezTo>
                  <a:cubicBezTo>
                    <a:pt x="410" y="6531"/>
                    <a:pt x="603" y="9833"/>
                    <a:pt x="892" y="13664"/>
                  </a:cubicBezTo>
                  <a:cubicBezTo>
                    <a:pt x="1205" y="17375"/>
                    <a:pt x="1398" y="20797"/>
                    <a:pt x="1494" y="23303"/>
                  </a:cubicBezTo>
                  <a:cubicBezTo>
                    <a:pt x="1615" y="24508"/>
                    <a:pt x="1615" y="25496"/>
                    <a:pt x="1711" y="26219"/>
                  </a:cubicBezTo>
                  <a:lnTo>
                    <a:pt x="1711" y="23303"/>
                  </a:lnTo>
                  <a:cubicBezTo>
                    <a:pt x="1615" y="20797"/>
                    <a:pt x="1398" y="17375"/>
                    <a:pt x="1109" y="13664"/>
                  </a:cubicBezTo>
                  <a:lnTo>
                    <a:pt x="410" y="4025"/>
                  </a:lnTo>
                  <a:cubicBezTo>
                    <a:pt x="290" y="2820"/>
                    <a:pt x="193" y="1808"/>
                    <a:pt x="97" y="110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4"/>
            <p:cNvSpPr/>
            <p:nvPr/>
          </p:nvSpPr>
          <p:spPr>
            <a:xfrm>
              <a:off x="5325747" y="3894062"/>
              <a:ext cx="733346" cy="160242"/>
            </a:xfrm>
            <a:custGeom>
              <a:avLst/>
              <a:gdLst/>
              <a:ahLst/>
              <a:cxnLst/>
              <a:rect l="l" t="t" r="r" b="b"/>
              <a:pathLst>
                <a:path w="58341" h="12748" extrusionOk="0">
                  <a:moveTo>
                    <a:pt x="57545" y="0"/>
                  </a:moveTo>
                  <a:lnTo>
                    <a:pt x="0" y="289"/>
                  </a:lnTo>
                  <a:lnTo>
                    <a:pt x="0" y="12748"/>
                  </a:lnTo>
                  <a:lnTo>
                    <a:pt x="58341" y="12748"/>
                  </a:lnTo>
                  <a:lnTo>
                    <a:pt x="57545"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4"/>
            <p:cNvSpPr/>
            <p:nvPr/>
          </p:nvSpPr>
          <p:spPr>
            <a:xfrm>
              <a:off x="5481130" y="4180593"/>
              <a:ext cx="389846" cy="187205"/>
            </a:xfrm>
            <a:custGeom>
              <a:avLst/>
              <a:gdLst/>
              <a:ahLst/>
              <a:cxnLst/>
              <a:rect l="l" t="t" r="r" b="b"/>
              <a:pathLst>
                <a:path w="31014" h="14893" extrusionOk="0">
                  <a:moveTo>
                    <a:pt x="988" y="1"/>
                  </a:moveTo>
                  <a:lnTo>
                    <a:pt x="0" y="97"/>
                  </a:lnTo>
                  <a:cubicBezTo>
                    <a:pt x="7832" y="6917"/>
                    <a:pt x="17158" y="11953"/>
                    <a:pt x="27206" y="14652"/>
                  </a:cubicBezTo>
                  <a:cubicBezTo>
                    <a:pt x="27572" y="14791"/>
                    <a:pt x="27938" y="14893"/>
                    <a:pt x="28341" y="14893"/>
                  </a:cubicBezTo>
                  <a:cubicBezTo>
                    <a:pt x="28495" y="14893"/>
                    <a:pt x="28654" y="14878"/>
                    <a:pt x="28821" y="14845"/>
                  </a:cubicBezTo>
                  <a:cubicBezTo>
                    <a:pt x="30315" y="14652"/>
                    <a:pt x="31014" y="12748"/>
                    <a:pt x="30725" y="11351"/>
                  </a:cubicBezTo>
                  <a:cubicBezTo>
                    <a:pt x="30315" y="9134"/>
                    <a:pt x="28411" y="7519"/>
                    <a:pt x="26291" y="6820"/>
                  </a:cubicBezTo>
                  <a:cubicBezTo>
                    <a:pt x="24194" y="6025"/>
                    <a:pt x="21977" y="6025"/>
                    <a:pt x="19784" y="5808"/>
                  </a:cubicBezTo>
                  <a:cubicBezTo>
                    <a:pt x="13158" y="5206"/>
                    <a:pt x="6820" y="3206"/>
                    <a:pt x="988"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4"/>
            <p:cNvSpPr/>
            <p:nvPr/>
          </p:nvSpPr>
          <p:spPr>
            <a:xfrm>
              <a:off x="5457198" y="4153946"/>
              <a:ext cx="508595" cy="243544"/>
            </a:xfrm>
            <a:custGeom>
              <a:avLst/>
              <a:gdLst/>
              <a:ahLst/>
              <a:cxnLst/>
              <a:rect l="l" t="t" r="r" b="b"/>
              <a:pathLst>
                <a:path w="40461" h="19375" extrusionOk="0">
                  <a:moveTo>
                    <a:pt x="1" y="0"/>
                  </a:moveTo>
                  <a:lnTo>
                    <a:pt x="290" y="313"/>
                  </a:lnTo>
                  <a:lnTo>
                    <a:pt x="1205" y="1205"/>
                  </a:lnTo>
                  <a:lnTo>
                    <a:pt x="2001" y="1807"/>
                  </a:lnTo>
                  <a:cubicBezTo>
                    <a:pt x="2193" y="2024"/>
                    <a:pt x="2507" y="2313"/>
                    <a:pt x="2796" y="2506"/>
                  </a:cubicBezTo>
                  <a:cubicBezTo>
                    <a:pt x="3495" y="3109"/>
                    <a:pt x="4218" y="3711"/>
                    <a:pt x="5013" y="4313"/>
                  </a:cubicBezTo>
                  <a:lnTo>
                    <a:pt x="6314" y="5326"/>
                  </a:lnTo>
                  <a:cubicBezTo>
                    <a:pt x="6724" y="5639"/>
                    <a:pt x="7230" y="6024"/>
                    <a:pt x="7712" y="6338"/>
                  </a:cubicBezTo>
                  <a:cubicBezTo>
                    <a:pt x="8724" y="7037"/>
                    <a:pt x="9832" y="7735"/>
                    <a:pt x="10941" y="8531"/>
                  </a:cubicBezTo>
                  <a:cubicBezTo>
                    <a:pt x="15953" y="11760"/>
                    <a:pt x="21375" y="14266"/>
                    <a:pt x="26990" y="16170"/>
                  </a:cubicBezTo>
                  <a:cubicBezTo>
                    <a:pt x="28315" y="16579"/>
                    <a:pt x="29520" y="17085"/>
                    <a:pt x="30725" y="17374"/>
                  </a:cubicBezTo>
                  <a:cubicBezTo>
                    <a:pt x="31327" y="17471"/>
                    <a:pt x="31809" y="17688"/>
                    <a:pt x="32412" y="17784"/>
                  </a:cubicBezTo>
                  <a:lnTo>
                    <a:pt x="33930" y="18170"/>
                  </a:lnTo>
                  <a:cubicBezTo>
                    <a:pt x="34942" y="18483"/>
                    <a:pt x="35930" y="18579"/>
                    <a:pt x="36749" y="18772"/>
                  </a:cubicBezTo>
                  <a:cubicBezTo>
                    <a:pt x="37135" y="18893"/>
                    <a:pt x="37448" y="18989"/>
                    <a:pt x="37834" y="18989"/>
                  </a:cubicBezTo>
                  <a:lnTo>
                    <a:pt x="38750" y="19182"/>
                  </a:lnTo>
                  <a:lnTo>
                    <a:pt x="40051" y="19375"/>
                  </a:lnTo>
                  <a:lnTo>
                    <a:pt x="40460" y="19375"/>
                  </a:lnTo>
                  <a:lnTo>
                    <a:pt x="40051" y="19278"/>
                  </a:lnTo>
                  <a:lnTo>
                    <a:pt x="38750" y="19085"/>
                  </a:lnTo>
                  <a:lnTo>
                    <a:pt x="37834" y="18893"/>
                  </a:lnTo>
                  <a:lnTo>
                    <a:pt x="36749" y="18676"/>
                  </a:lnTo>
                  <a:cubicBezTo>
                    <a:pt x="35930" y="18483"/>
                    <a:pt x="35038" y="18290"/>
                    <a:pt x="34026" y="18073"/>
                  </a:cubicBezTo>
                  <a:lnTo>
                    <a:pt x="32412" y="17688"/>
                  </a:lnTo>
                  <a:cubicBezTo>
                    <a:pt x="31930" y="17471"/>
                    <a:pt x="31327" y="17374"/>
                    <a:pt x="30725" y="17182"/>
                  </a:cubicBezTo>
                  <a:cubicBezTo>
                    <a:pt x="29520" y="16868"/>
                    <a:pt x="28315" y="16483"/>
                    <a:pt x="26990" y="15977"/>
                  </a:cubicBezTo>
                  <a:cubicBezTo>
                    <a:pt x="21375" y="14073"/>
                    <a:pt x="16050" y="11543"/>
                    <a:pt x="11037" y="8338"/>
                  </a:cubicBezTo>
                  <a:cubicBezTo>
                    <a:pt x="9929" y="7639"/>
                    <a:pt x="8820" y="6940"/>
                    <a:pt x="7832" y="6241"/>
                  </a:cubicBezTo>
                  <a:cubicBezTo>
                    <a:pt x="7326" y="5832"/>
                    <a:pt x="6820" y="5518"/>
                    <a:pt x="6410" y="5229"/>
                  </a:cubicBezTo>
                  <a:lnTo>
                    <a:pt x="5109" y="4217"/>
                  </a:lnTo>
                  <a:cubicBezTo>
                    <a:pt x="4218" y="3615"/>
                    <a:pt x="3495" y="3012"/>
                    <a:pt x="2892" y="2506"/>
                  </a:cubicBezTo>
                  <a:lnTo>
                    <a:pt x="2001" y="1711"/>
                  </a:lnTo>
                  <a:lnTo>
                    <a:pt x="1302" y="1109"/>
                  </a:lnTo>
                  <a:lnTo>
                    <a:pt x="290" y="217"/>
                  </a:lnTo>
                  <a:lnTo>
                    <a:pt x="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4"/>
            <p:cNvSpPr/>
            <p:nvPr/>
          </p:nvSpPr>
          <p:spPr>
            <a:xfrm>
              <a:off x="5802792" y="3740187"/>
              <a:ext cx="165409" cy="43932"/>
            </a:xfrm>
            <a:custGeom>
              <a:avLst/>
              <a:gdLst/>
              <a:ahLst/>
              <a:cxnLst/>
              <a:rect l="l" t="t" r="r" b="b"/>
              <a:pathLst>
                <a:path w="13159" h="3495" extrusionOk="0">
                  <a:moveTo>
                    <a:pt x="97" y="1"/>
                  </a:moveTo>
                  <a:lnTo>
                    <a:pt x="1" y="97"/>
                  </a:lnTo>
                  <a:lnTo>
                    <a:pt x="1" y="3495"/>
                  </a:lnTo>
                  <a:lnTo>
                    <a:pt x="97" y="3495"/>
                  </a:lnTo>
                  <a:lnTo>
                    <a:pt x="9447" y="3398"/>
                  </a:lnTo>
                  <a:lnTo>
                    <a:pt x="9351" y="3398"/>
                  </a:lnTo>
                  <a:lnTo>
                    <a:pt x="218" y="3303"/>
                  </a:lnTo>
                  <a:lnTo>
                    <a:pt x="218" y="3303"/>
                  </a:lnTo>
                  <a:lnTo>
                    <a:pt x="218" y="1808"/>
                  </a:lnTo>
                  <a:lnTo>
                    <a:pt x="218" y="193"/>
                  </a:lnTo>
                  <a:lnTo>
                    <a:pt x="13062" y="193"/>
                  </a:lnTo>
                  <a:lnTo>
                    <a:pt x="13062" y="2507"/>
                  </a:lnTo>
                  <a:lnTo>
                    <a:pt x="13062" y="3206"/>
                  </a:lnTo>
                  <a:lnTo>
                    <a:pt x="13062" y="3398"/>
                  </a:lnTo>
                  <a:cubicBezTo>
                    <a:pt x="13062" y="3398"/>
                    <a:pt x="13062" y="3302"/>
                    <a:pt x="13158" y="3206"/>
                  </a:cubicBezTo>
                  <a:lnTo>
                    <a:pt x="13158" y="2603"/>
                  </a:lnTo>
                  <a:lnTo>
                    <a:pt x="13158" y="97"/>
                  </a:lnTo>
                  <a:lnTo>
                    <a:pt x="1315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4"/>
            <p:cNvSpPr/>
            <p:nvPr/>
          </p:nvSpPr>
          <p:spPr>
            <a:xfrm>
              <a:off x="5531407" y="3515447"/>
              <a:ext cx="20301" cy="13940"/>
            </a:xfrm>
            <a:custGeom>
              <a:avLst/>
              <a:gdLst/>
              <a:ahLst/>
              <a:cxnLst/>
              <a:rect l="l" t="t" r="r" b="b"/>
              <a:pathLst>
                <a:path w="1615" h="1109" extrusionOk="0">
                  <a:moveTo>
                    <a:pt x="1615" y="0"/>
                  </a:moveTo>
                  <a:cubicBezTo>
                    <a:pt x="1326" y="0"/>
                    <a:pt x="1013" y="193"/>
                    <a:pt x="723" y="410"/>
                  </a:cubicBezTo>
                  <a:cubicBezTo>
                    <a:pt x="314" y="699"/>
                    <a:pt x="0" y="1012"/>
                    <a:pt x="121" y="1109"/>
                  </a:cubicBezTo>
                  <a:cubicBezTo>
                    <a:pt x="121" y="1109"/>
                    <a:pt x="410" y="795"/>
                    <a:pt x="820" y="506"/>
                  </a:cubicBezTo>
                  <a:cubicBezTo>
                    <a:pt x="1205" y="193"/>
                    <a:pt x="1615" y="97"/>
                    <a:pt x="161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4"/>
            <p:cNvSpPr/>
            <p:nvPr/>
          </p:nvSpPr>
          <p:spPr>
            <a:xfrm>
              <a:off x="5623792" y="3573593"/>
              <a:ext cx="8799" cy="26372"/>
            </a:xfrm>
            <a:custGeom>
              <a:avLst/>
              <a:gdLst/>
              <a:ahLst/>
              <a:cxnLst/>
              <a:rect l="l" t="t" r="r" b="b"/>
              <a:pathLst>
                <a:path w="700" h="2098" extrusionOk="0">
                  <a:moveTo>
                    <a:pt x="699" y="1"/>
                  </a:moveTo>
                  <a:cubicBezTo>
                    <a:pt x="386" y="290"/>
                    <a:pt x="289" y="603"/>
                    <a:pt x="193" y="989"/>
                  </a:cubicBezTo>
                  <a:cubicBezTo>
                    <a:pt x="0" y="1399"/>
                    <a:pt x="0" y="1808"/>
                    <a:pt x="0" y="2097"/>
                  </a:cubicBezTo>
                  <a:cubicBezTo>
                    <a:pt x="193" y="1808"/>
                    <a:pt x="289" y="1399"/>
                    <a:pt x="386" y="1085"/>
                  </a:cubicBezTo>
                  <a:cubicBezTo>
                    <a:pt x="482" y="700"/>
                    <a:pt x="603" y="387"/>
                    <a:pt x="69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4"/>
            <p:cNvSpPr/>
            <p:nvPr/>
          </p:nvSpPr>
          <p:spPr>
            <a:xfrm>
              <a:off x="5737369" y="3554286"/>
              <a:ext cx="15159" cy="20539"/>
            </a:xfrm>
            <a:custGeom>
              <a:avLst/>
              <a:gdLst/>
              <a:ahLst/>
              <a:cxnLst/>
              <a:rect l="l" t="t" r="r" b="b"/>
              <a:pathLst>
                <a:path w="1206" h="1634" extrusionOk="0">
                  <a:moveTo>
                    <a:pt x="116" y="0"/>
                  </a:moveTo>
                  <a:cubicBezTo>
                    <a:pt x="104" y="0"/>
                    <a:pt x="97" y="6"/>
                    <a:pt x="97" y="19"/>
                  </a:cubicBezTo>
                  <a:cubicBezTo>
                    <a:pt x="1" y="19"/>
                    <a:pt x="386" y="332"/>
                    <a:pt x="700" y="814"/>
                  </a:cubicBezTo>
                  <a:cubicBezTo>
                    <a:pt x="989" y="1224"/>
                    <a:pt x="1206" y="1633"/>
                    <a:pt x="1206" y="1633"/>
                  </a:cubicBezTo>
                  <a:cubicBezTo>
                    <a:pt x="1206" y="1320"/>
                    <a:pt x="1085" y="935"/>
                    <a:pt x="892" y="621"/>
                  </a:cubicBezTo>
                  <a:cubicBezTo>
                    <a:pt x="536" y="265"/>
                    <a:pt x="199" y="0"/>
                    <a:pt x="11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4"/>
            <p:cNvSpPr/>
            <p:nvPr/>
          </p:nvSpPr>
          <p:spPr>
            <a:xfrm>
              <a:off x="5786440" y="3493940"/>
              <a:ext cx="23946" cy="14129"/>
            </a:xfrm>
            <a:custGeom>
              <a:avLst/>
              <a:gdLst/>
              <a:ahLst/>
              <a:cxnLst/>
              <a:rect l="l" t="t" r="r" b="b"/>
              <a:pathLst>
                <a:path w="1905" h="1124" extrusionOk="0">
                  <a:moveTo>
                    <a:pt x="1" y="0"/>
                  </a:moveTo>
                  <a:cubicBezTo>
                    <a:pt x="1" y="0"/>
                    <a:pt x="507" y="193"/>
                    <a:pt x="1013" y="506"/>
                  </a:cubicBezTo>
                  <a:cubicBezTo>
                    <a:pt x="1467" y="766"/>
                    <a:pt x="1747" y="1123"/>
                    <a:pt x="1799" y="1123"/>
                  </a:cubicBezTo>
                  <a:cubicBezTo>
                    <a:pt x="1805" y="1123"/>
                    <a:pt x="1808" y="1119"/>
                    <a:pt x="1808" y="1109"/>
                  </a:cubicBezTo>
                  <a:cubicBezTo>
                    <a:pt x="1904" y="1109"/>
                    <a:pt x="1615" y="699"/>
                    <a:pt x="1109" y="314"/>
                  </a:cubicBezTo>
                  <a:cubicBezTo>
                    <a:pt x="796" y="97"/>
                    <a:pt x="410"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4"/>
            <p:cNvSpPr/>
            <p:nvPr/>
          </p:nvSpPr>
          <p:spPr>
            <a:xfrm>
              <a:off x="5505049" y="3404283"/>
              <a:ext cx="321704" cy="203257"/>
            </a:xfrm>
            <a:custGeom>
              <a:avLst/>
              <a:gdLst/>
              <a:ahLst/>
              <a:cxnLst/>
              <a:rect l="l" t="t" r="r" b="b"/>
              <a:pathLst>
                <a:path w="25593" h="16170" extrusionOk="0">
                  <a:moveTo>
                    <a:pt x="411" y="0"/>
                  </a:moveTo>
                  <a:cubicBezTo>
                    <a:pt x="411" y="97"/>
                    <a:pt x="290" y="97"/>
                    <a:pt x="290" y="97"/>
                  </a:cubicBezTo>
                  <a:lnTo>
                    <a:pt x="290" y="506"/>
                  </a:lnTo>
                  <a:cubicBezTo>
                    <a:pt x="290" y="314"/>
                    <a:pt x="411" y="217"/>
                    <a:pt x="411" y="97"/>
                  </a:cubicBezTo>
                  <a:lnTo>
                    <a:pt x="411" y="0"/>
                  </a:lnTo>
                  <a:close/>
                  <a:moveTo>
                    <a:pt x="24894" y="410"/>
                  </a:moveTo>
                  <a:cubicBezTo>
                    <a:pt x="24927" y="486"/>
                    <a:pt x="24959" y="565"/>
                    <a:pt x="24990" y="646"/>
                  </a:cubicBezTo>
                  <a:lnTo>
                    <a:pt x="24990" y="646"/>
                  </a:lnTo>
                  <a:lnTo>
                    <a:pt x="24990" y="506"/>
                  </a:lnTo>
                  <a:lnTo>
                    <a:pt x="24894" y="410"/>
                  </a:lnTo>
                  <a:close/>
                  <a:moveTo>
                    <a:pt x="290" y="506"/>
                  </a:moveTo>
                  <a:lnTo>
                    <a:pt x="290" y="506"/>
                  </a:lnTo>
                  <a:cubicBezTo>
                    <a:pt x="194" y="603"/>
                    <a:pt x="194" y="820"/>
                    <a:pt x="194" y="1012"/>
                  </a:cubicBezTo>
                  <a:cubicBezTo>
                    <a:pt x="290" y="820"/>
                    <a:pt x="290" y="603"/>
                    <a:pt x="290" y="506"/>
                  </a:cubicBezTo>
                  <a:close/>
                  <a:moveTo>
                    <a:pt x="24990" y="646"/>
                  </a:moveTo>
                  <a:lnTo>
                    <a:pt x="24990" y="820"/>
                  </a:lnTo>
                  <a:cubicBezTo>
                    <a:pt x="25111" y="1109"/>
                    <a:pt x="25207" y="1615"/>
                    <a:pt x="25303" y="2217"/>
                  </a:cubicBezTo>
                  <a:cubicBezTo>
                    <a:pt x="25400" y="2916"/>
                    <a:pt x="25400" y="3615"/>
                    <a:pt x="25400" y="4314"/>
                  </a:cubicBezTo>
                  <a:cubicBezTo>
                    <a:pt x="25496" y="5230"/>
                    <a:pt x="25400" y="6242"/>
                    <a:pt x="25207" y="7133"/>
                  </a:cubicBezTo>
                  <a:cubicBezTo>
                    <a:pt x="24894" y="8242"/>
                    <a:pt x="24508" y="9350"/>
                    <a:pt x="23906" y="10242"/>
                  </a:cubicBezTo>
                  <a:cubicBezTo>
                    <a:pt x="23303" y="11447"/>
                    <a:pt x="22388" y="12459"/>
                    <a:pt x="21376" y="13254"/>
                  </a:cubicBezTo>
                  <a:cubicBezTo>
                    <a:pt x="20171" y="14170"/>
                    <a:pt x="18966" y="14869"/>
                    <a:pt x="17568" y="15278"/>
                  </a:cubicBezTo>
                  <a:cubicBezTo>
                    <a:pt x="16074" y="15760"/>
                    <a:pt x="14556" y="15977"/>
                    <a:pt x="12941" y="15977"/>
                  </a:cubicBezTo>
                  <a:cubicBezTo>
                    <a:pt x="9929" y="15977"/>
                    <a:pt x="7037" y="14772"/>
                    <a:pt x="4724" y="12869"/>
                  </a:cubicBezTo>
                  <a:cubicBezTo>
                    <a:pt x="2917" y="11158"/>
                    <a:pt x="1495" y="9037"/>
                    <a:pt x="796" y="6724"/>
                  </a:cubicBezTo>
                  <a:cubicBezTo>
                    <a:pt x="507" y="5832"/>
                    <a:pt x="290" y="4916"/>
                    <a:pt x="194" y="4025"/>
                  </a:cubicBezTo>
                  <a:cubicBezTo>
                    <a:pt x="97" y="3229"/>
                    <a:pt x="97" y="2507"/>
                    <a:pt x="194" y="1808"/>
                  </a:cubicBezTo>
                  <a:lnTo>
                    <a:pt x="194" y="1012"/>
                  </a:lnTo>
                  <a:cubicBezTo>
                    <a:pt x="97" y="1302"/>
                    <a:pt x="97" y="1519"/>
                    <a:pt x="97" y="1808"/>
                  </a:cubicBezTo>
                  <a:cubicBezTo>
                    <a:pt x="1" y="2627"/>
                    <a:pt x="1" y="3326"/>
                    <a:pt x="97" y="4025"/>
                  </a:cubicBezTo>
                  <a:cubicBezTo>
                    <a:pt x="194" y="4916"/>
                    <a:pt x="411" y="5928"/>
                    <a:pt x="603" y="6844"/>
                  </a:cubicBezTo>
                  <a:cubicBezTo>
                    <a:pt x="1399" y="9254"/>
                    <a:pt x="2700" y="11350"/>
                    <a:pt x="4628" y="13061"/>
                  </a:cubicBezTo>
                  <a:cubicBezTo>
                    <a:pt x="6917" y="14965"/>
                    <a:pt x="9929" y="16170"/>
                    <a:pt x="12941" y="16170"/>
                  </a:cubicBezTo>
                  <a:cubicBezTo>
                    <a:pt x="14556" y="16170"/>
                    <a:pt x="16170" y="15977"/>
                    <a:pt x="17665" y="15471"/>
                  </a:cubicBezTo>
                  <a:cubicBezTo>
                    <a:pt x="19086" y="14965"/>
                    <a:pt x="20388" y="14266"/>
                    <a:pt x="21496" y="13350"/>
                  </a:cubicBezTo>
                  <a:cubicBezTo>
                    <a:pt x="22484" y="12555"/>
                    <a:pt x="23400" y="11447"/>
                    <a:pt x="24099" y="10338"/>
                  </a:cubicBezTo>
                  <a:cubicBezTo>
                    <a:pt x="24605" y="9350"/>
                    <a:pt x="25111" y="8242"/>
                    <a:pt x="25303" y="7133"/>
                  </a:cubicBezTo>
                  <a:cubicBezTo>
                    <a:pt x="25496" y="6242"/>
                    <a:pt x="25593" y="5230"/>
                    <a:pt x="25593" y="4314"/>
                  </a:cubicBezTo>
                  <a:cubicBezTo>
                    <a:pt x="25593" y="3615"/>
                    <a:pt x="25496" y="2820"/>
                    <a:pt x="25400" y="2121"/>
                  </a:cubicBezTo>
                  <a:cubicBezTo>
                    <a:pt x="25318" y="1610"/>
                    <a:pt x="25167" y="1098"/>
                    <a:pt x="24990" y="64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4"/>
            <p:cNvSpPr/>
            <p:nvPr/>
          </p:nvSpPr>
          <p:spPr>
            <a:xfrm>
              <a:off x="4470076" y="2934113"/>
              <a:ext cx="848148" cy="1215054"/>
            </a:xfrm>
            <a:custGeom>
              <a:avLst/>
              <a:gdLst/>
              <a:ahLst/>
              <a:cxnLst/>
              <a:rect l="l" t="t" r="r" b="b"/>
              <a:pathLst>
                <a:path w="67474" h="96663" extrusionOk="0">
                  <a:moveTo>
                    <a:pt x="67252" y="62404"/>
                  </a:moveTo>
                  <a:lnTo>
                    <a:pt x="67281" y="63022"/>
                  </a:lnTo>
                  <a:lnTo>
                    <a:pt x="67281" y="62613"/>
                  </a:lnTo>
                  <a:cubicBezTo>
                    <a:pt x="67272" y="62543"/>
                    <a:pt x="67262" y="62473"/>
                    <a:pt x="67252" y="62404"/>
                  </a:cubicBezTo>
                  <a:close/>
                  <a:moveTo>
                    <a:pt x="48949" y="0"/>
                  </a:moveTo>
                  <a:cubicBezTo>
                    <a:pt x="34066" y="0"/>
                    <a:pt x="27401" y="11517"/>
                    <a:pt x="24917" y="17526"/>
                  </a:cubicBezTo>
                  <a:cubicBezTo>
                    <a:pt x="22194" y="24056"/>
                    <a:pt x="21399" y="31189"/>
                    <a:pt x="20098" y="38105"/>
                  </a:cubicBezTo>
                  <a:cubicBezTo>
                    <a:pt x="19495" y="40925"/>
                    <a:pt x="18772" y="43840"/>
                    <a:pt x="16676" y="45744"/>
                  </a:cubicBezTo>
                  <a:cubicBezTo>
                    <a:pt x="15158" y="47045"/>
                    <a:pt x="13061" y="47744"/>
                    <a:pt x="11953" y="49359"/>
                  </a:cubicBezTo>
                  <a:cubicBezTo>
                    <a:pt x="10555" y="51359"/>
                    <a:pt x="10941" y="54371"/>
                    <a:pt x="9350" y="56178"/>
                  </a:cubicBezTo>
                  <a:cubicBezTo>
                    <a:pt x="7832" y="57793"/>
                    <a:pt x="5326" y="57889"/>
                    <a:pt x="3518" y="59094"/>
                  </a:cubicBezTo>
                  <a:cubicBezTo>
                    <a:pt x="1518" y="60516"/>
                    <a:pt x="603" y="63022"/>
                    <a:pt x="603" y="65528"/>
                  </a:cubicBezTo>
                  <a:cubicBezTo>
                    <a:pt x="506" y="67938"/>
                    <a:pt x="1012" y="70348"/>
                    <a:pt x="1205" y="72758"/>
                  </a:cubicBezTo>
                  <a:cubicBezTo>
                    <a:pt x="1422" y="76878"/>
                    <a:pt x="506" y="80879"/>
                    <a:pt x="217" y="84999"/>
                  </a:cubicBezTo>
                  <a:cubicBezTo>
                    <a:pt x="0" y="89120"/>
                    <a:pt x="1615" y="93650"/>
                    <a:pt x="4434" y="96662"/>
                  </a:cubicBezTo>
                  <a:lnTo>
                    <a:pt x="6627" y="76565"/>
                  </a:lnTo>
                  <a:cubicBezTo>
                    <a:pt x="6627" y="76565"/>
                    <a:pt x="9254" y="60106"/>
                    <a:pt x="12555" y="56781"/>
                  </a:cubicBezTo>
                  <a:cubicBezTo>
                    <a:pt x="12555" y="56781"/>
                    <a:pt x="16772" y="52877"/>
                    <a:pt x="21785" y="50877"/>
                  </a:cubicBezTo>
                  <a:cubicBezTo>
                    <a:pt x="27172" y="48663"/>
                    <a:pt x="33355" y="48456"/>
                    <a:pt x="35480" y="48456"/>
                  </a:cubicBezTo>
                  <a:cubicBezTo>
                    <a:pt x="35969" y="48456"/>
                    <a:pt x="36243" y="48467"/>
                    <a:pt x="36243" y="48467"/>
                  </a:cubicBezTo>
                  <a:cubicBezTo>
                    <a:pt x="36360" y="51864"/>
                    <a:pt x="41487" y="60224"/>
                    <a:pt x="48037" y="60224"/>
                  </a:cubicBezTo>
                  <a:cubicBezTo>
                    <a:pt x="48225" y="60224"/>
                    <a:pt x="48415" y="60217"/>
                    <a:pt x="48605" y="60203"/>
                  </a:cubicBezTo>
                  <a:cubicBezTo>
                    <a:pt x="55425" y="59697"/>
                    <a:pt x="55328" y="49166"/>
                    <a:pt x="55328" y="49166"/>
                  </a:cubicBezTo>
                  <a:lnTo>
                    <a:pt x="55328" y="49166"/>
                  </a:lnTo>
                  <a:lnTo>
                    <a:pt x="60148" y="51961"/>
                  </a:lnTo>
                  <a:cubicBezTo>
                    <a:pt x="64015" y="54144"/>
                    <a:pt x="66598" y="57985"/>
                    <a:pt x="67252" y="62404"/>
                  </a:cubicBezTo>
                  <a:lnTo>
                    <a:pt x="67252" y="62404"/>
                  </a:lnTo>
                  <a:lnTo>
                    <a:pt x="66269" y="41720"/>
                  </a:lnTo>
                  <a:lnTo>
                    <a:pt x="66678" y="41623"/>
                  </a:lnTo>
                  <a:cubicBezTo>
                    <a:pt x="65883" y="38105"/>
                    <a:pt x="65980" y="34394"/>
                    <a:pt x="66269" y="30780"/>
                  </a:cubicBezTo>
                  <a:cubicBezTo>
                    <a:pt x="66678" y="26466"/>
                    <a:pt x="67474" y="22153"/>
                    <a:pt x="67185" y="17743"/>
                  </a:cubicBezTo>
                  <a:cubicBezTo>
                    <a:pt x="66968" y="13405"/>
                    <a:pt x="65763" y="8899"/>
                    <a:pt x="62654" y="5790"/>
                  </a:cubicBezTo>
                  <a:lnTo>
                    <a:pt x="53015" y="272"/>
                  </a:lnTo>
                  <a:cubicBezTo>
                    <a:pt x="51596" y="87"/>
                    <a:pt x="50242" y="0"/>
                    <a:pt x="4894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4"/>
            <p:cNvSpPr/>
            <p:nvPr/>
          </p:nvSpPr>
          <p:spPr>
            <a:xfrm>
              <a:off x="5116442" y="3456082"/>
              <a:ext cx="229616" cy="347133"/>
            </a:xfrm>
            <a:custGeom>
              <a:avLst/>
              <a:gdLst/>
              <a:ahLst/>
              <a:cxnLst/>
              <a:rect l="l" t="t" r="r" b="b"/>
              <a:pathLst>
                <a:path w="18267" h="27616" extrusionOk="0">
                  <a:moveTo>
                    <a:pt x="14941" y="0"/>
                  </a:moveTo>
                  <a:lnTo>
                    <a:pt x="1" y="4820"/>
                  </a:lnTo>
                  <a:lnTo>
                    <a:pt x="1495" y="27616"/>
                  </a:lnTo>
                  <a:lnTo>
                    <a:pt x="18267" y="23086"/>
                  </a:lnTo>
                  <a:lnTo>
                    <a:pt x="14941"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4"/>
            <p:cNvSpPr/>
            <p:nvPr/>
          </p:nvSpPr>
          <p:spPr>
            <a:xfrm>
              <a:off x="4548521" y="3541553"/>
              <a:ext cx="798786" cy="1050437"/>
            </a:xfrm>
            <a:custGeom>
              <a:avLst/>
              <a:gdLst/>
              <a:ahLst/>
              <a:cxnLst/>
              <a:rect l="l" t="t" r="r" b="b"/>
              <a:pathLst>
                <a:path w="63547" h="83567" extrusionOk="0">
                  <a:moveTo>
                    <a:pt x="29062" y="1"/>
                  </a:moveTo>
                  <a:cubicBezTo>
                    <a:pt x="26701" y="1"/>
                    <a:pt x="20818" y="234"/>
                    <a:pt x="15664" y="2333"/>
                  </a:cubicBezTo>
                  <a:cubicBezTo>
                    <a:pt x="10628" y="4357"/>
                    <a:pt x="6314" y="8261"/>
                    <a:pt x="6314" y="8261"/>
                  </a:cubicBezTo>
                  <a:cubicBezTo>
                    <a:pt x="3109" y="11683"/>
                    <a:pt x="1" y="28045"/>
                    <a:pt x="1" y="28045"/>
                  </a:cubicBezTo>
                  <a:lnTo>
                    <a:pt x="17953" y="37178"/>
                  </a:lnTo>
                  <a:lnTo>
                    <a:pt x="9832" y="83566"/>
                  </a:lnTo>
                  <a:lnTo>
                    <a:pt x="61739" y="83566"/>
                  </a:lnTo>
                  <a:cubicBezTo>
                    <a:pt x="61739" y="83566"/>
                    <a:pt x="60534" y="49227"/>
                    <a:pt x="62654" y="38480"/>
                  </a:cubicBezTo>
                  <a:cubicBezTo>
                    <a:pt x="63546" y="33877"/>
                    <a:pt x="62148" y="21924"/>
                    <a:pt x="61136" y="14093"/>
                  </a:cubicBezTo>
                  <a:cubicBezTo>
                    <a:pt x="60534" y="9659"/>
                    <a:pt x="57931" y="5755"/>
                    <a:pt x="54100" y="3442"/>
                  </a:cubicBezTo>
                  <a:lnTo>
                    <a:pt x="49280" y="622"/>
                  </a:lnTo>
                  <a:cubicBezTo>
                    <a:pt x="49280" y="622"/>
                    <a:pt x="49280" y="11177"/>
                    <a:pt x="42461" y="11683"/>
                  </a:cubicBezTo>
                  <a:cubicBezTo>
                    <a:pt x="42268" y="11697"/>
                    <a:pt x="42076" y="11704"/>
                    <a:pt x="41886" y="11704"/>
                  </a:cubicBezTo>
                  <a:cubicBezTo>
                    <a:pt x="35339" y="11704"/>
                    <a:pt x="30216" y="3439"/>
                    <a:pt x="30123" y="20"/>
                  </a:cubicBezTo>
                  <a:cubicBezTo>
                    <a:pt x="30123" y="20"/>
                    <a:pt x="29736" y="1"/>
                    <a:pt x="29062"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4"/>
            <p:cNvSpPr/>
            <p:nvPr/>
          </p:nvSpPr>
          <p:spPr>
            <a:xfrm>
              <a:off x="4477642" y="3896488"/>
              <a:ext cx="299292" cy="695486"/>
            </a:xfrm>
            <a:custGeom>
              <a:avLst/>
              <a:gdLst/>
              <a:ahLst/>
              <a:cxnLst/>
              <a:rect l="l" t="t" r="r" b="b"/>
              <a:pathLst>
                <a:path w="23810" h="55329" extrusionOk="0">
                  <a:moveTo>
                    <a:pt x="6025" y="0"/>
                  </a:moveTo>
                  <a:lnTo>
                    <a:pt x="1" y="55328"/>
                  </a:lnTo>
                  <a:lnTo>
                    <a:pt x="15471" y="55328"/>
                  </a:lnTo>
                  <a:lnTo>
                    <a:pt x="23809" y="8844"/>
                  </a:lnTo>
                  <a:lnTo>
                    <a:pt x="6025" y="0"/>
                  </a:ln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4"/>
            <p:cNvSpPr/>
            <p:nvPr/>
          </p:nvSpPr>
          <p:spPr>
            <a:xfrm>
              <a:off x="5256377" y="3662948"/>
              <a:ext cx="137541" cy="469527"/>
            </a:xfrm>
            <a:custGeom>
              <a:avLst/>
              <a:gdLst/>
              <a:ahLst/>
              <a:cxnLst/>
              <a:rect l="l" t="t" r="r" b="b"/>
              <a:pathLst>
                <a:path w="10942" h="37353" extrusionOk="0">
                  <a:moveTo>
                    <a:pt x="3519" y="1"/>
                  </a:moveTo>
                  <a:lnTo>
                    <a:pt x="1" y="37352"/>
                  </a:lnTo>
                  <a:cubicBezTo>
                    <a:pt x="6724" y="33858"/>
                    <a:pt x="10941" y="25809"/>
                    <a:pt x="9833" y="18291"/>
                  </a:cubicBezTo>
                  <a:cubicBezTo>
                    <a:pt x="8941" y="11568"/>
                    <a:pt x="5423" y="6338"/>
                    <a:pt x="3519"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4"/>
            <p:cNvSpPr/>
            <p:nvPr/>
          </p:nvSpPr>
          <p:spPr>
            <a:xfrm>
              <a:off x="5219725" y="3579651"/>
              <a:ext cx="136322" cy="223557"/>
            </a:xfrm>
            <a:custGeom>
              <a:avLst/>
              <a:gdLst/>
              <a:ahLst/>
              <a:cxnLst/>
              <a:rect l="l" t="t" r="r" b="b"/>
              <a:pathLst>
                <a:path w="10845" h="17785" extrusionOk="0">
                  <a:moveTo>
                    <a:pt x="1" y="1"/>
                  </a:moveTo>
                  <a:lnTo>
                    <a:pt x="1" y="1"/>
                  </a:lnTo>
                  <a:cubicBezTo>
                    <a:pt x="63" y="78"/>
                    <a:pt x="85" y="106"/>
                    <a:pt x="125" y="116"/>
                  </a:cubicBezTo>
                  <a:lnTo>
                    <a:pt x="125" y="116"/>
                  </a:lnTo>
                  <a:cubicBezTo>
                    <a:pt x="82" y="79"/>
                    <a:pt x="40" y="40"/>
                    <a:pt x="1" y="1"/>
                  </a:cubicBezTo>
                  <a:close/>
                  <a:moveTo>
                    <a:pt x="125" y="116"/>
                  </a:moveTo>
                  <a:lnTo>
                    <a:pt x="125" y="116"/>
                  </a:lnTo>
                  <a:cubicBezTo>
                    <a:pt x="319" y="284"/>
                    <a:pt x="542" y="428"/>
                    <a:pt x="700" y="507"/>
                  </a:cubicBezTo>
                  <a:cubicBezTo>
                    <a:pt x="507" y="314"/>
                    <a:pt x="314" y="218"/>
                    <a:pt x="218" y="121"/>
                  </a:cubicBezTo>
                  <a:cubicBezTo>
                    <a:pt x="175" y="121"/>
                    <a:pt x="147" y="121"/>
                    <a:pt x="125" y="116"/>
                  </a:cubicBezTo>
                  <a:close/>
                  <a:moveTo>
                    <a:pt x="700" y="507"/>
                  </a:moveTo>
                  <a:cubicBezTo>
                    <a:pt x="1302" y="1013"/>
                    <a:pt x="1905" y="1423"/>
                    <a:pt x="2507" y="1929"/>
                  </a:cubicBezTo>
                  <a:cubicBezTo>
                    <a:pt x="3423" y="2628"/>
                    <a:pt x="4122" y="3423"/>
                    <a:pt x="4820" y="4338"/>
                  </a:cubicBezTo>
                  <a:cubicBezTo>
                    <a:pt x="5736" y="5423"/>
                    <a:pt x="6339" y="6628"/>
                    <a:pt x="6845" y="7953"/>
                  </a:cubicBezTo>
                  <a:cubicBezTo>
                    <a:pt x="8050" y="10652"/>
                    <a:pt x="8941" y="13158"/>
                    <a:pt x="9640" y="14966"/>
                  </a:cubicBezTo>
                  <a:cubicBezTo>
                    <a:pt x="10050" y="15881"/>
                    <a:pt x="10242" y="16580"/>
                    <a:pt x="10556" y="17086"/>
                  </a:cubicBezTo>
                  <a:lnTo>
                    <a:pt x="10748" y="17592"/>
                  </a:lnTo>
                  <a:cubicBezTo>
                    <a:pt x="10748" y="17689"/>
                    <a:pt x="10845" y="17785"/>
                    <a:pt x="10845" y="17785"/>
                  </a:cubicBezTo>
                  <a:lnTo>
                    <a:pt x="10845" y="17592"/>
                  </a:lnTo>
                  <a:lnTo>
                    <a:pt x="10652" y="16990"/>
                  </a:lnTo>
                  <a:cubicBezTo>
                    <a:pt x="10459" y="16484"/>
                    <a:pt x="10146" y="15785"/>
                    <a:pt x="9857" y="14869"/>
                  </a:cubicBezTo>
                  <a:cubicBezTo>
                    <a:pt x="9134" y="13062"/>
                    <a:pt x="8242" y="10556"/>
                    <a:pt x="7037" y="7833"/>
                  </a:cubicBezTo>
                  <a:cubicBezTo>
                    <a:pt x="6531" y="6531"/>
                    <a:pt x="5929" y="5326"/>
                    <a:pt x="5037" y="4218"/>
                  </a:cubicBezTo>
                  <a:cubicBezTo>
                    <a:pt x="4314" y="3326"/>
                    <a:pt x="3519" y="2531"/>
                    <a:pt x="2628" y="1808"/>
                  </a:cubicBezTo>
                  <a:cubicBezTo>
                    <a:pt x="2025" y="1326"/>
                    <a:pt x="1423" y="917"/>
                    <a:pt x="700" y="507"/>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4"/>
            <p:cNvSpPr/>
            <p:nvPr/>
          </p:nvSpPr>
          <p:spPr>
            <a:xfrm>
              <a:off x="5002866" y="3930714"/>
              <a:ext cx="114814" cy="167822"/>
            </a:xfrm>
            <a:custGeom>
              <a:avLst/>
              <a:gdLst/>
              <a:ahLst/>
              <a:cxnLst/>
              <a:rect l="l" t="t" r="r" b="b"/>
              <a:pathLst>
                <a:path w="9134" h="13351" extrusionOk="0">
                  <a:moveTo>
                    <a:pt x="8434" y="0"/>
                  </a:moveTo>
                  <a:cubicBezTo>
                    <a:pt x="8531" y="193"/>
                    <a:pt x="8531" y="386"/>
                    <a:pt x="8627" y="603"/>
                  </a:cubicBezTo>
                  <a:cubicBezTo>
                    <a:pt x="8627" y="386"/>
                    <a:pt x="8531" y="289"/>
                    <a:pt x="8531" y="96"/>
                  </a:cubicBezTo>
                  <a:cubicBezTo>
                    <a:pt x="8531" y="96"/>
                    <a:pt x="8531" y="0"/>
                    <a:pt x="8434" y="0"/>
                  </a:cubicBezTo>
                  <a:close/>
                  <a:moveTo>
                    <a:pt x="8627" y="603"/>
                  </a:moveTo>
                  <a:lnTo>
                    <a:pt x="8627" y="603"/>
                  </a:lnTo>
                  <a:cubicBezTo>
                    <a:pt x="8723" y="1301"/>
                    <a:pt x="8820" y="1904"/>
                    <a:pt x="8820" y="2506"/>
                  </a:cubicBezTo>
                  <a:cubicBezTo>
                    <a:pt x="8916" y="7519"/>
                    <a:pt x="5518" y="11952"/>
                    <a:pt x="699" y="13157"/>
                  </a:cubicBezTo>
                  <a:cubicBezTo>
                    <a:pt x="193" y="13254"/>
                    <a:pt x="0" y="13350"/>
                    <a:pt x="0" y="13350"/>
                  </a:cubicBezTo>
                  <a:lnTo>
                    <a:pt x="193" y="13350"/>
                  </a:lnTo>
                  <a:cubicBezTo>
                    <a:pt x="289" y="13350"/>
                    <a:pt x="386" y="13350"/>
                    <a:pt x="699" y="13254"/>
                  </a:cubicBezTo>
                  <a:cubicBezTo>
                    <a:pt x="1301" y="13157"/>
                    <a:pt x="1904" y="12940"/>
                    <a:pt x="2506" y="12651"/>
                  </a:cubicBezTo>
                  <a:cubicBezTo>
                    <a:pt x="6506" y="10940"/>
                    <a:pt x="9133" y="6916"/>
                    <a:pt x="8916" y="2506"/>
                  </a:cubicBezTo>
                  <a:cubicBezTo>
                    <a:pt x="8916" y="1904"/>
                    <a:pt x="8820" y="1301"/>
                    <a:pt x="8627" y="60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4"/>
            <p:cNvSpPr/>
            <p:nvPr/>
          </p:nvSpPr>
          <p:spPr>
            <a:xfrm>
              <a:off x="4930768" y="4003704"/>
              <a:ext cx="204476" cy="139049"/>
            </a:xfrm>
            <a:custGeom>
              <a:avLst/>
              <a:gdLst/>
              <a:ahLst/>
              <a:cxnLst/>
              <a:rect l="l" t="t" r="r" b="b"/>
              <a:pathLst>
                <a:path w="16267" h="11062" extrusionOk="0">
                  <a:moveTo>
                    <a:pt x="13761" y="1013"/>
                  </a:moveTo>
                  <a:cubicBezTo>
                    <a:pt x="13664" y="1013"/>
                    <a:pt x="13664" y="1109"/>
                    <a:pt x="13664" y="1205"/>
                  </a:cubicBezTo>
                  <a:cubicBezTo>
                    <a:pt x="13547" y="1427"/>
                    <a:pt x="13436" y="1649"/>
                    <a:pt x="13329" y="1868"/>
                  </a:cubicBezTo>
                  <a:lnTo>
                    <a:pt x="13329" y="1868"/>
                  </a:lnTo>
                  <a:cubicBezTo>
                    <a:pt x="13481" y="1593"/>
                    <a:pt x="13643" y="1321"/>
                    <a:pt x="13761" y="1013"/>
                  </a:cubicBezTo>
                  <a:close/>
                  <a:moveTo>
                    <a:pt x="13329" y="1868"/>
                  </a:moveTo>
                  <a:cubicBezTo>
                    <a:pt x="13231" y="2044"/>
                    <a:pt x="13137" y="2222"/>
                    <a:pt x="13062" y="2410"/>
                  </a:cubicBezTo>
                  <a:cubicBezTo>
                    <a:pt x="13150" y="2234"/>
                    <a:pt x="13238" y="2052"/>
                    <a:pt x="13329" y="1868"/>
                  </a:cubicBezTo>
                  <a:close/>
                  <a:moveTo>
                    <a:pt x="10146" y="5543"/>
                  </a:moveTo>
                  <a:cubicBezTo>
                    <a:pt x="9832" y="5832"/>
                    <a:pt x="9351" y="6146"/>
                    <a:pt x="8941" y="6338"/>
                  </a:cubicBezTo>
                  <a:cubicBezTo>
                    <a:pt x="9447" y="6146"/>
                    <a:pt x="9832" y="5832"/>
                    <a:pt x="10146" y="5543"/>
                  </a:cubicBezTo>
                  <a:close/>
                  <a:moveTo>
                    <a:pt x="15158" y="1"/>
                  </a:moveTo>
                  <a:cubicBezTo>
                    <a:pt x="14773" y="1"/>
                    <a:pt x="14459" y="217"/>
                    <a:pt x="14170" y="410"/>
                  </a:cubicBezTo>
                  <a:cubicBezTo>
                    <a:pt x="13254" y="3326"/>
                    <a:pt x="11158" y="5639"/>
                    <a:pt x="8242" y="6844"/>
                  </a:cubicBezTo>
                  <a:cubicBezTo>
                    <a:pt x="7640" y="7133"/>
                    <a:pt x="7037" y="7350"/>
                    <a:pt x="6435" y="7447"/>
                  </a:cubicBezTo>
                  <a:cubicBezTo>
                    <a:pt x="6122" y="7543"/>
                    <a:pt x="6025" y="7543"/>
                    <a:pt x="5929" y="7543"/>
                  </a:cubicBezTo>
                  <a:lnTo>
                    <a:pt x="5736" y="7543"/>
                  </a:lnTo>
                  <a:cubicBezTo>
                    <a:pt x="5736" y="7543"/>
                    <a:pt x="5929" y="7447"/>
                    <a:pt x="6435" y="7350"/>
                  </a:cubicBezTo>
                  <a:cubicBezTo>
                    <a:pt x="6724" y="7230"/>
                    <a:pt x="7037" y="7133"/>
                    <a:pt x="7326" y="7037"/>
                  </a:cubicBezTo>
                  <a:lnTo>
                    <a:pt x="7326" y="7037"/>
                  </a:lnTo>
                  <a:cubicBezTo>
                    <a:pt x="5230" y="7640"/>
                    <a:pt x="3013" y="7953"/>
                    <a:pt x="796" y="8242"/>
                  </a:cubicBezTo>
                  <a:cubicBezTo>
                    <a:pt x="603" y="8242"/>
                    <a:pt x="410" y="8338"/>
                    <a:pt x="314" y="8435"/>
                  </a:cubicBezTo>
                  <a:cubicBezTo>
                    <a:pt x="1" y="8844"/>
                    <a:pt x="410" y="9350"/>
                    <a:pt x="796" y="9640"/>
                  </a:cubicBezTo>
                  <a:cubicBezTo>
                    <a:pt x="2411" y="10652"/>
                    <a:pt x="4314" y="11061"/>
                    <a:pt x="6122" y="11061"/>
                  </a:cubicBezTo>
                  <a:cubicBezTo>
                    <a:pt x="9543" y="11061"/>
                    <a:pt x="12845" y="9350"/>
                    <a:pt x="14773" y="6242"/>
                  </a:cubicBezTo>
                  <a:cubicBezTo>
                    <a:pt x="15568" y="4941"/>
                    <a:pt x="16074" y="3422"/>
                    <a:pt x="16170" y="1808"/>
                  </a:cubicBezTo>
                  <a:cubicBezTo>
                    <a:pt x="16267" y="1109"/>
                    <a:pt x="16170" y="314"/>
                    <a:pt x="15471" y="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4"/>
            <p:cNvSpPr/>
            <p:nvPr/>
          </p:nvSpPr>
          <p:spPr>
            <a:xfrm>
              <a:off x="5002866" y="4008858"/>
              <a:ext cx="106028" cy="89674"/>
            </a:xfrm>
            <a:custGeom>
              <a:avLst/>
              <a:gdLst/>
              <a:ahLst/>
              <a:cxnLst/>
              <a:rect l="l" t="t" r="r" b="b"/>
              <a:pathLst>
                <a:path w="8435" h="7134" extrusionOk="0">
                  <a:moveTo>
                    <a:pt x="8434" y="0"/>
                  </a:moveTo>
                  <a:cubicBezTo>
                    <a:pt x="8217" y="193"/>
                    <a:pt x="8121" y="410"/>
                    <a:pt x="8025" y="603"/>
                  </a:cubicBezTo>
                  <a:cubicBezTo>
                    <a:pt x="7832" y="1109"/>
                    <a:pt x="7518" y="1518"/>
                    <a:pt x="7326" y="2000"/>
                  </a:cubicBezTo>
                  <a:cubicBezTo>
                    <a:pt x="6506" y="3326"/>
                    <a:pt x="5711" y="4314"/>
                    <a:pt x="4410" y="5133"/>
                  </a:cubicBezTo>
                  <a:cubicBezTo>
                    <a:pt x="4097" y="5422"/>
                    <a:pt x="3615" y="5735"/>
                    <a:pt x="3205" y="5928"/>
                  </a:cubicBezTo>
                  <a:cubicBezTo>
                    <a:pt x="2892" y="6121"/>
                    <a:pt x="2603" y="6338"/>
                    <a:pt x="2193" y="6531"/>
                  </a:cubicBezTo>
                  <a:cubicBezTo>
                    <a:pt x="2000" y="6531"/>
                    <a:pt x="1807" y="6627"/>
                    <a:pt x="1590" y="6627"/>
                  </a:cubicBezTo>
                  <a:cubicBezTo>
                    <a:pt x="1301" y="6723"/>
                    <a:pt x="988" y="6820"/>
                    <a:pt x="699" y="6940"/>
                  </a:cubicBezTo>
                  <a:cubicBezTo>
                    <a:pt x="193" y="7037"/>
                    <a:pt x="0" y="7133"/>
                    <a:pt x="0" y="7133"/>
                  </a:cubicBezTo>
                  <a:lnTo>
                    <a:pt x="193" y="7133"/>
                  </a:lnTo>
                  <a:cubicBezTo>
                    <a:pt x="289" y="7133"/>
                    <a:pt x="386" y="7133"/>
                    <a:pt x="699" y="7037"/>
                  </a:cubicBezTo>
                  <a:cubicBezTo>
                    <a:pt x="1301" y="6940"/>
                    <a:pt x="1904" y="6723"/>
                    <a:pt x="2506" y="6434"/>
                  </a:cubicBezTo>
                  <a:cubicBezTo>
                    <a:pt x="5422" y="5229"/>
                    <a:pt x="7518" y="2916"/>
                    <a:pt x="8434" y="0"/>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4"/>
            <p:cNvSpPr/>
            <p:nvPr/>
          </p:nvSpPr>
          <p:spPr>
            <a:xfrm>
              <a:off x="4574879" y="3794412"/>
              <a:ext cx="204464" cy="88153"/>
            </a:xfrm>
            <a:custGeom>
              <a:avLst/>
              <a:gdLst/>
              <a:ahLst/>
              <a:cxnLst/>
              <a:rect l="l" t="t" r="r" b="b"/>
              <a:pathLst>
                <a:path w="16266" h="7013" extrusionOk="0">
                  <a:moveTo>
                    <a:pt x="0" y="0"/>
                  </a:moveTo>
                  <a:cubicBezTo>
                    <a:pt x="193" y="193"/>
                    <a:pt x="410" y="289"/>
                    <a:pt x="602" y="386"/>
                  </a:cubicBezTo>
                  <a:cubicBezTo>
                    <a:pt x="1012" y="603"/>
                    <a:pt x="1615" y="892"/>
                    <a:pt x="2313" y="1205"/>
                  </a:cubicBezTo>
                  <a:cubicBezTo>
                    <a:pt x="3711" y="2000"/>
                    <a:pt x="5832" y="2916"/>
                    <a:pt x="8025" y="3904"/>
                  </a:cubicBezTo>
                  <a:cubicBezTo>
                    <a:pt x="10242" y="4820"/>
                    <a:pt x="12362" y="5615"/>
                    <a:pt x="13856" y="6217"/>
                  </a:cubicBezTo>
                  <a:cubicBezTo>
                    <a:pt x="14555" y="6531"/>
                    <a:pt x="15254" y="6723"/>
                    <a:pt x="15664" y="6820"/>
                  </a:cubicBezTo>
                  <a:cubicBezTo>
                    <a:pt x="15856" y="6916"/>
                    <a:pt x="16073" y="7013"/>
                    <a:pt x="16266" y="7013"/>
                  </a:cubicBezTo>
                  <a:cubicBezTo>
                    <a:pt x="16073" y="6916"/>
                    <a:pt x="15856" y="6820"/>
                    <a:pt x="15664" y="6723"/>
                  </a:cubicBezTo>
                  <a:lnTo>
                    <a:pt x="13953" y="6025"/>
                  </a:lnTo>
                  <a:cubicBezTo>
                    <a:pt x="12459" y="5518"/>
                    <a:pt x="10338" y="4603"/>
                    <a:pt x="8145" y="3711"/>
                  </a:cubicBezTo>
                  <a:cubicBezTo>
                    <a:pt x="5832" y="2699"/>
                    <a:pt x="3807" y="1807"/>
                    <a:pt x="2410" y="1109"/>
                  </a:cubicBezTo>
                  <a:cubicBezTo>
                    <a:pt x="1711" y="795"/>
                    <a:pt x="1109" y="506"/>
                    <a:pt x="699" y="289"/>
                  </a:cubicBezTo>
                  <a:cubicBezTo>
                    <a:pt x="506" y="193"/>
                    <a:pt x="193" y="9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4"/>
            <p:cNvSpPr/>
            <p:nvPr/>
          </p:nvSpPr>
          <p:spPr>
            <a:xfrm>
              <a:off x="4794466" y="3987352"/>
              <a:ext cx="310492" cy="30910"/>
            </a:xfrm>
            <a:custGeom>
              <a:avLst/>
              <a:gdLst/>
              <a:ahLst/>
              <a:cxnLst/>
              <a:rect l="l" t="t" r="r" b="b"/>
              <a:pathLst>
                <a:path w="24701" h="2459" extrusionOk="0">
                  <a:moveTo>
                    <a:pt x="24508" y="0"/>
                  </a:moveTo>
                  <a:lnTo>
                    <a:pt x="23809" y="217"/>
                  </a:lnTo>
                  <a:lnTo>
                    <a:pt x="24508" y="97"/>
                  </a:lnTo>
                  <a:cubicBezTo>
                    <a:pt x="24605" y="0"/>
                    <a:pt x="24701" y="0"/>
                    <a:pt x="24701" y="0"/>
                  </a:cubicBezTo>
                  <a:close/>
                  <a:moveTo>
                    <a:pt x="23809" y="217"/>
                  </a:moveTo>
                  <a:lnTo>
                    <a:pt x="23809" y="217"/>
                  </a:lnTo>
                  <a:cubicBezTo>
                    <a:pt x="23086" y="314"/>
                    <a:pt x="22291" y="506"/>
                    <a:pt x="21086" y="699"/>
                  </a:cubicBezTo>
                  <a:cubicBezTo>
                    <a:pt x="15718" y="1808"/>
                    <a:pt x="10289" y="2325"/>
                    <a:pt x="4836" y="2325"/>
                  </a:cubicBezTo>
                  <a:cubicBezTo>
                    <a:pt x="4365" y="2325"/>
                    <a:pt x="3894" y="2321"/>
                    <a:pt x="3423" y="2314"/>
                  </a:cubicBezTo>
                  <a:cubicBezTo>
                    <a:pt x="2314" y="2314"/>
                    <a:pt x="1302" y="2217"/>
                    <a:pt x="700" y="2217"/>
                  </a:cubicBezTo>
                  <a:lnTo>
                    <a:pt x="1" y="2217"/>
                  </a:lnTo>
                  <a:lnTo>
                    <a:pt x="700" y="2314"/>
                  </a:lnTo>
                  <a:cubicBezTo>
                    <a:pt x="1302" y="2314"/>
                    <a:pt x="2314" y="2410"/>
                    <a:pt x="3423" y="2410"/>
                  </a:cubicBezTo>
                  <a:cubicBezTo>
                    <a:pt x="4314" y="2443"/>
                    <a:pt x="5208" y="2459"/>
                    <a:pt x="6102" y="2459"/>
                  </a:cubicBezTo>
                  <a:cubicBezTo>
                    <a:pt x="11158" y="2459"/>
                    <a:pt x="16248" y="1940"/>
                    <a:pt x="21183" y="916"/>
                  </a:cubicBezTo>
                  <a:cubicBezTo>
                    <a:pt x="22291" y="603"/>
                    <a:pt x="23207" y="410"/>
                    <a:pt x="23809" y="21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4"/>
            <p:cNvSpPr/>
            <p:nvPr/>
          </p:nvSpPr>
          <p:spPr>
            <a:xfrm>
              <a:off x="5121294" y="3969780"/>
              <a:ext cx="252632" cy="15159"/>
            </a:xfrm>
            <a:custGeom>
              <a:avLst/>
              <a:gdLst/>
              <a:ahLst/>
              <a:cxnLst/>
              <a:rect l="l" t="t" r="r" b="b"/>
              <a:pathLst>
                <a:path w="20098" h="1206" extrusionOk="0">
                  <a:moveTo>
                    <a:pt x="20098" y="1"/>
                  </a:moveTo>
                  <a:cubicBezTo>
                    <a:pt x="19182" y="290"/>
                    <a:pt x="18170" y="507"/>
                    <a:pt x="17278" y="699"/>
                  </a:cubicBezTo>
                  <a:lnTo>
                    <a:pt x="16579" y="796"/>
                  </a:lnTo>
                  <a:cubicBezTo>
                    <a:pt x="16266" y="796"/>
                    <a:pt x="16073" y="892"/>
                    <a:pt x="15760" y="892"/>
                  </a:cubicBezTo>
                  <a:lnTo>
                    <a:pt x="14073" y="892"/>
                  </a:lnTo>
                  <a:cubicBezTo>
                    <a:pt x="12868" y="892"/>
                    <a:pt x="11447" y="796"/>
                    <a:pt x="10049" y="699"/>
                  </a:cubicBezTo>
                  <a:cubicBezTo>
                    <a:pt x="8748" y="507"/>
                    <a:pt x="7326" y="410"/>
                    <a:pt x="6121" y="410"/>
                  </a:cubicBezTo>
                  <a:cubicBezTo>
                    <a:pt x="5719" y="410"/>
                    <a:pt x="5318" y="357"/>
                    <a:pt x="4952" y="357"/>
                  </a:cubicBezTo>
                  <a:cubicBezTo>
                    <a:pt x="4769" y="357"/>
                    <a:pt x="4595" y="370"/>
                    <a:pt x="4434" y="410"/>
                  </a:cubicBezTo>
                  <a:lnTo>
                    <a:pt x="3615" y="410"/>
                  </a:lnTo>
                  <a:lnTo>
                    <a:pt x="2916" y="507"/>
                  </a:lnTo>
                  <a:cubicBezTo>
                    <a:pt x="2410" y="507"/>
                    <a:pt x="2024" y="603"/>
                    <a:pt x="1615" y="699"/>
                  </a:cubicBezTo>
                  <a:cubicBezTo>
                    <a:pt x="1518" y="699"/>
                    <a:pt x="1301" y="699"/>
                    <a:pt x="1109" y="796"/>
                  </a:cubicBezTo>
                  <a:lnTo>
                    <a:pt x="699" y="892"/>
                  </a:lnTo>
                  <a:lnTo>
                    <a:pt x="217" y="1109"/>
                  </a:lnTo>
                  <a:lnTo>
                    <a:pt x="699" y="1013"/>
                  </a:lnTo>
                  <a:lnTo>
                    <a:pt x="1109" y="892"/>
                  </a:lnTo>
                  <a:lnTo>
                    <a:pt x="1615" y="796"/>
                  </a:lnTo>
                  <a:cubicBezTo>
                    <a:pt x="2024" y="699"/>
                    <a:pt x="2506" y="699"/>
                    <a:pt x="2916" y="603"/>
                  </a:cubicBezTo>
                  <a:lnTo>
                    <a:pt x="3615" y="603"/>
                  </a:lnTo>
                  <a:cubicBezTo>
                    <a:pt x="3832" y="507"/>
                    <a:pt x="4121" y="507"/>
                    <a:pt x="4434" y="507"/>
                  </a:cubicBezTo>
                  <a:cubicBezTo>
                    <a:pt x="4916" y="507"/>
                    <a:pt x="5519" y="603"/>
                    <a:pt x="6121" y="603"/>
                  </a:cubicBezTo>
                  <a:cubicBezTo>
                    <a:pt x="7326" y="603"/>
                    <a:pt x="8651" y="796"/>
                    <a:pt x="10049" y="892"/>
                  </a:cubicBezTo>
                  <a:cubicBezTo>
                    <a:pt x="11447" y="1013"/>
                    <a:pt x="12868" y="1109"/>
                    <a:pt x="14073" y="1109"/>
                  </a:cubicBezTo>
                  <a:cubicBezTo>
                    <a:pt x="14676" y="1109"/>
                    <a:pt x="15278" y="1109"/>
                    <a:pt x="15760" y="1013"/>
                  </a:cubicBezTo>
                  <a:lnTo>
                    <a:pt x="16579" y="1013"/>
                  </a:lnTo>
                  <a:lnTo>
                    <a:pt x="17278" y="892"/>
                  </a:lnTo>
                  <a:cubicBezTo>
                    <a:pt x="17688" y="796"/>
                    <a:pt x="18073" y="699"/>
                    <a:pt x="18483" y="603"/>
                  </a:cubicBezTo>
                  <a:lnTo>
                    <a:pt x="18989" y="507"/>
                  </a:lnTo>
                  <a:lnTo>
                    <a:pt x="19375" y="290"/>
                  </a:lnTo>
                  <a:lnTo>
                    <a:pt x="19977" y="97"/>
                  </a:lnTo>
                  <a:lnTo>
                    <a:pt x="20098" y="1"/>
                  </a:lnTo>
                  <a:close/>
                  <a:moveTo>
                    <a:pt x="97" y="1013"/>
                  </a:moveTo>
                  <a:cubicBezTo>
                    <a:pt x="0" y="1013"/>
                    <a:pt x="0" y="1013"/>
                    <a:pt x="0" y="1109"/>
                  </a:cubicBezTo>
                  <a:lnTo>
                    <a:pt x="0" y="1206"/>
                  </a:lnTo>
                  <a:cubicBezTo>
                    <a:pt x="97" y="1206"/>
                    <a:pt x="217" y="1206"/>
                    <a:pt x="217" y="1109"/>
                  </a:cubicBezTo>
                  <a:cubicBezTo>
                    <a:pt x="217" y="1013"/>
                    <a:pt x="97" y="1013"/>
                    <a:pt x="97" y="101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4"/>
            <p:cNvSpPr/>
            <p:nvPr/>
          </p:nvSpPr>
          <p:spPr>
            <a:xfrm>
              <a:off x="4824758" y="3776538"/>
              <a:ext cx="506169" cy="55748"/>
            </a:xfrm>
            <a:custGeom>
              <a:avLst/>
              <a:gdLst/>
              <a:ahLst/>
              <a:cxnLst/>
              <a:rect l="l" t="t" r="r" b="b"/>
              <a:pathLst>
                <a:path w="40268" h="4435" extrusionOk="0">
                  <a:moveTo>
                    <a:pt x="40268" y="0"/>
                  </a:moveTo>
                  <a:lnTo>
                    <a:pt x="39955" y="121"/>
                  </a:lnTo>
                  <a:cubicBezTo>
                    <a:pt x="39665" y="217"/>
                    <a:pt x="39352" y="410"/>
                    <a:pt x="38870" y="603"/>
                  </a:cubicBezTo>
                  <a:cubicBezTo>
                    <a:pt x="37448" y="1205"/>
                    <a:pt x="36147" y="1615"/>
                    <a:pt x="34749" y="2025"/>
                  </a:cubicBezTo>
                  <a:cubicBezTo>
                    <a:pt x="32629" y="2531"/>
                    <a:pt x="30436" y="2820"/>
                    <a:pt x="28315" y="2916"/>
                  </a:cubicBezTo>
                  <a:cubicBezTo>
                    <a:pt x="26539" y="3076"/>
                    <a:pt x="24606" y="3170"/>
                    <a:pt x="22583" y="3170"/>
                  </a:cubicBezTo>
                  <a:cubicBezTo>
                    <a:pt x="21862" y="3170"/>
                    <a:pt x="21129" y="3158"/>
                    <a:pt x="20387" y="3133"/>
                  </a:cubicBezTo>
                  <a:cubicBezTo>
                    <a:pt x="17568" y="3013"/>
                    <a:pt x="14869" y="3013"/>
                    <a:pt x="12459" y="3013"/>
                  </a:cubicBezTo>
                  <a:cubicBezTo>
                    <a:pt x="11913" y="2989"/>
                    <a:pt x="11367" y="2977"/>
                    <a:pt x="10823" y="2977"/>
                  </a:cubicBezTo>
                  <a:cubicBezTo>
                    <a:pt x="9158" y="2977"/>
                    <a:pt x="7509" y="3090"/>
                    <a:pt x="5929" y="3326"/>
                  </a:cubicBezTo>
                  <a:cubicBezTo>
                    <a:pt x="4410" y="3422"/>
                    <a:pt x="3013" y="3615"/>
                    <a:pt x="1615" y="3928"/>
                  </a:cubicBezTo>
                  <a:cubicBezTo>
                    <a:pt x="1109" y="4121"/>
                    <a:pt x="699" y="4217"/>
                    <a:pt x="410" y="4217"/>
                  </a:cubicBezTo>
                  <a:lnTo>
                    <a:pt x="97" y="4338"/>
                  </a:lnTo>
                  <a:lnTo>
                    <a:pt x="1" y="4434"/>
                  </a:lnTo>
                  <a:lnTo>
                    <a:pt x="97" y="4434"/>
                  </a:lnTo>
                  <a:lnTo>
                    <a:pt x="410" y="4338"/>
                  </a:lnTo>
                  <a:cubicBezTo>
                    <a:pt x="699" y="4217"/>
                    <a:pt x="1109" y="4121"/>
                    <a:pt x="1615" y="4025"/>
                  </a:cubicBezTo>
                  <a:cubicBezTo>
                    <a:pt x="3013" y="3832"/>
                    <a:pt x="4410" y="3519"/>
                    <a:pt x="5929" y="3422"/>
                  </a:cubicBezTo>
                  <a:cubicBezTo>
                    <a:pt x="7736" y="3229"/>
                    <a:pt x="9953" y="3229"/>
                    <a:pt x="12363" y="3229"/>
                  </a:cubicBezTo>
                  <a:cubicBezTo>
                    <a:pt x="14869" y="3229"/>
                    <a:pt x="17471" y="3326"/>
                    <a:pt x="20291" y="3326"/>
                  </a:cubicBezTo>
                  <a:cubicBezTo>
                    <a:pt x="21081" y="3354"/>
                    <a:pt x="21866" y="3366"/>
                    <a:pt x="22647" y="3366"/>
                  </a:cubicBezTo>
                  <a:cubicBezTo>
                    <a:pt x="24535" y="3366"/>
                    <a:pt x="26407" y="3298"/>
                    <a:pt x="28315" y="3229"/>
                  </a:cubicBezTo>
                  <a:cubicBezTo>
                    <a:pt x="30436" y="3013"/>
                    <a:pt x="32629" y="2627"/>
                    <a:pt x="34749" y="2121"/>
                  </a:cubicBezTo>
                  <a:cubicBezTo>
                    <a:pt x="36147" y="1808"/>
                    <a:pt x="37545" y="1326"/>
                    <a:pt x="38870" y="723"/>
                  </a:cubicBezTo>
                  <a:cubicBezTo>
                    <a:pt x="39352" y="506"/>
                    <a:pt x="39665" y="314"/>
                    <a:pt x="39955" y="217"/>
                  </a:cubicBezTo>
                  <a:lnTo>
                    <a:pt x="40171" y="121"/>
                  </a:lnTo>
                  <a:lnTo>
                    <a:pt x="402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4"/>
            <p:cNvSpPr/>
            <p:nvPr/>
          </p:nvSpPr>
          <p:spPr>
            <a:xfrm>
              <a:off x="4836271" y="3659316"/>
              <a:ext cx="448007" cy="74829"/>
            </a:xfrm>
            <a:custGeom>
              <a:avLst/>
              <a:gdLst/>
              <a:ahLst/>
              <a:cxnLst/>
              <a:rect l="l" t="t" r="r" b="b"/>
              <a:pathLst>
                <a:path w="35641" h="5953" extrusionOk="0">
                  <a:moveTo>
                    <a:pt x="35641" y="1"/>
                  </a:moveTo>
                  <a:cubicBezTo>
                    <a:pt x="35544" y="97"/>
                    <a:pt x="35424" y="97"/>
                    <a:pt x="35327" y="193"/>
                  </a:cubicBezTo>
                  <a:cubicBezTo>
                    <a:pt x="35135" y="410"/>
                    <a:pt x="34942" y="699"/>
                    <a:pt x="34532" y="892"/>
                  </a:cubicBezTo>
                  <a:cubicBezTo>
                    <a:pt x="33520" y="1808"/>
                    <a:pt x="32412" y="2507"/>
                    <a:pt x="31207" y="3109"/>
                  </a:cubicBezTo>
                  <a:cubicBezTo>
                    <a:pt x="29399" y="4025"/>
                    <a:pt x="27496" y="4724"/>
                    <a:pt x="25592" y="5109"/>
                  </a:cubicBezTo>
                  <a:cubicBezTo>
                    <a:pt x="23618" y="5524"/>
                    <a:pt x="21580" y="5744"/>
                    <a:pt x="19582" y="5744"/>
                  </a:cubicBezTo>
                  <a:cubicBezTo>
                    <a:pt x="19141" y="5744"/>
                    <a:pt x="18702" y="5734"/>
                    <a:pt x="18266" y="5712"/>
                  </a:cubicBezTo>
                  <a:cubicBezTo>
                    <a:pt x="15857" y="5519"/>
                    <a:pt x="13447" y="5109"/>
                    <a:pt x="11037" y="4627"/>
                  </a:cubicBezTo>
                  <a:cubicBezTo>
                    <a:pt x="8820" y="4121"/>
                    <a:pt x="6916" y="3519"/>
                    <a:pt x="5205" y="3013"/>
                  </a:cubicBezTo>
                  <a:cubicBezTo>
                    <a:pt x="3615" y="2507"/>
                    <a:pt x="2290" y="2001"/>
                    <a:pt x="1398" y="1712"/>
                  </a:cubicBezTo>
                  <a:lnTo>
                    <a:pt x="289" y="1398"/>
                  </a:lnTo>
                  <a:lnTo>
                    <a:pt x="97" y="1302"/>
                  </a:lnTo>
                  <a:lnTo>
                    <a:pt x="0" y="1302"/>
                  </a:lnTo>
                  <a:lnTo>
                    <a:pt x="97" y="1398"/>
                  </a:lnTo>
                  <a:lnTo>
                    <a:pt x="289" y="1495"/>
                  </a:lnTo>
                  <a:lnTo>
                    <a:pt x="1398" y="1808"/>
                  </a:lnTo>
                  <a:cubicBezTo>
                    <a:pt x="2290" y="2218"/>
                    <a:pt x="3615" y="2603"/>
                    <a:pt x="5205" y="3109"/>
                  </a:cubicBezTo>
                  <a:cubicBezTo>
                    <a:pt x="6820" y="3712"/>
                    <a:pt x="8724" y="4314"/>
                    <a:pt x="10941" y="4820"/>
                  </a:cubicBezTo>
                  <a:cubicBezTo>
                    <a:pt x="13350" y="5423"/>
                    <a:pt x="15760" y="5712"/>
                    <a:pt x="18266" y="5929"/>
                  </a:cubicBezTo>
                  <a:cubicBezTo>
                    <a:pt x="18665" y="5945"/>
                    <a:pt x="19067" y="5953"/>
                    <a:pt x="19470" y="5953"/>
                  </a:cubicBezTo>
                  <a:cubicBezTo>
                    <a:pt x="21503" y="5953"/>
                    <a:pt x="23581" y="5748"/>
                    <a:pt x="25592" y="5326"/>
                  </a:cubicBezTo>
                  <a:cubicBezTo>
                    <a:pt x="27592" y="4917"/>
                    <a:pt x="29520" y="4218"/>
                    <a:pt x="31207" y="3302"/>
                  </a:cubicBezTo>
                  <a:cubicBezTo>
                    <a:pt x="32412" y="2603"/>
                    <a:pt x="33617" y="1904"/>
                    <a:pt x="34629" y="1013"/>
                  </a:cubicBezTo>
                  <a:cubicBezTo>
                    <a:pt x="35038" y="699"/>
                    <a:pt x="35231" y="410"/>
                    <a:pt x="35424" y="290"/>
                  </a:cubicBezTo>
                  <a:lnTo>
                    <a:pt x="356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4"/>
            <p:cNvSpPr/>
            <p:nvPr/>
          </p:nvSpPr>
          <p:spPr>
            <a:xfrm>
              <a:off x="4837478" y="3589040"/>
              <a:ext cx="108454" cy="10923"/>
            </a:xfrm>
            <a:custGeom>
              <a:avLst/>
              <a:gdLst/>
              <a:ahLst/>
              <a:cxnLst/>
              <a:rect l="l" t="t" r="r" b="b"/>
              <a:pathLst>
                <a:path w="8628" h="869" extrusionOk="0">
                  <a:moveTo>
                    <a:pt x="8013" y="1"/>
                  </a:moveTo>
                  <a:cubicBezTo>
                    <a:pt x="7802" y="1"/>
                    <a:pt x="7579" y="25"/>
                    <a:pt x="7326" y="73"/>
                  </a:cubicBezTo>
                  <a:cubicBezTo>
                    <a:pt x="6531" y="73"/>
                    <a:pt x="5519" y="73"/>
                    <a:pt x="4314" y="170"/>
                  </a:cubicBezTo>
                  <a:cubicBezTo>
                    <a:pt x="3109" y="362"/>
                    <a:pt x="2001" y="459"/>
                    <a:pt x="1206" y="579"/>
                  </a:cubicBezTo>
                  <a:cubicBezTo>
                    <a:pt x="796" y="676"/>
                    <a:pt x="386" y="772"/>
                    <a:pt x="1" y="868"/>
                  </a:cubicBezTo>
                  <a:cubicBezTo>
                    <a:pt x="386" y="868"/>
                    <a:pt x="796" y="772"/>
                    <a:pt x="1206" y="772"/>
                  </a:cubicBezTo>
                  <a:cubicBezTo>
                    <a:pt x="2001" y="676"/>
                    <a:pt x="3109" y="579"/>
                    <a:pt x="4314" y="459"/>
                  </a:cubicBezTo>
                  <a:cubicBezTo>
                    <a:pt x="5519" y="266"/>
                    <a:pt x="6531" y="266"/>
                    <a:pt x="7326" y="170"/>
                  </a:cubicBezTo>
                  <a:cubicBezTo>
                    <a:pt x="7832" y="170"/>
                    <a:pt x="8218" y="170"/>
                    <a:pt x="8628" y="73"/>
                  </a:cubicBezTo>
                  <a:cubicBezTo>
                    <a:pt x="8423" y="25"/>
                    <a:pt x="8224" y="1"/>
                    <a:pt x="80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4"/>
            <p:cNvSpPr/>
            <p:nvPr/>
          </p:nvSpPr>
          <p:spPr>
            <a:xfrm>
              <a:off x="5159153" y="3593276"/>
              <a:ext cx="86042" cy="10622"/>
            </a:xfrm>
            <a:custGeom>
              <a:avLst/>
              <a:gdLst/>
              <a:ahLst/>
              <a:cxnLst/>
              <a:rect l="l" t="t" r="r" b="b"/>
              <a:pathLst>
                <a:path w="6845" h="845" extrusionOk="0">
                  <a:moveTo>
                    <a:pt x="5000" y="1"/>
                  </a:moveTo>
                  <a:cubicBezTo>
                    <a:pt x="3641" y="1"/>
                    <a:pt x="2252" y="192"/>
                    <a:pt x="1013" y="531"/>
                  </a:cubicBezTo>
                  <a:cubicBezTo>
                    <a:pt x="699" y="531"/>
                    <a:pt x="314" y="628"/>
                    <a:pt x="0" y="845"/>
                  </a:cubicBezTo>
                  <a:cubicBezTo>
                    <a:pt x="410" y="845"/>
                    <a:pt x="699" y="724"/>
                    <a:pt x="1013" y="628"/>
                  </a:cubicBezTo>
                  <a:cubicBezTo>
                    <a:pt x="1615" y="531"/>
                    <a:pt x="2410" y="339"/>
                    <a:pt x="3422" y="339"/>
                  </a:cubicBezTo>
                  <a:cubicBezTo>
                    <a:pt x="4314" y="242"/>
                    <a:pt x="5230" y="122"/>
                    <a:pt x="5832" y="122"/>
                  </a:cubicBezTo>
                  <a:cubicBezTo>
                    <a:pt x="5977" y="182"/>
                    <a:pt x="6127" y="212"/>
                    <a:pt x="6293" y="212"/>
                  </a:cubicBezTo>
                  <a:cubicBezTo>
                    <a:pt x="6459" y="212"/>
                    <a:pt x="6639" y="182"/>
                    <a:pt x="6844" y="122"/>
                  </a:cubicBezTo>
                  <a:cubicBezTo>
                    <a:pt x="6434" y="25"/>
                    <a:pt x="6121" y="25"/>
                    <a:pt x="5832" y="25"/>
                  </a:cubicBezTo>
                  <a:cubicBezTo>
                    <a:pt x="5557" y="9"/>
                    <a:pt x="5279" y="1"/>
                    <a:pt x="50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4"/>
            <p:cNvSpPr/>
            <p:nvPr/>
          </p:nvSpPr>
          <p:spPr>
            <a:xfrm>
              <a:off x="4629091" y="3658109"/>
              <a:ext cx="180543" cy="59381"/>
            </a:xfrm>
            <a:custGeom>
              <a:avLst/>
              <a:gdLst/>
              <a:ahLst/>
              <a:cxnLst/>
              <a:rect l="l" t="t" r="r" b="b"/>
              <a:pathLst>
                <a:path w="14363" h="4724" extrusionOk="0">
                  <a:moveTo>
                    <a:pt x="1" y="0"/>
                  </a:moveTo>
                  <a:cubicBezTo>
                    <a:pt x="217" y="97"/>
                    <a:pt x="410" y="193"/>
                    <a:pt x="603" y="193"/>
                  </a:cubicBezTo>
                  <a:lnTo>
                    <a:pt x="2121" y="603"/>
                  </a:lnTo>
                  <a:cubicBezTo>
                    <a:pt x="3422" y="892"/>
                    <a:pt x="5326" y="1398"/>
                    <a:pt x="7230" y="2097"/>
                  </a:cubicBezTo>
                  <a:cubicBezTo>
                    <a:pt x="9254" y="2699"/>
                    <a:pt x="11061" y="3398"/>
                    <a:pt x="12266" y="3904"/>
                  </a:cubicBezTo>
                  <a:lnTo>
                    <a:pt x="13760" y="4506"/>
                  </a:lnTo>
                  <a:cubicBezTo>
                    <a:pt x="13953" y="4506"/>
                    <a:pt x="14170" y="4603"/>
                    <a:pt x="14363" y="4723"/>
                  </a:cubicBezTo>
                  <a:cubicBezTo>
                    <a:pt x="14170" y="4603"/>
                    <a:pt x="14074" y="4506"/>
                    <a:pt x="13857" y="4410"/>
                  </a:cubicBezTo>
                  <a:cubicBezTo>
                    <a:pt x="13471" y="4217"/>
                    <a:pt x="12965" y="4000"/>
                    <a:pt x="12363" y="3711"/>
                  </a:cubicBezTo>
                  <a:cubicBezTo>
                    <a:pt x="11061" y="3205"/>
                    <a:pt x="9350" y="2506"/>
                    <a:pt x="7326" y="1904"/>
                  </a:cubicBezTo>
                  <a:cubicBezTo>
                    <a:pt x="5326" y="1301"/>
                    <a:pt x="3519" y="795"/>
                    <a:pt x="2217" y="506"/>
                  </a:cubicBezTo>
                  <a:cubicBezTo>
                    <a:pt x="1519" y="289"/>
                    <a:pt x="916" y="193"/>
                    <a:pt x="603" y="97"/>
                  </a:cubicBezTo>
                  <a:cubicBezTo>
                    <a:pt x="410" y="97"/>
                    <a:pt x="217"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4"/>
            <p:cNvSpPr/>
            <p:nvPr/>
          </p:nvSpPr>
          <p:spPr>
            <a:xfrm>
              <a:off x="4824758" y="4124861"/>
              <a:ext cx="501028" cy="53624"/>
            </a:xfrm>
            <a:custGeom>
              <a:avLst/>
              <a:gdLst/>
              <a:ahLst/>
              <a:cxnLst/>
              <a:rect l="l" t="t" r="r" b="b"/>
              <a:pathLst>
                <a:path w="39859" h="4266" extrusionOk="0">
                  <a:moveTo>
                    <a:pt x="39858" y="1"/>
                  </a:moveTo>
                  <a:lnTo>
                    <a:pt x="38653" y="314"/>
                  </a:lnTo>
                  <a:cubicBezTo>
                    <a:pt x="38147" y="507"/>
                    <a:pt x="37545" y="724"/>
                    <a:pt x="36846" y="916"/>
                  </a:cubicBezTo>
                  <a:cubicBezTo>
                    <a:pt x="36147" y="1013"/>
                    <a:pt x="35352" y="1326"/>
                    <a:pt x="34436" y="1519"/>
                  </a:cubicBezTo>
                  <a:lnTo>
                    <a:pt x="33038" y="1808"/>
                  </a:lnTo>
                  <a:cubicBezTo>
                    <a:pt x="32532" y="1928"/>
                    <a:pt x="32026" y="2025"/>
                    <a:pt x="31520" y="2218"/>
                  </a:cubicBezTo>
                  <a:cubicBezTo>
                    <a:pt x="30436" y="2410"/>
                    <a:pt x="29327" y="2627"/>
                    <a:pt x="28123" y="2820"/>
                  </a:cubicBezTo>
                  <a:cubicBezTo>
                    <a:pt x="25713" y="3230"/>
                    <a:pt x="23086" y="3615"/>
                    <a:pt x="20291" y="3832"/>
                  </a:cubicBezTo>
                  <a:cubicBezTo>
                    <a:pt x="18227" y="3973"/>
                    <a:pt x="16227" y="4063"/>
                    <a:pt x="14359" y="4063"/>
                  </a:cubicBezTo>
                  <a:cubicBezTo>
                    <a:pt x="13675" y="4063"/>
                    <a:pt x="13008" y="4051"/>
                    <a:pt x="12363" y="4025"/>
                  </a:cubicBezTo>
                  <a:cubicBezTo>
                    <a:pt x="11037" y="4025"/>
                    <a:pt x="9953" y="4025"/>
                    <a:pt x="8844" y="3929"/>
                  </a:cubicBezTo>
                  <a:cubicBezTo>
                    <a:pt x="8338" y="3929"/>
                    <a:pt x="7736" y="3929"/>
                    <a:pt x="7230" y="3832"/>
                  </a:cubicBezTo>
                  <a:lnTo>
                    <a:pt x="5832" y="3736"/>
                  </a:lnTo>
                  <a:cubicBezTo>
                    <a:pt x="4917" y="3615"/>
                    <a:pt x="4121" y="3519"/>
                    <a:pt x="3326" y="3423"/>
                  </a:cubicBezTo>
                  <a:cubicBezTo>
                    <a:pt x="2603" y="3423"/>
                    <a:pt x="2001" y="3326"/>
                    <a:pt x="1519" y="3230"/>
                  </a:cubicBezTo>
                  <a:lnTo>
                    <a:pt x="314" y="3013"/>
                  </a:lnTo>
                  <a:lnTo>
                    <a:pt x="1" y="3013"/>
                  </a:lnTo>
                  <a:lnTo>
                    <a:pt x="314" y="3133"/>
                  </a:lnTo>
                  <a:lnTo>
                    <a:pt x="1519" y="3326"/>
                  </a:lnTo>
                  <a:cubicBezTo>
                    <a:pt x="2001" y="3423"/>
                    <a:pt x="2603" y="3519"/>
                    <a:pt x="3326" y="3615"/>
                  </a:cubicBezTo>
                  <a:cubicBezTo>
                    <a:pt x="4025" y="3736"/>
                    <a:pt x="4917" y="3832"/>
                    <a:pt x="5832" y="3929"/>
                  </a:cubicBezTo>
                  <a:lnTo>
                    <a:pt x="7230" y="4025"/>
                  </a:lnTo>
                  <a:cubicBezTo>
                    <a:pt x="7736" y="4025"/>
                    <a:pt x="8338" y="4121"/>
                    <a:pt x="8844" y="4121"/>
                  </a:cubicBezTo>
                  <a:cubicBezTo>
                    <a:pt x="9953" y="4218"/>
                    <a:pt x="11037" y="4218"/>
                    <a:pt x="12242" y="4218"/>
                  </a:cubicBezTo>
                  <a:cubicBezTo>
                    <a:pt x="12943" y="4251"/>
                    <a:pt x="13656" y="4266"/>
                    <a:pt x="14381" y="4266"/>
                  </a:cubicBezTo>
                  <a:cubicBezTo>
                    <a:pt x="16276" y="4266"/>
                    <a:pt x="18252" y="4164"/>
                    <a:pt x="20291" y="4025"/>
                  </a:cubicBezTo>
                  <a:cubicBezTo>
                    <a:pt x="23086" y="3832"/>
                    <a:pt x="25713" y="3423"/>
                    <a:pt x="28123" y="3013"/>
                  </a:cubicBezTo>
                  <a:cubicBezTo>
                    <a:pt x="29327" y="2820"/>
                    <a:pt x="30532" y="2627"/>
                    <a:pt x="31520" y="2314"/>
                  </a:cubicBezTo>
                  <a:cubicBezTo>
                    <a:pt x="32123" y="2218"/>
                    <a:pt x="32629" y="2121"/>
                    <a:pt x="33135" y="2025"/>
                  </a:cubicBezTo>
                  <a:lnTo>
                    <a:pt x="34533" y="1615"/>
                  </a:lnTo>
                  <a:cubicBezTo>
                    <a:pt x="35448" y="1422"/>
                    <a:pt x="36243" y="1206"/>
                    <a:pt x="36942" y="1013"/>
                  </a:cubicBezTo>
                  <a:cubicBezTo>
                    <a:pt x="37665" y="820"/>
                    <a:pt x="38268" y="603"/>
                    <a:pt x="38750" y="410"/>
                  </a:cubicBezTo>
                  <a:lnTo>
                    <a:pt x="3985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4"/>
            <p:cNvSpPr/>
            <p:nvPr/>
          </p:nvSpPr>
          <p:spPr>
            <a:xfrm>
              <a:off x="4722682" y="4282669"/>
              <a:ext cx="584329" cy="50594"/>
            </a:xfrm>
            <a:custGeom>
              <a:avLst/>
              <a:gdLst/>
              <a:ahLst/>
              <a:cxnLst/>
              <a:rect l="l" t="t" r="r" b="b"/>
              <a:pathLst>
                <a:path w="46486" h="4025" extrusionOk="0">
                  <a:moveTo>
                    <a:pt x="46485" y="1"/>
                  </a:moveTo>
                  <a:lnTo>
                    <a:pt x="46075" y="97"/>
                  </a:lnTo>
                  <a:lnTo>
                    <a:pt x="44774" y="314"/>
                  </a:lnTo>
                  <a:cubicBezTo>
                    <a:pt x="44172" y="410"/>
                    <a:pt x="43473" y="603"/>
                    <a:pt x="42654" y="699"/>
                  </a:cubicBezTo>
                  <a:cubicBezTo>
                    <a:pt x="41858" y="916"/>
                    <a:pt x="40846" y="1109"/>
                    <a:pt x="39858" y="1205"/>
                  </a:cubicBezTo>
                  <a:cubicBezTo>
                    <a:pt x="37738" y="1615"/>
                    <a:pt x="35231" y="2025"/>
                    <a:pt x="32412" y="2410"/>
                  </a:cubicBezTo>
                  <a:cubicBezTo>
                    <a:pt x="29713" y="2724"/>
                    <a:pt x="26604" y="3109"/>
                    <a:pt x="23375" y="3326"/>
                  </a:cubicBezTo>
                  <a:cubicBezTo>
                    <a:pt x="20170" y="3615"/>
                    <a:pt x="17062" y="3712"/>
                    <a:pt x="14242" y="3832"/>
                  </a:cubicBezTo>
                  <a:cubicBezTo>
                    <a:pt x="12845" y="3880"/>
                    <a:pt x="11513" y="3904"/>
                    <a:pt x="10269" y="3904"/>
                  </a:cubicBezTo>
                  <a:cubicBezTo>
                    <a:pt x="9025" y="3904"/>
                    <a:pt x="7869" y="3880"/>
                    <a:pt x="6820" y="3832"/>
                  </a:cubicBezTo>
                  <a:lnTo>
                    <a:pt x="3905" y="3832"/>
                  </a:lnTo>
                  <a:cubicBezTo>
                    <a:pt x="3109" y="3712"/>
                    <a:pt x="2290" y="3712"/>
                    <a:pt x="1688" y="3712"/>
                  </a:cubicBezTo>
                  <a:lnTo>
                    <a:pt x="386" y="3615"/>
                  </a:lnTo>
                  <a:lnTo>
                    <a:pt x="1" y="3615"/>
                  </a:lnTo>
                  <a:lnTo>
                    <a:pt x="386" y="3712"/>
                  </a:lnTo>
                  <a:lnTo>
                    <a:pt x="1688" y="3832"/>
                  </a:lnTo>
                  <a:cubicBezTo>
                    <a:pt x="2290" y="3832"/>
                    <a:pt x="3013" y="3832"/>
                    <a:pt x="3905" y="3928"/>
                  </a:cubicBezTo>
                  <a:cubicBezTo>
                    <a:pt x="4820" y="3928"/>
                    <a:pt x="5712" y="4025"/>
                    <a:pt x="6820" y="4025"/>
                  </a:cubicBezTo>
                  <a:lnTo>
                    <a:pt x="14242" y="4025"/>
                  </a:lnTo>
                  <a:cubicBezTo>
                    <a:pt x="17062" y="3928"/>
                    <a:pt x="20170" y="3832"/>
                    <a:pt x="23375" y="3519"/>
                  </a:cubicBezTo>
                  <a:cubicBezTo>
                    <a:pt x="26604" y="3230"/>
                    <a:pt x="29713" y="2916"/>
                    <a:pt x="32533" y="2507"/>
                  </a:cubicBezTo>
                  <a:cubicBezTo>
                    <a:pt x="35231" y="2217"/>
                    <a:pt x="37738" y="1808"/>
                    <a:pt x="39858" y="1422"/>
                  </a:cubicBezTo>
                  <a:cubicBezTo>
                    <a:pt x="40967" y="1205"/>
                    <a:pt x="41858" y="1013"/>
                    <a:pt x="42654" y="820"/>
                  </a:cubicBezTo>
                  <a:cubicBezTo>
                    <a:pt x="43473" y="603"/>
                    <a:pt x="44172" y="507"/>
                    <a:pt x="44774" y="410"/>
                  </a:cubicBezTo>
                  <a:lnTo>
                    <a:pt x="46172" y="97"/>
                  </a:lnTo>
                  <a:lnTo>
                    <a:pt x="4648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4"/>
            <p:cNvSpPr/>
            <p:nvPr/>
          </p:nvSpPr>
          <p:spPr>
            <a:xfrm>
              <a:off x="4697242" y="4463191"/>
              <a:ext cx="622190" cy="16366"/>
            </a:xfrm>
            <a:custGeom>
              <a:avLst/>
              <a:gdLst/>
              <a:ahLst/>
              <a:cxnLst/>
              <a:rect l="l" t="t" r="r" b="b"/>
              <a:pathLst>
                <a:path w="49498" h="1302" extrusionOk="0">
                  <a:moveTo>
                    <a:pt x="49304" y="97"/>
                  </a:moveTo>
                  <a:lnTo>
                    <a:pt x="49015" y="193"/>
                  </a:lnTo>
                  <a:lnTo>
                    <a:pt x="49304" y="193"/>
                  </a:lnTo>
                  <a:cubicBezTo>
                    <a:pt x="49401" y="193"/>
                    <a:pt x="49401" y="193"/>
                    <a:pt x="49497" y="97"/>
                  </a:cubicBezTo>
                  <a:close/>
                  <a:moveTo>
                    <a:pt x="7230" y="1"/>
                  </a:moveTo>
                  <a:cubicBezTo>
                    <a:pt x="4820" y="1"/>
                    <a:pt x="2410" y="193"/>
                    <a:pt x="0" y="507"/>
                  </a:cubicBezTo>
                  <a:lnTo>
                    <a:pt x="507" y="507"/>
                  </a:lnTo>
                  <a:lnTo>
                    <a:pt x="1904" y="410"/>
                  </a:lnTo>
                  <a:lnTo>
                    <a:pt x="3013" y="314"/>
                  </a:lnTo>
                  <a:lnTo>
                    <a:pt x="4218" y="193"/>
                  </a:lnTo>
                  <a:lnTo>
                    <a:pt x="10941" y="193"/>
                  </a:lnTo>
                  <a:cubicBezTo>
                    <a:pt x="12266" y="193"/>
                    <a:pt x="13664" y="314"/>
                    <a:pt x="15062" y="410"/>
                  </a:cubicBezTo>
                  <a:cubicBezTo>
                    <a:pt x="18074" y="507"/>
                    <a:pt x="21303" y="700"/>
                    <a:pt x="24701" y="916"/>
                  </a:cubicBezTo>
                  <a:cubicBezTo>
                    <a:pt x="28219" y="1109"/>
                    <a:pt x="31424" y="1302"/>
                    <a:pt x="34340" y="1302"/>
                  </a:cubicBezTo>
                  <a:lnTo>
                    <a:pt x="38653" y="1302"/>
                  </a:lnTo>
                  <a:lnTo>
                    <a:pt x="40581" y="1206"/>
                  </a:lnTo>
                  <a:lnTo>
                    <a:pt x="42268" y="1109"/>
                  </a:lnTo>
                  <a:cubicBezTo>
                    <a:pt x="42870" y="1109"/>
                    <a:pt x="43376" y="1013"/>
                    <a:pt x="43882" y="1013"/>
                  </a:cubicBezTo>
                  <a:lnTo>
                    <a:pt x="45280" y="796"/>
                  </a:lnTo>
                  <a:lnTo>
                    <a:pt x="46485" y="700"/>
                  </a:lnTo>
                  <a:cubicBezTo>
                    <a:pt x="46895" y="603"/>
                    <a:pt x="47304" y="603"/>
                    <a:pt x="47593" y="507"/>
                  </a:cubicBezTo>
                  <a:lnTo>
                    <a:pt x="49015" y="193"/>
                  </a:lnTo>
                  <a:lnTo>
                    <a:pt x="49015" y="193"/>
                  </a:lnTo>
                  <a:lnTo>
                    <a:pt x="47497" y="410"/>
                  </a:lnTo>
                  <a:cubicBezTo>
                    <a:pt x="47208" y="410"/>
                    <a:pt x="46895" y="507"/>
                    <a:pt x="46485" y="507"/>
                  </a:cubicBezTo>
                  <a:lnTo>
                    <a:pt x="45280" y="700"/>
                  </a:lnTo>
                  <a:lnTo>
                    <a:pt x="43882" y="796"/>
                  </a:lnTo>
                  <a:cubicBezTo>
                    <a:pt x="43376" y="916"/>
                    <a:pt x="42774" y="916"/>
                    <a:pt x="42268" y="916"/>
                  </a:cubicBezTo>
                  <a:lnTo>
                    <a:pt x="40460" y="1013"/>
                  </a:lnTo>
                  <a:lnTo>
                    <a:pt x="38557" y="1109"/>
                  </a:lnTo>
                  <a:lnTo>
                    <a:pt x="34340" y="1109"/>
                  </a:lnTo>
                  <a:cubicBezTo>
                    <a:pt x="31424" y="1013"/>
                    <a:pt x="28219" y="916"/>
                    <a:pt x="24701" y="700"/>
                  </a:cubicBezTo>
                  <a:cubicBezTo>
                    <a:pt x="21303" y="507"/>
                    <a:pt x="18074" y="314"/>
                    <a:pt x="15062" y="193"/>
                  </a:cubicBezTo>
                  <a:cubicBezTo>
                    <a:pt x="13664" y="97"/>
                    <a:pt x="12266" y="1"/>
                    <a:pt x="109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4"/>
            <p:cNvSpPr/>
            <p:nvPr/>
          </p:nvSpPr>
          <p:spPr>
            <a:xfrm>
              <a:off x="4783266" y="3666895"/>
              <a:ext cx="26359" cy="297758"/>
            </a:xfrm>
            <a:custGeom>
              <a:avLst/>
              <a:gdLst/>
              <a:ahLst/>
              <a:cxnLst/>
              <a:rect l="l" t="t" r="r" b="b"/>
              <a:pathLst>
                <a:path w="2097" h="23688" extrusionOk="0">
                  <a:moveTo>
                    <a:pt x="2000" y="0"/>
                  </a:moveTo>
                  <a:cubicBezTo>
                    <a:pt x="2000" y="96"/>
                    <a:pt x="1904" y="96"/>
                    <a:pt x="1904" y="193"/>
                  </a:cubicBezTo>
                  <a:lnTo>
                    <a:pt x="1904" y="892"/>
                  </a:lnTo>
                  <a:lnTo>
                    <a:pt x="1904" y="3518"/>
                  </a:lnTo>
                  <a:cubicBezTo>
                    <a:pt x="1904" y="5615"/>
                    <a:pt x="1808" y="8627"/>
                    <a:pt x="1494" y="11856"/>
                  </a:cubicBezTo>
                  <a:cubicBezTo>
                    <a:pt x="1205" y="15157"/>
                    <a:pt x="795" y="18073"/>
                    <a:pt x="482" y="20290"/>
                  </a:cubicBezTo>
                  <a:cubicBezTo>
                    <a:pt x="289" y="21278"/>
                    <a:pt x="193" y="22194"/>
                    <a:pt x="97" y="22796"/>
                  </a:cubicBezTo>
                  <a:cubicBezTo>
                    <a:pt x="97" y="23086"/>
                    <a:pt x="0" y="23302"/>
                    <a:pt x="0" y="23495"/>
                  </a:cubicBezTo>
                  <a:lnTo>
                    <a:pt x="0" y="23688"/>
                  </a:lnTo>
                  <a:cubicBezTo>
                    <a:pt x="0" y="23592"/>
                    <a:pt x="97" y="23592"/>
                    <a:pt x="97" y="23495"/>
                  </a:cubicBezTo>
                  <a:cubicBezTo>
                    <a:pt x="97" y="23302"/>
                    <a:pt x="193" y="23086"/>
                    <a:pt x="193" y="22796"/>
                  </a:cubicBezTo>
                  <a:cubicBezTo>
                    <a:pt x="289" y="22194"/>
                    <a:pt x="482" y="21375"/>
                    <a:pt x="699" y="20290"/>
                  </a:cubicBezTo>
                  <a:cubicBezTo>
                    <a:pt x="988" y="18170"/>
                    <a:pt x="1398" y="15157"/>
                    <a:pt x="1687" y="11952"/>
                  </a:cubicBezTo>
                  <a:cubicBezTo>
                    <a:pt x="2000" y="8627"/>
                    <a:pt x="2097" y="5615"/>
                    <a:pt x="2097" y="3518"/>
                  </a:cubicBezTo>
                  <a:cubicBezTo>
                    <a:pt x="2097" y="2410"/>
                    <a:pt x="2097" y="1494"/>
                    <a:pt x="2000" y="892"/>
                  </a:cubicBezTo>
                  <a:lnTo>
                    <a:pt x="2000" y="193"/>
                  </a:lnTo>
                  <a:lnTo>
                    <a:pt x="2000"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4"/>
            <p:cNvSpPr/>
            <p:nvPr/>
          </p:nvSpPr>
          <p:spPr>
            <a:xfrm>
              <a:off x="4718748" y="4316896"/>
              <a:ext cx="1219" cy="2439"/>
            </a:xfrm>
            <a:custGeom>
              <a:avLst/>
              <a:gdLst/>
              <a:ahLst/>
              <a:cxnLst/>
              <a:rect l="l" t="t" r="r" b="b"/>
              <a:pathLst>
                <a:path w="97" h="194" extrusionOk="0">
                  <a:moveTo>
                    <a:pt x="97" y="1"/>
                  </a:moveTo>
                  <a:lnTo>
                    <a:pt x="0" y="193"/>
                  </a:lnTo>
                  <a:lnTo>
                    <a:pt x="97" y="97"/>
                  </a:lnTo>
                  <a:lnTo>
                    <a:pt x="97" y="1"/>
                  </a:lnTo>
                  <a:close/>
                </a:path>
              </a:pathLst>
            </a:custGeom>
            <a:solidFill>
              <a:srgbClr val="805F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4"/>
            <p:cNvSpPr/>
            <p:nvPr/>
          </p:nvSpPr>
          <p:spPr>
            <a:xfrm>
              <a:off x="4677256" y="4234818"/>
              <a:ext cx="166603" cy="330780"/>
            </a:xfrm>
            <a:custGeom>
              <a:avLst/>
              <a:gdLst/>
              <a:ahLst/>
              <a:cxnLst/>
              <a:rect l="l" t="t" r="r" b="b"/>
              <a:pathLst>
                <a:path w="13254" h="26315" extrusionOk="0">
                  <a:moveTo>
                    <a:pt x="12242" y="0"/>
                  </a:moveTo>
                  <a:lnTo>
                    <a:pt x="12242" y="0"/>
                  </a:lnTo>
                  <a:cubicBezTo>
                    <a:pt x="10025" y="2916"/>
                    <a:pt x="7422" y="5711"/>
                    <a:pt x="3494" y="6627"/>
                  </a:cubicBezTo>
                  <a:lnTo>
                    <a:pt x="3205" y="7928"/>
                  </a:lnTo>
                  <a:cubicBezTo>
                    <a:pt x="2699" y="11736"/>
                    <a:pt x="988" y="21881"/>
                    <a:pt x="0" y="26315"/>
                  </a:cubicBezTo>
                  <a:cubicBezTo>
                    <a:pt x="2193" y="23905"/>
                    <a:pt x="4410" y="21375"/>
                    <a:pt x="5615" y="18483"/>
                  </a:cubicBezTo>
                  <a:lnTo>
                    <a:pt x="4603" y="18483"/>
                  </a:lnTo>
                  <a:lnTo>
                    <a:pt x="3494" y="18579"/>
                  </a:lnTo>
                  <a:lnTo>
                    <a:pt x="2097" y="18676"/>
                  </a:lnTo>
                  <a:lnTo>
                    <a:pt x="1590" y="18676"/>
                  </a:lnTo>
                  <a:cubicBezTo>
                    <a:pt x="2892" y="18483"/>
                    <a:pt x="4314" y="18362"/>
                    <a:pt x="5615" y="18266"/>
                  </a:cubicBezTo>
                  <a:cubicBezTo>
                    <a:pt x="5711" y="18073"/>
                    <a:pt x="5808" y="17760"/>
                    <a:pt x="5904" y="17471"/>
                  </a:cubicBezTo>
                  <a:cubicBezTo>
                    <a:pt x="6314" y="15953"/>
                    <a:pt x="6506" y="14459"/>
                    <a:pt x="7229" y="13061"/>
                  </a:cubicBezTo>
                  <a:cubicBezTo>
                    <a:pt x="7832" y="11953"/>
                    <a:pt x="8820" y="11037"/>
                    <a:pt x="9735" y="10145"/>
                  </a:cubicBezTo>
                  <a:cubicBezTo>
                    <a:pt x="10434" y="9446"/>
                    <a:pt x="11230" y="8723"/>
                    <a:pt x="11736" y="7832"/>
                  </a:cubicBezTo>
                  <a:lnTo>
                    <a:pt x="10434" y="7832"/>
                  </a:lnTo>
                  <a:cubicBezTo>
                    <a:pt x="9326" y="7832"/>
                    <a:pt x="8434" y="7735"/>
                    <a:pt x="7519" y="7735"/>
                  </a:cubicBezTo>
                  <a:cubicBezTo>
                    <a:pt x="6627" y="7639"/>
                    <a:pt x="5904" y="7639"/>
                    <a:pt x="5302" y="7639"/>
                  </a:cubicBezTo>
                  <a:lnTo>
                    <a:pt x="4000" y="7519"/>
                  </a:lnTo>
                  <a:lnTo>
                    <a:pt x="3615" y="7422"/>
                  </a:lnTo>
                  <a:lnTo>
                    <a:pt x="4000" y="7422"/>
                  </a:lnTo>
                  <a:lnTo>
                    <a:pt x="5302" y="7519"/>
                  </a:lnTo>
                  <a:cubicBezTo>
                    <a:pt x="5904" y="7519"/>
                    <a:pt x="6723" y="7519"/>
                    <a:pt x="7519" y="7639"/>
                  </a:cubicBezTo>
                  <a:lnTo>
                    <a:pt x="10434" y="7639"/>
                  </a:lnTo>
                  <a:cubicBezTo>
                    <a:pt x="10844" y="7639"/>
                    <a:pt x="11326" y="7639"/>
                    <a:pt x="11736" y="7735"/>
                  </a:cubicBezTo>
                  <a:cubicBezTo>
                    <a:pt x="11832" y="7519"/>
                    <a:pt x="11928" y="7326"/>
                    <a:pt x="12049" y="7037"/>
                  </a:cubicBezTo>
                  <a:cubicBezTo>
                    <a:pt x="12531" y="5832"/>
                    <a:pt x="13254" y="795"/>
                    <a:pt x="12242" y="0"/>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4"/>
            <p:cNvSpPr/>
            <p:nvPr/>
          </p:nvSpPr>
          <p:spPr>
            <a:xfrm>
              <a:off x="4717541" y="4318102"/>
              <a:ext cx="3645" cy="16379"/>
            </a:xfrm>
            <a:custGeom>
              <a:avLst/>
              <a:gdLst/>
              <a:ahLst/>
              <a:cxnLst/>
              <a:rect l="l" t="t" r="r" b="b"/>
              <a:pathLst>
                <a:path w="290" h="1303" extrusionOk="0">
                  <a:moveTo>
                    <a:pt x="193" y="1"/>
                  </a:moveTo>
                  <a:cubicBezTo>
                    <a:pt x="193" y="194"/>
                    <a:pt x="96" y="700"/>
                    <a:pt x="0" y="1302"/>
                  </a:cubicBezTo>
                  <a:lnTo>
                    <a:pt x="289" y="1"/>
                  </a:lnTo>
                  <a:close/>
                </a:path>
              </a:pathLst>
            </a:custGeom>
            <a:solidFill>
              <a:srgbClr val="805F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4"/>
            <p:cNvSpPr/>
            <p:nvPr/>
          </p:nvSpPr>
          <p:spPr>
            <a:xfrm>
              <a:off x="4722682" y="4328108"/>
              <a:ext cx="102094" cy="5154"/>
            </a:xfrm>
            <a:custGeom>
              <a:avLst/>
              <a:gdLst/>
              <a:ahLst/>
              <a:cxnLst/>
              <a:rect l="l" t="t" r="r" b="b"/>
              <a:pathLst>
                <a:path w="8122" h="410" extrusionOk="0">
                  <a:moveTo>
                    <a:pt x="1" y="0"/>
                  </a:moveTo>
                  <a:lnTo>
                    <a:pt x="386" y="97"/>
                  </a:lnTo>
                  <a:lnTo>
                    <a:pt x="1688" y="217"/>
                  </a:lnTo>
                  <a:cubicBezTo>
                    <a:pt x="2290" y="217"/>
                    <a:pt x="3013" y="217"/>
                    <a:pt x="3905" y="313"/>
                  </a:cubicBezTo>
                  <a:cubicBezTo>
                    <a:pt x="4820" y="313"/>
                    <a:pt x="5712" y="410"/>
                    <a:pt x="6820" y="410"/>
                  </a:cubicBezTo>
                  <a:lnTo>
                    <a:pt x="8122" y="410"/>
                  </a:lnTo>
                  <a:lnTo>
                    <a:pt x="8122" y="313"/>
                  </a:lnTo>
                  <a:cubicBezTo>
                    <a:pt x="7712" y="217"/>
                    <a:pt x="7230" y="217"/>
                    <a:pt x="6820" y="217"/>
                  </a:cubicBezTo>
                  <a:lnTo>
                    <a:pt x="3905" y="217"/>
                  </a:lnTo>
                  <a:cubicBezTo>
                    <a:pt x="3109" y="97"/>
                    <a:pt x="2290" y="97"/>
                    <a:pt x="1688" y="97"/>
                  </a:cubicBezTo>
                  <a:lnTo>
                    <a:pt x="386" y="0"/>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4"/>
            <p:cNvSpPr/>
            <p:nvPr/>
          </p:nvSpPr>
          <p:spPr>
            <a:xfrm>
              <a:off x="4697242" y="4464410"/>
              <a:ext cx="50594" cy="5154"/>
            </a:xfrm>
            <a:custGeom>
              <a:avLst/>
              <a:gdLst/>
              <a:ahLst/>
              <a:cxnLst/>
              <a:rect l="l" t="t" r="r" b="b"/>
              <a:pathLst>
                <a:path w="4025" h="410" extrusionOk="0">
                  <a:moveTo>
                    <a:pt x="4025" y="0"/>
                  </a:moveTo>
                  <a:cubicBezTo>
                    <a:pt x="2724" y="96"/>
                    <a:pt x="1302" y="217"/>
                    <a:pt x="0" y="410"/>
                  </a:cubicBezTo>
                  <a:lnTo>
                    <a:pt x="507" y="410"/>
                  </a:lnTo>
                  <a:lnTo>
                    <a:pt x="1904" y="313"/>
                  </a:lnTo>
                  <a:lnTo>
                    <a:pt x="3013" y="217"/>
                  </a:lnTo>
                  <a:lnTo>
                    <a:pt x="4025" y="217"/>
                  </a:lnTo>
                  <a:lnTo>
                    <a:pt x="4025" y="0"/>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4"/>
            <p:cNvSpPr/>
            <p:nvPr/>
          </p:nvSpPr>
          <p:spPr>
            <a:xfrm>
              <a:off x="4759033" y="3818331"/>
              <a:ext cx="56955" cy="292931"/>
            </a:xfrm>
            <a:custGeom>
              <a:avLst/>
              <a:gdLst/>
              <a:ahLst/>
              <a:cxnLst/>
              <a:rect l="l" t="t" r="r" b="b"/>
              <a:pathLst>
                <a:path w="4531" h="23304" extrusionOk="0">
                  <a:moveTo>
                    <a:pt x="3422" y="1"/>
                  </a:moveTo>
                  <a:cubicBezTo>
                    <a:pt x="3046" y="2392"/>
                    <a:pt x="2771" y="5049"/>
                    <a:pt x="2486" y="7726"/>
                  </a:cubicBezTo>
                  <a:lnTo>
                    <a:pt x="2486" y="7726"/>
                  </a:lnTo>
                  <a:cubicBezTo>
                    <a:pt x="2787" y="5661"/>
                    <a:pt x="3156" y="2961"/>
                    <a:pt x="3422" y="97"/>
                  </a:cubicBezTo>
                  <a:lnTo>
                    <a:pt x="3422" y="1"/>
                  </a:lnTo>
                  <a:close/>
                  <a:moveTo>
                    <a:pt x="2486" y="7726"/>
                  </a:moveTo>
                  <a:lnTo>
                    <a:pt x="2486" y="7726"/>
                  </a:lnTo>
                  <a:cubicBezTo>
                    <a:pt x="2460" y="7903"/>
                    <a:pt x="2435" y="8075"/>
                    <a:pt x="2410" y="8242"/>
                  </a:cubicBezTo>
                  <a:lnTo>
                    <a:pt x="2410" y="8435"/>
                  </a:lnTo>
                  <a:cubicBezTo>
                    <a:pt x="2436" y="8199"/>
                    <a:pt x="2461" y="7962"/>
                    <a:pt x="2486" y="7726"/>
                  </a:cubicBezTo>
                  <a:close/>
                  <a:moveTo>
                    <a:pt x="3519" y="892"/>
                  </a:moveTo>
                  <a:cubicBezTo>
                    <a:pt x="3229" y="3808"/>
                    <a:pt x="2916" y="6314"/>
                    <a:pt x="2627" y="8242"/>
                  </a:cubicBezTo>
                  <a:cubicBezTo>
                    <a:pt x="2410" y="9327"/>
                    <a:pt x="2217" y="10146"/>
                    <a:pt x="2121" y="10748"/>
                  </a:cubicBezTo>
                  <a:lnTo>
                    <a:pt x="2121" y="10845"/>
                  </a:lnTo>
                  <a:cubicBezTo>
                    <a:pt x="1808" y="13544"/>
                    <a:pt x="1326" y="16267"/>
                    <a:pt x="820" y="18773"/>
                  </a:cubicBezTo>
                  <a:cubicBezTo>
                    <a:pt x="723" y="19086"/>
                    <a:pt x="603" y="19472"/>
                    <a:pt x="506" y="19978"/>
                  </a:cubicBezTo>
                  <a:lnTo>
                    <a:pt x="0" y="22580"/>
                  </a:lnTo>
                  <a:lnTo>
                    <a:pt x="0" y="22701"/>
                  </a:lnTo>
                  <a:cubicBezTo>
                    <a:pt x="217" y="23086"/>
                    <a:pt x="506" y="23303"/>
                    <a:pt x="820" y="23303"/>
                  </a:cubicBezTo>
                  <a:cubicBezTo>
                    <a:pt x="1205" y="23303"/>
                    <a:pt x="1615" y="22990"/>
                    <a:pt x="2121" y="22701"/>
                  </a:cubicBezTo>
                  <a:lnTo>
                    <a:pt x="3615" y="21279"/>
                  </a:lnTo>
                  <a:cubicBezTo>
                    <a:pt x="3928" y="19568"/>
                    <a:pt x="4121" y="17664"/>
                    <a:pt x="4217" y="15761"/>
                  </a:cubicBezTo>
                  <a:lnTo>
                    <a:pt x="3519" y="15761"/>
                  </a:lnTo>
                  <a:lnTo>
                    <a:pt x="2820" y="15664"/>
                  </a:lnTo>
                  <a:lnTo>
                    <a:pt x="4217" y="15664"/>
                  </a:lnTo>
                  <a:cubicBezTo>
                    <a:pt x="4531" y="10748"/>
                    <a:pt x="4217" y="5519"/>
                    <a:pt x="3519" y="892"/>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4"/>
            <p:cNvSpPr/>
            <p:nvPr/>
          </p:nvSpPr>
          <p:spPr>
            <a:xfrm>
              <a:off x="4759033" y="4069430"/>
              <a:ext cx="6373" cy="32732"/>
            </a:xfrm>
            <a:custGeom>
              <a:avLst/>
              <a:gdLst/>
              <a:ahLst/>
              <a:cxnLst/>
              <a:rect l="l" t="t" r="r" b="b"/>
              <a:pathLst>
                <a:path w="507" h="2604" extrusionOk="0">
                  <a:moveTo>
                    <a:pt x="506" y="1"/>
                  </a:moveTo>
                  <a:lnTo>
                    <a:pt x="0" y="2603"/>
                  </a:lnTo>
                  <a:cubicBezTo>
                    <a:pt x="121" y="2218"/>
                    <a:pt x="314" y="1013"/>
                    <a:pt x="506" y="1"/>
                  </a:cubicBezTo>
                  <a:close/>
                </a:path>
              </a:pathLst>
            </a:custGeom>
            <a:solidFill>
              <a:srgbClr val="805F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4"/>
            <p:cNvSpPr/>
            <p:nvPr/>
          </p:nvSpPr>
          <p:spPr>
            <a:xfrm>
              <a:off x="4794466" y="4015218"/>
              <a:ext cx="17585" cy="1219"/>
            </a:xfrm>
            <a:custGeom>
              <a:avLst/>
              <a:gdLst/>
              <a:ahLst/>
              <a:cxnLst/>
              <a:rect l="l" t="t" r="r" b="b"/>
              <a:pathLst>
                <a:path w="1399" h="97" extrusionOk="0">
                  <a:moveTo>
                    <a:pt x="1" y="0"/>
                  </a:moveTo>
                  <a:lnTo>
                    <a:pt x="700" y="97"/>
                  </a:lnTo>
                  <a:lnTo>
                    <a:pt x="1398" y="97"/>
                  </a:lnTo>
                  <a:lnTo>
                    <a:pt x="1398" y="0"/>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4"/>
            <p:cNvSpPr/>
            <p:nvPr/>
          </p:nvSpPr>
          <p:spPr>
            <a:xfrm>
              <a:off x="4785680" y="3819550"/>
              <a:ext cx="17585" cy="135102"/>
            </a:xfrm>
            <a:custGeom>
              <a:avLst/>
              <a:gdLst/>
              <a:ahLst/>
              <a:cxnLst/>
              <a:rect l="l" t="t" r="r" b="b"/>
              <a:pathLst>
                <a:path w="1399" h="10748" extrusionOk="0">
                  <a:moveTo>
                    <a:pt x="1302" y="0"/>
                  </a:moveTo>
                  <a:cubicBezTo>
                    <a:pt x="1013" y="3109"/>
                    <a:pt x="603" y="6025"/>
                    <a:pt x="290" y="8145"/>
                  </a:cubicBezTo>
                  <a:lnTo>
                    <a:pt x="290" y="8338"/>
                  </a:lnTo>
                  <a:cubicBezTo>
                    <a:pt x="207" y="9025"/>
                    <a:pt x="124" y="9730"/>
                    <a:pt x="40" y="10421"/>
                  </a:cubicBezTo>
                  <a:lnTo>
                    <a:pt x="40" y="10421"/>
                  </a:lnTo>
                  <a:cubicBezTo>
                    <a:pt x="145" y="9845"/>
                    <a:pt x="317" y="9097"/>
                    <a:pt x="507" y="8145"/>
                  </a:cubicBezTo>
                  <a:cubicBezTo>
                    <a:pt x="796" y="6217"/>
                    <a:pt x="1109" y="3711"/>
                    <a:pt x="1399" y="795"/>
                  </a:cubicBezTo>
                  <a:cubicBezTo>
                    <a:pt x="1399" y="506"/>
                    <a:pt x="1302" y="193"/>
                    <a:pt x="1302" y="0"/>
                  </a:cubicBezTo>
                  <a:close/>
                  <a:moveTo>
                    <a:pt x="40" y="10421"/>
                  </a:moveTo>
                  <a:lnTo>
                    <a:pt x="40" y="10421"/>
                  </a:lnTo>
                  <a:cubicBezTo>
                    <a:pt x="26" y="10501"/>
                    <a:pt x="13" y="10578"/>
                    <a:pt x="1" y="10651"/>
                  </a:cubicBezTo>
                  <a:lnTo>
                    <a:pt x="1" y="10748"/>
                  </a:lnTo>
                  <a:cubicBezTo>
                    <a:pt x="14" y="10639"/>
                    <a:pt x="27" y="10530"/>
                    <a:pt x="40" y="1042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4"/>
            <p:cNvSpPr/>
            <p:nvPr/>
          </p:nvSpPr>
          <p:spPr>
            <a:xfrm>
              <a:off x="4923201" y="2924535"/>
              <a:ext cx="378646" cy="224111"/>
            </a:xfrm>
            <a:custGeom>
              <a:avLst/>
              <a:gdLst/>
              <a:ahLst/>
              <a:cxnLst/>
              <a:rect l="l" t="t" r="r" b="b"/>
              <a:pathLst>
                <a:path w="30123" h="17829" extrusionOk="0">
                  <a:moveTo>
                    <a:pt x="13547" y="0"/>
                  </a:moveTo>
                  <a:cubicBezTo>
                    <a:pt x="11802" y="0"/>
                    <a:pt x="10067" y="282"/>
                    <a:pt x="8435" y="913"/>
                  </a:cubicBezTo>
                  <a:cubicBezTo>
                    <a:pt x="4916" y="2239"/>
                    <a:pt x="1904" y="5444"/>
                    <a:pt x="1302" y="9251"/>
                  </a:cubicBezTo>
                  <a:cubicBezTo>
                    <a:pt x="1109" y="10962"/>
                    <a:pt x="1302" y="12769"/>
                    <a:pt x="699" y="14384"/>
                  </a:cubicBezTo>
                  <a:cubicBezTo>
                    <a:pt x="506" y="15083"/>
                    <a:pt x="0" y="15878"/>
                    <a:pt x="193" y="16577"/>
                  </a:cubicBezTo>
                  <a:cubicBezTo>
                    <a:pt x="410" y="17300"/>
                    <a:pt x="1012" y="17782"/>
                    <a:pt x="1711" y="17782"/>
                  </a:cubicBezTo>
                  <a:cubicBezTo>
                    <a:pt x="1893" y="17813"/>
                    <a:pt x="2075" y="17828"/>
                    <a:pt x="2255" y="17828"/>
                  </a:cubicBezTo>
                  <a:cubicBezTo>
                    <a:pt x="2767" y="17828"/>
                    <a:pt x="3266" y="17707"/>
                    <a:pt x="3711" y="17493"/>
                  </a:cubicBezTo>
                  <a:cubicBezTo>
                    <a:pt x="5928" y="16697"/>
                    <a:pt x="7832" y="15083"/>
                    <a:pt x="9639" y="13565"/>
                  </a:cubicBezTo>
                  <a:lnTo>
                    <a:pt x="29110" y="16384"/>
                  </a:lnTo>
                  <a:cubicBezTo>
                    <a:pt x="30122" y="12673"/>
                    <a:pt x="29327" y="8649"/>
                    <a:pt x="26917" y="5637"/>
                  </a:cubicBezTo>
                  <a:cubicBezTo>
                    <a:pt x="25014" y="3540"/>
                    <a:pt x="22483" y="2022"/>
                    <a:pt x="19785" y="1130"/>
                  </a:cubicBezTo>
                  <a:cubicBezTo>
                    <a:pt x="17802" y="417"/>
                    <a:pt x="15667" y="0"/>
                    <a:pt x="1354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4"/>
            <p:cNvSpPr/>
            <p:nvPr/>
          </p:nvSpPr>
          <p:spPr>
            <a:xfrm>
              <a:off x="4927135" y="3005457"/>
              <a:ext cx="363499" cy="700966"/>
            </a:xfrm>
            <a:custGeom>
              <a:avLst/>
              <a:gdLst/>
              <a:ahLst/>
              <a:cxnLst/>
              <a:rect l="l" t="t" r="r" b="b"/>
              <a:pathLst>
                <a:path w="28918" h="55765" extrusionOk="0">
                  <a:moveTo>
                    <a:pt x="20345" y="0"/>
                  </a:moveTo>
                  <a:cubicBezTo>
                    <a:pt x="20192" y="0"/>
                    <a:pt x="20037" y="6"/>
                    <a:pt x="19881" y="18"/>
                  </a:cubicBezTo>
                  <a:lnTo>
                    <a:pt x="2892" y="3633"/>
                  </a:lnTo>
                  <a:cubicBezTo>
                    <a:pt x="1302" y="3729"/>
                    <a:pt x="1" y="5127"/>
                    <a:pt x="1" y="6741"/>
                  </a:cubicBezTo>
                  <a:lnTo>
                    <a:pt x="193" y="43490"/>
                  </a:lnTo>
                  <a:cubicBezTo>
                    <a:pt x="290" y="45996"/>
                    <a:pt x="1085" y="48406"/>
                    <a:pt x="2603" y="50406"/>
                  </a:cubicBezTo>
                  <a:lnTo>
                    <a:pt x="4218" y="52527"/>
                  </a:lnTo>
                  <a:cubicBezTo>
                    <a:pt x="5924" y="54699"/>
                    <a:pt x="8436" y="55765"/>
                    <a:pt x="10926" y="55765"/>
                  </a:cubicBezTo>
                  <a:cubicBezTo>
                    <a:pt x="13850" y="55765"/>
                    <a:pt x="16744" y="54294"/>
                    <a:pt x="18267" y="51418"/>
                  </a:cubicBezTo>
                  <a:cubicBezTo>
                    <a:pt x="18363" y="51105"/>
                    <a:pt x="18556" y="50816"/>
                    <a:pt x="18676" y="50406"/>
                  </a:cubicBezTo>
                  <a:cubicBezTo>
                    <a:pt x="18676" y="50213"/>
                    <a:pt x="18773" y="49900"/>
                    <a:pt x="18773" y="49611"/>
                  </a:cubicBezTo>
                  <a:cubicBezTo>
                    <a:pt x="19062" y="47803"/>
                    <a:pt x="19158" y="45900"/>
                    <a:pt x="19062" y="44092"/>
                  </a:cubicBezTo>
                  <a:cubicBezTo>
                    <a:pt x="19279" y="40767"/>
                    <a:pt x="19279" y="39466"/>
                    <a:pt x="19279" y="39466"/>
                  </a:cubicBezTo>
                  <a:cubicBezTo>
                    <a:pt x="19279" y="39466"/>
                    <a:pt x="26195" y="38574"/>
                    <a:pt x="28002" y="29634"/>
                  </a:cubicBezTo>
                  <a:cubicBezTo>
                    <a:pt x="28918" y="25200"/>
                    <a:pt x="28918" y="17778"/>
                    <a:pt x="28797" y="11850"/>
                  </a:cubicBezTo>
                  <a:cubicBezTo>
                    <a:pt x="28610" y="6584"/>
                    <a:pt x="25491" y="0"/>
                    <a:pt x="20345" y="0"/>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4"/>
            <p:cNvSpPr/>
            <p:nvPr/>
          </p:nvSpPr>
          <p:spPr>
            <a:xfrm>
              <a:off x="5205798" y="3211180"/>
              <a:ext cx="29087" cy="27742"/>
            </a:xfrm>
            <a:custGeom>
              <a:avLst/>
              <a:gdLst/>
              <a:ahLst/>
              <a:cxnLst/>
              <a:rect l="l" t="t" r="r" b="b"/>
              <a:pathLst>
                <a:path w="2314" h="2207" extrusionOk="0">
                  <a:moveTo>
                    <a:pt x="1264" y="1"/>
                  </a:moveTo>
                  <a:cubicBezTo>
                    <a:pt x="1213" y="1"/>
                    <a:pt x="1161" y="5"/>
                    <a:pt x="1109" y="13"/>
                  </a:cubicBezTo>
                  <a:cubicBezTo>
                    <a:pt x="506" y="13"/>
                    <a:pt x="0" y="519"/>
                    <a:pt x="0" y="1122"/>
                  </a:cubicBezTo>
                  <a:cubicBezTo>
                    <a:pt x="0" y="1724"/>
                    <a:pt x="506" y="2206"/>
                    <a:pt x="1109" y="2206"/>
                  </a:cubicBezTo>
                  <a:cubicBezTo>
                    <a:pt x="1808" y="2206"/>
                    <a:pt x="2314" y="1724"/>
                    <a:pt x="2314" y="1001"/>
                  </a:cubicBezTo>
                  <a:cubicBezTo>
                    <a:pt x="2314" y="451"/>
                    <a:pt x="1811" y="1"/>
                    <a:pt x="126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4"/>
            <p:cNvSpPr/>
            <p:nvPr/>
          </p:nvSpPr>
          <p:spPr>
            <a:xfrm>
              <a:off x="5195805" y="3178323"/>
              <a:ext cx="72102" cy="23141"/>
            </a:xfrm>
            <a:custGeom>
              <a:avLst/>
              <a:gdLst/>
              <a:ahLst/>
              <a:cxnLst/>
              <a:rect l="l" t="t" r="r" b="b"/>
              <a:pathLst>
                <a:path w="5736" h="1841" extrusionOk="0">
                  <a:moveTo>
                    <a:pt x="2916" y="1"/>
                  </a:moveTo>
                  <a:cubicBezTo>
                    <a:pt x="2121" y="1"/>
                    <a:pt x="1398" y="217"/>
                    <a:pt x="699" y="723"/>
                  </a:cubicBezTo>
                  <a:cubicBezTo>
                    <a:pt x="193" y="1109"/>
                    <a:pt x="0" y="1422"/>
                    <a:pt x="97" y="1519"/>
                  </a:cubicBezTo>
                  <a:cubicBezTo>
                    <a:pt x="120" y="1540"/>
                    <a:pt x="154" y="1549"/>
                    <a:pt x="198" y="1549"/>
                  </a:cubicBezTo>
                  <a:cubicBezTo>
                    <a:pt x="532" y="1549"/>
                    <a:pt x="1436" y="1005"/>
                    <a:pt x="2658" y="1005"/>
                  </a:cubicBezTo>
                  <a:cubicBezTo>
                    <a:pt x="2743" y="1005"/>
                    <a:pt x="2829" y="1007"/>
                    <a:pt x="2916" y="1013"/>
                  </a:cubicBezTo>
                  <a:cubicBezTo>
                    <a:pt x="4253" y="1099"/>
                    <a:pt x="5204" y="1841"/>
                    <a:pt x="5527" y="1841"/>
                  </a:cubicBezTo>
                  <a:cubicBezTo>
                    <a:pt x="5565" y="1841"/>
                    <a:pt x="5595" y="1831"/>
                    <a:pt x="5615" y="1808"/>
                  </a:cubicBezTo>
                  <a:cubicBezTo>
                    <a:pt x="5735" y="1711"/>
                    <a:pt x="5615" y="1326"/>
                    <a:pt x="5133" y="916"/>
                  </a:cubicBezTo>
                  <a:cubicBezTo>
                    <a:pt x="4531" y="410"/>
                    <a:pt x="3711" y="121"/>
                    <a:pt x="291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4"/>
            <p:cNvSpPr/>
            <p:nvPr/>
          </p:nvSpPr>
          <p:spPr>
            <a:xfrm>
              <a:off x="5045564" y="3211180"/>
              <a:ext cx="29100" cy="27742"/>
            </a:xfrm>
            <a:custGeom>
              <a:avLst/>
              <a:gdLst/>
              <a:ahLst/>
              <a:cxnLst/>
              <a:rect l="l" t="t" r="r" b="b"/>
              <a:pathLst>
                <a:path w="2315" h="2207" extrusionOk="0">
                  <a:moveTo>
                    <a:pt x="1359" y="1"/>
                  </a:moveTo>
                  <a:cubicBezTo>
                    <a:pt x="1309" y="1"/>
                    <a:pt x="1258" y="5"/>
                    <a:pt x="1206" y="13"/>
                  </a:cubicBezTo>
                  <a:cubicBezTo>
                    <a:pt x="507" y="13"/>
                    <a:pt x="1" y="519"/>
                    <a:pt x="1" y="1122"/>
                  </a:cubicBezTo>
                  <a:cubicBezTo>
                    <a:pt x="97" y="1724"/>
                    <a:pt x="603" y="2206"/>
                    <a:pt x="1206" y="2206"/>
                  </a:cubicBezTo>
                  <a:cubicBezTo>
                    <a:pt x="1808" y="2206"/>
                    <a:pt x="2314" y="1724"/>
                    <a:pt x="2314" y="1001"/>
                  </a:cubicBezTo>
                  <a:cubicBezTo>
                    <a:pt x="2314" y="451"/>
                    <a:pt x="1892" y="1"/>
                    <a:pt x="135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4"/>
            <p:cNvSpPr/>
            <p:nvPr/>
          </p:nvSpPr>
          <p:spPr>
            <a:xfrm>
              <a:off x="5041931" y="3184683"/>
              <a:ext cx="71800" cy="19471"/>
            </a:xfrm>
            <a:custGeom>
              <a:avLst/>
              <a:gdLst/>
              <a:ahLst/>
              <a:cxnLst/>
              <a:rect l="l" t="t" r="r" b="b"/>
              <a:pathLst>
                <a:path w="5712" h="1549" extrusionOk="0">
                  <a:moveTo>
                    <a:pt x="3013" y="1"/>
                  </a:moveTo>
                  <a:cubicBezTo>
                    <a:pt x="2193" y="1"/>
                    <a:pt x="1398" y="217"/>
                    <a:pt x="699" y="603"/>
                  </a:cubicBezTo>
                  <a:cubicBezTo>
                    <a:pt x="193" y="916"/>
                    <a:pt x="1" y="1205"/>
                    <a:pt x="97" y="1302"/>
                  </a:cubicBezTo>
                  <a:cubicBezTo>
                    <a:pt x="123" y="1331"/>
                    <a:pt x="165" y="1344"/>
                    <a:pt x="223" y="1344"/>
                  </a:cubicBezTo>
                  <a:cubicBezTo>
                    <a:pt x="595" y="1344"/>
                    <a:pt x="1602" y="820"/>
                    <a:pt x="2916" y="820"/>
                  </a:cubicBezTo>
                  <a:cubicBezTo>
                    <a:pt x="4250" y="906"/>
                    <a:pt x="5276" y="1549"/>
                    <a:pt x="5550" y="1549"/>
                  </a:cubicBezTo>
                  <a:cubicBezTo>
                    <a:pt x="5583" y="1549"/>
                    <a:pt x="5605" y="1539"/>
                    <a:pt x="5615" y="1519"/>
                  </a:cubicBezTo>
                  <a:cubicBezTo>
                    <a:pt x="5712" y="1422"/>
                    <a:pt x="5615" y="1109"/>
                    <a:pt x="5109" y="820"/>
                  </a:cubicBezTo>
                  <a:cubicBezTo>
                    <a:pt x="4507" y="314"/>
                    <a:pt x="3808" y="1"/>
                    <a:pt x="301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4"/>
            <p:cNvSpPr/>
            <p:nvPr/>
          </p:nvSpPr>
          <p:spPr>
            <a:xfrm>
              <a:off x="5161881" y="3185890"/>
              <a:ext cx="43932" cy="131482"/>
            </a:xfrm>
            <a:custGeom>
              <a:avLst/>
              <a:gdLst/>
              <a:ahLst/>
              <a:cxnLst/>
              <a:rect l="l" t="t" r="r" b="b"/>
              <a:pathLst>
                <a:path w="3495" h="10460" extrusionOk="0">
                  <a:moveTo>
                    <a:pt x="97" y="1"/>
                  </a:moveTo>
                  <a:cubicBezTo>
                    <a:pt x="0" y="1"/>
                    <a:pt x="796" y="2917"/>
                    <a:pt x="2000" y="6435"/>
                  </a:cubicBezTo>
                  <a:cubicBezTo>
                    <a:pt x="2290" y="7230"/>
                    <a:pt x="2603" y="8050"/>
                    <a:pt x="2796" y="8845"/>
                  </a:cubicBezTo>
                  <a:cubicBezTo>
                    <a:pt x="3012" y="9158"/>
                    <a:pt x="3012" y="9447"/>
                    <a:pt x="3012" y="9857"/>
                  </a:cubicBezTo>
                  <a:cubicBezTo>
                    <a:pt x="2892" y="10050"/>
                    <a:pt x="2603" y="10050"/>
                    <a:pt x="2290" y="10050"/>
                  </a:cubicBezTo>
                  <a:cubicBezTo>
                    <a:pt x="1085" y="10242"/>
                    <a:pt x="289" y="10363"/>
                    <a:pt x="289" y="10363"/>
                  </a:cubicBezTo>
                  <a:cubicBezTo>
                    <a:pt x="289" y="10459"/>
                    <a:pt x="1085" y="10459"/>
                    <a:pt x="2290" y="10459"/>
                  </a:cubicBezTo>
                  <a:lnTo>
                    <a:pt x="2892" y="10459"/>
                  </a:lnTo>
                  <a:cubicBezTo>
                    <a:pt x="3109" y="10363"/>
                    <a:pt x="3302" y="10146"/>
                    <a:pt x="3398" y="9953"/>
                  </a:cubicBezTo>
                  <a:cubicBezTo>
                    <a:pt x="3494" y="9544"/>
                    <a:pt x="3494" y="9158"/>
                    <a:pt x="3302" y="8748"/>
                  </a:cubicBezTo>
                  <a:lnTo>
                    <a:pt x="2506" y="6242"/>
                  </a:lnTo>
                  <a:cubicBezTo>
                    <a:pt x="1302" y="2724"/>
                    <a:pt x="193" y="1"/>
                    <a:pt x="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4"/>
            <p:cNvSpPr/>
            <p:nvPr/>
          </p:nvSpPr>
          <p:spPr>
            <a:xfrm>
              <a:off x="5019218" y="3456082"/>
              <a:ext cx="150249" cy="73673"/>
            </a:xfrm>
            <a:custGeom>
              <a:avLst/>
              <a:gdLst/>
              <a:ahLst/>
              <a:cxnLst/>
              <a:rect l="l" t="t" r="r" b="b"/>
              <a:pathLst>
                <a:path w="11953" h="5861" extrusionOk="0">
                  <a:moveTo>
                    <a:pt x="0" y="0"/>
                  </a:moveTo>
                  <a:cubicBezTo>
                    <a:pt x="0" y="0"/>
                    <a:pt x="2585" y="5860"/>
                    <a:pt x="10819" y="5860"/>
                  </a:cubicBezTo>
                  <a:cubicBezTo>
                    <a:pt x="11148" y="5860"/>
                    <a:pt x="11485" y="5851"/>
                    <a:pt x="11832" y="5832"/>
                  </a:cubicBezTo>
                  <a:lnTo>
                    <a:pt x="11953" y="3615"/>
                  </a:lnTo>
                  <a:cubicBezTo>
                    <a:pt x="7736" y="3518"/>
                    <a:pt x="3615" y="2313"/>
                    <a:pt x="0"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4"/>
            <p:cNvSpPr/>
            <p:nvPr/>
          </p:nvSpPr>
          <p:spPr>
            <a:xfrm>
              <a:off x="5108876" y="3342316"/>
              <a:ext cx="50293" cy="33989"/>
            </a:xfrm>
            <a:custGeom>
              <a:avLst/>
              <a:gdLst/>
              <a:ahLst/>
              <a:cxnLst/>
              <a:rect l="l" t="t" r="r" b="b"/>
              <a:pathLst>
                <a:path w="4001" h="2704" extrusionOk="0">
                  <a:moveTo>
                    <a:pt x="2135" y="0"/>
                  </a:moveTo>
                  <a:cubicBezTo>
                    <a:pt x="2059" y="0"/>
                    <a:pt x="1982" y="5"/>
                    <a:pt x="1904" y="14"/>
                  </a:cubicBezTo>
                  <a:cubicBezTo>
                    <a:pt x="1301" y="14"/>
                    <a:pt x="795" y="328"/>
                    <a:pt x="482" y="713"/>
                  </a:cubicBezTo>
                  <a:cubicBezTo>
                    <a:pt x="97" y="1123"/>
                    <a:pt x="0" y="1725"/>
                    <a:pt x="289" y="2231"/>
                  </a:cubicBezTo>
                  <a:cubicBezTo>
                    <a:pt x="587" y="2512"/>
                    <a:pt x="987" y="2703"/>
                    <a:pt x="1415" y="2703"/>
                  </a:cubicBezTo>
                  <a:cubicBezTo>
                    <a:pt x="1575" y="2703"/>
                    <a:pt x="1740" y="2676"/>
                    <a:pt x="1904" y="2617"/>
                  </a:cubicBezTo>
                  <a:cubicBezTo>
                    <a:pt x="2506" y="2521"/>
                    <a:pt x="3012" y="2231"/>
                    <a:pt x="3494" y="1822"/>
                  </a:cubicBezTo>
                  <a:cubicBezTo>
                    <a:pt x="3711" y="1725"/>
                    <a:pt x="3808" y="1533"/>
                    <a:pt x="3904" y="1412"/>
                  </a:cubicBezTo>
                  <a:cubicBezTo>
                    <a:pt x="4000" y="1316"/>
                    <a:pt x="4000" y="1123"/>
                    <a:pt x="3904" y="930"/>
                  </a:cubicBezTo>
                  <a:cubicBezTo>
                    <a:pt x="3448" y="387"/>
                    <a:pt x="2835" y="0"/>
                    <a:pt x="2135"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4"/>
            <p:cNvSpPr/>
            <p:nvPr/>
          </p:nvSpPr>
          <p:spPr>
            <a:xfrm>
              <a:off x="5116442" y="3325951"/>
              <a:ext cx="51512" cy="45629"/>
            </a:xfrm>
            <a:custGeom>
              <a:avLst/>
              <a:gdLst/>
              <a:ahLst/>
              <a:cxnLst/>
              <a:rect l="l" t="t" r="r" b="b"/>
              <a:pathLst>
                <a:path w="4098" h="3630" extrusionOk="0">
                  <a:moveTo>
                    <a:pt x="163" y="0"/>
                  </a:moveTo>
                  <a:cubicBezTo>
                    <a:pt x="78" y="0"/>
                    <a:pt x="1" y="357"/>
                    <a:pt x="1" y="810"/>
                  </a:cubicBezTo>
                  <a:cubicBezTo>
                    <a:pt x="97" y="1630"/>
                    <a:pt x="386" y="2329"/>
                    <a:pt x="989" y="2835"/>
                  </a:cubicBezTo>
                  <a:cubicBezTo>
                    <a:pt x="1591" y="3317"/>
                    <a:pt x="2290" y="3630"/>
                    <a:pt x="3109" y="3630"/>
                  </a:cubicBezTo>
                  <a:cubicBezTo>
                    <a:pt x="3712" y="3630"/>
                    <a:pt x="4097" y="3533"/>
                    <a:pt x="4097" y="3437"/>
                  </a:cubicBezTo>
                  <a:cubicBezTo>
                    <a:pt x="4001" y="3220"/>
                    <a:pt x="2603" y="3317"/>
                    <a:pt x="1495" y="2329"/>
                  </a:cubicBezTo>
                  <a:cubicBezTo>
                    <a:pt x="386" y="1316"/>
                    <a:pt x="386" y="15"/>
                    <a:pt x="193" y="15"/>
                  </a:cubicBezTo>
                  <a:cubicBezTo>
                    <a:pt x="183" y="5"/>
                    <a:pt x="173" y="0"/>
                    <a:pt x="1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4"/>
            <p:cNvSpPr/>
            <p:nvPr/>
          </p:nvSpPr>
          <p:spPr>
            <a:xfrm>
              <a:off x="5045564" y="3138290"/>
              <a:ext cx="73321" cy="20125"/>
            </a:xfrm>
            <a:custGeom>
              <a:avLst/>
              <a:gdLst/>
              <a:ahLst/>
              <a:cxnLst/>
              <a:rect l="l" t="t" r="r" b="b"/>
              <a:pathLst>
                <a:path w="5833" h="1601" extrusionOk="0">
                  <a:moveTo>
                    <a:pt x="3139" y="1"/>
                  </a:moveTo>
                  <a:cubicBezTo>
                    <a:pt x="2294" y="1"/>
                    <a:pt x="1454" y="227"/>
                    <a:pt x="700" y="679"/>
                  </a:cubicBezTo>
                  <a:cubicBezTo>
                    <a:pt x="218" y="993"/>
                    <a:pt x="1" y="1282"/>
                    <a:pt x="1" y="1499"/>
                  </a:cubicBezTo>
                  <a:cubicBezTo>
                    <a:pt x="56" y="1572"/>
                    <a:pt x="174" y="1600"/>
                    <a:pt x="345" y="1600"/>
                  </a:cubicBezTo>
                  <a:cubicBezTo>
                    <a:pt x="847" y="1600"/>
                    <a:pt x="1801" y="1354"/>
                    <a:pt x="2917" y="1282"/>
                  </a:cubicBezTo>
                  <a:cubicBezTo>
                    <a:pt x="3266" y="1258"/>
                    <a:pt x="3611" y="1252"/>
                    <a:pt x="3933" y="1252"/>
                  </a:cubicBezTo>
                  <a:cubicBezTo>
                    <a:pt x="4256" y="1252"/>
                    <a:pt x="4555" y="1258"/>
                    <a:pt x="4814" y="1258"/>
                  </a:cubicBezTo>
                  <a:cubicBezTo>
                    <a:pt x="5332" y="1258"/>
                    <a:pt x="5688" y="1234"/>
                    <a:pt x="5736" y="1089"/>
                  </a:cubicBezTo>
                  <a:cubicBezTo>
                    <a:pt x="5832" y="896"/>
                    <a:pt x="5519" y="583"/>
                    <a:pt x="5037" y="390"/>
                  </a:cubicBezTo>
                  <a:cubicBezTo>
                    <a:pt x="4424" y="131"/>
                    <a:pt x="3780" y="1"/>
                    <a:pt x="31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4"/>
            <p:cNvSpPr/>
            <p:nvPr/>
          </p:nvSpPr>
          <p:spPr>
            <a:xfrm>
              <a:off x="5210951" y="3115326"/>
              <a:ext cx="55434" cy="19056"/>
            </a:xfrm>
            <a:custGeom>
              <a:avLst/>
              <a:gdLst/>
              <a:ahLst/>
              <a:cxnLst/>
              <a:rect l="l" t="t" r="r" b="b"/>
              <a:pathLst>
                <a:path w="4410" h="1516" extrusionOk="0">
                  <a:moveTo>
                    <a:pt x="2313" y="0"/>
                  </a:moveTo>
                  <a:cubicBezTo>
                    <a:pt x="1711" y="0"/>
                    <a:pt x="1109" y="97"/>
                    <a:pt x="506" y="410"/>
                  </a:cubicBezTo>
                  <a:cubicBezTo>
                    <a:pt x="96" y="699"/>
                    <a:pt x="0" y="1012"/>
                    <a:pt x="96" y="1109"/>
                  </a:cubicBezTo>
                  <a:cubicBezTo>
                    <a:pt x="205" y="1253"/>
                    <a:pt x="458" y="1277"/>
                    <a:pt x="822" y="1277"/>
                  </a:cubicBezTo>
                  <a:cubicBezTo>
                    <a:pt x="1005" y="1277"/>
                    <a:pt x="1215" y="1271"/>
                    <a:pt x="1449" y="1271"/>
                  </a:cubicBezTo>
                  <a:cubicBezTo>
                    <a:pt x="1682" y="1271"/>
                    <a:pt x="1940" y="1277"/>
                    <a:pt x="2217" y="1302"/>
                  </a:cubicBezTo>
                  <a:cubicBezTo>
                    <a:pt x="2932" y="1302"/>
                    <a:pt x="3558" y="1516"/>
                    <a:pt x="3960" y="1516"/>
                  </a:cubicBezTo>
                  <a:cubicBezTo>
                    <a:pt x="4113" y="1516"/>
                    <a:pt x="4234" y="1485"/>
                    <a:pt x="4314" y="1398"/>
                  </a:cubicBezTo>
                  <a:cubicBezTo>
                    <a:pt x="4410" y="1205"/>
                    <a:pt x="4314" y="1012"/>
                    <a:pt x="3928" y="603"/>
                  </a:cubicBezTo>
                  <a:cubicBezTo>
                    <a:pt x="3422" y="314"/>
                    <a:pt x="2916" y="97"/>
                    <a:pt x="23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4"/>
            <p:cNvSpPr/>
            <p:nvPr/>
          </p:nvSpPr>
          <p:spPr>
            <a:xfrm>
              <a:off x="4867607" y="3248938"/>
              <a:ext cx="84684" cy="118560"/>
            </a:xfrm>
            <a:custGeom>
              <a:avLst/>
              <a:gdLst/>
              <a:ahLst/>
              <a:cxnLst/>
              <a:rect l="l" t="t" r="r" b="b"/>
              <a:pathLst>
                <a:path w="6737" h="9432" extrusionOk="0">
                  <a:moveTo>
                    <a:pt x="4114" y="1"/>
                  </a:moveTo>
                  <a:cubicBezTo>
                    <a:pt x="2415" y="1"/>
                    <a:pt x="359" y="748"/>
                    <a:pt x="206" y="4335"/>
                  </a:cubicBezTo>
                  <a:cubicBezTo>
                    <a:pt x="1" y="8682"/>
                    <a:pt x="3078" y="9431"/>
                    <a:pt x="4878" y="9431"/>
                  </a:cubicBezTo>
                  <a:cubicBezTo>
                    <a:pt x="5612" y="9431"/>
                    <a:pt x="6134" y="9307"/>
                    <a:pt x="6134" y="9251"/>
                  </a:cubicBezTo>
                  <a:cubicBezTo>
                    <a:pt x="6134" y="9154"/>
                    <a:pt x="6640" y="4841"/>
                    <a:pt x="6737" y="2528"/>
                  </a:cubicBezTo>
                  <a:cubicBezTo>
                    <a:pt x="6737" y="1925"/>
                    <a:pt x="6038" y="311"/>
                    <a:pt x="5339" y="118"/>
                  </a:cubicBezTo>
                  <a:cubicBezTo>
                    <a:pt x="4983" y="53"/>
                    <a:pt x="4561" y="1"/>
                    <a:pt x="4114" y="1"/>
                  </a:cubicBezTo>
                  <a:close/>
                </a:path>
              </a:pathLst>
            </a:custGeom>
            <a:solidFill>
              <a:srgbClr val="B788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4"/>
            <p:cNvSpPr/>
            <p:nvPr/>
          </p:nvSpPr>
          <p:spPr>
            <a:xfrm>
              <a:off x="4889276" y="3273838"/>
              <a:ext cx="33939" cy="67564"/>
            </a:xfrm>
            <a:custGeom>
              <a:avLst/>
              <a:gdLst/>
              <a:ahLst/>
              <a:cxnLst/>
              <a:rect l="l" t="t" r="r" b="b"/>
              <a:pathLst>
                <a:path w="2700" h="5375" extrusionOk="0">
                  <a:moveTo>
                    <a:pt x="1776" y="1"/>
                  </a:moveTo>
                  <a:cubicBezTo>
                    <a:pt x="1716" y="1"/>
                    <a:pt x="1654" y="12"/>
                    <a:pt x="1591" y="40"/>
                  </a:cubicBezTo>
                  <a:cubicBezTo>
                    <a:pt x="1085" y="40"/>
                    <a:pt x="699" y="450"/>
                    <a:pt x="482" y="956"/>
                  </a:cubicBezTo>
                  <a:cubicBezTo>
                    <a:pt x="193" y="1438"/>
                    <a:pt x="0" y="1944"/>
                    <a:pt x="0" y="2547"/>
                  </a:cubicBezTo>
                  <a:cubicBezTo>
                    <a:pt x="0" y="3848"/>
                    <a:pt x="603" y="4956"/>
                    <a:pt x="1494" y="5270"/>
                  </a:cubicBezTo>
                  <a:cubicBezTo>
                    <a:pt x="1614" y="5343"/>
                    <a:pt x="1730" y="5375"/>
                    <a:pt x="1846" y="5375"/>
                  </a:cubicBezTo>
                  <a:cubicBezTo>
                    <a:pt x="2032" y="5375"/>
                    <a:pt x="2217" y="5292"/>
                    <a:pt x="2410" y="5173"/>
                  </a:cubicBezTo>
                  <a:cubicBezTo>
                    <a:pt x="2603" y="5053"/>
                    <a:pt x="2699" y="4956"/>
                    <a:pt x="2699" y="4860"/>
                  </a:cubicBezTo>
                  <a:cubicBezTo>
                    <a:pt x="2603" y="4860"/>
                    <a:pt x="2507" y="4956"/>
                    <a:pt x="2410" y="5053"/>
                  </a:cubicBezTo>
                  <a:cubicBezTo>
                    <a:pt x="2254" y="5113"/>
                    <a:pt x="2103" y="5143"/>
                    <a:pt x="1964" y="5143"/>
                  </a:cubicBezTo>
                  <a:cubicBezTo>
                    <a:pt x="1826" y="5143"/>
                    <a:pt x="1699" y="5113"/>
                    <a:pt x="1591" y="5053"/>
                  </a:cubicBezTo>
                  <a:cubicBezTo>
                    <a:pt x="892" y="4764"/>
                    <a:pt x="386" y="3752"/>
                    <a:pt x="386" y="2643"/>
                  </a:cubicBezTo>
                  <a:cubicBezTo>
                    <a:pt x="482" y="2041"/>
                    <a:pt x="603" y="1559"/>
                    <a:pt x="796" y="1149"/>
                  </a:cubicBezTo>
                  <a:cubicBezTo>
                    <a:pt x="892" y="739"/>
                    <a:pt x="1302" y="450"/>
                    <a:pt x="1591" y="354"/>
                  </a:cubicBezTo>
                  <a:cubicBezTo>
                    <a:pt x="1672" y="322"/>
                    <a:pt x="1752" y="307"/>
                    <a:pt x="1827" y="307"/>
                  </a:cubicBezTo>
                  <a:cubicBezTo>
                    <a:pt x="2042" y="307"/>
                    <a:pt x="2218" y="429"/>
                    <a:pt x="2290" y="643"/>
                  </a:cubicBezTo>
                  <a:lnTo>
                    <a:pt x="2290" y="956"/>
                  </a:lnTo>
                  <a:cubicBezTo>
                    <a:pt x="2410" y="956"/>
                    <a:pt x="2507" y="836"/>
                    <a:pt x="2410" y="547"/>
                  </a:cubicBezTo>
                  <a:cubicBezTo>
                    <a:pt x="2410" y="450"/>
                    <a:pt x="2290" y="233"/>
                    <a:pt x="2193" y="137"/>
                  </a:cubicBezTo>
                  <a:cubicBezTo>
                    <a:pt x="2057" y="69"/>
                    <a:pt x="1921" y="1"/>
                    <a:pt x="1776" y="1"/>
                  </a:cubicBezTo>
                  <a:close/>
                </a:path>
              </a:pathLst>
            </a:custGeom>
            <a:solidFill>
              <a:srgbClr val="99503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4"/>
            <p:cNvSpPr/>
            <p:nvPr/>
          </p:nvSpPr>
          <p:spPr>
            <a:xfrm>
              <a:off x="4882916" y="2924485"/>
              <a:ext cx="305338" cy="331521"/>
            </a:xfrm>
            <a:custGeom>
              <a:avLst/>
              <a:gdLst/>
              <a:ahLst/>
              <a:cxnLst/>
              <a:rect l="l" t="t" r="r" b="b"/>
              <a:pathLst>
                <a:path w="24291" h="26374" extrusionOk="0">
                  <a:moveTo>
                    <a:pt x="15106" y="0"/>
                  </a:moveTo>
                  <a:cubicBezTo>
                    <a:pt x="9731" y="0"/>
                    <a:pt x="2542" y="6826"/>
                    <a:pt x="796" y="11761"/>
                  </a:cubicBezTo>
                  <a:cubicBezTo>
                    <a:pt x="0" y="14292"/>
                    <a:pt x="0" y="16894"/>
                    <a:pt x="97" y="19497"/>
                  </a:cubicBezTo>
                  <a:cubicBezTo>
                    <a:pt x="0" y="20798"/>
                    <a:pt x="193" y="22220"/>
                    <a:pt x="603" y="23425"/>
                  </a:cubicBezTo>
                  <a:cubicBezTo>
                    <a:pt x="1109" y="24726"/>
                    <a:pt x="2000" y="25834"/>
                    <a:pt x="3302" y="26220"/>
                  </a:cubicBezTo>
                  <a:cubicBezTo>
                    <a:pt x="3604" y="26323"/>
                    <a:pt x="3932" y="26374"/>
                    <a:pt x="4264" y="26374"/>
                  </a:cubicBezTo>
                  <a:cubicBezTo>
                    <a:pt x="5253" y="26374"/>
                    <a:pt x="6272" y="25918"/>
                    <a:pt x="6724" y="25015"/>
                  </a:cubicBezTo>
                  <a:cubicBezTo>
                    <a:pt x="7133" y="24123"/>
                    <a:pt x="6916" y="23015"/>
                    <a:pt x="7326" y="22123"/>
                  </a:cubicBezTo>
                  <a:cubicBezTo>
                    <a:pt x="8218" y="20003"/>
                    <a:pt x="11543" y="20196"/>
                    <a:pt x="12844" y="18292"/>
                  </a:cubicBezTo>
                  <a:cubicBezTo>
                    <a:pt x="13640" y="16894"/>
                    <a:pt x="13254" y="14894"/>
                    <a:pt x="14146" y="13569"/>
                  </a:cubicBezTo>
                  <a:cubicBezTo>
                    <a:pt x="15061" y="12267"/>
                    <a:pt x="16965" y="12171"/>
                    <a:pt x="18459" y="11761"/>
                  </a:cubicBezTo>
                  <a:cubicBezTo>
                    <a:pt x="21375" y="10870"/>
                    <a:pt x="23688" y="8460"/>
                    <a:pt x="24291" y="5448"/>
                  </a:cubicBezTo>
                  <a:lnTo>
                    <a:pt x="15664" y="26"/>
                  </a:lnTo>
                  <a:cubicBezTo>
                    <a:pt x="15480" y="9"/>
                    <a:pt x="15294" y="0"/>
                    <a:pt x="1510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4"/>
            <p:cNvSpPr/>
            <p:nvPr/>
          </p:nvSpPr>
          <p:spPr>
            <a:xfrm>
              <a:off x="5011639" y="3241447"/>
              <a:ext cx="57872" cy="20187"/>
            </a:xfrm>
            <a:custGeom>
              <a:avLst/>
              <a:gdLst/>
              <a:ahLst/>
              <a:cxnLst/>
              <a:rect l="l" t="t" r="r" b="b"/>
              <a:pathLst>
                <a:path w="4604" h="1606" extrusionOk="0">
                  <a:moveTo>
                    <a:pt x="1164" y="0"/>
                  </a:moveTo>
                  <a:cubicBezTo>
                    <a:pt x="1041" y="0"/>
                    <a:pt x="919" y="5"/>
                    <a:pt x="796" y="15"/>
                  </a:cubicBezTo>
                  <a:cubicBezTo>
                    <a:pt x="507" y="15"/>
                    <a:pt x="290" y="111"/>
                    <a:pt x="1" y="208"/>
                  </a:cubicBezTo>
                  <a:cubicBezTo>
                    <a:pt x="240" y="182"/>
                    <a:pt x="473" y="170"/>
                    <a:pt x="703" y="170"/>
                  </a:cubicBezTo>
                  <a:cubicBezTo>
                    <a:pt x="1330" y="170"/>
                    <a:pt x="1925" y="259"/>
                    <a:pt x="2507" y="401"/>
                  </a:cubicBezTo>
                  <a:cubicBezTo>
                    <a:pt x="3206" y="714"/>
                    <a:pt x="4001" y="1123"/>
                    <a:pt x="4603" y="1605"/>
                  </a:cubicBezTo>
                  <a:cubicBezTo>
                    <a:pt x="4507" y="1413"/>
                    <a:pt x="4314" y="1220"/>
                    <a:pt x="4122" y="1003"/>
                  </a:cubicBezTo>
                  <a:cubicBezTo>
                    <a:pt x="3299" y="375"/>
                    <a:pt x="2243" y="0"/>
                    <a:pt x="1164"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4"/>
            <p:cNvSpPr/>
            <p:nvPr/>
          </p:nvSpPr>
          <p:spPr>
            <a:xfrm>
              <a:off x="4814765" y="3365745"/>
              <a:ext cx="177815" cy="668548"/>
            </a:xfrm>
            <a:custGeom>
              <a:avLst/>
              <a:gdLst/>
              <a:ahLst/>
              <a:cxnLst/>
              <a:rect l="l" t="t" r="r" b="b"/>
              <a:pathLst>
                <a:path w="14146" h="53186" extrusionOk="0">
                  <a:moveTo>
                    <a:pt x="6702" y="0"/>
                  </a:moveTo>
                  <a:cubicBezTo>
                    <a:pt x="5691" y="0"/>
                    <a:pt x="4584" y="545"/>
                    <a:pt x="3808" y="1259"/>
                  </a:cubicBezTo>
                  <a:cubicBezTo>
                    <a:pt x="1205" y="3669"/>
                    <a:pt x="193" y="7283"/>
                    <a:pt x="1205" y="10705"/>
                  </a:cubicBezTo>
                  <a:lnTo>
                    <a:pt x="796" y="10609"/>
                  </a:lnTo>
                  <a:lnTo>
                    <a:pt x="796" y="10609"/>
                  </a:lnTo>
                  <a:cubicBezTo>
                    <a:pt x="2796" y="16224"/>
                    <a:pt x="3615" y="22152"/>
                    <a:pt x="2916" y="28080"/>
                  </a:cubicBezTo>
                  <a:cubicBezTo>
                    <a:pt x="2193" y="34297"/>
                    <a:pt x="0" y="40635"/>
                    <a:pt x="1398" y="46659"/>
                  </a:cubicBezTo>
                  <a:cubicBezTo>
                    <a:pt x="1711" y="48466"/>
                    <a:pt x="2507" y="50153"/>
                    <a:pt x="3808" y="51479"/>
                  </a:cubicBezTo>
                  <a:cubicBezTo>
                    <a:pt x="4780" y="52528"/>
                    <a:pt x="6206" y="53186"/>
                    <a:pt x="7671" y="53186"/>
                  </a:cubicBezTo>
                  <a:cubicBezTo>
                    <a:pt x="8021" y="53186"/>
                    <a:pt x="8374" y="53148"/>
                    <a:pt x="8724" y="53069"/>
                  </a:cubicBezTo>
                  <a:cubicBezTo>
                    <a:pt x="10627" y="52683"/>
                    <a:pt x="12049" y="51069"/>
                    <a:pt x="12748" y="49165"/>
                  </a:cubicBezTo>
                  <a:cubicBezTo>
                    <a:pt x="13447" y="47358"/>
                    <a:pt x="13543" y="45334"/>
                    <a:pt x="13543" y="43430"/>
                  </a:cubicBezTo>
                  <a:cubicBezTo>
                    <a:pt x="13760" y="39719"/>
                    <a:pt x="13857" y="36008"/>
                    <a:pt x="13953" y="32297"/>
                  </a:cubicBezTo>
                  <a:cubicBezTo>
                    <a:pt x="14049" y="29068"/>
                    <a:pt x="14146" y="25574"/>
                    <a:pt x="12338" y="22947"/>
                  </a:cubicBezTo>
                  <a:cubicBezTo>
                    <a:pt x="11350" y="21356"/>
                    <a:pt x="9639" y="19838"/>
                    <a:pt x="9736" y="18031"/>
                  </a:cubicBezTo>
                  <a:cubicBezTo>
                    <a:pt x="9929" y="15718"/>
                    <a:pt x="12652" y="14127"/>
                    <a:pt x="12652" y="11814"/>
                  </a:cubicBezTo>
                  <a:cubicBezTo>
                    <a:pt x="12555" y="9500"/>
                    <a:pt x="9929" y="8199"/>
                    <a:pt x="9326" y="5982"/>
                  </a:cubicBezTo>
                  <a:cubicBezTo>
                    <a:pt x="8820" y="4175"/>
                    <a:pt x="9639" y="1765"/>
                    <a:pt x="8218" y="560"/>
                  </a:cubicBezTo>
                  <a:cubicBezTo>
                    <a:pt x="7789" y="166"/>
                    <a:pt x="7260" y="0"/>
                    <a:pt x="67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4"/>
            <p:cNvSpPr/>
            <p:nvPr/>
          </p:nvSpPr>
          <p:spPr>
            <a:xfrm>
              <a:off x="6032698" y="3470008"/>
              <a:ext cx="769699" cy="1121986"/>
            </a:xfrm>
            <a:custGeom>
              <a:avLst/>
              <a:gdLst/>
              <a:ahLst/>
              <a:cxnLst/>
              <a:rect l="l" t="t" r="r" b="b"/>
              <a:pathLst>
                <a:path w="61233" h="89259" extrusionOk="0">
                  <a:moveTo>
                    <a:pt x="32315" y="1"/>
                  </a:moveTo>
                  <a:lnTo>
                    <a:pt x="14049" y="2314"/>
                  </a:lnTo>
                  <a:lnTo>
                    <a:pt x="10627" y="4410"/>
                  </a:lnTo>
                  <a:lnTo>
                    <a:pt x="8723" y="8242"/>
                  </a:lnTo>
                  <a:lnTo>
                    <a:pt x="602" y="14459"/>
                  </a:lnTo>
                  <a:cubicBezTo>
                    <a:pt x="193" y="14869"/>
                    <a:pt x="0" y="15351"/>
                    <a:pt x="0" y="15857"/>
                  </a:cubicBezTo>
                  <a:lnTo>
                    <a:pt x="1590" y="36436"/>
                  </a:lnTo>
                  <a:lnTo>
                    <a:pt x="4603" y="58124"/>
                  </a:lnTo>
                  <a:lnTo>
                    <a:pt x="4506" y="89258"/>
                  </a:lnTo>
                  <a:lnTo>
                    <a:pt x="60027" y="89258"/>
                  </a:lnTo>
                  <a:lnTo>
                    <a:pt x="56919" y="53618"/>
                  </a:lnTo>
                  <a:lnTo>
                    <a:pt x="57328" y="31737"/>
                  </a:lnTo>
                  <a:lnTo>
                    <a:pt x="61232" y="13061"/>
                  </a:lnTo>
                  <a:lnTo>
                    <a:pt x="38653" y="3013"/>
                  </a:lnTo>
                  <a:lnTo>
                    <a:pt x="32315"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4"/>
            <p:cNvSpPr/>
            <p:nvPr/>
          </p:nvSpPr>
          <p:spPr>
            <a:xfrm>
              <a:off x="6178993" y="3449721"/>
              <a:ext cx="318059" cy="305640"/>
            </a:xfrm>
            <a:custGeom>
              <a:avLst/>
              <a:gdLst/>
              <a:ahLst/>
              <a:cxnLst/>
              <a:rect l="l" t="t" r="r" b="b"/>
              <a:pathLst>
                <a:path w="25303" h="24315" extrusionOk="0">
                  <a:moveTo>
                    <a:pt x="20170" y="0"/>
                  </a:moveTo>
                  <a:lnTo>
                    <a:pt x="2410" y="3229"/>
                  </a:lnTo>
                  <a:lnTo>
                    <a:pt x="1711" y="5735"/>
                  </a:lnTo>
                  <a:cubicBezTo>
                    <a:pt x="1711" y="5928"/>
                    <a:pt x="0" y="11061"/>
                    <a:pt x="0" y="11061"/>
                  </a:cubicBezTo>
                  <a:lnTo>
                    <a:pt x="0" y="13567"/>
                  </a:lnTo>
                  <a:lnTo>
                    <a:pt x="13953" y="24315"/>
                  </a:lnTo>
                  <a:lnTo>
                    <a:pt x="25303" y="11543"/>
                  </a:lnTo>
                  <a:lnTo>
                    <a:pt x="21784" y="4313"/>
                  </a:lnTo>
                  <a:lnTo>
                    <a:pt x="19471" y="4217"/>
                  </a:lnTo>
                  <a:lnTo>
                    <a:pt x="20580" y="410"/>
                  </a:lnTo>
                  <a:lnTo>
                    <a:pt x="20170"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4"/>
            <p:cNvSpPr/>
            <p:nvPr/>
          </p:nvSpPr>
          <p:spPr>
            <a:xfrm>
              <a:off x="6356812" y="3496454"/>
              <a:ext cx="198392" cy="262524"/>
            </a:xfrm>
            <a:custGeom>
              <a:avLst/>
              <a:gdLst/>
              <a:ahLst/>
              <a:cxnLst/>
              <a:rect l="l" t="t" r="r" b="b"/>
              <a:pathLst>
                <a:path w="15783" h="20885" extrusionOk="0">
                  <a:moveTo>
                    <a:pt x="11059" y="0"/>
                  </a:moveTo>
                  <a:cubicBezTo>
                    <a:pt x="11063" y="117"/>
                    <a:pt x="11158" y="212"/>
                    <a:pt x="11252" y="306"/>
                  </a:cubicBezTo>
                  <a:lnTo>
                    <a:pt x="11855" y="909"/>
                  </a:lnTo>
                  <a:cubicBezTo>
                    <a:pt x="12650" y="1704"/>
                    <a:pt x="13252" y="2620"/>
                    <a:pt x="13855" y="3608"/>
                  </a:cubicBezTo>
                  <a:lnTo>
                    <a:pt x="14072" y="4017"/>
                  </a:lnTo>
                  <a:cubicBezTo>
                    <a:pt x="14168" y="4210"/>
                    <a:pt x="14264" y="4427"/>
                    <a:pt x="14361" y="4523"/>
                  </a:cubicBezTo>
                  <a:cubicBezTo>
                    <a:pt x="14457" y="4933"/>
                    <a:pt x="14674" y="5319"/>
                    <a:pt x="14770" y="5728"/>
                  </a:cubicBezTo>
                  <a:cubicBezTo>
                    <a:pt x="15060" y="6524"/>
                    <a:pt x="15276" y="7439"/>
                    <a:pt x="15373" y="8234"/>
                  </a:cubicBezTo>
                  <a:cubicBezTo>
                    <a:pt x="15558" y="10274"/>
                    <a:pt x="15565" y="12202"/>
                    <a:pt x="15222" y="14212"/>
                  </a:cubicBezTo>
                  <a:lnTo>
                    <a:pt x="15222" y="14212"/>
                  </a:lnTo>
                  <a:cubicBezTo>
                    <a:pt x="14887" y="13891"/>
                    <a:pt x="14610" y="13620"/>
                    <a:pt x="14168" y="13367"/>
                  </a:cubicBezTo>
                  <a:cubicBezTo>
                    <a:pt x="13758" y="12958"/>
                    <a:pt x="13156" y="12644"/>
                    <a:pt x="12650" y="12452"/>
                  </a:cubicBezTo>
                  <a:cubicBezTo>
                    <a:pt x="12297" y="12339"/>
                    <a:pt x="11944" y="12292"/>
                    <a:pt x="11591" y="12292"/>
                  </a:cubicBezTo>
                  <a:cubicBezTo>
                    <a:pt x="11342" y="12292"/>
                    <a:pt x="11092" y="12315"/>
                    <a:pt x="10842" y="12355"/>
                  </a:cubicBezTo>
                  <a:cubicBezTo>
                    <a:pt x="10746" y="12355"/>
                    <a:pt x="10650" y="12452"/>
                    <a:pt x="10457" y="12548"/>
                  </a:cubicBezTo>
                  <a:cubicBezTo>
                    <a:pt x="10361" y="12644"/>
                    <a:pt x="10240" y="12644"/>
                    <a:pt x="10144" y="12861"/>
                  </a:cubicBezTo>
                  <a:cubicBezTo>
                    <a:pt x="9951" y="13054"/>
                    <a:pt x="9758" y="13247"/>
                    <a:pt x="9638" y="13464"/>
                  </a:cubicBezTo>
                  <a:cubicBezTo>
                    <a:pt x="9445" y="13656"/>
                    <a:pt x="9252" y="13753"/>
                    <a:pt x="9035" y="13970"/>
                  </a:cubicBezTo>
                  <a:lnTo>
                    <a:pt x="8336" y="14452"/>
                  </a:lnTo>
                  <a:lnTo>
                    <a:pt x="4023" y="17777"/>
                  </a:lnTo>
                  <a:lnTo>
                    <a:pt x="1107" y="19994"/>
                  </a:lnTo>
                  <a:lnTo>
                    <a:pt x="312" y="20597"/>
                  </a:lnTo>
                  <a:cubicBezTo>
                    <a:pt x="216" y="20692"/>
                    <a:pt x="120" y="20788"/>
                    <a:pt x="0" y="20884"/>
                  </a:cubicBezTo>
                  <a:lnTo>
                    <a:pt x="0" y="20884"/>
                  </a:lnTo>
                  <a:cubicBezTo>
                    <a:pt x="120" y="20788"/>
                    <a:pt x="216" y="20693"/>
                    <a:pt x="312" y="20693"/>
                  </a:cubicBezTo>
                  <a:lnTo>
                    <a:pt x="1107" y="20090"/>
                  </a:lnTo>
                  <a:lnTo>
                    <a:pt x="4119" y="17874"/>
                  </a:lnTo>
                  <a:lnTo>
                    <a:pt x="8553" y="14572"/>
                  </a:lnTo>
                  <a:lnTo>
                    <a:pt x="9156" y="14066"/>
                  </a:lnTo>
                  <a:cubicBezTo>
                    <a:pt x="9252" y="14066"/>
                    <a:pt x="9348" y="13970"/>
                    <a:pt x="9445" y="13849"/>
                  </a:cubicBezTo>
                  <a:cubicBezTo>
                    <a:pt x="9541" y="13753"/>
                    <a:pt x="9638" y="13656"/>
                    <a:pt x="9758" y="13560"/>
                  </a:cubicBezTo>
                  <a:cubicBezTo>
                    <a:pt x="9951" y="13367"/>
                    <a:pt x="10047" y="13150"/>
                    <a:pt x="10240" y="12958"/>
                  </a:cubicBezTo>
                  <a:cubicBezTo>
                    <a:pt x="10457" y="12765"/>
                    <a:pt x="10650" y="12644"/>
                    <a:pt x="10963" y="12548"/>
                  </a:cubicBezTo>
                  <a:cubicBezTo>
                    <a:pt x="11163" y="12508"/>
                    <a:pt x="11383" y="12485"/>
                    <a:pt x="11608" y="12485"/>
                  </a:cubicBezTo>
                  <a:cubicBezTo>
                    <a:pt x="11927" y="12485"/>
                    <a:pt x="12257" y="12531"/>
                    <a:pt x="12553" y="12644"/>
                  </a:cubicBezTo>
                  <a:cubicBezTo>
                    <a:pt x="13059" y="12861"/>
                    <a:pt x="13566" y="13150"/>
                    <a:pt x="14072" y="13560"/>
                  </a:cubicBezTo>
                  <a:cubicBezTo>
                    <a:pt x="14430" y="13829"/>
                    <a:pt x="14810" y="14119"/>
                    <a:pt x="15191" y="14391"/>
                  </a:cubicBezTo>
                  <a:lnTo>
                    <a:pt x="15191" y="14391"/>
                  </a:lnTo>
                  <a:cubicBezTo>
                    <a:pt x="15187" y="14411"/>
                    <a:pt x="15184" y="14431"/>
                    <a:pt x="15180" y="14452"/>
                  </a:cubicBezTo>
                  <a:lnTo>
                    <a:pt x="15237" y="14423"/>
                  </a:lnTo>
                  <a:lnTo>
                    <a:pt x="15237" y="14423"/>
                  </a:lnTo>
                  <a:cubicBezTo>
                    <a:pt x="15250" y="14433"/>
                    <a:pt x="15263" y="14442"/>
                    <a:pt x="15276" y="14452"/>
                  </a:cubicBezTo>
                  <a:lnTo>
                    <a:pt x="15373" y="14669"/>
                  </a:lnTo>
                  <a:lnTo>
                    <a:pt x="15373" y="14452"/>
                  </a:lnTo>
                  <a:cubicBezTo>
                    <a:pt x="15783" y="12355"/>
                    <a:pt x="15783" y="10355"/>
                    <a:pt x="15566" y="8234"/>
                  </a:cubicBezTo>
                  <a:cubicBezTo>
                    <a:pt x="15373" y="7343"/>
                    <a:pt x="15180" y="6427"/>
                    <a:pt x="14867" y="5632"/>
                  </a:cubicBezTo>
                  <a:cubicBezTo>
                    <a:pt x="14770" y="5222"/>
                    <a:pt x="14674" y="4813"/>
                    <a:pt x="14457" y="4523"/>
                  </a:cubicBezTo>
                  <a:cubicBezTo>
                    <a:pt x="14361" y="4331"/>
                    <a:pt x="14264" y="4114"/>
                    <a:pt x="14264" y="4017"/>
                  </a:cubicBezTo>
                  <a:cubicBezTo>
                    <a:pt x="14168" y="3825"/>
                    <a:pt x="14072" y="3608"/>
                    <a:pt x="13975" y="3511"/>
                  </a:cubicBezTo>
                  <a:cubicBezTo>
                    <a:pt x="13373" y="2523"/>
                    <a:pt x="12650" y="1608"/>
                    <a:pt x="11951" y="812"/>
                  </a:cubicBezTo>
                  <a:cubicBezTo>
                    <a:pt x="11662" y="595"/>
                    <a:pt x="11349" y="403"/>
                    <a:pt x="11252" y="210"/>
                  </a:cubicBezTo>
                  <a:cubicBezTo>
                    <a:pt x="11158" y="210"/>
                    <a:pt x="11063" y="117"/>
                    <a:pt x="1105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4"/>
            <p:cNvSpPr/>
            <p:nvPr/>
          </p:nvSpPr>
          <p:spPr>
            <a:xfrm>
              <a:off x="6117202" y="3530593"/>
              <a:ext cx="206890" cy="258691"/>
            </a:xfrm>
            <a:custGeom>
              <a:avLst/>
              <a:gdLst/>
              <a:ahLst/>
              <a:cxnLst/>
              <a:rect l="l" t="t" r="r" b="b"/>
              <a:pathLst>
                <a:path w="16459" h="20580" extrusionOk="0">
                  <a:moveTo>
                    <a:pt x="3711" y="0"/>
                  </a:moveTo>
                  <a:cubicBezTo>
                    <a:pt x="3615" y="193"/>
                    <a:pt x="3398" y="603"/>
                    <a:pt x="3205" y="1109"/>
                  </a:cubicBezTo>
                  <a:cubicBezTo>
                    <a:pt x="3398" y="603"/>
                    <a:pt x="3615" y="289"/>
                    <a:pt x="3711" y="0"/>
                  </a:cubicBezTo>
                  <a:close/>
                  <a:moveTo>
                    <a:pt x="3205" y="1109"/>
                  </a:moveTo>
                  <a:cubicBezTo>
                    <a:pt x="2506" y="2410"/>
                    <a:pt x="2000" y="3808"/>
                    <a:pt x="1494" y="5326"/>
                  </a:cubicBezTo>
                  <a:cubicBezTo>
                    <a:pt x="892" y="7422"/>
                    <a:pt x="506" y="9639"/>
                    <a:pt x="289" y="11856"/>
                  </a:cubicBezTo>
                  <a:cubicBezTo>
                    <a:pt x="0" y="14651"/>
                    <a:pt x="97" y="17374"/>
                    <a:pt x="506" y="20170"/>
                  </a:cubicBezTo>
                  <a:lnTo>
                    <a:pt x="603" y="20579"/>
                  </a:lnTo>
                  <a:lnTo>
                    <a:pt x="699" y="20170"/>
                  </a:lnTo>
                  <a:lnTo>
                    <a:pt x="730" y="20073"/>
                  </a:lnTo>
                  <a:lnTo>
                    <a:pt x="796" y="20073"/>
                  </a:lnTo>
                  <a:cubicBezTo>
                    <a:pt x="788" y="20031"/>
                    <a:pt x="780" y="19988"/>
                    <a:pt x="772" y="19946"/>
                  </a:cubicBezTo>
                  <a:lnTo>
                    <a:pt x="772" y="19946"/>
                  </a:lnTo>
                  <a:lnTo>
                    <a:pt x="988" y="19278"/>
                  </a:lnTo>
                  <a:cubicBezTo>
                    <a:pt x="1485" y="17199"/>
                    <a:pt x="2073" y="15235"/>
                    <a:pt x="2573" y="13365"/>
                  </a:cubicBezTo>
                  <a:lnTo>
                    <a:pt x="2573" y="13365"/>
                  </a:lnTo>
                  <a:cubicBezTo>
                    <a:pt x="6166" y="14158"/>
                    <a:pt x="9758" y="15165"/>
                    <a:pt x="13350" y="16362"/>
                  </a:cubicBezTo>
                  <a:cubicBezTo>
                    <a:pt x="14652" y="16868"/>
                    <a:pt x="15664" y="17278"/>
                    <a:pt x="16459" y="17471"/>
                  </a:cubicBezTo>
                  <a:cubicBezTo>
                    <a:pt x="15760" y="17158"/>
                    <a:pt x="14748" y="16772"/>
                    <a:pt x="13447" y="16266"/>
                  </a:cubicBezTo>
                  <a:cubicBezTo>
                    <a:pt x="9832" y="14965"/>
                    <a:pt x="6217" y="13953"/>
                    <a:pt x="2506" y="13157"/>
                  </a:cubicBezTo>
                  <a:lnTo>
                    <a:pt x="2410" y="13157"/>
                  </a:lnTo>
                  <a:lnTo>
                    <a:pt x="2410" y="13254"/>
                  </a:lnTo>
                  <a:cubicBezTo>
                    <a:pt x="1904" y="15061"/>
                    <a:pt x="1398" y="17158"/>
                    <a:pt x="796" y="19278"/>
                  </a:cubicBezTo>
                  <a:cubicBezTo>
                    <a:pt x="761" y="19346"/>
                    <a:pt x="727" y="19429"/>
                    <a:pt x="698" y="19521"/>
                  </a:cubicBezTo>
                  <a:lnTo>
                    <a:pt x="698" y="19521"/>
                  </a:lnTo>
                  <a:cubicBezTo>
                    <a:pt x="278" y="17003"/>
                    <a:pt x="214" y="14461"/>
                    <a:pt x="506" y="11856"/>
                  </a:cubicBezTo>
                  <a:cubicBezTo>
                    <a:pt x="699" y="9639"/>
                    <a:pt x="1109" y="7422"/>
                    <a:pt x="1711" y="5326"/>
                  </a:cubicBezTo>
                  <a:cubicBezTo>
                    <a:pt x="2097" y="3904"/>
                    <a:pt x="2603" y="2506"/>
                    <a:pt x="3205" y="110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4"/>
            <p:cNvSpPr/>
            <p:nvPr/>
          </p:nvSpPr>
          <p:spPr>
            <a:xfrm>
              <a:off x="6734194" y="3606311"/>
              <a:ext cx="261418" cy="475649"/>
            </a:xfrm>
            <a:custGeom>
              <a:avLst/>
              <a:gdLst/>
              <a:ahLst/>
              <a:cxnLst/>
              <a:rect l="l" t="t" r="r" b="b"/>
              <a:pathLst>
                <a:path w="20797" h="37840" extrusionOk="0">
                  <a:moveTo>
                    <a:pt x="2410" y="0"/>
                  </a:moveTo>
                  <a:lnTo>
                    <a:pt x="0" y="18074"/>
                  </a:lnTo>
                  <a:lnTo>
                    <a:pt x="1301" y="31737"/>
                  </a:lnTo>
                  <a:lnTo>
                    <a:pt x="3711" y="36653"/>
                  </a:lnTo>
                  <a:cubicBezTo>
                    <a:pt x="4081" y="37375"/>
                    <a:pt x="4876" y="37840"/>
                    <a:pt x="5672" y="37840"/>
                  </a:cubicBezTo>
                  <a:cubicBezTo>
                    <a:pt x="5965" y="37840"/>
                    <a:pt x="6258" y="37777"/>
                    <a:pt x="6531" y="37641"/>
                  </a:cubicBezTo>
                  <a:lnTo>
                    <a:pt x="6627" y="37641"/>
                  </a:lnTo>
                  <a:lnTo>
                    <a:pt x="20194" y="30629"/>
                  </a:lnTo>
                  <a:lnTo>
                    <a:pt x="20797" y="28002"/>
                  </a:lnTo>
                  <a:lnTo>
                    <a:pt x="17688" y="24098"/>
                  </a:lnTo>
                  <a:lnTo>
                    <a:pt x="16579" y="24098"/>
                  </a:lnTo>
                  <a:cubicBezTo>
                    <a:pt x="16579" y="24098"/>
                    <a:pt x="10555" y="8025"/>
                    <a:pt x="9736" y="6025"/>
                  </a:cubicBezTo>
                  <a:cubicBezTo>
                    <a:pt x="9037" y="3904"/>
                    <a:pt x="2410" y="0"/>
                    <a:pt x="2410"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4"/>
            <p:cNvSpPr/>
            <p:nvPr/>
          </p:nvSpPr>
          <p:spPr>
            <a:xfrm>
              <a:off x="6746915" y="3825910"/>
              <a:ext cx="6373" cy="376220"/>
            </a:xfrm>
            <a:custGeom>
              <a:avLst/>
              <a:gdLst/>
              <a:ahLst/>
              <a:cxnLst/>
              <a:rect l="l" t="t" r="r" b="b"/>
              <a:pathLst>
                <a:path w="507" h="29930" extrusionOk="0">
                  <a:moveTo>
                    <a:pt x="0" y="0"/>
                  </a:moveTo>
                  <a:cubicBezTo>
                    <a:pt x="0" y="0"/>
                    <a:pt x="0" y="6627"/>
                    <a:pt x="97" y="14965"/>
                  </a:cubicBezTo>
                  <a:cubicBezTo>
                    <a:pt x="289" y="23182"/>
                    <a:pt x="410" y="29930"/>
                    <a:pt x="506" y="29930"/>
                  </a:cubicBezTo>
                  <a:cubicBezTo>
                    <a:pt x="506" y="29930"/>
                    <a:pt x="506" y="23182"/>
                    <a:pt x="289" y="14965"/>
                  </a:cubicBezTo>
                  <a:cubicBezTo>
                    <a:pt x="193" y="6627"/>
                    <a:pt x="97"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4"/>
            <p:cNvSpPr/>
            <p:nvPr/>
          </p:nvSpPr>
          <p:spPr>
            <a:xfrm>
              <a:off x="6935003" y="3375927"/>
              <a:ext cx="209328" cy="389431"/>
            </a:xfrm>
            <a:custGeom>
              <a:avLst/>
              <a:gdLst/>
              <a:ahLst/>
              <a:cxnLst/>
              <a:rect l="l" t="t" r="r" b="b"/>
              <a:pathLst>
                <a:path w="16653" h="30981" extrusionOk="0">
                  <a:moveTo>
                    <a:pt x="9659" y="0"/>
                  </a:moveTo>
                  <a:cubicBezTo>
                    <a:pt x="9462" y="0"/>
                    <a:pt x="9224" y="57"/>
                    <a:pt x="8941" y="160"/>
                  </a:cubicBezTo>
                  <a:cubicBezTo>
                    <a:pt x="7519" y="545"/>
                    <a:pt x="6531" y="11197"/>
                    <a:pt x="6531" y="11197"/>
                  </a:cubicBezTo>
                  <a:cubicBezTo>
                    <a:pt x="6531" y="11197"/>
                    <a:pt x="4917" y="7678"/>
                    <a:pt x="3399" y="4473"/>
                  </a:cubicBezTo>
                  <a:cubicBezTo>
                    <a:pt x="2653" y="2815"/>
                    <a:pt x="1908" y="2295"/>
                    <a:pt x="1342" y="2295"/>
                  </a:cubicBezTo>
                  <a:cubicBezTo>
                    <a:pt x="846" y="2295"/>
                    <a:pt x="488" y="2693"/>
                    <a:pt x="387" y="3076"/>
                  </a:cubicBezTo>
                  <a:cubicBezTo>
                    <a:pt x="1" y="3967"/>
                    <a:pt x="1808" y="9389"/>
                    <a:pt x="3013" y="12908"/>
                  </a:cubicBezTo>
                  <a:cubicBezTo>
                    <a:pt x="3616" y="14715"/>
                    <a:pt x="4122" y="16016"/>
                    <a:pt x="4122" y="16016"/>
                  </a:cubicBezTo>
                  <a:cubicBezTo>
                    <a:pt x="4122" y="16016"/>
                    <a:pt x="3519" y="18739"/>
                    <a:pt x="3399" y="20546"/>
                  </a:cubicBezTo>
                  <a:cubicBezTo>
                    <a:pt x="3302" y="20932"/>
                    <a:pt x="3302" y="21438"/>
                    <a:pt x="3399" y="21944"/>
                  </a:cubicBezTo>
                  <a:cubicBezTo>
                    <a:pt x="3616" y="23053"/>
                    <a:pt x="6917" y="28258"/>
                    <a:pt x="6917" y="28258"/>
                  </a:cubicBezTo>
                  <a:lnTo>
                    <a:pt x="8122" y="30981"/>
                  </a:lnTo>
                  <a:lnTo>
                    <a:pt x="16652" y="26956"/>
                  </a:lnTo>
                  <a:lnTo>
                    <a:pt x="16652" y="21534"/>
                  </a:lnTo>
                  <a:lnTo>
                    <a:pt x="16652" y="17534"/>
                  </a:lnTo>
                  <a:cubicBezTo>
                    <a:pt x="16652" y="17028"/>
                    <a:pt x="16556" y="16522"/>
                    <a:pt x="16556" y="16329"/>
                  </a:cubicBezTo>
                  <a:cubicBezTo>
                    <a:pt x="16363" y="14305"/>
                    <a:pt x="14363" y="13510"/>
                    <a:pt x="14363" y="13510"/>
                  </a:cubicBezTo>
                  <a:lnTo>
                    <a:pt x="13255" y="11799"/>
                  </a:lnTo>
                  <a:cubicBezTo>
                    <a:pt x="12846" y="10983"/>
                    <a:pt x="12046" y="10511"/>
                    <a:pt x="11170" y="10511"/>
                  </a:cubicBezTo>
                  <a:cubicBezTo>
                    <a:pt x="10960" y="10511"/>
                    <a:pt x="10746" y="10538"/>
                    <a:pt x="10532" y="10594"/>
                  </a:cubicBezTo>
                  <a:cubicBezTo>
                    <a:pt x="10532" y="10594"/>
                    <a:pt x="10146" y="6377"/>
                    <a:pt x="10435" y="3365"/>
                  </a:cubicBezTo>
                  <a:cubicBezTo>
                    <a:pt x="10589" y="886"/>
                    <a:pt x="10436" y="0"/>
                    <a:pt x="9659"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4"/>
            <p:cNvSpPr/>
            <p:nvPr/>
          </p:nvSpPr>
          <p:spPr>
            <a:xfrm>
              <a:off x="6982867" y="3563298"/>
              <a:ext cx="123601" cy="125109"/>
            </a:xfrm>
            <a:custGeom>
              <a:avLst/>
              <a:gdLst/>
              <a:ahLst/>
              <a:cxnLst/>
              <a:rect l="l" t="t" r="r" b="b"/>
              <a:pathLst>
                <a:path w="9833" h="9953" extrusionOk="0">
                  <a:moveTo>
                    <a:pt x="3326" y="1"/>
                  </a:moveTo>
                  <a:cubicBezTo>
                    <a:pt x="2916" y="97"/>
                    <a:pt x="2507" y="218"/>
                    <a:pt x="2217" y="410"/>
                  </a:cubicBezTo>
                  <a:cubicBezTo>
                    <a:pt x="1711" y="916"/>
                    <a:pt x="1302" y="1519"/>
                    <a:pt x="1109" y="2218"/>
                  </a:cubicBezTo>
                  <a:cubicBezTo>
                    <a:pt x="1013" y="2820"/>
                    <a:pt x="916" y="3326"/>
                    <a:pt x="796" y="3832"/>
                  </a:cubicBezTo>
                  <a:cubicBezTo>
                    <a:pt x="796" y="4218"/>
                    <a:pt x="699" y="4627"/>
                    <a:pt x="506" y="4917"/>
                  </a:cubicBezTo>
                  <a:cubicBezTo>
                    <a:pt x="410" y="5230"/>
                    <a:pt x="193" y="5519"/>
                    <a:pt x="0" y="5832"/>
                  </a:cubicBezTo>
                  <a:cubicBezTo>
                    <a:pt x="0" y="5832"/>
                    <a:pt x="97" y="5832"/>
                    <a:pt x="193" y="5639"/>
                  </a:cubicBezTo>
                  <a:cubicBezTo>
                    <a:pt x="410" y="5519"/>
                    <a:pt x="506" y="5230"/>
                    <a:pt x="699" y="5037"/>
                  </a:cubicBezTo>
                  <a:cubicBezTo>
                    <a:pt x="796" y="4627"/>
                    <a:pt x="916" y="4218"/>
                    <a:pt x="1013" y="3832"/>
                  </a:cubicBezTo>
                  <a:cubicBezTo>
                    <a:pt x="1109" y="3326"/>
                    <a:pt x="1205" y="2820"/>
                    <a:pt x="1398" y="2218"/>
                  </a:cubicBezTo>
                  <a:cubicBezTo>
                    <a:pt x="1519" y="1615"/>
                    <a:pt x="1904" y="1109"/>
                    <a:pt x="2410" y="699"/>
                  </a:cubicBezTo>
                  <a:cubicBezTo>
                    <a:pt x="2748" y="442"/>
                    <a:pt x="3213" y="357"/>
                    <a:pt x="3694" y="357"/>
                  </a:cubicBezTo>
                  <a:cubicBezTo>
                    <a:pt x="3934" y="357"/>
                    <a:pt x="4177" y="378"/>
                    <a:pt x="4410" y="410"/>
                  </a:cubicBezTo>
                  <a:lnTo>
                    <a:pt x="9447" y="1269"/>
                  </a:lnTo>
                  <a:lnTo>
                    <a:pt x="9447" y="1302"/>
                  </a:lnTo>
                  <a:cubicBezTo>
                    <a:pt x="9230" y="2410"/>
                    <a:pt x="8531" y="3326"/>
                    <a:pt x="7422" y="3615"/>
                  </a:cubicBezTo>
                  <a:cubicBezTo>
                    <a:pt x="6687" y="3874"/>
                    <a:pt x="5871" y="4050"/>
                    <a:pt x="5053" y="4050"/>
                  </a:cubicBezTo>
                  <a:cubicBezTo>
                    <a:pt x="4879" y="4050"/>
                    <a:pt x="4704" y="4042"/>
                    <a:pt x="4531" y="4025"/>
                  </a:cubicBezTo>
                  <a:lnTo>
                    <a:pt x="4531" y="4025"/>
                  </a:lnTo>
                  <a:cubicBezTo>
                    <a:pt x="4531" y="4025"/>
                    <a:pt x="4531" y="4025"/>
                    <a:pt x="4531" y="4025"/>
                  </a:cubicBezTo>
                  <a:lnTo>
                    <a:pt x="3422" y="4025"/>
                  </a:lnTo>
                  <a:lnTo>
                    <a:pt x="4410" y="4435"/>
                  </a:lnTo>
                  <a:cubicBezTo>
                    <a:pt x="5326" y="4627"/>
                    <a:pt x="6121" y="5230"/>
                    <a:pt x="6724" y="6025"/>
                  </a:cubicBezTo>
                  <a:cubicBezTo>
                    <a:pt x="7133" y="6627"/>
                    <a:pt x="7326" y="7326"/>
                    <a:pt x="7422" y="8146"/>
                  </a:cubicBezTo>
                  <a:cubicBezTo>
                    <a:pt x="7422" y="8748"/>
                    <a:pt x="7326" y="9351"/>
                    <a:pt x="7133" y="9953"/>
                  </a:cubicBezTo>
                  <a:cubicBezTo>
                    <a:pt x="7230" y="9857"/>
                    <a:pt x="7230" y="9640"/>
                    <a:pt x="7326" y="9543"/>
                  </a:cubicBezTo>
                  <a:cubicBezTo>
                    <a:pt x="7422" y="9037"/>
                    <a:pt x="7543" y="8531"/>
                    <a:pt x="7543" y="8049"/>
                  </a:cubicBezTo>
                  <a:cubicBezTo>
                    <a:pt x="7543" y="7230"/>
                    <a:pt x="7326" y="6531"/>
                    <a:pt x="6820" y="5832"/>
                  </a:cubicBezTo>
                  <a:cubicBezTo>
                    <a:pt x="6472" y="5258"/>
                    <a:pt x="5948" y="4721"/>
                    <a:pt x="5312" y="4359"/>
                  </a:cubicBezTo>
                  <a:lnTo>
                    <a:pt x="5312" y="4359"/>
                  </a:lnTo>
                  <a:cubicBezTo>
                    <a:pt x="6049" y="4353"/>
                    <a:pt x="6796" y="4213"/>
                    <a:pt x="7543" y="3929"/>
                  </a:cubicBezTo>
                  <a:cubicBezTo>
                    <a:pt x="8748" y="3615"/>
                    <a:pt x="9543" y="2627"/>
                    <a:pt x="9832" y="1422"/>
                  </a:cubicBezTo>
                  <a:lnTo>
                    <a:pt x="9832" y="1109"/>
                  </a:lnTo>
                  <a:lnTo>
                    <a:pt x="9832" y="1013"/>
                  </a:lnTo>
                  <a:lnTo>
                    <a:pt x="9639" y="916"/>
                  </a:lnTo>
                  <a:lnTo>
                    <a:pt x="4531" y="97"/>
                  </a:lnTo>
                  <a:cubicBezTo>
                    <a:pt x="4121" y="97"/>
                    <a:pt x="3711" y="1"/>
                    <a:pt x="3326"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4"/>
            <p:cNvSpPr/>
            <p:nvPr/>
          </p:nvSpPr>
          <p:spPr>
            <a:xfrm>
              <a:off x="7076156" y="3577238"/>
              <a:ext cx="56955" cy="66948"/>
            </a:xfrm>
            <a:custGeom>
              <a:avLst/>
              <a:gdLst/>
              <a:ahLst/>
              <a:cxnLst/>
              <a:rect l="l" t="t" r="r" b="b"/>
              <a:pathLst>
                <a:path w="4531" h="5326" extrusionOk="0">
                  <a:moveTo>
                    <a:pt x="4434" y="0"/>
                  </a:moveTo>
                  <a:cubicBezTo>
                    <a:pt x="4338" y="0"/>
                    <a:pt x="3422" y="1807"/>
                    <a:pt x="2314" y="4024"/>
                  </a:cubicBezTo>
                  <a:cubicBezTo>
                    <a:pt x="2121" y="4627"/>
                    <a:pt x="1711" y="5012"/>
                    <a:pt x="1205" y="5012"/>
                  </a:cubicBezTo>
                  <a:cubicBezTo>
                    <a:pt x="820" y="4820"/>
                    <a:pt x="507" y="4530"/>
                    <a:pt x="314" y="4121"/>
                  </a:cubicBezTo>
                  <a:cubicBezTo>
                    <a:pt x="314" y="3808"/>
                    <a:pt x="217" y="3518"/>
                    <a:pt x="217" y="3205"/>
                  </a:cubicBezTo>
                  <a:cubicBezTo>
                    <a:pt x="217" y="3012"/>
                    <a:pt x="217" y="2820"/>
                    <a:pt x="121" y="2820"/>
                  </a:cubicBezTo>
                  <a:cubicBezTo>
                    <a:pt x="121" y="2820"/>
                    <a:pt x="121" y="3012"/>
                    <a:pt x="0" y="3205"/>
                  </a:cubicBezTo>
                  <a:cubicBezTo>
                    <a:pt x="0" y="3518"/>
                    <a:pt x="0" y="3928"/>
                    <a:pt x="121" y="4217"/>
                  </a:cubicBezTo>
                  <a:cubicBezTo>
                    <a:pt x="217" y="4723"/>
                    <a:pt x="603" y="5133"/>
                    <a:pt x="1205" y="5326"/>
                  </a:cubicBezTo>
                  <a:cubicBezTo>
                    <a:pt x="1519" y="5326"/>
                    <a:pt x="1928" y="5229"/>
                    <a:pt x="2121" y="5012"/>
                  </a:cubicBezTo>
                  <a:cubicBezTo>
                    <a:pt x="2314" y="4820"/>
                    <a:pt x="2531" y="4530"/>
                    <a:pt x="2724" y="4217"/>
                  </a:cubicBezTo>
                  <a:cubicBezTo>
                    <a:pt x="3736" y="1904"/>
                    <a:pt x="4531" y="0"/>
                    <a:pt x="4434"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4"/>
            <p:cNvSpPr/>
            <p:nvPr/>
          </p:nvSpPr>
          <p:spPr>
            <a:xfrm>
              <a:off x="7082517" y="3545726"/>
              <a:ext cx="23946" cy="29100"/>
            </a:xfrm>
            <a:custGeom>
              <a:avLst/>
              <a:gdLst/>
              <a:ahLst/>
              <a:cxnLst/>
              <a:rect l="l" t="t" r="r" b="b"/>
              <a:pathLst>
                <a:path w="1905" h="2315" extrusionOk="0">
                  <a:moveTo>
                    <a:pt x="1808" y="1"/>
                  </a:moveTo>
                  <a:cubicBezTo>
                    <a:pt x="1808" y="1"/>
                    <a:pt x="1109" y="194"/>
                    <a:pt x="603" y="893"/>
                  </a:cubicBezTo>
                  <a:cubicBezTo>
                    <a:pt x="97" y="1616"/>
                    <a:pt x="1" y="2314"/>
                    <a:pt x="97" y="2314"/>
                  </a:cubicBezTo>
                  <a:cubicBezTo>
                    <a:pt x="217" y="2314"/>
                    <a:pt x="410" y="1712"/>
                    <a:pt x="916" y="1109"/>
                  </a:cubicBezTo>
                  <a:cubicBezTo>
                    <a:pt x="1422" y="507"/>
                    <a:pt x="1904" y="97"/>
                    <a:pt x="1808"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4"/>
            <p:cNvSpPr/>
            <p:nvPr/>
          </p:nvSpPr>
          <p:spPr>
            <a:xfrm>
              <a:off x="7041025" y="3521807"/>
              <a:ext cx="23933" cy="42725"/>
            </a:xfrm>
            <a:custGeom>
              <a:avLst/>
              <a:gdLst/>
              <a:ahLst/>
              <a:cxnLst/>
              <a:rect l="l" t="t" r="r" b="b"/>
              <a:pathLst>
                <a:path w="1904" h="3399" extrusionOk="0">
                  <a:moveTo>
                    <a:pt x="1711" y="0"/>
                  </a:moveTo>
                  <a:cubicBezTo>
                    <a:pt x="1494" y="0"/>
                    <a:pt x="1398" y="97"/>
                    <a:pt x="1301" y="193"/>
                  </a:cubicBezTo>
                  <a:cubicBezTo>
                    <a:pt x="892" y="603"/>
                    <a:pt x="699" y="988"/>
                    <a:pt x="506" y="1398"/>
                  </a:cubicBezTo>
                  <a:cubicBezTo>
                    <a:pt x="0" y="2506"/>
                    <a:pt x="0" y="3398"/>
                    <a:pt x="97" y="3398"/>
                  </a:cubicBezTo>
                  <a:cubicBezTo>
                    <a:pt x="193" y="3398"/>
                    <a:pt x="289" y="2603"/>
                    <a:pt x="795" y="1591"/>
                  </a:cubicBezTo>
                  <a:cubicBezTo>
                    <a:pt x="988" y="1109"/>
                    <a:pt x="1205" y="699"/>
                    <a:pt x="1494" y="386"/>
                  </a:cubicBezTo>
                  <a:cubicBezTo>
                    <a:pt x="1711" y="97"/>
                    <a:pt x="1904" y="97"/>
                    <a:pt x="1904"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4"/>
            <p:cNvSpPr/>
            <p:nvPr/>
          </p:nvSpPr>
          <p:spPr>
            <a:xfrm>
              <a:off x="6821426" y="3708387"/>
              <a:ext cx="330478" cy="554790"/>
            </a:xfrm>
            <a:custGeom>
              <a:avLst/>
              <a:gdLst/>
              <a:ahLst/>
              <a:cxnLst/>
              <a:rect l="l" t="t" r="r" b="b"/>
              <a:pathLst>
                <a:path w="26291" h="44136" extrusionOk="0">
                  <a:moveTo>
                    <a:pt x="25688" y="0"/>
                  </a:moveTo>
                  <a:lnTo>
                    <a:pt x="16652" y="3519"/>
                  </a:lnTo>
                  <a:lnTo>
                    <a:pt x="13640" y="24917"/>
                  </a:lnTo>
                  <a:lnTo>
                    <a:pt x="12748" y="22700"/>
                  </a:lnTo>
                  <a:lnTo>
                    <a:pt x="0" y="29327"/>
                  </a:lnTo>
                  <a:cubicBezTo>
                    <a:pt x="97" y="29737"/>
                    <a:pt x="3711" y="34556"/>
                    <a:pt x="7519" y="39882"/>
                  </a:cubicBezTo>
                  <a:cubicBezTo>
                    <a:pt x="9479" y="42567"/>
                    <a:pt x="12633" y="44136"/>
                    <a:pt x="15908" y="44136"/>
                  </a:cubicBezTo>
                  <a:cubicBezTo>
                    <a:pt x="16660" y="44136"/>
                    <a:pt x="17418" y="44053"/>
                    <a:pt x="18170" y="43882"/>
                  </a:cubicBezTo>
                  <a:cubicBezTo>
                    <a:pt x="22893" y="42894"/>
                    <a:pt x="26291" y="38677"/>
                    <a:pt x="26291" y="33737"/>
                  </a:cubicBezTo>
                  <a:lnTo>
                    <a:pt x="25688" y="0"/>
                  </a:ln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4"/>
            <p:cNvSpPr/>
            <p:nvPr/>
          </p:nvSpPr>
          <p:spPr>
            <a:xfrm>
              <a:off x="6792340" y="3933127"/>
              <a:ext cx="182969" cy="108454"/>
            </a:xfrm>
            <a:custGeom>
              <a:avLst/>
              <a:gdLst/>
              <a:ahLst/>
              <a:cxnLst/>
              <a:rect l="l" t="t" r="r" b="b"/>
              <a:pathLst>
                <a:path w="14556" h="8628" extrusionOk="0">
                  <a:moveTo>
                    <a:pt x="14460" y="1"/>
                  </a:moveTo>
                  <a:cubicBezTo>
                    <a:pt x="14459" y="1"/>
                    <a:pt x="11254" y="1905"/>
                    <a:pt x="7230" y="4218"/>
                  </a:cubicBezTo>
                  <a:cubicBezTo>
                    <a:pt x="3206" y="6628"/>
                    <a:pt x="1" y="8531"/>
                    <a:pt x="1" y="8628"/>
                  </a:cubicBezTo>
                  <a:cubicBezTo>
                    <a:pt x="1" y="8628"/>
                    <a:pt x="3302" y="6820"/>
                    <a:pt x="7327" y="4411"/>
                  </a:cubicBezTo>
                  <a:cubicBezTo>
                    <a:pt x="11351" y="2001"/>
                    <a:pt x="14556" y="97"/>
                    <a:pt x="1446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4"/>
            <p:cNvSpPr/>
            <p:nvPr/>
          </p:nvSpPr>
          <p:spPr>
            <a:xfrm>
              <a:off x="6780839" y="3907951"/>
              <a:ext cx="162970" cy="106116"/>
            </a:xfrm>
            <a:custGeom>
              <a:avLst/>
              <a:gdLst/>
              <a:ahLst/>
              <a:cxnLst/>
              <a:rect l="l" t="t" r="r" b="b"/>
              <a:pathLst>
                <a:path w="12965" h="8442" extrusionOk="0">
                  <a:moveTo>
                    <a:pt x="12953" y="0"/>
                  </a:moveTo>
                  <a:cubicBezTo>
                    <a:pt x="12726" y="0"/>
                    <a:pt x="9867" y="1867"/>
                    <a:pt x="6434" y="4124"/>
                  </a:cubicBezTo>
                  <a:cubicBezTo>
                    <a:pt x="2820" y="6534"/>
                    <a:pt x="0" y="8438"/>
                    <a:pt x="0" y="8438"/>
                  </a:cubicBezTo>
                  <a:cubicBezTo>
                    <a:pt x="3" y="8440"/>
                    <a:pt x="8" y="8441"/>
                    <a:pt x="14" y="8441"/>
                  </a:cubicBezTo>
                  <a:cubicBezTo>
                    <a:pt x="262" y="8441"/>
                    <a:pt x="3098" y="6574"/>
                    <a:pt x="6531" y="4317"/>
                  </a:cubicBezTo>
                  <a:cubicBezTo>
                    <a:pt x="10145" y="2004"/>
                    <a:pt x="12965" y="4"/>
                    <a:pt x="12965" y="4"/>
                  </a:cubicBezTo>
                  <a:cubicBezTo>
                    <a:pt x="12962" y="1"/>
                    <a:pt x="12958" y="0"/>
                    <a:pt x="1295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4"/>
            <p:cNvSpPr/>
            <p:nvPr/>
          </p:nvSpPr>
          <p:spPr>
            <a:xfrm>
              <a:off x="6132348" y="3695968"/>
              <a:ext cx="180543" cy="106028"/>
            </a:xfrm>
            <a:custGeom>
              <a:avLst/>
              <a:gdLst/>
              <a:ahLst/>
              <a:cxnLst/>
              <a:rect l="l" t="t" r="r" b="b"/>
              <a:pathLst>
                <a:path w="14363" h="8435" extrusionOk="0">
                  <a:moveTo>
                    <a:pt x="1807" y="0"/>
                  </a:moveTo>
                  <a:cubicBezTo>
                    <a:pt x="1711" y="0"/>
                    <a:pt x="1711" y="0"/>
                    <a:pt x="1591" y="97"/>
                  </a:cubicBezTo>
                  <a:cubicBezTo>
                    <a:pt x="2097" y="97"/>
                    <a:pt x="2506" y="193"/>
                    <a:pt x="3012" y="386"/>
                  </a:cubicBezTo>
                  <a:cubicBezTo>
                    <a:pt x="2796" y="290"/>
                    <a:pt x="2699" y="290"/>
                    <a:pt x="2506" y="193"/>
                  </a:cubicBezTo>
                  <a:cubicBezTo>
                    <a:pt x="2314" y="97"/>
                    <a:pt x="2000" y="0"/>
                    <a:pt x="1807" y="0"/>
                  </a:cubicBezTo>
                  <a:close/>
                  <a:moveTo>
                    <a:pt x="1109" y="290"/>
                  </a:moveTo>
                  <a:cubicBezTo>
                    <a:pt x="988" y="506"/>
                    <a:pt x="892" y="699"/>
                    <a:pt x="892" y="988"/>
                  </a:cubicBezTo>
                  <a:lnTo>
                    <a:pt x="386" y="3013"/>
                  </a:lnTo>
                  <a:cubicBezTo>
                    <a:pt x="699" y="2097"/>
                    <a:pt x="892" y="1205"/>
                    <a:pt x="1109" y="290"/>
                  </a:cubicBezTo>
                  <a:close/>
                  <a:moveTo>
                    <a:pt x="1301" y="193"/>
                  </a:moveTo>
                  <a:cubicBezTo>
                    <a:pt x="892" y="1711"/>
                    <a:pt x="506" y="3398"/>
                    <a:pt x="0" y="5109"/>
                  </a:cubicBezTo>
                  <a:cubicBezTo>
                    <a:pt x="603" y="6218"/>
                    <a:pt x="1109" y="7326"/>
                    <a:pt x="1711" y="8435"/>
                  </a:cubicBezTo>
                  <a:cubicBezTo>
                    <a:pt x="2097" y="6916"/>
                    <a:pt x="2506" y="5422"/>
                    <a:pt x="3012" y="3904"/>
                  </a:cubicBezTo>
                  <a:cubicBezTo>
                    <a:pt x="4603" y="3711"/>
                    <a:pt x="6314" y="3711"/>
                    <a:pt x="8025" y="3711"/>
                  </a:cubicBezTo>
                  <a:cubicBezTo>
                    <a:pt x="10145" y="3711"/>
                    <a:pt x="12242" y="3808"/>
                    <a:pt x="14362" y="4001"/>
                  </a:cubicBezTo>
                  <a:cubicBezTo>
                    <a:pt x="13760" y="3808"/>
                    <a:pt x="13157" y="3615"/>
                    <a:pt x="12338" y="3302"/>
                  </a:cubicBezTo>
                  <a:cubicBezTo>
                    <a:pt x="10338" y="2603"/>
                    <a:pt x="8217" y="2001"/>
                    <a:pt x="6025" y="1302"/>
                  </a:cubicBezTo>
                  <a:cubicBezTo>
                    <a:pt x="4506" y="892"/>
                    <a:pt x="2916" y="506"/>
                    <a:pt x="1301" y="193"/>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4"/>
            <p:cNvSpPr/>
            <p:nvPr/>
          </p:nvSpPr>
          <p:spPr>
            <a:xfrm>
              <a:off x="6131129" y="3697175"/>
              <a:ext cx="182969" cy="63026"/>
            </a:xfrm>
            <a:custGeom>
              <a:avLst/>
              <a:gdLst/>
              <a:ahLst/>
              <a:cxnLst/>
              <a:rect l="l" t="t" r="r" b="b"/>
              <a:pathLst>
                <a:path w="14556" h="5014" extrusionOk="0">
                  <a:moveTo>
                    <a:pt x="12435" y="3206"/>
                  </a:moveTo>
                  <a:lnTo>
                    <a:pt x="12435" y="3206"/>
                  </a:lnTo>
                  <a:cubicBezTo>
                    <a:pt x="13254" y="3519"/>
                    <a:pt x="13857" y="3712"/>
                    <a:pt x="14459" y="3905"/>
                  </a:cubicBezTo>
                  <a:lnTo>
                    <a:pt x="14556" y="3905"/>
                  </a:lnTo>
                  <a:cubicBezTo>
                    <a:pt x="13857" y="3712"/>
                    <a:pt x="13134" y="3423"/>
                    <a:pt x="12435" y="3206"/>
                  </a:cubicBezTo>
                  <a:close/>
                  <a:moveTo>
                    <a:pt x="1688" y="1"/>
                  </a:moveTo>
                  <a:cubicBezTo>
                    <a:pt x="1591" y="1"/>
                    <a:pt x="1398" y="1"/>
                    <a:pt x="1302" y="97"/>
                  </a:cubicBezTo>
                  <a:cubicBezTo>
                    <a:pt x="1302" y="194"/>
                    <a:pt x="1302" y="194"/>
                    <a:pt x="1206" y="194"/>
                  </a:cubicBezTo>
                  <a:cubicBezTo>
                    <a:pt x="989" y="1109"/>
                    <a:pt x="796" y="2001"/>
                    <a:pt x="483" y="2917"/>
                  </a:cubicBezTo>
                  <a:lnTo>
                    <a:pt x="1" y="4917"/>
                  </a:lnTo>
                  <a:lnTo>
                    <a:pt x="97" y="5013"/>
                  </a:lnTo>
                  <a:cubicBezTo>
                    <a:pt x="603" y="3302"/>
                    <a:pt x="989" y="1615"/>
                    <a:pt x="1398" y="97"/>
                  </a:cubicBezTo>
                  <a:cubicBezTo>
                    <a:pt x="3013" y="410"/>
                    <a:pt x="4603" y="796"/>
                    <a:pt x="6122" y="1206"/>
                  </a:cubicBezTo>
                  <a:cubicBezTo>
                    <a:pt x="5109" y="892"/>
                    <a:pt x="4097" y="603"/>
                    <a:pt x="3109" y="290"/>
                  </a:cubicBezTo>
                  <a:cubicBezTo>
                    <a:pt x="2603" y="97"/>
                    <a:pt x="2194" y="1"/>
                    <a:pt x="1688" y="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4"/>
            <p:cNvSpPr/>
            <p:nvPr/>
          </p:nvSpPr>
          <p:spPr>
            <a:xfrm>
              <a:off x="6360721" y="3608737"/>
              <a:ext cx="206902" cy="150249"/>
            </a:xfrm>
            <a:custGeom>
              <a:avLst/>
              <a:gdLst/>
              <a:ahLst/>
              <a:cxnLst/>
              <a:rect l="l" t="t" r="r" b="b"/>
              <a:pathLst>
                <a:path w="16460" h="11953" extrusionOk="0">
                  <a:moveTo>
                    <a:pt x="15158" y="1205"/>
                  </a:moveTo>
                  <a:lnTo>
                    <a:pt x="15158" y="1205"/>
                  </a:lnTo>
                  <a:cubicBezTo>
                    <a:pt x="14965" y="2506"/>
                    <a:pt x="14869" y="3832"/>
                    <a:pt x="14869" y="5229"/>
                  </a:cubicBezTo>
                  <a:cubicBezTo>
                    <a:pt x="14869" y="5229"/>
                    <a:pt x="14965" y="5229"/>
                    <a:pt x="14965" y="5326"/>
                  </a:cubicBezTo>
                  <a:cubicBezTo>
                    <a:pt x="15158" y="3928"/>
                    <a:pt x="15255" y="2506"/>
                    <a:pt x="15158" y="1205"/>
                  </a:cubicBezTo>
                  <a:close/>
                  <a:moveTo>
                    <a:pt x="9327" y="4434"/>
                  </a:moveTo>
                  <a:cubicBezTo>
                    <a:pt x="8941" y="4723"/>
                    <a:pt x="8531" y="5037"/>
                    <a:pt x="8122" y="5326"/>
                  </a:cubicBezTo>
                  <a:lnTo>
                    <a:pt x="4628" y="8145"/>
                  </a:lnTo>
                  <a:lnTo>
                    <a:pt x="8025" y="5519"/>
                  </a:lnTo>
                  <a:lnTo>
                    <a:pt x="8724" y="5037"/>
                  </a:lnTo>
                  <a:cubicBezTo>
                    <a:pt x="8941" y="4820"/>
                    <a:pt x="9134" y="4723"/>
                    <a:pt x="9327" y="4531"/>
                  </a:cubicBezTo>
                  <a:lnTo>
                    <a:pt x="9327" y="4434"/>
                  </a:lnTo>
                  <a:close/>
                  <a:moveTo>
                    <a:pt x="15351" y="0"/>
                  </a:moveTo>
                  <a:lnTo>
                    <a:pt x="15351" y="410"/>
                  </a:lnTo>
                  <a:cubicBezTo>
                    <a:pt x="15472" y="2121"/>
                    <a:pt x="15351" y="3832"/>
                    <a:pt x="15062" y="5519"/>
                  </a:cubicBezTo>
                  <a:lnTo>
                    <a:pt x="15062" y="5736"/>
                  </a:lnTo>
                  <a:lnTo>
                    <a:pt x="14965" y="5519"/>
                  </a:lnTo>
                  <a:lnTo>
                    <a:pt x="14869" y="5519"/>
                  </a:lnTo>
                  <a:lnTo>
                    <a:pt x="14869" y="5639"/>
                  </a:lnTo>
                  <a:cubicBezTo>
                    <a:pt x="14749" y="5519"/>
                    <a:pt x="14749" y="5422"/>
                    <a:pt x="14652" y="5326"/>
                  </a:cubicBezTo>
                  <a:cubicBezTo>
                    <a:pt x="14363" y="5037"/>
                    <a:pt x="14050" y="4820"/>
                    <a:pt x="13761" y="4627"/>
                  </a:cubicBezTo>
                  <a:cubicBezTo>
                    <a:pt x="13351" y="4314"/>
                    <a:pt x="12941" y="4025"/>
                    <a:pt x="12459" y="3832"/>
                  </a:cubicBezTo>
                  <a:cubicBezTo>
                    <a:pt x="12146" y="3711"/>
                    <a:pt x="11857" y="3711"/>
                    <a:pt x="11544" y="3711"/>
                  </a:cubicBezTo>
                  <a:lnTo>
                    <a:pt x="11134" y="3711"/>
                  </a:lnTo>
                  <a:cubicBezTo>
                    <a:pt x="10652" y="3832"/>
                    <a:pt x="10242" y="3928"/>
                    <a:pt x="9833" y="4121"/>
                  </a:cubicBezTo>
                  <a:cubicBezTo>
                    <a:pt x="9736" y="4314"/>
                    <a:pt x="9543" y="4434"/>
                    <a:pt x="9447" y="4627"/>
                  </a:cubicBezTo>
                  <a:cubicBezTo>
                    <a:pt x="9327" y="4723"/>
                    <a:pt x="9230" y="4820"/>
                    <a:pt x="9134" y="4916"/>
                  </a:cubicBezTo>
                  <a:cubicBezTo>
                    <a:pt x="9037" y="5037"/>
                    <a:pt x="8941" y="5133"/>
                    <a:pt x="8845" y="5133"/>
                  </a:cubicBezTo>
                  <a:lnTo>
                    <a:pt x="8242" y="5639"/>
                  </a:lnTo>
                  <a:lnTo>
                    <a:pt x="3808" y="8941"/>
                  </a:lnTo>
                  <a:lnTo>
                    <a:pt x="1109" y="10844"/>
                  </a:lnTo>
                  <a:lnTo>
                    <a:pt x="1" y="11760"/>
                  </a:lnTo>
                  <a:lnTo>
                    <a:pt x="1" y="11953"/>
                  </a:lnTo>
                  <a:cubicBezTo>
                    <a:pt x="2917" y="10145"/>
                    <a:pt x="5929" y="8651"/>
                    <a:pt x="9037" y="7230"/>
                  </a:cubicBezTo>
                  <a:cubicBezTo>
                    <a:pt x="9447" y="7037"/>
                    <a:pt x="9833" y="6940"/>
                    <a:pt x="10242" y="6940"/>
                  </a:cubicBezTo>
                  <a:cubicBezTo>
                    <a:pt x="10748" y="7037"/>
                    <a:pt x="11254" y="7230"/>
                    <a:pt x="11544" y="7639"/>
                  </a:cubicBezTo>
                  <a:lnTo>
                    <a:pt x="13953" y="9350"/>
                  </a:lnTo>
                  <a:cubicBezTo>
                    <a:pt x="14146" y="9447"/>
                    <a:pt x="14459" y="9543"/>
                    <a:pt x="14652" y="9543"/>
                  </a:cubicBezTo>
                  <a:cubicBezTo>
                    <a:pt x="15062" y="9543"/>
                    <a:pt x="15255" y="9133"/>
                    <a:pt x="15351" y="8844"/>
                  </a:cubicBezTo>
                  <a:cubicBezTo>
                    <a:pt x="16460" y="6025"/>
                    <a:pt x="16460" y="2820"/>
                    <a:pt x="15351" y="0"/>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4"/>
            <p:cNvSpPr/>
            <p:nvPr/>
          </p:nvSpPr>
          <p:spPr>
            <a:xfrm>
              <a:off x="6374660" y="3613878"/>
              <a:ext cx="180543" cy="131181"/>
            </a:xfrm>
            <a:custGeom>
              <a:avLst/>
              <a:gdLst/>
              <a:ahLst/>
              <a:cxnLst/>
              <a:rect l="l" t="t" r="r" b="b"/>
              <a:pathLst>
                <a:path w="14363" h="10436" extrusionOk="0">
                  <a:moveTo>
                    <a:pt x="11350" y="3423"/>
                  </a:moveTo>
                  <a:cubicBezTo>
                    <a:pt x="11832" y="3616"/>
                    <a:pt x="12242" y="3905"/>
                    <a:pt x="12652" y="4218"/>
                  </a:cubicBezTo>
                  <a:cubicBezTo>
                    <a:pt x="12941" y="4411"/>
                    <a:pt x="13254" y="4628"/>
                    <a:pt x="13543" y="4917"/>
                  </a:cubicBezTo>
                  <a:cubicBezTo>
                    <a:pt x="12941" y="4218"/>
                    <a:pt x="12242" y="3616"/>
                    <a:pt x="11350" y="3423"/>
                  </a:cubicBezTo>
                  <a:close/>
                  <a:moveTo>
                    <a:pt x="14242" y="1"/>
                  </a:moveTo>
                  <a:lnTo>
                    <a:pt x="14242" y="1"/>
                  </a:lnTo>
                  <a:cubicBezTo>
                    <a:pt x="14146" y="194"/>
                    <a:pt x="14146" y="507"/>
                    <a:pt x="14049" y="796"/>
                  </a:cubicBezTo>
                  <a:cubicBezTo>
                    <a:pt x="14146" y="2097"/>
                    <a:pt x="14049" y="3519"/>
                    <a:pt x="13856" y="4917"/>
                  </a:cubicBezTo>
                  <a:cubicBezTo>
                    <a:pt x="13856" y="4820"/>
                    <a:pt x="13760" y="4820"/>
                    <a:pt x="13760" y="4820"/>
                  </a:cubicBezTo>
                  <a:lnTo>
                    <a:pt x="13760" y="5110"/>
                  </a:lnTo>
                  <a:lnTo>
                    <a:pt x="13856" y="5110"/>
                  </a:lnTo>
                  <a:lnTo>
                    <a:pt x="13953" y="5327"/>
                  </a:lnTo>
                  <a:lnTo>
                    <a:pt x="13953" y="5110"/>
                  </a:lnTo>
                  <a:cubicBezTo>
                    <a:pt x="14242" y="3423"/>
                    <a:pt x="14363" y="1712"/>
                    <a:pt x="14242" y="1"/>
                  </a:cubicBezTo>
                  <a:close/>
                  <a:moveTo>
                    <a:pt x="8724" y="3712"/>
                  </a:moveTo>
                  <a:lnTo>
                    <a:pt x="8724" y="3712"/>
                  </a:lnTo>
                  <a:cubicBezTo>
                    <a:pt x="8531" y="3808"/>
                    <a:pt x="8434" y="3905"/>
                    <a:pt x="8218" y="4025"/>
                  </a:cubicBezTo>
                  <a:lnTo>
                    <a:pt x="8218" y="4122"/>
                  </a:lnTo>
                  <a:cubicBezTo>
                    <a:pt x="8025" y="4314"/>
                    <a:pt x="7832" y="4411"/>
                    <a:pt x="7615" y="4628"/>
                  </a:cubicBezTo>
                  <a:lnTo>
                    <a:pt x="6916" y="5110"/>
                  </a:lnTo>
                  <a:lnTo>
                    <a:pt x="3519" y="7736"/>
                  </a:lnTo>
                  <a:lnTo>
                    <a:pt x="0" y="10435"/>
                  </a:lnTo>
                  <a:lnTo>
                    <a:pt x="2699" y="8532"/>
                  </a:lnTo>
                  <a:lnTo>
                    <a:pt x="7133" y="5230"/>
                  </a:lnTo>
                  <a:lnTo>
                    <a:pt x="7736" y="4724"/>
                  </a:lnTo>
                  <a:cubicBezTo>
                    <a:pt x="7832" y="4724"/>
                    <a:pt x="7928" y="4628"/>
                    <a:pt x="8025" y="4507"/>
                  </a:cubicBezTo>
                  <a:cubicBezTo>
                    <a:pt x="8121" y="4411"/>
                    <a:pt x="8218" y="4314"/>
                    <a:pt x="8338" y="4218"/>
                  </a:cubicBezTo>
                  <a:cubicBezTo>
                    <a:pt x="8434" y="4025"/>
                    <a:pt x="8627" y="3905"/>
                    <a:pt x="8724" y="3712"/>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4"/>
            <p:cNvSpPr/>
            <p:nvPr/>
          </p:nvSpPr>
          <p:spPr>
            <a:xfrm>
              <a:off x="6793560" y="3935553"/>
              <a:ext cx="164189" cy="103615"/>
            </a:xfrm>
            <a:custGeom>
              <a:avLst/>
              <a:gdLst/>
              <a:ahLst/>
              <a:cxnLst/>
              <a:rect l="l" t="t" r="r" b="b"/>
              <a:pathLst>
                <a:path w="13062" h="8243" extrusionOk="0">
                  <a:moveTo>
                    <a:pt x="12652" y="1"/>
                  </a:moveTo>
                  <a:cubicBezTo>
                    <a:pt x="12555" y="1"/>
                    <a:pt x="12362" y="121"/>
                    <a:pt x="12242" y="121"/>
                  </a:cubicBezTo>
                  <a:cubicBezTo>
                    <a:pt x="9953" y="1013"/>
                    <a:pt x="7736" y="2121"/>
                    <a:pt x="5519" y="3326"/>
                  </a:cubicBezTo>
                  <a:cubicBezTo>
                    <a:pt x="3326" y="4531"/>
                    <a:pt x="1398" y="6242"/>
                    <a:pt x="0" y="8242"/>
                  </a:cubicBezTo>
                  <a:lnTo>
                    <a:pt x="603" y="7832"/>
                  </a:lnTo>
                  <a:lnTo>
                    <a:pt x="12555" y="820"/>
                  </a:lnTo>
                  <a:cubicBezTo>
                    <a:pt x="12748" y="724"/>
                    <a:pt x="13061" y="410"/>
                    <a:pt x="12965" y="218"/>
                  </a:cubicBezTo>
                  <a:cubicBezTo>
                    <a:pt x="12844" y="121"/>
                    <a:pt x="12748" y="1"/>
                    <a:pt x="12652" y="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4"/>
            <p:cNvSpPr/>
            <p:nvPr/>
          </p:nvSpPr>
          <p:spPr>
            <a:xfrm>
              <a:off x="6051477" y="3874981"/>
              <a:ext cx="312905" cy="193993"/>
            </a:xfrm>
            <a:custGeom>
              <a:avLst/>
              <a:gdLst/>
              <a:ahLst/>
              <a:cxnLst/>
              <a:rect l="l" t="t" r="r" b="b"/>
              <a:pathLst>
                <a:path w="24893" h="15433" extrusionOk="0">
                  <a:moveTo>
                    <a:pt x="0" y="0"/>
                  </a:moveTo>
                  <a:lnTo>
                    <a:pt x="96" y="121"/>
                  </a:lnTo>
                  <a:cubicBezTo>
                    <a:pt x="96" y="0"/>
                    <a:pt x="96" y="0"/>
                    <a:pt x="0" y="0"/>
                  </a:cubicBezTo>
                  <a:close/>
                  <a:moveTo>
                    <a:pt x="13254" y="723"/>
                  </a:moveTo>
                  <a:cubicBezTo>
                    <a:pt x="14266" y="819"/>
                    <a:pt x="15158" y="1205"/>
                    <a:pt x="15760" y="1807"/>
                  </a:cubicBezTo>
                  <a:cubicBezTo>
                    <a:pt x="16459" y="2530"/>
                    <a:pt x="16965" y="3326"/>
                    <a:pt x="17061" y="4217"/>
                  </a:cubicBezTo>
                  <a:cubicBezTo>
                    <a:pt x="17278" y="5133"/>
                    <a:pt x="17182" y="6025"/>
                    <a:pt x="16868" y="6844"/>
                  </a:cubicBezTo>
                  <a:cubicBezTo>
                    <a:pt x="16459" y="7543"/>
                    <a:pt x="15760" y="8145"/>
                    <a:pt x="14965" y="8241"/>
                  </a:cubicBezTo>
                  <a:cubicBezTo>
                    <a:pt x="14829" y="8258"/>
                    <a:pt x="14690" y="8266"/>
                    <a:pt x="14550" y="8266"/>
                  </a:cubicBezTo>
                  <a:cubicBezTo>
                    <a:pt x="13864" y="8266"/>
                    <a:pt x="13135" y="8075"/>
                    <a:pt x="12555" y="7735"/>
                  </a:cubicBezTo>
                  <a:cubicBezTo>
                    <a:pt x="11856" y="7446"/>
                    <a:pt x="11254" y="7037"/>
                    <a:pt x="10555" y="6627"/>
                  </a:cubicBezTo>
                  <a:lnTo>
                    <a:pt x="9703" y="6073"/>
                  </a:lnTo>
                  <a:lnTo>
                    <a:pt x="9703" y="6073"/>
                  </a:lnTo>
                  <a:cubicBezTo>
                    <a:pt x="9697" y="5523"/>
                    <a:pt x="9741" y="4974"/>
                    <a:pt x="9832" y="4434"/>
                  </a:cubicBezTo>
                  <a:cubicBezTo>
                    <a:pt x="9952" y="3518"/>
                    <a:pt x="10338" y="2627"/>
                    <a:pt x="10844" y="1928"/>
                  </a:cubicBezTo>
                  <a:cubicBezTo>
                    <a:pt x="11446" y="1205"/>
                    <a:pt x="12362" y="723"/>
                    <a:pt x="13254" y="723"/>
                  </a:cubicBezTo>
                  <a:close/>
                  <a:moveTo>
                    <a:pt x="24893" y="13567"/>
                  </a:moveTo>
                  <a:cubicBezTo>
                    <a:pt x="24817" y="13567"/>
                    <a:pt x="24801" y="13567"/>
                    <a:pt x="24797" y="13615"/>
                  </a:cubicBezTo>
                  <a:lnTo>
                    <a:pt x="24797" y="13615"/>
                  </a:lnTo>
                  <a:lnTo>
                    <a:pt x="24893" y="13567"/>
                  </a:lnTo>
                  <a:close/>
                  <a:moveTo>
                    <a:pt x="24797" y="13615"/>
                  </a:moveTo>
                  <a:lnTo>
                    <a:pt x="24700" y="13663"/>
                  </a:lnTo>
                  <a:lnTo>
                    <a:pt x="24411" y="13856"/>
                  </a:lnTo>
                  <a:lnTo>
                    <a:pt x="24797" y="13663"/>
                  </a:lnTo>
                  <a:cubicBezTo>
                    <a:pt x="24797" y="13643"/>
                    <a:pt x="24797" y="13627"/>
                    <a:pt x="24797" y="13615"/>
                  </a:cubicBezTo>
                  <a:close/>
                  <a:moveTo>
                    <a:pt x="506" y="313"/>
                  </a:moveTo>
                  <a:lnTo>
                    <a:pt x="1904" y="1205"/>
                  </a:lnTo>
                  <a:lnTo>
                    <a:pt x="6940" y="4530"/>
                  </a:lnTo>
                  <a:lnTo>
                    <a:pt x="9428" y="6109"/>
                  </a:lnTo>
                  <a:lnTo>
                    <a:pt x="9428" y="6109"/>
                  </a:lnTo>
                  <a:cubicBezTo>
                    <a:pt x="9476" y="7316"/>
                    <a:pt x="9772" y="8505"/>
                    <a:pt x="10242" y="9639"/>
                  </a:cubicBezTo>
                  <a:cubicBezTo>
                    <a:pt x="10940" y="11061"/>
                    <a:pt x="11953" y="12362"/>
                    <a:pt x="13157" y="13471"/>
                  </a:cubicBezTo>
                  <a:cubicBezTo>
                    <a:pt x="14266" y="14266"/>
                    <a:pt x="15567" y="14868"/>
                    <a:pt x="16965" y="15182"/>
                  </a:cubicBezTo>
                  <a:cubicBezTo>
                    <a:pt x="17668" y="15365"/>
                    <a:pt x="18409" y="15432"/>
                    <a:pt x="19140" y="15432"/>
                  </a:cubicBezTo>
                  <a:cubicBezTo>
                    <a:pt x="19562" y="15432"/>
                    <a:pt x="19981" y="15410"/>
                    <a:pt x="20387" y="15374"/>
                  </a:cubicBezTo>
                  <a:cubicBezTo>
                    <a:pt x="21278" y="15278"/>
                    <a:pt x="22098" y="14965"/>
                    <a:pt x="22989" y="14676"/>
                  </a:cubicBezTo>
                  <a:cubicBezTo>
                    <a:pt x="23495" y="14459"/>
                    <a:pt x="23905" y="14170"/>
                    <a:pt x="24411" y="13856"/>
                  </a:cubicBezTo>
                  <a:lnTo>
                    <a:pt x="24411" y="13856"/>
                  </a:lnTo>
                  <a:cubicBezTo>
                    <a:pt x="23905" y="14170"/>
                    <a:pt x="23399" y="14362"/>
                    <a:pt x="22893" y="14579"/>
                  </a:cubicBezTo>
                  <a:cubicBezTo>
                    <a:pt x="22098" y="14868"/>
                    <a:pt x="21278" y="15182"/>
                    <a:pt x="20387" y="15278"/>
                  </a:cubicBezTo>
                  <a:cubicBezTo>
                    <a:pt x="20095" y="15303"/>
                    <a:pt x="19797" y="15315"/>
                    <a:pt x="19496" y="15315"/>
                  </a:cubicBezTo>
                  <a:cubicBezTo>
                    <a:pt x="18651" y="15315"/>
                    <a:pt x="17782" y="15221"/>
                    <a:pt x="16965" y="15061"/>
                  </a:cubicBezTo>
                  <a:cubicBezTo>
                    <a:pt x="15664" y="14772"/>
                    <a:pt x="14362" y="14170"/>
                    <a:pt x="13254" y="13254"/>
                  </a:cubicBezTo>
                  <a:cubicBezTo>
                    <a:pt x="12049" y="12266"/>
                    <a:pt x="11037" y="10965"/>
                    <a:pt x="10434" y="9543"/>
                  </a:cubicBezTo>
                  <a:cubicBezTo>
                    <a:pt x="9985" y="8519"/>
                    <a:pt x="9745" y="7406"/>
                    <a:pt x="9708" y="6286"/>
                  </a:cubicBezTo>
                  <a:lnTo>
                    <a:pt x="9708" y="6286"/>
                  </a:lnTo>
                  <a:lnTo>
                    <a:pt x="10434" y="6747"/>
                  </a:lnTo>
                  <a:cubicBezTo>
                    <a:pt x="11157" y="7229"/>
                    <a:pt x="11856" y="7543"/>
                    <a:pt x="12459" y="7952"/>
                  </a:cubicBezTo>
                  <a:cubicBezTo>
                    <a:pt x="13105" y="8266"/>
                    <a:pt x="13751" y="8468"/>
                    <a:pt x="14462" y="8468"/>
                  </a:cubicBezTo>
                  <a:cubicBezTo>
                    <a:pt x="14626" y="8468"/>
                    <a:pt x="14793" y="8457"/>
                    <a:pt x="14965" y="8434"/>
                  </a:cubicBezTo>
                  <a:cubicBezTo>
                    <a:pt x="15374" y="8338"/>
                    <a:pt x="15760" y="8241"/>
                    <a:pt x="16170" y="7952"/>
                  </a:cubicBezTo>
                  <a:cubicBezTo>
                    <a:pt x="16459" y="7639"/>
                    <a:pt x="16772" y="7350"/>
                    <a:pt x="16965" y="6940"/>
                  </a:cubicBezTo>
                  <a:cubicBezTo>
                    <a:pt x="17375" y="6025"/>
                    <a:pt x="17471" y="5133"/>
                    <a:pt x="17278" y="4217"/>
                  </a:cubicBezTo>
                  <a:cubicBezTo>
                    <a:pt x="17061" y="3229"/>
                    <a:pt x="16579" y="2410"/>
                    <a:pt x="15977" y="1711"/>
                  </a:cubicBezTo>
                  <a:cubicBezTo>
                    <a:pt x="15254" y="1012"/>
                    <a:pt x="14266" y="603"/>
                    <a:pt x="13254" y="506"/>
                  </a:cubicBezTo>
                  <a:cubicBezTo>
                    <a:pt x="12242" y="506"/>
                    <a:pt x="11350" y="1012"/>
                    <a:pt x="10651" y="1807"/>
                  </a:cubicBezTo>
                  <a:cubicBezTo>
                    <a:pt x="10145" y="2530"/>
                    <a:pt x="9736" y="3422"/>
                    <a:pt x="9543" y="4338"/>
                  </a:cubicBezTo>
                  <a:cubicBezTo>
                    <a:pt x="9453" y="4856"/>
                    <a:pt x="9415" y="5374"/>
                    <a:pt x="9422" y="5890"/>
                  </a:cubicBezTo>
                  <a:lnTo>
                    <a:pt x="9422" y="5890"/>
                  </a:lnTo>
                  <a:lnTo>
                    <a:pt x="7037" y="4338"/>
                  </a:lnTo>
                  <a:lnTo>
                    <a:pt x="1904" y="1109"/>
                  </a:lnTo>
                  <a:lnTo>
                    <a:pt x="506" y="313"/>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4"/>
            <p:cNvSpPr/>
            <p:nvPr/>
          </p:nvSpPr>
          <p:spPr>
            <a:xfrm>
              <a:off x="6358308" y="3655382"/>
              <a:ext cx="416507" cy="268721"/>
            </a:xfrm>
            <a:custGeom>
              <a:avLst/>
              <a:gdLst/>
              <a:ahLst/>
              <a:cxnLst/>
              <a:rect l="l" t="t" r="r" b="b"/>
              <a:pathLst>
                <a:path w="33135" h="21378" extrusionOk="0">
                  <a:moveTo>
                    <a:pt x="33134" y="0"/>
                  </a:moveTo>
                  <a:cubicBezTo>
                    <a:pt x="33090" y="0"/>
                    <a:pt x="33062" y="17"/>
                    <a:pt x="33039" y="38"/>
                  </a:cubicBezTo>
                  <a:lnTo>
                    <a:pt x="33039" y="38"/>
                  </a:lnTo>
                  <a:cubicBezTo>
                    <a:pt x="33070" y="25"/>
                    <a:pt x="33101" y="13"/>
                    <a:pt x="33134" y="0"/>
                  </a:cubicBezTo>
                  <a:close/>
                  <a:moveTo>
                    <a:pt x="33039" y="38"/>
                  </a:moveTo>
                  <a:cubicBezTo>
                    <a:pt x="32958" y="70"/>
                    <a:pt x="32885" y="101"/>
                    <a:pt x="32817" y="130"/>
                  </a:cubicBezTo>
                  <a:lnTo>
                    <a:pt x="32817" y="130"/>
                  </a:lnTo>
                  <a:cubicBezTo>
                    <a:pt x="32848" y="124"/>
                    <a:pt x="32881" y="121"/>
                    <a:pt x="32917" y="121"/>
                  </a:cubicBezTo>
                  <a:cubicBezTo>
                    <a:pt x="32978" y="121"/>
                    <a:pt x="33001" y="73"/>
                    <a:pt x="33039" y="38"/>
                  </a:cubicBezTo>
                  <a:close/>
                  <a:moveTo>
                    <a:pt x="32817" y="130"/>
                  </a:moveTo>
                  <a:cubicBezTo>
                    <a:pt x="32684" y="157"/>
                    <a:pt x="32587" y="235"/>
                    <a:pt x="32411" y="314"/>
                  </a:cubicBezTo>
                  <a:cubicBezTo>
                    <a:pt x="32545" y="254"/>
                    <a:pt x="32669" y="195"/>
                    <a:pt x="32817" y="130"/>
                  </a:cubicBezTo>
                  <a:close/>
                  <a:moveTo>
                    <a:pt x="0" y="19592"/>
                  </a:moveTo>
                  <a:cubicBezTo>
                    <a:pt x="0" y="19592"/>
                    <a:pt x="96" y="19688"/>
                    <a:pt x="193" y="19688"/>
                  </a:cubicBezTo>
                  <a:cubicBezTo>
                    <a:pt x="96" y="19592"/>
                    <a:pt x="0" y="19592"/>
                    <a:pt x="0" y="19592"/>
                  </a:cubicBezTo>
                  <a:close/>
                  <a:moveTo>
                    <a:pt x="11379" y="9938"/>
                  </a:moveTo>
                  <a:cubicBezTo>
                    <a:pt x="11497" y="9938"/>
                    <a:pt x="11616" y="9943"/>
                    <a:pt x="11736" y="9953"/>
                  </a:cubicBezTo>
                  <a:cubicBezTo>
                    <a:pt x="12844" y="10145"/>
                    <a:pt x="13856" y="10748"/>
                    <a:pt x="14555" y="11664"/>
                  </a:cubicBezTo>
                  <a:cubicBezTo>
                    <a:pt x="15254" y="12459"/>
                    <a:pt x="15664" y="13471"/>
                    <a:pt x="15664" y="14579"/>
                  </a:cubicBezTo>
                  <a:cubicBezTo>
                    <a:pt x="15543" y="15567"/>
                    <a:pt x="15350" y="16579"/>
                    <a:pt x="14844" y="17471"/>
                  </a:cubicBezTo>
                  <a:cubicBezTo>
                    <a:pt x="14338" y="18290"/>
                    <a:pt x="13736" y="18989"/>
                    <a:pt x="12940" y="19592"/>
                  </a:cubicBezTo>
                  <a:cubicBezTo>
                    <a:pt x="12617" y="19826"/>
                    <a:pt x="12272" y="20035"/>
                    <a:pt x="11914" y="20223"/>
                  </a:cubicBezTo>
                  <a:lnTo>
                    <a:pt x="11914" y="20223"/>
                  </a:lnTo>
                  <a:cubicBezTo>
                    <a:pt x="11789" y="20182"/>
                    <a:pt x="11665" y="20140"/>
                    <a:pt x="11543" y="20098"/>
                  </a:cubicBezTo>
                  <a:cubicBezTo>
                    <a:pt x="10434" y="19592"/>
                    <a:pt x="9326" y="18796"/>
                    <a:pt x="8531" y="17881"/>
                  </a:cubicBezTo>
                  <a:cubicBezTo>
                    <a:pt x="7711" y="16869"/>
                    <a:pt x="7326" y="15664"/>
                    <a:pt x="7326" y="14363"/>
                  </a:cubicBezTo>
                  <a:cubicBezTo>
                    <a:pt x="7326" y="13158"/>
                    <a:pt x="7711" y="12049"/>
                    <a:pt x="8627" y="11158"/>
                  </a:cubicBezTo>
                  <a:cubicBezTo>
                    <a:pt x="9343" y="10333"/>
                    <a:pt x="10313" y="9938"/>
                    <a:pt x="11379" y="9938"/>
                  </a:cubicBezTo>
                  <a:close/>
                  <a:moveTo>
                    <a:pt x="30604" y="1518"/>
                  </a:moveTo>
                  <a:lnTo>
                    <a:pt x="30604" y="1518"/>
                  </a:lnTo>
                  <a:cubicBezTo>
                    <a:pt x="29809" y="2217"/>
                    <a:pt x="29110" y="3229"/>
                    <a:pt x="28508" y="4217"/>
                  </a:cubicBezTo>
                  <a:cubicBezTo>
                    <a:pt x="27809" y="5543"/>
                    <a:pt x="27206" y="6940"/>
                    <a:pt x="26797" y="8434"/>
                  </a:cubicBezTo>
                  <a:cubicBezTo>
                    <a:pt x="26387" y="10049"/>
                    <a:pt x="26001" y="11856"/>
                    <a:pt x="25182" y="13664"/>
                  </a:cubicBezTo>
                  <a:cubicBezTo>
                    <a:pt x="24893" y="14676"/>
                    <a:pt x="24387" y="15567"/>
                    <a:pt x="23784" y="16387"/>
                  </a:cubicBezTo>
                  <a:cubicBezTo>
                    <a:pt x="23182" y="17278"/>
                    <a:pt x="22483" y="18074"/>
                    <a:pt x="21567" y="18676"/>
                  </a:cubicBezTo>
                  <a:cubicBezTo>
                    <a:pt x="19664" y="20098"/>
                    <a:pt x="17471" y="20797"/>
                    <a:pt x="15157" y="20797"/>
                  </a:cubicBezTo>
                  <a:cubicBezTo>
                    <a:pt x="14068" y="20797"/>
                    <a:pt x="13046" y="20577"/>
                    <a:pt x="12092" y="20279"/>
                  </a:cubicBezTo>
                  <a:lnTo>
                    <a:pt x="12092" y="20279"/>
                  </a:lnTo>
                  <a:cubicBezTo>
                    <a:pt x="12425" y="20101"/>
                    <a:pt x="12740" y="19903"/>
                    <a:pt x="13037" y="19688"/>
                  </a:cubicBezTo>
                  <a:cubicBezTo>
                    <a:pt x="13856" y="19182"/>
                    <a:pt x="14459" y="18387"/>
                    <a:pt x="14941" y="17592"/>
                  </a:cubicBezTo>
                  <a:cubicBezTo>
                    <a:pt x="15447" y="16676"/>
                    <a:pt x="15760" y="15664"/>
                    <a:pt x="15760" y="14579"/>
                  </a:cubicBezTo>
                  <a:cubicBezTo>
                    <a:pt x="15760" y="14073"/>
                    <a:pt x="15664" y="13471"/>
                    <a:pt x="15447" y="12965"/>
                  </a:cubicBezTo>
                  <a:cubicBezTo>
                    <a:pt x="15350" y="12459"/>
                    <a:pt x="15061" y="11953"/>
                    <a:pt x="14651" y="11567"/>
                  </a:cubicBezTo>
                  <a:cubicBezTo>
                    <a:pt x="13953" y="10651"/>
                    <a:pt x="12844" y="10049"/>
                    <a:pt x="11736" y="9856"/>
                  </a:cubicBezTo>
                  <a:cubicBezTo>
                    <a:pt x="11486" y="9816"/>
                    <a:pt x="11237" y="9793"/>
                    <a:pt x="10987" y="9793"/>
                  </a:cubicBezTo>
                  <a:cubicBezTo>
                    <a:pt x="10634" y="9793"/>
                    <a:pt x="10281" y="9840"/>
                    <a:pt x="9928" y="9953"/>
                  </a:cubicBezTo>
                  <a:cubicBezTo>
                    <a:pt x="9326" y="10145"/>
                    <a:pt x="8820" y="10555"/>
                    <a:pt x="8434" y="10965"/>
                  </a:cubicBezTo>
                  <a:cubicBezTo>
                    <a:pt x="7518" y="11953"/>
                    <a:pt x="7012" y="13158"/>
                    <a:pt x="7012" y="14459"/>
                  </a:cubicBezTo>
                  <a:cubicBezTo>
                    <a:pt x="7012" y="15784"/>
                    <a:pt x="7518" y="16989"/>
                    <a:pt x="8314" y="17977"/>
                  </a:cubicBezTo>
                  <a:cubicBezTo>
                    <a:pt x="9229" y="18989"/>
                    <a:pt x="10242" y="19784"/>
                    <a:pt x="11446" y="20291"/>
                  </a:cubicBezTo>
                  <a:cubicBezTo>
                    <a:pt x="11510" y="20314"/>
                    <a:pt x="11574" y="20338"/>
                    <a:pt x="11639" y="20361"/>
                  </a:cubicBezTo>
                  <a:lnTo>
                    <a:pt x="11639" y="20361"/>
                  </a:lnTo>
                  <a:cubicBezTo>
                    <a:pt x="11310" y="20521"/>
                    <a:pt x="10970" y="20665"/>
                    <a:pt x="10627" y="20797"/>
                  </a:cubicBezTo>
                  <a:cubicBezTo>
                    <a:pt x="9481" y="21111"/>
                    <a:pt x="8321" y="21241"/>
                    <a:pt x="7169" y="21241"/>
                  </a:cubicBezTo>
                  <a:cubicBezTo>
                    <a:pt x="6818" y="21241"/>
                    <a:pt x="6469" y="21229"/>
                    <a:pt x="6121" y="21206"/>
                  </a:cubicBezTo>
                  <a:cubicBezTo>
                    <a:pt x="5012" y="21086"/>
                    <a:pt x="3904" y="20893"/>
                    <a:pt x="2795" y="20483"/>
                  </a:cubicBezTo>
                  <a:cubicBezTo>
                    <a:pt x="1904" y="20291"/>
                    <a:pt x="1205" y="20001"/>
                    <a:pt x="699" y="19881"/>
                  </a:cubicBezTo>
                  <a:lnTo>
                    <a:pt x="699" y="19881"/>
                  </a:lnTo>
                  <a:cubicBezTo>
                    <a:pt x="1205" y="20098"/>
                    <a:pt x="1904" y="20387"/>
                    <a:pt x="2795" y="20604"/>
                  </a:cubicBezTo>
                  <a:cubicBezTo>
                    <a:pt x="3807" y="20989"/>
                    <a:pt x="5012" y="21206"/>
                    <a:pt x="6121" y="21303"/>
                  </a:cubicBezTo>
                  <a:cubicBezTo>
                    <a:pt x="6517" y="21354"/>
                    <a:pt x="6922" y="21378"/>
                    <a:pt x="7330" y="21378"/>
                  </a:cubicBezTo>
                  <a:cubicBezTo>
                    <a:pt x="8457" y="21378"/>
                    <a:pt x="9600" y="21194"/>
                    <a:pt x="10627" y="20893"/>
                  </a:cubicBezTo>
                  <a:cubicBezTo>
                    <a:pt x="11047" y="20760"/>
                    <a:pt x="11442" y="20602"/>
                    <a:pt x="11813" y="20421"/>
                  </a:cubicBezTo>
                  <a:lnTo>
                    <a:pt x="11813" y="20421"/>
                  </a:lnTo>
                  <a:cubicBezTo>
                    <a:pt x="12822" y="20760"/>
                    <a:pt x="13989" y="20989"/>
                    <a:pt x="15061" y="20989"/>
                  </a:cubicBezTo>
                  <a:cubicBezTo>
                    <a:pt x="17471" y="20989"/>
                    <a:pt x="19760" y="20291"/>
                    <a:pt x="21688" y="18893"/>
                  </a:cubicBezTo>
                  <a:cubicBezTo>
                    <a:pt x="22580" y="18194"/>
                    <a:pt x="23278" y="17375"/>
                    <a:pt x="23977" y="16483"/>
                  </a:cubicBezTo>
                  <a:cubicBezTo>
                    <a:pt x="24483" y="15664"/>
                    <a:pt x="24989" y="14772"/>
                    <a:pt x="25399" y="13760"/>
                  </a:cubicBezTo>
                  <a:cubicBezTo>
                    <a:pt x="26098" y="11953"/>
                    <a:pt x="26507" y="10049"/>
                    <a:pt x="26989" y="8434"/>
                  </a:cubicBezTo>
                  <a:cubicBezTo>
                    <a:pt x="27399" y="7037"/>
                    <a:pt x="27905" y="5639"/>
                    <a:pt x="28604" y="4217"/>
                  </a:cubicBezTo>
                  <a:cubicBezTo>
                    <a:pt x="29110" y="3229"/>
                    <a:pt x="29809" y="2314"/>
                    <a:pt x="30604" y="1518"/>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4"/>
            <p:cNvSpPr/>
            <p:nvPr/>
          </p:nvSpPr>
          <p:spPr>
            <a:xfrm>
              <a:off x="6365874" y="4110092"/>
              <a:ext cx="143889" cy="36290"/>
            </a:xfrm>
            <a:custGeom>
              <a:avLst/>
              <a:gdLst/>
              <a:ahLst/>
              <a:cxnLst/>
              <a:rect l="l" t="t" r="r" b="b"/>
              <a:pathLst>
                <a:path w="11447" h="2887" extrusionOk="0">
                  <a:moveTo>
                    <a:pt x="4811" y="1"/>
                  </a:moveTo>
                  <a:cubicBezTo>
                    <a:pt x="4410" y="1"/>
                    <a:pt x="4013" y="31"/>
                    <a:pt x="3615" y="91"/>
                  </a:cubicBezTo>
                  <a:cubicBezTo>
                    <a:pt x="3205" y="91"/>
                    <a:pt x="2892" y="188"/>
                    <a:pt x="2507" y="284"/>
                  </a:cubicBezTo>
                  <a:cubicBezTo>
                    <a:pt x="2193" y="284"/>
                    <a:pt x="1904" y="380"/>
                    <a:pt x="1687" y="477"/>
                  </a:cubicBezTo>
                  <a:cubicBezTo>
                    <a:pt x="1398" y="573"/>
                    <a:pt x="1205" y="573"/>
                    <a:pt x="892" y="694"/>
                  </a:cubicBezTo>
                  <a:cubicBezTo>
                    <a:pt x="796" y="790"/>
                    <a:pt x="603" y="886"/>
                    <a:pt x="386" y="983"/>
                  </a:cubicBezTo>
                  <a:cubicBezTo>
                    <a:pt x="290" y="983"/>
                    <a:pt x="193" y="1079"/>
                    <a:pt x="0" y="1176"/>
                  </a:cubicBezTo>
                  <a:cubicBezTo>
                    <a:pt x="12" y="1190"/>
                    <a:pt x="32" y="1197"/>
                    <a:pt x="58" y="1197"/>
                  </a:cubicBezTo>
                  <a:cubicBezTo>
                    <a:pt x="250" y="1197"/>
                    <a:pt x="820" y="848"/>
                    <a:pt x="1687" y="573"/>
                  </a:cubicBezTo>
                  <a:cubicBezTo>
                    <a:pt x="2001" y="477"/>
                    <a:pt x="2290" y="477"/>
                    <a:pt x="2603" y="380"/>
                  </a:cubicBezTo>
                  <a:cubicBezTo>
                    <a:pt x="2892" y="380"/>
                    <a:pt x="3205" y="284"/>
                    <a:pt x="3615" y="284"/>
                  </a:cubicBezTo>
                  <a:cubicBezTo>
                    <a:pt x="3878" y="268"/>
                    <a:pt x="4140" y="260"/>
                    <a:pt x="4399" y="260"/>
                  </a:cubicBezTo>
                  <a:cubicBezTo>
                    <a:pt x="5707" y="260"/>
                    <a:pt x="6971" y="464"/>
                    <a:pt x="8218" y="886"/>
                  </a:cubicBezTo>
                  <a:cubicBezTo>
                    <a:pt x="8531" y="1079"/>
                    <a:pt x="8917" y="1176"/>
                    <a:pt x="9133" y="1393"/>
                  </a:cubicBezTo>
                  <a:cubicBezTo>
                    <a:pt x="9423" y="1489"/>
                    <a:pt x="9736" y="1682"/>
                    <a:pt x="9929" y="1778"/>
                  </a:cubicBezTo>
                  <a:cubicBezTo>
                    <a:pt x="10941" y="2381"/>
                    <a:pt x="11326" y="2887"/>
                    <a:pt x="11447" y="2887"/>
                  </a:cubicBezTo>
                  <a:cubicBezTo>
                    <a:pt x="11326" y="2694"/>
                    <a:pt x="11230" y="2597"/>
                    <a:pt x="11037" y="2501"/>
                  </a:cubicBezTo>
                  <a:cubicBezTo>
                    <a:pt x="10941" y="2381"/>
                    <a:pt x="10724" y="2284"/>
                    <a:pt x="10628" y="2091"/>
                  </a:cubicBezTo>
                  <a:cubicBezTo>
                    <a:pt x="10435" y="1995"/>
                    <a:pt x="10242" y="1778"/>
                    <a:pt x="10025" y="1682"/>
                  </a:cubicBezTo>
                  <a:cubicBezTo>
                    <a:pt x="9736" y="1489"/>
                    <a:pt x="9519" y="1393"/>
                    <a:pt x="9230" y="1176"/>
                  </a:cubicBezTo>
                  <a:cubicBezTo>
                    <a:pt x="8917" y="1079"/>
                    <a:pt x="8627" y="886"/>
                    <a:pt x="8314" y="790"/>
                  </a:cubicBezTo>
                  <a:cubicBezTo>
                    <a:pt x="7519" y="477"/>
                    <a:pt x="6820" y="284"/>
                    <a:pt x="6025" y="91"/>
                  </a:cubicBezTo>
                  <a:cubicBezTo>
                    <a:pt x="5615" y="31"/>
                    <a:pt x="5212" y="1"/>
                    <a:pt x="48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4"/>
            <p:cNvSpPr/>
            <p:nvPr/>
          </p:nvSpPr>
          <p:spPr>
            <a:xfrm>
              <a:off x="6471884" y="4141553"/>
              <a:ext cx="282624" cy="137503"/>
            </a:xfrm>
            <a:custGeom>
              <a:avLst/>
              <a:gdLst/>
              <a:ahLst/>
              <a:cxnLst/>
              <a:rect l="l" t="t" r="r" b="b"/>
              <a:pathLst>
                <a:path w="22484" h="10939" extrusionOk="0">
                  <a:moveTo>
                    <a:pt x="1" y="2408"/>
                  </a:moveTo>
                  <a:cubicBezTo>
                    <a:pt x="1" y="2504"/>
                    <a:pt x="1" y="2697"/>
                    <a:pt x="97" y="2890"/>
                  </a:cubicBezTo>
                  <a:cubicBezTo>
                    <a:pt x="1" y="2507"/>
                    <a:pt x="1" y="2409"/>
                    <a:pt x="1" y="2408"/>
                  </a:cubicBezTo>
                  <a:close/>
                  <a:moveTo>
                    <a:pt x="97" y="2890"/>
                  </a:moveTo>
                  <a:lnTo>
                    <a:pt x="97" y="2890"/>
                  </a:lnTo>
                  <a:cubicBezTo>
                    <a:pt x="193" y="3396"/>
                    <a:pt x="386" y="3805"/>
                    <a:pt x="699" y="4215"/>
                  </a:cubicBezTo>
                  <a:cubicBezTo>
                    <a:pt x="483" y="3805"/>
                    <a:pt x="290" y="3299"/>
                    <a:pt x="97" y="2890"/>
                  </a:cubicBezTo>
                  <a:close/>
                  <a:moveTo>
                    <a:pt x="12577" y="192"/>
                  </a:moveTo>
                  <a:cubicBezTo>
                    <a:pt x="13323" y="192"/>
                    <a:pt x="14070" y="447"/>
                    <a:pt x="14652" y="986"/>
                  </a:cubicBezTo>
                  <a:cubicBezTo>
                    <a:pt x="15254" y="1492"/>
                    <a:pt x="15664" y="2287"/>
                    <a:pt x="15544" y="3203"/>
                  </a:cubicBezTo>
                  <a:cubicBezTo>
                    <a:pt x="15544" y="3998"/>
                    <a:pt x="15254" y="4697"/>
                    <a:pt x="14748" y="5420"/>
                  </a:cubicBezTo>
                  <a:cubicBezTo>
                    <a:pt x="14242" y="6022"/>
                    <a:pt x="13640" y="6504"/>
                    <a:pt x="12941" y="6818"/>
                  </a:cubicBezTo>
                  <a:cubicBezTo>
                    <a:pt x="12108" y="7203"/>
                    <a:pt x="11236" y="7460"/>
                    <a:pt x="10344" y="7627"/>
                  </a:cubicBezTo>
                  <a:lnTo>
                    <a:pt x="10344" y="7627"/>
                  </a:lnTo>
                  <a:cubicBezTo>
                    <a:pt x="9928" y="7145"/>
                    <a:pt x="9600" y="6533"/>
                    <a:pt x="9326" y="5902"/>
                  </a:cubicBezTo>
                  <a:cubicBezTo>
                    <a:pt x="9037" y="5107"/>
                    <a:pt x="8917" y="4311"/>
                    <a:pt x="9037" y="3492"/>
                  </a:cubicBezTo>
                  <a:cubicBezTo>
                    <a:pt x="9230" y="2697"/>
                    <a:pt x="9519" y="1902"/>
                    <a:pt x="10122" y="1299"/>
                  </a:cubicBezTo>
                  <a:cubicBezTo>
                    <a:pt x="10734" y="580"/>
                    <a:pt x="11656" y="192"/>
                    <a:pt x="12577" y="192"/>
                  </a:cubicBezTo>
                  <a:close/>
                  <a:moveTo>
                    <a:pt x="12617" y="0"/>
                  </a:moveTo>
                  <a:cubicBezTo>
                    <a:pt x="11633" y="0"/>
                    <a:pt x="10654" y="411"/>
                    <a:pt x="9929" y="1203"/>
                  </a:cubicBezTo>
                  <a:cubicBezTo>
                    <a:pt x="9326" y="1805"/>
                    <a:pt x="9037" y="2601"/>
                    <a:pt x="8820" y="3492"/>
                  </a:cubicBezTo>
                  <a:cubicBezTo>
                    <a:pt x="8724" y="4311"/>
                    <a:pt x="8820" y="5203"/>
                    <a:pt x="9134" y="6022"/>
                  </a:cubicBezTo>
                  <a:cubicBezTo>
                    <a:pt x="9368" y="6588"/>
                    <a:pt x="9681" y="7154"/>
                    <a:pt x="10111" y="7669"/>
                  </a:cubicBezTo>
                  <a:lnTo>
                    <a:pt x="10111" y="7669"/>
                  </a:lnTo>
                  <a:cubicBezTo>
                    <a:pt x="9685" y="7741"/>
                    <a:pt x="9254" y="7793"/>
                    <a:pt x="8820" y="7830"/>
                  </a:cubicBezTo>
                  <a:cubicBezTo>
                    <a:pt x="7519" y="7830"/>
                    <a:pt x="6314" y="7709"/>
                    <a:pt x="5013" y="7324"/>
                  </a:cubicBezTo>
                  <a:cubicBezTo>
                    <a:pt x="4097" y="7010"/>
                    <a:pt x="3109" y="6625"/>
                    <a:pt x="2290" y="5902"/>
                  </a:cubicBezTo>
                  <a:cubicBezTo>
                    <a:pt x="1687" y="5420"/>
                    <a:pt x="1206" y="4914"/>
                    <a:pt x="699" y="4215"/>
                  </a:cubicBezTo>
                  <a:lnTo>
                    <a:pt x="699" y="4215"/>
                  </a:lnTo>
                  <a:cubicBezTo>
                    <a:pt x="1085" y="4914"/>
                    <a:pt x="1591" y="5516"/>
                    <a:pt x="2194" y="6022"/>
                  </a:cubicBezTo>
                  <a:cubicBezTo>
                    <a:pt x="3109" y="6721"/>
                    <a:pt x="4001" y="7227"/>
                    <a:pt x="5013" y="7516"/>
                  </a:cubicBezTo>
                  <a:cubicBezTo>
                    <a:pt x="6006" y="7775"/>
                    <a:pt x="7065" y="7951"/>
                    <a:pt x="8135" y="7951"/>
                  </a:cubicBezTo>
                  <a:cubicBezTo>
                    <a:pt x="8363" y="7951"/>
                    <a:pt x="8592" y="7943"/>
                    <a:pt x="8820" y="7926"/>
                  </a:cubicBezTo>
                  <a:cubicBezTo>
                    <a:pt x="9291" y="7926"/>
                    <a:pt x="9770" y="7892"/>
                    <a:pt x="10246" y="7824"/>
                  </a:cubicBezTo>
                  <a:lnTo>
                    <a:pt x="10246" y="7824"/>
                  </a:lnTo>
                  <a:cubicBezTo>
                    <a:pt x="10307" y="7891"/>
                    <a:pt x="10370" y="7957"/>
                    <a:pt x="10435" y="8023"/>
                  </a:cubicBezTo>
                  <a:cubicBezTo>
                    <a:pt x="11447" y="9035"/>
                    <a:pt x="12748" y="9830"/>
                    <a:pt x="14146" y="10240"/>
                  </a:cubicBezTo>
                  <a:cubicBezTo>
                    <a:pt x="15351" y="10625"/>
                    <a:pt x="16652" y="10842"/>
                    <a:pt x="17953" y="10938"/>
                  </a:cubicBezTo>
                  <a:cubicBezTo>
                    <a:pt x="18459" y="10938"/>
                    <a:pt x="19062" y="10938"/>
                    <a:pt x="19568" y="10842"/>
                  </a:cubicBezTo>
                  <a:cubicBezTo>
                    <a:pt x="19881" y="10842"/>
                    <a:pt x="20074" y="10721"/>
                    <a:pt x="20363" y="10625"/>
                  </a:cubicBezTo>
                  <a:cubicBezTo>
                    <a:pt x="20580" y="10625"/>
                    <a:pt x="20773" y="10529"/>
                    <a:pt x="20966" y="10432"/>
                  </a:cubicBezTo>
                  <a:cubicBezTo>
                    <a:pt x="21375" y="10119"/>
                    <a:pt x="21568" y="9733"/>
                    <a:pt x="21785" y="9324"/>
                  </a:cubicBezTo>
                  <a:cubicBezTo>
                    <a:pt x="21881" y="8914"/>
                    <a:pt x="21978" y="8625"/>
                    <a:pt x="22074" y="8215"/>
                  </a:cubicBezTo>
                  <a:cubicBezTo>
                    <a:pt x="22170" y="7613"/>
                    <a:pt x="22291" y="7107"/>
                    <a:pt x="22387" y="6818"/>
                  </a:cubicBezTo>
                  <a:cubicBezTo>
                    <a:pt x="22387" y="6410"/>
                    <a:pt x="22483" y="6312"/>
                    <a:pt x="22484" y="6312"/>
                  </a:cubicBezTo>
                  <a:lnTo>
                    <a:pt x="22484" y="6312"/>
                  </a:lnTo>
                  <a:cubicBezTo>
                    <a:pt x="22387" y="6408"/>
                    <a:pt x="22387" y="6625"/>
                    <a:pt x="22291" y="6818"/>
                  </a:cubicBezTo>
                  <a:cubicBezTo>
                    <a:pt x="22170" y="7107"/>
                    <a:pt x="22074" y="7613"/>
                    <a:pt x="21978" y="8215"/>
                  </a:cubicBezTo>
                  <a:cubicBezTo>
                    <a:pt x="21881" y="8625"/>
                    <a:pt x="21785" y="8914"/>
                    <a:pt x="21689" y="9324"/>
                  </a:cubicBezTo>
                  <a:cubicBezTo>
                    <a:pt x="21472" y="9637"/>
                    <a:pt x="21279" y="10023"/>
                    <a:pt x="20966" y="10336"/>
                  </a:cubicBezTo>
                  <a:cubicBezTo>
                    <a:pt x="20580" y="10529"/>
                    <a:pt x="20074" y="10625"/>
                    <a:pt x="19568" y="10721"/>
                  </a:cubicBezTo>
                  <a:cubicBezTo>
                    <a:pt x="19231" y="10721"/>
                    <a:pt x="18850" y="10775"/>
                    <a:pt x="18484" y="10775"/>
                  </a:cubicBezTo>
                  <a:cubicBezTo>
                    <a:pt x="18301" y="10775"/>
                    <a:pt x="18122" y="10762"/>
                    <a:pt x="17953" y="10721"/>
                  </a:cubicBezTo>
                  <a:cubicBezTo>
                    <a:pt x="16652" y="10721"/>
                    <a:pt x="15447" y="10432"/>
                    <a:pt x="14242" y="10023"/>
                  </a:cubicBezTo>
                  <a:cubicBezTo>
                    <a:pt x="12845" y="9637"/>
                    <a:pt x="11543" y="8914"/>
                    <a:pt x="10531" y="7830"/>
                  </a:cubicBezTo>
                  <a:cubicBezTo>
                    <a:pt x="10517" y="7816"/>
                    <a:pt x="10503" y="7801"/>
                    <a:pt x="10489" y="7787"/>
                  </a:cubicBezTo>
                  <a:lnTo>
                    <a:pt x="10489" y="7787"/>
                  </a:lnTo>
                  <a:cubicBezTo>
                    <a:pt x="11370" y="7640"/>
                    <a:pt x="12240" y="7380"/>
                    <a:pt x="13037" y="7010"/>
                  </a:cubicBezTo>
                  <a:cubicBezTo>
                    <a:pt x="13857" y="6625"/>
                    <a:pt x="14459" y="6119"/>
                    <a:pt x="14941" y="5516"/>
                  </a:cubicBezTo>
                  <a:cubicBezTo>
                    <a:pt x="15447" y="4818"/>
                    <a:pt x="15761" y="3998"/>
                    <a:pt x="15761" y="3203"/>
                  </a:cubicBezTo>
                  <a:cubicBezTo>
                    <a:pt x="15857" y="2287"/>
                    <a:pt x="15447" y="1396"/>
                    <a:pt x="14845" y="793"/>
                  </a:cubicBezTo>
                  <a:cubicBezTo>
                    <a:pt x="14183" y="260"/>
                    <a:pt x="13399" y="0"/>
                    <a:pt x="126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4"/>
            <p:cNvSpPr/>
            <p:nvPr/>
          </p:nvSpPr>
          <p:spPr>
            <a:xfrm>
              <a:off x="6096903" y="4191328"/>
              <a:ext cx="220830" cy="115292"/>
            </a:xfrm>
            <a:custGeom>
              <a:avLst/>
              <a:gdLst/>
              <a:ahLst/>
              <a:cxnLst/>
              <a:rect l="l" t="t" r="r" b="b"/>
              <a:pathLst>
                <a:path w="17568" h="9172" extrusionOk="0">
                  <a:moveTo>
                    <a:pt x="17472" y="6159"/>
                  </a:moveTo>
                  <a:lnTo>
                    <a:pt x="17472" y="6569"/>
                  </a:lnTo>
                  <a:cubicBezTo>
                    <a:pt x="17568" y="6665"/>
                    <a:pt x="17568" y="6761"/>
                    <a:pt x="17568" y="6882"/>
                  </a:cubicBezTo>
                  <a:lnTo>
                    <a:pt x="17568" y="6569"/>
                  </a:lnTo>
                  <a:cubicBezTo>
                    <a:pt x="17568" y="6472"/>
                    <a:pt x="17472" y="6280"/>
                    <a:pt x="17472" y="6159"/>
                  </a:cubicBezTo>
                  <a:close/>
                  <a:moveTo>
                    <a:pt x="10497" y="1"/>
                  </a:moveTo>
                  <a:cubicBezTo>
                    <a:pt x="9868" y="1"/>
                    <a:pt x="9206" y="95"/>
                    <a:pt x="8531" y="255"/>
                  </a:cubicBezTo>
                  <a:cubicBezTo>
                    <a:pt x="6941" y="737"/>
                    <a:pt x="5423" y="1749"/>
                    <a:pt x="4411" y="3147"/>
                  </a:cubicBezTo>
                  <a:cubicBezTo>
                    <a:pt x="4025" y="3749"/>
                    <a:pt x="3712" y="4472"/>
                    <a:pt x="3519" y="5171"/>
                  </a:cubicBezTo>
                  <a:cubicBezTo>
                    <a:pt x="3206" y="5773"/>
                    <a:pt x="3013" y="6376"/>
                    <a:pt x="2820" y="6978"/>
                  </a:cubicBezTo>
                  <a:cubicBezTo>
                    <a:pt x="2411" y="7774"/>
                    <a:pt x="1808" y="8472"/>
                    <a:pt x="1013" y="8978"/>
                  </a:cubicBezTo>
                  <a:cubicBezTo>
                    <a:pt x="1904" y="8569"/>
                    <a:pt x="2507" y="7870"/>
                    <a:pt x="2917" y="6978"/>
                  </a:cubicBezTo>
                  <a:cubicBezTo>
                    <a:pt x="3206" y="6472"/>
                    <a:pt x="3423" y="5870"/>
                    <a:pt x="3615" y="5171"/>
                  </a:cubicBezTo>
                  <a:cubicBezTo>
                    <a:pt x="3808" y="4472"/>
                    <a:pt x="4218" y="3870"/>
                    <a:pt x="4627" y="3267"/>
                  </a:cubicBezTo>
                  <a:cubicBezTo>
                    <a:pt x="5616" y="1846"/>
                    <a:pt x="7037" y="954"/>
                    <a:pt x="8628" y="448"/>
                  </a:cubicBezTo>
                  <a:cubicBezTo>
                    <a:pt x="9220" y="308"/>
                    <a:pt x="9851" y="207"/>
                    <a:pt x="10464" y="207"/>
                  </a:cubicBezTo>
                  <a:cubicBezTo>
                    <a:pt x="10699" y="207"/>
                    <a:pt x="10931" y="222"/>
                    <a:pt x="11158" y="255"/>
                  </a:cubicBezTo>
                  <a:cubicBezTo>
                    <a:pt x="11953" y="255"/>
                    <a:pt x="12748" y="544"/>
                    <a:pt x="13447" y="858"/>
                  </a:cubicBezTo>
                  <a:cubicBezTo>
                    <a:pt x="14652" y="1460"/>
                    <a:pt x="15664" y="2448"/>
                    <a:pt x="16459" y="3556"/>
                  </a:cubicBezTo>
                  <a:cubicBezTo>
                    <a:pt x="16965" y="4352"/>
                    <a:pt x="17279" y="5267"/>
                    <a:pt x="17472" y="6159"/>
                  </a:cubicBezTo>
                  <a:cubicBezTo>
                    <a:pt x="17375" y="5171"/>
                    <a:pt x="17062" y="4352"/>
                    <a:pt x="16580" y="3556"/>
                  </a:cubicBezTo>
                  <a:cubicBezTo>
                    <a:pt x="15857" y="2352"/>
                    <a:pt x="14773" y="1339"/>
                    <a:pt x="13568" y="737"/>
                  </a:cubicBezTo>
                  <a:cubicBezTo>
                    <a:pt x="12845" y="351"/>
                    <a:pt x="12050" y="135"/>
                    <a:pt x="11158" y="38"/>
                  </a:cubicBezTo>
                  <a:cubicBezTo>
                    <a:pt x="10943" y="13"/>
                    <a:pt x="10722" y="1"/>
                    <a:pt x="10497" y="1"/>
                  </a:cubicBezTo>
                  <a:close/>
                  <a:moveTo>
                    <a:pt x="1013" y="8978"/>
                  </a:moveTo>
                  <a:lnTo>
                    <a:pt x="1013" y="8978"/>
                  </a:lnTo>
                  <a:cubicBezTo>
                    <a:pt x="700" y="9075"/>
                    <a:pt x="410" y="9171"/>
                    <a:pt x="1" y="9171"/>
                  </a:cubicBezTo>
                  <a:lnTo>
                    <a:pt x="314" y="9171"/>
                  </a:lnTo>
                  <a:cubicBezTo>
                    <a:pt x="507" y="9171"/>
                    <a:pt x="796" y="9075"/>
                    <a:pt x="1013" y="8978"/>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4"/>
            <p:cNvSpPr/>
            <p:nvPr/>
          </p:nvSpPr>
          <p:spPr>
            <a:xfrm>
              <a:off x="6113268" y="4451740"/>
              <a:ext cx="257484" cy="123513"/>
            </a:xfrm>
            <a:custGeom>
              <a:avLst/>
              <a:gdLst/>
              <a:ahLst/>
              <a:cxnLst/>
              <a:rect l="l" t="t" r="r" b="b"/>
              <a:pathLst>
                <a:path w="20484" h="9826" extrusionOk="0">
                  <a:moveTo>
                    <a:pt x="9534" y="204"/>
                  </a:moveTo>
                  <a:cubicBezTo>
                    <a:pt x="9836" y="204"/>
                    <a:pt x="10145" y="236"/>
                    <a:pt x="10458" y="309"/>
                  </a:cubicBezTo>
                  <a:cubicBezTo>
                    <a:pt x="11157" y="406"/>
                    <a:pt x="11952" y="719"/>
                    <a:pt x="12651" y="1008"/>
                  </a:cubicBezTo>
                  <a:cubicBezTo>
                    <a:pt x="13350" y="1225"/>
                    <a:pt x="13953" y="1707"/>
                    <a:pt x="14362" y="2309"/>
                  </a:cubicBezTo>
                  <a:cubicBezTo>
                    <a:pt x="14675" y="3032"/>
                    <a:pt x="14555" y="3731"/>
                    <a:pt x="14169" y="4334"/>
                  </a:cubicBezTo>
                  <a:cubicBezTo>
                    <a:pt x="13760" y="4936"/>
                    <a:pt x="13254" y="5442"/>
                    <a:pt x="12651" y="5828"/>
                  </a:cubicBezTo>
                  <a:cubicBezTo>
                    <a:pt x="11636" y="6488"/>
                    <a:pt x="10491" y="6969"/>
                    <a:pt x="9293" y="7231"/>
                  </a:cubicBezTo>
                  <a:lnTo>
                    <a:pt x="9293" y="7231"/>
                  </a:lnTo>
                  <a:cubicBezTo>
                    <a:pt x="9240" y="7196"/>
                    <a:pt x="9186" y="7162"/>
                    <a:pt x="9133" y="7129"/>
                  </a:cubicBezTo>
                  <a:cubicBezTo>
                    <a:pt x="8531" y="6743"/>
                    <a:pt x="8049" y="6237"/>
                    <a:pt x="7639" y="5731"/>
                  </a:cubicBezTo>
                  <a:cubicBezTo>
                    <a:pt x="7133" y="5225"/>
                    <a:pt x="6844" y="4623"/>
                    <a:pt x="6530" y="4020"/>
                  </a:cubicBezTo>
                  <a:cubicBezTo>
                    <a:pt x="6338" y="3321"/>
                    <a:pt x="6434" y="2526"/>
                    <a:pt x="6627" y="1924"/>
                  </a:cubicBezTo>
                  <a:cubicBezTo>
                    <a:pt x="6940" y="1225"/>
                    <a:pt x="7446" y="623"/>
                    <a:pt x="8145" y="406"/>
                  </a:cubicBezTo>
                  <a:cubicBezTo>
                    <a:pt x="8577" y="287"/>
                    <a:pt x="9046" y="204"/>
                    <a:pt x="9534" y="204"/>
                  </a:cubicBezTo>
                  <a:close/>
                  <a:moveTo>
                    <a:pt x="9540" y="1"/>
                  </a:moveTo>
                  <a:cubicBezTo>
                    <a:pt x="9039" y="1"/>
                    <a:pt x="8544" y="93"/>
                    <a:pt x="8049" y="213"/>
                  </a:cubicBezTo>
                  <a:cubicBezTo>
                    <a:pt x="7326" y="502"/>
                    <a:pt x="6723" y="1104"/>
                    <a:pt x="6434" y="1827"/>
                  </a:cubicBezTo>
                  <a:cubicBezTo>
                    <a:pt x="6121" y="2526"/>
                    <a:pt x="6121" y="3321"/>
                    <a:pt x="6434" y="4020"/>
                  </a:cubicBezTo>
                  <a:cubicBezTo>
                    <a:pt x="6627" y="4719"/>
                    <a:pt x="6940" y="5442"/>
                    <a:pt x="7446" y="5924"/>
                  </a:cubicBezTo>
                  <a:cubicBezTo>
                    <a:pt x="7947" y="6424"/>
                    <a:pt x="8477" y="6879"/>
                    <a:pt x="9033" y="7285"/>
                  </a:cubicBezTo>
                  <a:lnTo>
                    <a:pt x="9033" y="7285"/>
                  </a:lnTo>
                  <a:cubicBezTo>
                    <a:pt x="8428" y="7401"/>
                    <a:pt x="7813" y="7461"/>
                    <a:pt x="7195" y="7461"/>
                  </a:cubicBezTo>
                  <a:cubicBezTo>
                    <a:pt x="6708" y="7461"/>
                    <a:pt x="6220" y="7423"/>
                    <a:pt x="5735" y="7346"/>
                  </a:cubicBezTo>
                  <a:cubicBezTo>
                    <a:pt x="4121" y="7033"/>
                    <a:pt x="2627" y="6334"/>
                    <a:pt x="1301" y="5322"/>
                  </a:cubicBezTo>
                  <a:cubicBezTo>
                    <a:pt x="1012" y="5032"/>
                    <a:pt x="699" y="4719"/>
                    <a:pt x="313" y="4430"/>
                  </a:cubicBezTo>
                  <a:lnTo>
                    <a:pt x="96" y="4117"/>
                  </a:lnTo>
                  <a:lnTo>
                    <a:pt x="0" y="4117"/>
                  </a:lnTo>
                  <a:cubicBezTo>
                    <a:pt x="410" y="4526"/>
                    <a:pt x="819" y="5032"/>
                    <a:pt x="1301" y="5442"/>
                  </a:cubicBezTo>
                  <a:cubicBezTo>
                    <a:pt x="3038" y="6894"/>
                    <a:pt x="5207" y="7655"/>
                    <a:pt x="7385" y="7655"/>
                  </a:cubicBezTo>
                  <a:cubicBezTo>
                    <a:pt x="8019" y="7655"/>
                    <a:pt x="8654" y="7591"/>
                    <a:pt x="9278" y="7460"/>
                  </a:cubicBezTo>
                  <a:lnTo>
                    <a:pt x="9278" y="7460"/>
                  </a:lnTo>
                  <a:cubicBezTo>
                    <a:pt x="10668" y="8426"/>
                    <a:pt x="12211" y="9097"/>
                    <a:pt x="13856" y="9442"/>
                  </a:cubicBezTo>
                  <a:cubicBezTo>
                    <a:pt x="14842" y="9692"/>
                    <a:pt x="15828" y="9826"/>
                    <a:pt x="16831" y="9826"/>
                  </a:cubicBezTo>
                  <a:cubicBezTo>
                    <a:pt x="17470" y="9826"/>
                    <a:pt x="18116" y="9772"/>
                    <a:pt x="18772" y="9659"/>
                  </a:cubicBezTo>
                  <a:cubicBezTo>
                    <a:pt x="19375" y="9539"/>
                    <a:pt x="19977" y="9442"/>
                    <a:pt x="20483" y="9249"/>
                  </a:cubicBezTo>
                  <a:lnTo>
                    <a:pt x="20387" y="9249"/>
                  </a:lnTo>
                  <a:lnTo>
                    <a:pt x="20097" y="9346"/>
                  </a:lnTo>
                  <a:cubicBezTo>
                    <a:pt x="19591" y="9442"/>
                    <a:pt x="19182" y="9539"/>
                    <a:pt x="18772" y="9539"/>
                  </a:cubicBezTo>
                  <a:cubicBezTo>
                    <a:pt x="18181" y="9625"/>
                    <a:pt x="17589" y="9667"/>
                    <a:pt x="17000" y="9667"/>
                  </a:cubicBezTo>
                  <a:cubicBezTo>
                    <a:pt x="14803" y="9667"/>
                    <a:pt x="12648" y="9091"/>
                    <a:pt x="10748" y="8141"/>
                  </a:cubicBezTo>
                  <a:cubicBezTo>
                    <a:pt x="10308" y="7930"/>
                    <a:pt x="9920" y="7655"/>
                    <a:pt x="9545" y="7400"/>
                  </a:cubicBezTo>
                  <a:lnTo>
                    <a:pt x="9545" y="7400"/>
                  </a:lnTo>
                  <a:cubicBezTo>
                    <a:pt x="10670" y="7129"/>
                    <a:pt x="11758" y="6641"/>
                    <a:pt x="12748" y="5924"/>
                  </a:cubicBezTo>
                  <a:cubicBezTo>
                    <a:pt x="13350" y="5635"/>
                    <a:pt x="13856" y="5032"/>
                    <a:pt x="14266" y="4430"/>
                  </a:cubicBezTo>
                  <a:cubicBezTo>
                    <a:pt x="14459" y="4117"/>
                    <a:pt x="14675" y="3828"/>
                    <a:pt x="14675" y="3418"/>
                  </a:cubicBezTo>
                  <a:cubicBezTo>
                    <a:pt x="14772" y="3032"/>
                    <a:pt x="14675" y="2623"/>
                    <a:pt x="14555" y="2213"/>
                  </a:cubicBezTo>
                  <a:cubicBezTo>
                    <a:pt x="14169" y="1611"/>
                    <a:pt x="13471" y="1008"/>
                    <a:pt x="12748" y="815"/>
                  </a:cubicBezTo>
                  <a:cubicBezTo>
                    <a:pt x="12049" y="502"/>
                    <a:pt x="11254" y="309"/>
                    <a:pt x="10458" y="116"/>
                  </a:cubicBezTo>
                  <a:cubicBezTo>
                    <a:pt x="10149" y="35"/>
                    <a:pt x="9843" y="1"/>
                    <a:pt x="95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4"/>
            <p:cNvSpPr/>
            <p:nvPr/>
          </p:nvSpPr>
          <p:spPr>
            <a:xfrm>
              <a:off x="6377086" y="4393531"/>
              <a:ext cx="392574" cy="160129"/>
            </a:xfrm>
            <a:custGeom>
              <a:avLst/>
              <a:gdLst/>
              <a:ahLst/>
              <a:cxnLst/>
              <a:rect l="l" t="t" r="r" b="b"/>
              <a:pathLst>
                <a:path w="31231" h="12739" extrusionOk="0">
                  <a:moveTo>
                    <a:pt x="30628" y="3928"/>
                  </a:moveTo>
                  <a:lnTo>
                    <a:pt x="31038" y="4241"/>
                  </a:lnTo>
                  <a:cubicBezTo>
                    <a:pt x="30917" y="4145"/>
                    <a:pt x="30821" y="4049"/>
                    <a:pt x="30628" y="3928"/>
                  </a:cubicBezTo>
                  <a:close/>
                  <a:moveTo>
                    <a:pt x="31038" y="4241"/>
                  </a:moveTo>
                  <a:cubicBezTo>
                    <a:pt x="31038" y="4241"/>
                    <a:pt x="31051" y="4241"/>
                    <a:pt x="31072" y="4246"/>
                  </a:cubicBezTo>
                  <a:lnTo>
                    <a:pt x="31072" y="4246"/>
                  </a:lnTo>
                  <a:cubicBezTo>
                    <a:pt x="31062" y="4243"/>
                    <a:pt x="31051" y="4241"/>
                    <a:pt x="31038" y="4241"/>
                  </a:cubicBezTo>
                  <a:close/>
                  <a:moveTo>
                    <a:pt x="31072" y="4246"/>
                  </a:moveTo>
                  <a:cubicBezTo>
                    <a:pt x="31136" y="4266"/>
                    <a:pt x="31147" y="4338"/>
                    <a:pt x="31231" y="4338"/>
                  </a:cubicBezTo>
                  <a:cubicBezTo>
                    <a:pt x="31170" y="4277"/>
                    <a:pt x="31108" y="4254"/>
                    <a:pt x="31072" y="4246"/>
                  </a:cubicBezTo>
                  <a:close/>
                  <a:moveTo>
                    <a:pt x="19664" y="2917"/>
                  </a:moveTo>
                  <a:cubicBezTo>
                    <a:pt x="20332" y="3598"/>
                    <a:pt x="20903" y="4370"/>
                    <a:pt x="21182" y="5254"/>
                  </a:cubicBezTo>
                  <a:cubicBezTo>
                    <a:pt x="21495" y="6242"/>
                    <a:pt x="21495" y="7254"/>
                    <a:pt x="21278" y="8266"/>
                  </a:cubicBezTo>
                  <a:cubicBezTo>
                    <a:pt x="21086" y="9254"/>
                    <a:pt x="20579" y="10169"/>
                    <a:pt x="19784" y="10965"/>
                  </a:cubicBezTo>
                  <a:cubicBezTo>
                    <a:pt x="19085" y="11664"/>
                    <a:pt x="18170" y="12170"/>
                    <a:pt x="17061" y="12362"/>
                  </a:cubicBezTo>
                  <a:cubicBezTo>
                    <a:pt x="16734" y="12477"/>
                    <a:pt x="16378" y="12537"/>
                    <a:pt x="16019" y="12537"/>
                  </a:cubicBezTo>
                  <a:cubicBezTo>
                    <a:pt x="15399" y="12537"/>
                    <a:pt x="14770" y="12358"/>
                    <a:pt x="14266" y="11977"/>
                  </a:cubicBezTo>
                  <a:cubicBezTo>
                    <a:pt x="13447" y="11374"/>
                    <a:pt x="13157" y="10362"/>
                    <a:pt x="13254" y="9471"/>
                  </a:cubicBezTo>
                  <a:cubicBezTo>
                    <a:pt x="13350" y="8555"/>
                    <a:pt x="13760" y="7663"/>
                    <a:pt x="14362" y="6940"/>
                  </a:cubicBezTo>
                  <a:cubicBezTo>
                    <a:pt x="15764" y="5095"/>
                    <a:pt x="17608" y="3720"/>
                    <a:pt x="19664" y="2917"/>
                  </a:cubicBezTo>
                  <a:close/>
                  <a:moveTo>
                    <a:pt x="11210" y="1"/>
                  </a:moveTo>
                  <a:cubicBezTo>
                    <a:pt x="7732" y="1"/>
                    <a:pt x="4362" y="986"/>
                    <a:pt x="1398" y="2844"/>
                  </a:cubicBezTo>
                  <a:cubicBezTo>
                    <a:pt x="1109" y="3037"/>
                    <a:pt x="795" y="3326"/>
                    <a:pt x="603" y="3446"/>
                  </a:cubicBezTo>
                  <a:cubicBezTo>
                    <a:pt x="410" y="3639"/>
                    <a:pt x="193" y="3735"/>
                    <a:pt x="0" y="3928"/>
                  </a:cubicBezTo>
                  <a:cubicBezTo>
                    <a:pt x="193" y="3832"/>
                    <a:pt x="410" y="3735"/>
                    <a:pt x="603" y="3543"/>
                  </a:cubicBezTo>
                  <a:cubicBezTo>
                    <a:pt x="916" y="3326"/>
                    <a:pt x="1109" y="3133"/>
                    <a:pt x="1518" y="2940"/>
                  </a:cubicBezTo>
                  <a:cubicBezTo>
                    <a:pt x="3326" y="1832"/>
                    <a:pt x="5422" y="916"/>
                    <a:pt x="7639" y="530"/>
                  </a:cubicBezTo>
                  <a:cubicBezTo>
                    <a:pt x="8765" y="294"/>
                    <a:pt x="9905" y="181"/>
                    <a:pt x="11038" y="181"/>
                  </a:cubicBezTo>
                  <a:cubicBezTo>
                    <a:pt x="11408" y="181"/>
                    <a:pt x="11777" y="193"/>
                    <a:pt x="12145" y="217"/>
                  </a:cubicBezTo>
                  <a:cubicBezTo>
                    <a:pt x="12555" y="217"/>
                    <a:pt x="12965" y="314"/>
                    <a:pt x="13350" y="314"/>
                  </a:cubicBezTo>
                  <a:cubicBezTo>
                    <a:pt x="13567" y="434"/>
                    <a:pt x="13856" y="434"/>
                    <a:pt x="14049" y="434"/>
                  </a:cubicBezTo>
                  <a:lnTo>
                    <a:pt x="14651" y="530"/>
                  </a:lnTo>
                  <a:cubicBezTo>
                    <a:pt x="15567" y="723"/>
                    <a:pt x="16362" y="1036"/>
                    <a:pt x="17278" y="1326"/>
                  </a:cubicBezTo>
                  <a:cubicBezTo>
                    <a:pt x="18042" y="1719"/>
                    <a:pt x="18806" y="2202"/>
                    <a:pt x="19506" y="2773"/>
                  </a:cubicBezTo>
                  <a:lnTo>
                    <a:pt x="19506" y="2773"/>
                  </a:lnTo>
                  <a:cubicBezTo>
                    <a:pt x="17404" y="3586"/>
                    <a:pt x="15547" y="4955"/>
                    <a:pt x="14170" y="6748"/>
                  </a:cubicBezTo>
                  <a:cubicBezTo>
                    <a:pt x="13567" y="7543"/>
                    <a:pt x="13157" y="8459"/>
                    <a:pt x="13061" y="9471"/>
                  </a:cubicBezTo>
                  <a:cubicBezTo>
                    <a:pt x="12965" y="9953"/>
                    <a:pt x="13061" y="10459"/>
                    <a:pt x="13157" y="10868"/>
                  </a:cubicBezTo>
                  <a:cubicBezTo>
                    <a:pt x="13350" y="11374"/>
                    <a:pt x="13663" y="11880"/>
                    <a:pt x="14049" y="12170"/>
                  </a:cubicBezTo>
                  <a:cubicBezTo>
                    <a:pt x="14555" y="12483"/>
                    <a:pt x="15061" y="12676"/>
                    <a:pt x="15567" y="12676"/>
                  </a:cubicBezTo>
                  <a:cubicBezTo>
                    <a:pt x="15777" y="12716"/>
                    <a:pt x="15986" y="12739"/>
                    <a:pt x="16203" y="12739"/>
                  </a:cubicBezTo>
                  <a:cubicBezTo>
                    <a:pt x="16509" y="12739"/>
                    <a:pt x="16829" y="12692"/>
                    <a:pt x="17182" y="12579"/>
                  </a:cubicBezTo>
                  <a:cubicBezTo>
                    <a:pt x="18170" y="12362"/>
                    <a:pt x="19182" y="11880"/>
                    <a:pt x="19977" y="11061"/>
                  </a:cubicBezTo>
                  <a:cubicBezTo>
                    <a:pt x="20676" y="10362"/>
                    <a:pt x="21278" y="9350"/>
                    <a:pt x="21495" y="8362"/>
                  </a:cubicBezTo>
                  <a:cubicBezTo>
                    <a:pt x="21688" y="7254"/>
                    <a:pt x="21688" y="6242"/>
                    <a:pt x="21399" y="5254"/>
                  </a:cubicBezTo>
                  <a:cubicBezTo>
                    <a:pt x="21014" y="4302"/>
                    <a:pt x="20543" y="3542"/>
                    <a:pt x="19828" y="2854"/>
                  </a:cubicBezTo>
                  <a:lnTo>
                    <a:pt x="19828" y="2854"/>
                  </a:lnTo>
                  <a:cubicBezTo>
                    <a:pt x="21145" y="2362"/>
                    <a:pt x="22546" y="2103"/>
                    <a:pt x="23972" y="2103"/>
                  </a:cubicBezTo>
                  <a:cubicBezTo>
                    <a:pt x="24748" y="2103"/>
                    <a:pt x="25533" y="2180"/>
                    <a:pt x="26315" y="2338"/>
                  </a:cubicBezTo>
                  <a:cubicBezTo>
                    <a:pt x="27206" y="2434"/>
                    <a:pt x="28218" y="2723"/>
                    <a:pt x="29014" y="3133"/>
                  </a:cubicBezTo>
                  <a:cubicBezTo>
                    <a:pt x="29614" y="3325"/>
                    <a:pt x="30119" y="3637"/>
                    <a:pt x="30623" y="3925"/>
                  </a:cubicBezTo>
                  <a:lnTo>
                    <a:pt x="30623" y="3925"/>
                  </a:lnTo>
                  <a:cubicBezTo>
                    <a:pt x="30119" y="3637"/>
                    <a:pt x="29614" y="3325"/>
                    <a:pt x="29014" y="3037"/>
                  </a:cubicBezTo>
                  <a:cubicBezTo>
                    <a:pt x="28218" y="2627"/>
                    <a:pt x="27206" y="2338"/>
                    <a:pt x="26315" y="2241"/>
                  </a:cubicBezTo>
                  <a:cubicBezTo>
                    <a:pt x="25530" y="2037"/>
                    <a:pt x="24704" y="1925"/>
                    <a:pt x="23857" y="1925"/>
                  </a:cubicBezTo>
                  <a:cubicBezTo>
                    <a:pt x="23404" y="1925"/>
                    <a:pt x="22945" y="1957"/>
                    <a:pt x="22483" y="2024"/>
                  </a:cubicBezTo>
                  <a:cubicBezTo>
                    <a:pt x="21515" y="2145"/>
                    <a:pt x="20572" y="2376"/>
                    <a:pt x="19672" y="2710"/>
                  </a:cubicBezTo>
                  <a:lnTo>
                    <a:pt x="19672" y="2710"/>
                  </a:lnTo>
                  <a:cubicBezTo>
                    <a:pt x="18977" y="2112"/>
                    <a:pt x="18163" y="1516"/>
                    <a:pt x="17278" y="1229"/>
                  </a:cubicBezTo>
                  <a:cubicBezTo>
                    <a:pt x="16459" y="820"/>
                    <a:pt x="15567" y="530"/>
                    <a:pt x="14651" y="434"/>
                  </a:cubicBezTo>
                  <a:lnTo>
                    <a:pt x="14049" y="217"/>
                  </a:lnTo>
                  <a:lnTo>
                    <a:pt x="13447" y="217"/>
                  </a:lnTo>
                  <a:cubicBezTo>
                    <a:pt x="12965" y="121"/>
                    <a:pt x="12555" y="121"/>
                    <a:pt x="12145" y="24"/>
                  </a:cubicBezTo>
                  <a:cubicBezTo>
                    <a:pt x="11833" y="9"/>
                    <a:pt x="11521" y="1"/>
                    <a:pt x="112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4"/>
            <p:cNvSpPr/>
            <p:nvPr/>
          </p:nvSpPr>
          <p:spPr>
            <a:xfrm>
              <a:off x="6123562" y="3617523"/>
              <a:ext cx="56653" cy="26661"/>
            </a:xfrm>
            <a:custGeom>
              <a:avLst/>
              <a:gdLst/>
              <a:ahLst/>
              <a:cxnLst/>
              <a:rect l="l" t="t" r="r" b="b"/>
              <a:pathLst>
                <a:path w="4507" h="2121" extrusionOk="0">
                  <a:moveTo>
                    <a:pt x="3013" y="0"/>
                  </a:moveTo>
                  <a:cubicBezTo>
                    <a:pt x="2290" y="121"/>
                    <a:pt x="1591" y="313"/>
                    <a:pt x="988" y="723"/>
                  </a:cubicBezTo>
                  <a:cubicBezTo>
                    <a:pt x="699" y="916"/>
                    <a:pt x="482" y="1109"/>
                    <a:pt x="386" y="1422"/>
                  </a:cubicBezTo>
                  <a:cubicBezTo>
                    <a:pt x="193" y="1615"/>
                    <a:pt x="97" y="1807"/>
                    <a:pt x="0" y="2121"/>
                  </a:cubicBezTo>
                  <a:cubicBezTo>
                    <a:pt x="97" y="2121"/>
                    <a:pt x="193" y="1807"/>
                    <a:pt x="482" y="1422"/>
                  </a:cubicBezTo>
                  <a:cubicBezTo>
                    <a:pt x="699" y="1205"/>
                    <a:pt x="892" y="1012"/>
                    <a:pt x="1085" y="916"/>
                  </a:cubicBezTo>
                  <a:cubicBezTo>
                    <a:pt x="1591" y="506"/>
                    <a:pt x="2290" y="313"/>
                    <a:pt x="3013" y="217"/>
                  </a:cubicBezTo>
                  <a:cubicBezTo>
                    <a:pt x="3205" y="217"/>
                    <a:pt x="3495" y="217"/>
                    <a:pt x="3808" y="313"/>
                  </a:cubicBezTo>
                  <a:cubicBezTo>
                    <a:pt x="4314" y="410"/>
                    <a:pt x="4507" y="506"/>
                    <a:pt x="4507" y="506"/>
                  </a:cubicBezTo>
                  <a:cubicBezTo>
                    <a:pt x="4314" y="313"/>
                    <a:pt x="4097" y="217"/>
                    <a:pt x="3808" y="217"/>
                  </a:cubicBezTo>
                  <a:cubicBezTo>
                    <a:pt x="3615" y="121"/>
                    <a:pt x="3302" y="0"/>
                    <a:pt x="30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4"/>
            <p:cNvSpPr/>
            <p:nvPr/>
          </p:nvSpPr>
          <p:spPr>
            <a:xfrm>
              <a:off x="6503383" y="3574686"/>
              <a:ext cx="35158" cy="20125"/>
            </a:xfrm>
            <a:custGeom>
              <a:avLst/>
              <a:gdLst/>
              <a:ahLst/>
              <a:cxnLst/>
              <a:rect l="l" t="t" r="r" b="b"/>
              <a:pathLst>
                <a:path w="2797" h="1601" extrusionOk="0">
                  <a:moveTo>
                    <a:pt x="251" y="0"/>
                  </a:moveTo>
                  <a:cubicBezTo>
                    <a:pt x="168" y="0"/>
                    <a:pt x="85" y="4"/>
                    <a:pt x="1" y="10"/>
                  </a:cubicBezTo>
                  <a:cubicBezTo>
                    <a:pt x="1109" y="203"/>
                    <a:pt x="2097" y="709"/>
                    <a:pt x="2796" y="1601"/>
                  </a:cubicBezTo>
                  <a:cubicBezTo>
                    <a:pt x="2348" y="592"/>
                    <a:pt x="1357" y="0"/>
                    <a:pt x="2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4"/>
            <p:cNvSpPr/>
            <p:nvPr/>
          </p:nvSpPr>
          <p:spPr>
            <a:xfrm>
              <a:off x="6752056" y="3819110"/>
              <a:ext cx="179035" cy="110402"/>
            </a:xfrm>
            <a:custGeom>
              <a:avLst/>
              <a:gdLst/>
              <a:ahLst/>
              <a:cxnLst/>
              <a:rect l="l" t="t" r="r" b="b"/>
              <a:pathLst>
                <a:path w="14243" h="8783" extrusionOk="0">
                  <a:moveTo>
                    <a:pt x="14243" y="3361"/>
                  </a:moveTo>
                  <a:lnTo>
                    <a:pt x="14243" y="3361"/>
                  </a:lnTo>
                  <a:cubicBezTo>
                    <a:pt x="14243" y="3361"/>
                    <a:pt x="14050" y="3746"/>
                    <a:pt x="13544" y="4349"/>
                  </a:cubicBezTo>
                  <a:cubicBezTo>
                    <a:pt x="13737" y="4156"/>
                    <a:pt x="13954" y="3843"/>
                    <a:pt x="14146" y="3650"/>
                  </a:cubicBezTo>
                  <a:cubicBezTo>
                    <a:pt x="14243" y="3553"/>
                    <a:pt x="14243" y="3457"/>
                    <a:pt x="14243" y="3361"/>
                  </a:cubicBezTo>
                  <a:close/>
                  <a:moveTo>
                    <a:pt x="3436" y="192"/>
                  </a:moveTo>
                  <a:cubicBezTo>
                    <a:pt x="3559" y="192"/>
                    <a:pt x="3684" y="204"/>
                    <a:pt x="3808" y="228"/>
                  </a:cubicBezTo>
                  <a:cubicBezTo>
                    <a:pt x="4314" y="349"/>
                    <a:pt x="4700" y="541"/>
                    <a:pt x="5013" y="951"/>
                  </a:cubicBezTo>
                  <a:cubicBezTo>
                    <a:pt x="5423" y="1337"/>
                    <a:pt x="5616" y="1746"/>
                    <a:pt x="5712" y="2252"/>
                  </a:cubicBezTo>
                  <a:cubicBezTo>
                    <a:pt x="5809" y="3047"/>
                    <a:pt x="5712" y="3963"/>
                    <a:pt x="5302" y="4758"/>
                  </a:cubicBezTo>
                  <a:cubicBezTo>
                    <a:pt x="5173" y="5071"/>
                    <a:pt x="5000" y="5364"/>
                    <a:pt x="4804" y="5647"/>
                  </a:cubicBezTo>
                  <a:lnTo>
                    <a:pt x="4804" y="5647"/>
                  </a:lnTo>
                  <a:cubicBezTo>
                    <a:pt x="4298" y="5348"/>
                    <a:pt x="3826" y="4993"/>
                    <a:pt x="3399" y="4566"/>
                  </a:cubicBezTo>
                  <a:cubicBezTo>
                    <a:pt x="3013" y="4156"/>
                    <a:pt x="2700" y="3746"/>
                    <a:pt x="2411" y="3361"/>
                  </a:cubicBezTo>
                  <a:cubicBezTo>
                    <a:pt x="2097" y="2951"/>
                    <a:pt x="1905" y="2445"/>
                    <a:pt x="1808" y="1939"/>
                  </a:cubicBezTo>
                  <a:cubicBezTo>
                    <a:pt x="1808" y="1337"/>
                    <a:pt x="2001" y="830"/>
                    <a:pt x="2411" y="541"/>
                  </a:cubicBezTo>
                  <a:cubicBezTo>
                    <a:pt x="2701" y="305"/>
                    <a:pt x="3060" y="192"/>
                    <a:pt x="3436" y="192"/>
                  </a:cubicBezTo>
                  <a:close/>
                  <a:moveTo>
                    <a:pt x="3443" y="1"/>
                  </a:moveTo>
                  <a:cubicBezTo>
                    <a:pt x="3032" y="1"/>
                    <a:pt x="2604" y="131"/>
                    <a:pt x="2290" y="445"/>
                  </a:cubicBezTo>
                  <a:cubicBezTo>
                    <a:pt x="2097" y="541"/>
                    <a:pt x="1905" y="830"/>
                    <a:pt x="1688" y="1047"/>
                  </a:cubicBezTo>
                  <a:cubicBezTo>
                    <a:pt x="1591" y="1337"/>
                    <a:pt x="1591" y="1650"/>
                    <a:pt x="1591" y="1939"/>
                  </a:cubicBezTo>
                  <a:cubicBezTo>
                    <a:pt x="1688" y="2445"/>
                    <a:pt x="1905" y="2951"/>
                    <a:pt x="2194" y="3457"/>
                  </a:cubicBezTo>
                  <a:cubicBezTo>
                    <a:pt x="2507" y="3843"/>
                    <a:pt x="2893" y="4252"/>
                    <a:pt x="3206" y="4662"/>
                  </a:cubicBezTo>
                  <a:cubicBezTo>
                    <a:pt x="3688" y="5085"/>
                    <a:pt x="4179" y="5474"/>
                    <a:pt x="4710" y="5778"/>
                  </a:cubicBezTo>
                  <a:lnTo>
                    <a:pt x="4710" y="5778"/>
                  </a:lnTo>
                  <a:cubicBezTo>
                    <a:pt x="4490" y="6080"/>
                    <a:pt x="4246" y="6371"/>
                    <a:pt x="4001" y="6662"/>
                  </a:cubicBezTo>
                  <a:cubicBezTo>
                    <a:pt x="3206" y="7457"/>
                    <a:pt x="2194" y="8060"/>
                    <a:pt x="1206" y="8469"/>
                  </a:cubicBezTo>
                  <a:cubicBezTo>
                    <a:pt x="2290" y="8180"/>
                    <a:pt x="3302" y="7578"/>
                    <a:pt x="4098" y="6758"/>
                  </a:cubicBezTo>
                  <a:cubicBezTo>
                    <a:pt x="4350" y="6458"/>
                    <a:pt x="4602" y="6158"/>
                    <a:pt x="4831" y="5845"/>
                  </a:cubicBezTo>
                  <a:lnTo>
                    <a:pt x="4831" y="5845"/>
                  </a:lnTo>
                  <a:cubicBezTo>
                    <a:pt x="5140" y="6013"/>
                    <a:pt x="5464" y="6152"/>
                    <a:pt x="5809" y="6252"/>
                  </a:cubicBezTo>
                  <a:cubicBezTo>
                    <a:pt x="6616" y="6554"/>
                    <a:pt x="7447" y="6704"/>
                    <a:pt x="8276" y="6704"/>
                  </a:cubicBezTo>
                  <a:cubicBezTo>
                    <a:pt x="9104" y="6704"/>
                    <a:pt x="9929" y="6554"/>
                    <a:pt x="10724" y="6252"/>
                  </a:cubicBezTo>
                  <a:cubicBezTo>
                    <a:pt x="11833" y="5867"/>
                    <a:pt x="12845" y="5264"/>
                    <a:pt x="13544" y="4349"/>
                  </a:cubicBezTo>
                  <a:lnTo>
                    <a:pt x="13544" y="4349"/>
                  </a:lnTo>
                  <a:cubicBezTo>
                    <a:pt x="12749" y="5168"/>
                    <a:pt x="11737" y="5770"/>
                    <a:pt x="10724" y="6156"/>
                  </a:cubicBezTo>
                  <a:cubicBezTo>
                    <a:pt x="10026" y="6469"/>
                    <a:pt x="9230" y="6566"/>
                    <a:pt x="8435" y="6566"/>
                  </a:cubicBezTo>
                  <a:cubicBezTo>
                    <a:pt x="7519" y="6566"/>
                    <a:pt x="6724" y="6469"/>
                    <a:pt x="5809" y="6156"/>
                  </a:cubicBezTo>
                  <a:cubicBezTo>
                    <a:pt x="5504" y="6024"/>
                    <a:pt x="5209" y="5879"/>
                    <a:pt x="4923" y="5716"/>
                  </a:cubicBezTo>
                  <a:lnTo>
                    <a:pt x="4923" y="5716"/>
                  </a:lnTo>
                  <a:cubicBezTo>
                    <a:pt x="5115" y="5442"/>
                    <a:pt x="5287" y="5157"/>
                    <a:pt x="5423" y="4855"/>
                  </a:cubicBezTo>
                  <a:cubicBezTo>
                    <a:pt x="5809" y="3963"/>
                    <a:pt x="6025" y="3047"/>
                    <a:pt x="5809" y="2156"/>
                  </a:cubicBezTo>
                  <a:cubicBezTo>
                    <a:pt x="5712" y="1650"/>
                    <a:pt x="5519" y="1144"/>
                    <a:pt x="5206" y="830"/>
                  </a:cubicBezTo>
                  <a:cubicBezTo>
                    <a:pt x="4821" y="445"/>
                    <a:pt x="4411" y="132"/>
                    <a:pt x="3808" y="35"/>
                  </a:cubicBezTo>
                  <a:cubicBezTo>
                    <a:pt x="3690" y="13"/>
                    <a:pt x="3567" y="1"/>
                    <a:pt x="3443" y="1"/>
                  </a:cubicBezTo>
                  <a:close/>
                  <a:moveTo>
                    <a:pt x="1206" y="8469"/>
                  </a:moveTo>
                  <a:cubicBezTo>
                    <a:pt x="893" y="8469"/>
                    <a:pt x="603" y="8566"/>
                    <a:pt x="290" y="8662"/>
                  </a:cubicBezTo>
                  <a:cubicBezTo>
                    <a:pt x="603" y="8662"/>
                    <a:pt x="893" y="8566"/>
                    <a:pt x="1206" y="8469"/>
                  </a:cubicBezTo>
                  <a:close/>
                  <a:moveTo>
                    <a:pt x="290" y="8662"/>
                  </a:moveTo>
                  <a:cubicBezTo>
                    <a:pt x="194" y="8662"/>
                    <a:pt x="97" y="8662"/>
                    <a:pt x="1" y="8783"/>
                  </a:cubicBezTo>
                  <a:cubicBezTo>
                    <a:pt x="97" y="8783"/>
                    <a:pt x="194" y="8783"/>
                    <a:pt x="290" y="866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4"/>
            <p:cNvSpPr/>
            <p:nvPr/>
          </p:nvSpPr>
          <p:spPr>
            <a:xfrm>
              <a:off x="6355580" y="3758425"/>
              <a:ext cx="16366" cy="800835"/>
            </a:xfrm>
            <a:custGeom>
              <a:avLst/>
              <a:gdLst/>
              <a:ahLst/>
              <a:cxnLst/>
              <a:rect l="l" t="t" r="r" b="b"/>
              <a:pathLst>
                <a:path w="1302" h="63710" extrusionOk="0">
                  <a:moveTo>
                    <a:pt x="72" y="1"/>
                  </a:moveTo>
                  <a:cubicBezTo>
                    <a:pt x="43" y="1"/>
                    <a:pt x="0" y="44"/>
                    <a:pt x="0" y="44"/>
                  </a:cubicBezTo>
                  <a:cubicBezTo>
                    <a:pt x="0" y="140"/>
                    <a:pt x="97" y="140"/>
                    <a:pt x="97" y="140"/>
                  </a:cubicBezTo>
                  <a:lnTo>
                    <a:pt x="217" y="140"/>
                  </a:lnTo>
                  <a:cubicBezTo>
                    <a:pt x="217" y="44"/>
                    <a:pt x="217" y="44"/>
                    <a:pt x="97" y="44"/>
                  </a:cubicBezTo>
                  <a:cubicBezTo>
                    <a:pt x="97" y="12"/>
                    <a:pt x="86" y="1"/>
                    <a:pt x="72" y="1"/>
                  </a:cubicBezTo>
                  <a:close/>
                  <a:moveTo>
                    <a:pt x="97" y="2646"/>
                  </a:moveTo>
                  <a:cubicBezTo>
                    <a:pt x="0" y="4261"/>
                    <a:pt x="0" y="6671"/>
                    <a:pt x="97" y="9683"/>
                  </a:cubicBezTo>
                  <a:cubicBezTo>
                    <a:pt x="97" y="15707"/>
                    <a:pt x="313" y="24045"/>
                    <a:pt x="506" y="33178"/>
                  </a:cubicBezTo>
                  <a:cubicBezTo>
                    <a:pt x="819" y="42311"/>
                    <a:pt x="1012" y="50649"/>
                    <a:pt x="1109" y="56673"/>
                  </a:cubicBezTo>
                  <a:cubicBezTo>
                    <a:pt x="1205" y="59589"/>
                    <a:pt x="1205" y="62095"/>
                    <a:pt x="1301" y="63710"/>
                  </a:cubicBezTo>
                  <a:lnTo>
                    <a:pt x="1301" y="56673"/>
                  </a:lnTo>
                  <a:cubicBezTo>
                    <a:pt x="1109" y="50649"/>
                    <a:pt x="1012" y="42311"/>
                    <a:pt x="699" y="33178"/>
                  </a:cubicBezTo>
                  <a:cubicBezTo>
                    <a:pt x="506" y="24045"/>
                    <a:pt x="313" y="15707"/>
                    <a:pt x="217" y="9683"/>
                  </a:cubicBezTo>
                  <a:cubicBezTo>
                    <a:pt x="217" y="6767"/>
                    <a:pt x="217" y="4261"/>
                    <a:pt x="97" y="2646"/>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4"/>
            <p:cNvSpPr/>
            <p:nvPr/>
          </p:nvSpPr>
          <p:spPr>
            <a:xfrm>
              <a:off x="6365874" y="4073377"/>
              <a:ext cx="184176" cy="182969"/>
            </a:xfrm>
            <a:custGeom>
              <a:avLst/>
              <a:gdLst/>
              <a:ahLst/>
              <a:cxnLst/>
              <a:rect l="l" t="t" r="r" b="b"/>
              <a:pathLst>
                <a:path w="14652" h="14556" extrusionOk="0">
                  <a:moveTo>
                    <a:pt x="12748" y="0"/>
                  </a:moveTo>
                  <a:cubicBezTo>
                    <a:pt x="11736" y="0"/>
                    <a:pt x="10724" y="795"/>
                    <a:pt x="10025" y="1494"/>
                  </a:cubicBezTo>
                  <a:cubicBezTo>
                    <a:pt x="9326" y="2193"/>
                    <a:pt x="8627" y="2892"/>
                    <a:pt x="7929" y="3494"/>
                  </a:cubicBezTo>
                  <a:cubicBezTo>
                    <a:pt x="8025" y="3615"/>
                    <a:pt x="8121" y="3615"/>
                    <a:pt x="8314" y="3711"/>
                  </a:cubicBezTo>
                  <a:cubicBezTo>
                    <a:pt x="8627" y="3807"/>
                    <a:pt x="8917" y="4000"/>
                    <a:pt x="9230" y="4097"/>
                  </a:cubicBezTo>
                  <a:cubicBezTo>
                    <a:pt x="9519" y="4314"/>
                    <a:pt x="9736" y="4410"/>
                    <a:pt x="10025" y="4603"/>
                  </a:cubicBezTo>
                  <a:cubicBezTo>
                    <a:pt x="10242" y="4699"/>
                    <a:pt x="10435" y="4916"/>
                    <a:pt x="10628" y="5012"/>
                  </a:cubicBezTo>
                  <a:cubicBezTo>
                    <a:pt x="10724" y="5205"/>
                    <a:pt x="10941" y="5302"/>
                    <a:pt x="11037" y="5422"/>
                  </a:cubicBezTo>
                  <a:cubicBezTo>
                    <a:pt x="11134" y="5518"/>
                    <a:pt x="11230" y="5518"/>
                    <a:pt x="11230" y="5615"/>
                  </a:cubicBezTo>
                  <a:cubicBezTo>
                    <a:pt x="11447" y="5518"/>
                    <a:pt x="11640" y="5302"/>
                    <a:pt x="11832" y="5205"/>
                  </a:cubicBezTo>
                  <a:cubicBezTo>
                    <a:pt x="12748" y="4603"/>
                    <a:pt x="13640" y="3904"/>
                    <a:pt x="14146" y="3012"/>
                  </a:cubicBezTo>
                  <a:cubicBezTo>
                    <a:pt x="14652" y="2000"/>
                    <a:pt x="14459" y="699"/>
                    <a:pt x="13543" y="193"/>
                  </a:cubicBezTo>
                  <a:cubicBezTo>
                    <a:pt x="13351" y="0"/>
                    <a:pt x="13037" y="0"/>
                    <a:pt x="12748" y="0"/>
                  </a:cubicBezTo>
                  <a:close/>
                  <a:moveTo>
                    <a:pt x="7712" y="3711"/>
                  </a:moveTo>
                  <a:cubicBezTo>
                    <a:pt x="5302" y="5904"/>
                    <a:pt x="2699" y="8025"/>
                    <a:pt x="0" y="9832"/>
                  </a:cubicBezTo>
                  <a:cubicBezTo>
                    <a:pt x="0" y="11446"/>
                    <a:pt x="97" y="13037"/>
                    <a:pt x="97" y="14555"/>
                  </a:cubicBezTo>
                  <a:cubicBezTo>
                    <a:pt x="2892" y="12338"/>
                    <a:pt x="5615" y="10025"/>
                    <a:pt x="8435" y="7832"/>
                  </a:cubicBezTo>
                  <a:cubicBezTo>
                    <a:pt x="9326" y="7109"/>
                    <a:pt x="10242" y="6314"/>
                    <a:pt x="11230" y="5615"/>
                  </a:cubicBezTo>
                  <a:cubicBezTo>
                    <a:pt x="11037" y="5518"/>
                    <a:pt x="10628" y="5109"/>
                    <a:pt x="9929" y="4699"/>
                  </a:cubicBezTo>
                  <a:cubicBezTo>
                    <a:pt x="9736" y="4603"/>
                    <a:pt x="9423" y="4410"/>
                    <a:pt x="9133" y="4314"/>
                  </a:cubicBezTo>
                  <a:cubicBezTo>
                    <a:pt x="8917" y="4097"/>
                    <a:pt x="8531" y="4000"/>
                    <a:pt x="8218" y="3807"/>
                  </a:cubicBezTo>
                  <a:cubicBezTo>
                    <a:pt x="8025" y="3807"/>
                    <a:pt x="7929" y="3711"/>
                    <a:pt x="7712" y="371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4"/>
            <p:cNvSpPr/>
            <p:nvPr/>
          </p:nvSpPr>
          <p:spPr>
            <a:xfrm>
              <a:off x="6462797" y="4117294"/>
              <a:ext cx="44234" cy="26661"/>
            </a:xfrm>
            <a:custGeom>
              <a:avLst/>
              <a:gdLst/>
              <a:ahLst/>
              <a:cxnLst/>
              <a:rect l="l" t="t" r="r" b="b"/>
              <a:pathLst>
                <a:path w="3519" h="2121" extrusionOk="0">
                  <a:moveTo>
                    <a:pt x="218" y="0"/>
                  </a:moveTo>
                  <a:lnTo>
                    <a:pt x="1" y="217"/>
                  </a:lnTo>
                  <a:cubicBezTo>
                    <a:pt x="218" y="217"/>
                    <a:pt x="314" y="313"/>
                    <a:pt x="507" y="313"/>
                  </a:cubicBezTo>
                  <a:cubicBezTo>
                    <a:pt x="820" y="506"/>
                    <a:pt x="1206" y="603"/>
                    <a:pt x="1422" y="820"/>
                  </a:cubicBezTo>
                  <a:cubicBezTo>
                    <a:pt x="1712" y="916"/>
                    <a:pt x="2025" y="1109"/>
                    <a:pt x="2218" y="1205"/>
                  </a:cubicBezTo>
                  <a:cubicBezTo>
                    <a:pt x="2917" y="1615"/>
                    <a:pt x="3326" y="2024"/>
                    <a:pt x="3519" y="2121"/>
                  </a:cubicBezTo>
                  <a:cubicBezTo>
                    <a:pt x="3519" y="2024"/>
                    <a:pt x="3423" y="2024"/>
                    <a:pt x="3326" y="1928"/>
                  </a:cubicBezTo>
                  <a:cubicBezTo>
                    <a:pt x="3230" y="1808"/>
                    <a:pt x="3013" y="1711"/>
                    <a:pt x="2917" y="1518"/>
                  </a:cubicBezTo>
                  <a:cubicBezTo>
                    <a:pt x="2724" y="1422"/>
                    <a:pt x="2531" y="1205"/>
                    <a:pt x="2314" y="1109"/>
                  </a:cubicBezTo>
                  <a:cubicBezTo>
                    <a:pt x="2025" y="916"/>
                    <a:pt x="1808" y="820"/>
                    <a:pt x="1519" y="603"/>
                  </a:cubicBezTo>
                  <a:cubicBezTo>
                    <a:pt x="1206" y="506"/>
                    <a:pt x="916" y="313"/>
                    <a:pt x="603" y="217"/>
                  </a:cubicBezTo>
                  <a:cubicBezTo>
                    <a:pt x="410" y="121"/>
                    <a:pt x="314" y="121"/>
                    <a:pt x="218"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4"/>
            <p:cNvSpPr/>
            <p:nvPr/>
          </p:nvSpPr>
          <p:spPr>
            <a:xfrm>
              <a:off x="6471884" y="4171807"/>
              <a:ext cx="13" cy="13"/>
            </a:xfrm>
            <a:custGeom>
              <a:avLst/>
              <a:gdLst/>
              <a:ahLst/>
              <a:cxnLst/>
              <a:rect l="l" t="t" r="r" b="b"/>
              <a:pathLst>
                <a:path w="1" h="1" extrusionOk="0">
                  <a:moveTo>
                    <a:pt x="1" y="1"/>
                  </a:moveTo>
                  <a:lnTo>
                    <a:pt x="1" y="1"/>
                  </a:lnTo>
                  <a:lnTo>
                    <a:pt x="1" y="1"/>
                  </a:ln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4"/>
            <p:cNvSpPr/>
            <p:nvPr/>
          </p:nvSpPr>
          <p:spPr>
            <a:xfrm>
              <a:off x="6222006" y="4199372"/>
              <a:ext cx="142368" cy="140256"/>
            </a:xfrm>
            <a:custGeom>
              <a:avLst/>
              <a:gdLst/>
              <a:ahLst/>
              <a:cxnLst/>
              <a:rect l="l" t="t" r="r" b="b"/>
              <a:pathLst>
                <a:path w="11326" h="11158" extrusionOk="0">
                  <a:moveTo>
                    <a:pt x="11230" y="1"/>
                  </a:moveTo>
                  <a:cubicBezTo>
                    <a:pt x="9736" y="1013"/>
                    <a:pt x="8217" y="2025"/>
                    <a:pt x="6627" y="2916"/>
                  </a:cubicBezTo>
                  <a:cubicBezTo>
                    <a:pt x="7109" y="3712"/>
                    <a:pt x="7422" y="4627"/>
                    <a:pt x="7519" y="5519"/>
                  </a:cubicBezTo>
                  <a:cubicBezTo>
                    <a:pt x="7519" y="5640"/>
                    <a:pt x="7615" y="5832"/>
                    <a:pt x="7615" y="5929"/>
                  </a:cubicBezTo>
                  <a:lnTo>
                    <a:pt x="7615" y="6242"/>
                  </a:lnTo>
                  <a:cubicBezTo>
                    <a:pt x="7615" y="6121"/>
                    <a:pt x="7615" y="6025"/>
                    <a:pt x="7519" y="5929"/>
                  </a:cubicBezTo>
                  <a:lnTo>
                    <a:pt x="7519" y="5519"/>
                  </a:lnTo>
                  <a:cubicBezTo>
                    <a:pt x="7326" y="4627"/>
                    <a:pt x="7012" y="3832"/>
                    <a:pt x="6506" y="3013"/>
                  </a:cubicBezTo>
                  <a:cubicBezTo>
                    <a:pt x="5012" y="3929"/>
                    <a:pt x="3398" y="4820"/>
                    <a:pt x="2193" y="6121"/>
                  </a:cubicBezTo>
                  <a:cubicBezTo>
                    <a:pt x="892" y="7447"/>
                    <a:pt x="0" y="9254"/>
                    <a:pt x="289" y="11061"/>
                  </a:cubicBezTo>
                  <a:lnTo>
                    <a:pt x="699" y="11158"/>
                  </a:lnTo>
                  <a:cubicBezTo>
                    <a:pt x="4603" y="9543"/>
                    <a:pt x="8025" y="7134"/>
                    <a:pt x="11326" y="4627"/>
                  </a:cubicBezTo>
                  <a:cubicBezTo>
                    <a:pt x="11326" y="3109"/>
                    <a:pt x="11230" y="1615"/>
                    <a:pt x="11230" y="1"/>
                  </a:cubicBezTo>
                  <a:close/>
                </a:path>
              </a:pathLst>
            </a:custGeom>
            <a:solidFill>
              <a:srgbClr val="A0B2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4"/>
            <p:cNvSpPr/>
            <p:nvPr/>
          </p:nvSpPr>
          <p:spPr>
            <a:xfrm>
              <a:off x="6303782" y="4236024"/>
              <a:ext cx="13940" cy="41808"/>
            </a:xfrm>
            <a:custGeom>
              <a:avLst/>
              <a:gdLst/>
              <a:ahLst/>
              <a:cxnLst/>
              <a:rect l="l" t="t" r="r" b="b"/>
              <a:pathLst>
                <a:path w="1109" h="3326" extrusionOk="0">
                  <a:moveTo>
                    <a:pt x="121" y="0"/>
                  </a:moveTo>
                  <a:lnTo>
                    <a:pt x="0" y="97"/>
                  </a:lnTo>
                  <a:cubicBezTo>
                    <a:pt x="506" y="916"/>
                    <a:pt x="820" y="1711"/>
                    <a:pt x="1013" y="2603"/>
                  </a:cubicBezTo>
                  <a:cubicBezTo>
                    <a:pt x="916" y="1711"/>
                    <a:pt x="603" y="796"/>
                    <a:pt x="121" y="0"/>
                  </a:cubicBezTo>
                  <a:close/>
                  <a:moveTo>
                    <a:pt x="1013" y="2603"/>
                  </a:moveTo>
                  <a:lnTo>
                    <a:pt x="1013" y="3013"/>
                  </a:lnTo>
                  <a:cubicBezTo>
                    <a:pt x="1109" y="3109"/>
                    <a:pt x="1109" y="3205"/>
                    <a:pt x="1109" y="3326"/>
                  </a:cubicBezTo>
                  <a:lnTo>
                    <a:pt x="1109" y="3013"/>
                  </a:lnTo>
                  <a:cubicBezTo>
                    <a:pt x="1109" y="2916"/>
                    <a:pt x="1013" y="2724"/>
                    <a:pt x="1013" y="2603"/>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4"/>
            <p:cNvSpPr/>
            <p:nvPr/>
          </p:nvSpPr>
          <p:spPr>
            <a:xfrm>
              <a:off x="6363147" y="4196946"/>
              <a:ext cx="3947" cy="60600"/>
            </a:xfrm>
            <a:custGeom>
              <a:avLst/>
              <a:gdLst/>
              <a:ahLst/>
              <a:cxnLst/>
              <a:rect l="l" t="t" r="r" b="b"/>
              <a:pathLst>
                <a:path w="314" h="4821" extrusionOk="0">
                  <a:moveTo>
                    <a:pt x="217" y="1"/>
                  </a:moveTo>
                  <a:cubicBezTo>
                    <a:pt x="97" y="97"/>
                    <a:pt x="1" y="97"/>
                    <a:pt x="1" y="194"/>
                  </a:cubicBezTo>
                  <a:cubicBezTo>
                    <a:pt x="1" y="1808"/>
                    <a:pt x="97" y="3302"/>
                    <a:pt x="97" y="4820"/>
                  </a:cubicBezTo>
                  <a:cubicBezTo>
                    <a:pt x="217" y="4820"/>
                    <a:pt x="217" y="4724"/>
                    <a:pt x="314" y="4724"/>
                  </a:cubicBezTo>
                  <a:cubicBezTo>
                    <a:pt x="314" y="3206"/>
                    <a:pt x="217" y="1615"/>
                    <a:pt x="217" y="1"/>
                  </a:cubicBezTo>
                  <a:close/>
                </a:path>
              </a:pathLst>
            </a:custGeom>
            <a:solidFill>
              <a:srgbClr val="1B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4"/>
            <p:cNvSpPr/>
            <p:nvPr/>
          </p:nvSpPr>
          <p:spPr>
            <a:xfrm>
              <a:off x="6190193" y="4077009"/>
              <a:ext cx="408940" cy="261909"/>
            </a:xfrm>
            <a:custGeom>
              <a:avLst/>
              <a:gdLst/>
              <a:ahLst/>
              <a:cxnLst/>
              <a:rect l="l" t="t" r="r" b="b"/>
              <a:pathLst>
                <a:path w="32533" h="20836" extrusionOk="0">
                  <a:moveTo>
                    <a:pt x="32533" y="0"/>
                  </a:moveTo>
                  <a:lnTo>
                    <a:pt x="32436" y="97"/>
                  </a:lnTo>
                  <a:cubicBezTo>
                    <a:pt x="32533" y="97"/>
                    <a:pt x="32533" y="0"/>
                    <a:pt x="32533" y="0"/>
                  </a:cubicBezTo>
                  <a:close/>
                  <a:moveTo>
                    <a:pt x="32243" y="313"/>
                  </a:moveTo>
                  <a:lnTo>
                    <a:pt x="31328" y="916"/>
                  </a:lnTo>
                  <a:lnTo>
                    <a:pt x="27930" y="3422"/>
                  </a:lnTo>
                  <a:lnTo>
                    <a:pt x="16676" y="11639"/>
                  </a:lnTo>
                  <a:lnTo>
                    <a:pt x="10556" y="16170"/>
                  </a:lnTo>
                  <a:lnTo>
                    <a:pt x="7833" y="18170"/>
                  </a:lnTo>
                  <a:cubicBezTo>
                    <a:pt x="7037" y="18772"/>
                    <a:pt x="6242" y="19375"/>
                    <a:pt x="5423" y="19881"/>
                  </a:cubicBezTo>
                  <a:cubicBezTo>
                    <a:pt x="4724" y="20290"/>
                    <a:pt x="4025" y="20483"/>
                    <a:pt x="3230" y="20676"/>
                  </a:cubicBezTo>
                  <a:cubicBezTo>
                    <a:pt x="3050" y="20712"/>
                    <a:pt x="2869" y="20727"/>
                    <a:pt x="2689" y="20727"/>
                  </a:cubicBezTo>
                  <a:cubicBezTo>
                    <a:pt x="2267" y="20727"/>
                    <a:pt x="1845" y="20647"/>
                    <a:pt x="1423" y="20580"/>
                  </a:cubicBezTo>
                  <a:cubicBezTo>
                    <a:pt x="917" y="20483"/>
                    <a:pt x="410" y="20290"/>
                    <a:pt x="1" y="19977"/>
                  </a:cubicBezTo>
                  <a:lnTo>
                    <a:pt x="1" y="19977"/>
                  </a:lnTo>
                  <a:cubicBezTo>
                    <a:pt x="121" y="20074"/>
                    <a:pt x="218" y="20194"/>
                    <a:pt x="314" y="20194"/>
                  </a:cubicBezTo>
                  <a:cubicBezTo>
                    <a:pt x="724" y="20387"/>
                    <a:pt x="1013" y="20580"/>
                    <a:pt x="1423" y="20676"/>
                  </a:cubicBezTo>
                  <a:cubicBezTo>
                    <a:pt x="1853" y="20762"/>
                    <a:pt x="2283" y="20836"/>
                    <a:pt x="2714" y="20836"/>
                  </a:cubicBezTo>
                  <a:cubicBezTo>
                    <a:pt x="2886" y="20836"/>
                    <a:pt x="3058" y="20824"/>
                    <a:pt x="3230" y="20796"/>
                  </a:cubicBezTo>
                  <a:cubicBezTo>
                    <a:pt x="4025" y="20676"/>
                    <a:pt x="4820" y="20387"/>
                    <a:pt x="5543" y="19977"/>
                  </a:cubicBezTo>
                  <a:cubicBezTo>
                    <a:pt x="6339" y="19471"/>
                    <a:pt x="7134" y="18989"/>
                    <a:pt x="7953" y="18387"/>
                  </a:cubicBezTo>
                  <a:lnTo>
                    <a:pt x="10652" y="16363"/>
                  </a:lnTo>
                  <a:lnTo>
                    <a:pt x="16773" y="11856"/>
                  </a:lnTo>
                  <a:lnTo>
                    <a:pt x="27930" y="3518"/>
                  </a:lnTo>
                  <a:lnTo>
                    <a:pt x="31328" y="1012"/>
                  </a:lnTo>
                  <a:lnTo>
                    <a:pt x="32243" y="313"/>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4"/>
            <p:cNvSpPr/>
            <p:nvPr/>
          </p:nvSpPr>
          <p:spPr>
            <a:xfrm>
              <a:off x="6071764" y="2851507"/>
              <a:ext cx="511021" cy="559176"/>
            </a:xfrm>
            <a:custGeom>
              <a:avLst/>
              <a:gdLst/>
              <a:ahLst/>
              <a:cxnLst/>
              <a:rect l="l" t="t" r="r" b="b"/>
              <a:pathLst>
                <a:path w="40654" h="44485" extrusionOk="0">
                  <a:moveTo>
                    <a:pt x="20532" y="0"/>
                  </a:moveTo>
                  <a:cubicBezTo>
                    <a:pt x="19200" y="0"/>
                    <a:pt x="17869" y="506"/>
                    <a:pt x="16869" y="1518"/>
                  </a:cubicBezTo>
                  <a:cubicBezTo>
                    <a:pt x="16652" y="1711"/>
                    <a:pt x="16459" y="2024"/>
                    <a:pt x="16267" y="2314"/>
                  </a:cubicBezTo>
                  <a:cubicBezTo>
                    <a:pt x="15392" y="2136"/>
                    <a:pt x="14491" y="1949"/>
                    <a:pt x="13601" y="1949"/>
                  </a:cubicBezTo>
                  <a:cubicBezTo>
                    <a:pt x="13044" y="1949"/>
                    <a:pt x="12491" y="2022"/>
                    <a:pt x="11953" y="2217"/>
                  </a:cubicBezTo>
                  <a:cubicBezTo>
                    <a:pt x="10531" y="2627"/>
                    <a:pt x="9326" y="3832"/>
                    <a:pt x="9326" y="5229"/>
                  </a:cubicBezTo>
                  <a:cubicBezTo>
                    <a:pt x="9154" y="5206"/>
                    <a:pt x="8981" y="5194"/>
                    <a:pt x="8807" y="5194"/>
                  </a:cubicBezTo>
                  <a:cubicBezTo>
                    <a:pt x="7568" y="5194"/>
                    <a:pt x="6325" y="5787"/>
                    <a:pt x="5712" y="6844"/>
                  </a:cubicBezTo>
                  <a:cubicBezTo>
                    <a:pt x="4917" y="8049"/>
                    <a:pt x="4724" y="9446"/>
                    <a:pt x="5109" y="10844"/>
                  </a:cubicBezTo>
                  <a:cubicBezTo>
                    <a:pt x="4940" y="10804"/>
                    <a:pt x="4769" y="10784"/>
                    <a:pt x="4599" y="10784"/>
                  </a:cubicBezTo>
                  <a:cubicBezTo>
                    <a:pt x="3555" y="10784"/>
                    <a:pt x="2532" y="11506"/>
                    <a:pt x="2097" y="12459"/>
                  </a:cubicBezTo>
                  <a:cubicBezTo>
                    <a:pt x="1712" y="13664"/>
                    <a:pt x="1808" y="14965"/>
                    <a:pt x="2603" y="16073"/>
                  </a:cubicBezTo>
                  <a:cubicBezTo>
                    <a:pt x="507" y="17471"/>
                    <a:pt x="1" y="20700"/>
                    <a:pt x="1591" y="22604"/>
                  </a:cubicBezTo>
                  <a:cubicBezTo>
                    <a:pt x="1808" y="22797"/>
                    <a:pt x="2001" y="23110"/>
                    <a:pt x="2001" y="23399"/>
                  </a:cubicBezTo>
                  <a:cubicBezTo>
                    <a:pt x="2097" y="23592"/>
                    <a:pt x="2001" y="23809"/>
                    <a:pt x="2001" y="23905"/>
                  </a:cubicBezTo>
                  <a:cubicBezTo>
                    <a:pt x="1808" y="24797"/>
                    <a:pt x="2097" y="25712"/>
                    <a:pt x="2796" y="26315"/>
                  </a:cubicBezTo>
                  <a:cubicBezTo>
                    <a:pt x="3013" y="26411"/>
                    <a:pt x="3206" y="26604"/>
                    <a:pt x="3398" y="26821"/>
                  </a:cubicBezTo>
                  <a:cubicBezTo>
                    <a:pt x="3519" y="27110"/>
                    <a:pt x="3519" y="27423"/>
                    <a:pt x="3398" y="27809"/>
                  </a:cubicBezTo>
                  <a:cubicBezTo>
                    <a:pt x="3109" y="29327"/>
                    <a:pt x="3206" y="31327"/>
                    <a:pt x="4603" y="31930"/>
                  </a:cubicBezTo>
                  <a:cubicBezTo>
                    <a:pt x="3808" y="32436"/>
                    <a:pt x="3615" y="33544"/>
                    <a:pt x="3808" y="34436"/>
                  </a:cubicBezTo>
                  <a:cubicBezTo>
                    <a:pt x="4001" y="35351"/>
                    <a:pt x="4507" y="36147"/>
                    <a:pt x="5013" y="36966"/>
                  </a:cubicBezTo>
                  <a:cubicBezTo>
                    <a:pt x="5423" y="37858"/>
                    <a:pt x="5712" y="38773"/>
                    <a:pt x="6314" y="39665"/>
                  </a:cubicBezTo>
                  <a:cubicBezTo>
                    <a:pt x="6874" y="40404"/>
                    <a:pt x="7704" y="40976"/>
                    <a:pt x="8612" y="40976"/>
                  </a:cubicBezTo>
                  <a:cubicBezTo>
                    <a:pt x="8681" y="40976"/>
                    <a:pt x="8750" y="40973"/>
                    <a:pt x="8820" y="40966"/>
                  </a:cubicBezTo>
                  <a:lnTo>
                    <a:pt x="8820" y="40966"/>
                  </a:lnTo>
                  <a:cubicBezTo>
                    <a:pt x="8531" y="41279"/>
                    <a:pt x="8531" y="41785"/>
                    <a:pt x="8820" y="42075"/>
                  </a:cubicBezTo>
                  <a:cubicBezTo>
                    <a:pt x="9134" y="42388"/>
                    <a:pt x="9423" y="42581"/>
                    <a:pt x="9832" y="42677"/>
                  </a:cubicBezTo>
                  <a:cubicBezTo>
                    <a:pt x="11736" y="43472"/>
                    <a:pt x="13640" y="44292"/>
                    <a:pt x="15664" y="44484"/>
                  </a:cubicBezTo>
                  <a:cubicBezTo>
                    <a:pt x="16556" y="44484"/>
                    <a:pt x="17471" y="44484"/>
                    <a:pt x="18363" y="44388"/>
                  </a:cubicBezTo>
                  <a:lnTo>
                    <a:pt x="21785" y="44075"/>
                  </a:lnTo>
                  <a:cubicBezTo>
                    <a:pt x="23592" y="43978"/>
                    <a:pt x="25400" y="43882"/>
                    <a:pt x="26894" y="43183"/>
                  </a:cubicBezTo>
                  <a:cubicBezTo>
                    <a:pt x="28508" y="42484"/>
                    <a:pt x="29906" y="41063"/>
                    <a:pt x="30123" y="39255"/>
                  </a:cubicBezTo>
                  <a:lnTo>
                    <a:pt x="39762" y="15664"/>
                  </a:lnTo>
                  <a:cubicBezTo>
                    <a:pt x="40653" y="13664"/>
                    <a:pt x="40461" y="11254"/>
                    <a:pt x="39063" y="9350"/>
                  </a:cubicBezTo>
                  <a:cubicBezTo>
                    <a:pt x="38855" y="6455"/>
                    <a:pt x="36443" y="4206"/>
                    <a:pt x="33582" y="4206"/>
                  </a:cubicBezTo>
                  <a:cubicBezTo>
                    <a:pt x="33466" y="4206"/>
                    <a:pt x="33349" y="4210"/>
                    <a:pt x="33231" y="4217"/>
                  </a:cubicBezTo>
                  <a:cubicBezTo>
                    <a:pt x="32918" y="4314"/>
                    <a:pt x="32629" y="4314"/>
                    <a:pt x="32316" y="4434"/>
                  </a:cubicBezTo>
                  <a:cubicBezTo>
                    <a:pt x="32725" y="3711"/>
                    <a:pt x="32026" y="2916"/>
                    <a:pt x="31328" y="2506"/>
                  </a:cubicBezTo>
                  <a:cubicBezTo>
                    <a:pt x="29932" y="1587"/>
                    <a:pt x="28245" y="928"/>
                    <a:pt x="26623" y="928"/>
                  </a:cubicBezTo>
                  <a:cubicBezTo>
                    <a:pt x="25779" y="928"/>
                    <a:pt x="24953" y="1106"/>
                    <a:pt x="24195" y="1518"/>
                  </a:cubicBezTo>
                  <a:cubicBezTo>
                    <a:pt x="23195" y="506"/>
                    <a:pt x="21863" y="0"/>
                    <a:pt x="2053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4"/>
            <p:cNvSpPr/>
            <p:nvPr/>
          </p:nvSpPr>
          <p:spPr>
            <a:xfrm>
              <a:off x="6182626" y="2984579"/>
              <a:ext cx="376220" cy="654495"/>
            </a:xfrm>
            <a:custGeom>
              <a:avLst/>
              <a:gdLst/>
              <a:ahLst/>
              <a:cxnLst/>
              <a:rect l="l" t="t" r="r" b="b"/>
              <a:pathLst>
                <a:path w="29930" h="52068" extrusionOk="0">
                  <a:moveTo>
                    <a:pt x="18178" y="0"/>
                  </a:moveTo>
                  <a:cubicBezTo>
                    <a:pt x="17845" y="0"/>
                    <a:pt x="17512" y="21"/>
                    <a:pt x="17182" y="64"/>
                  </a:cubicBezTo>
                  <a:lnTo>
                    <a:pt x="0" y="3872"/>
                  </a:lnTo>
                  <a:lnTo>
                    <a:pt x="121" y="6691"/>
                  </a:lnTo>
                  <a:lnTo>
                    <a:pt x="1928" y="51561"/>
                  </a:lnTo>
                  <a:lnTo>
                    <a:pt x="21592" y="52067"/>
                  </a:lnTo>
                  <a:lnTo>
                    <a:pt x="21399" y="37705"/>
                  </a:lnTo>
                  <a:cubicBezTo>
                    <a:pt x="21399" y="37705"/>
                    <a:pt x="28219" y="36404"/>
                    <a:pt x="29327" y="27463"/>
                  </a:cubicBezTo>
                  <a:cubicBezTo>
                    <a:pt x="29930" y="22957"/>
                    <a:pt x="29424" y="15728"/>
                    <a:pt x="28918" y="9800"/>
                  </a:cubicBezTo>
                  <a:cubicBezTo>
                    <a:pt x="28466" y="4804"/>
                    <a:pt x="23222" y="0"/>
                    <a:pt x="18178"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4"/>
            <p:cNvSpPr/>
            <p:nvPr/>
          </p:nvSpPr>
          <p:spPr>
            <a:xfrm>
              <a:off x="6474310" y="3160450"/>
              <a:ext cx="59381" cy="15599"/>
            </a:xfrm>
            <a:custGeom>
              <a:avLst/>
              <a:gdLst/>
              <a:ahLst/>
              <a:cxnLst/>
              <a:rect l="l" t="t" r="r" b="b"/>
              <a:pathLst>
                <a:path w="4724" h="1241" extrusionOk="0">
                  <a:moveTo>
                    <a:pt x="2717" y="0"/>
                  </a:moveTo>
                  <a:cubicBezTo>
                    <a:pt x="2615" y="0"/>
                    <a:pt x="2513" y="8"/>
                    <a:pt x="2410" y="25"/>
                  </a:cubicBezTo>
                  <a:cubicBezTo>
                    <a:pt x="1711" y="25"/>
                    <a:pt x="1109" y="218"/>
                    <a:pt x="603" y="627"/>
                  </a:cubicBezTo>
                  <a:cubicBezTo>
                    <a:pt x="193" y="941"/>
                    <a:pt x="0" y="1133"/>
                    <a:pt x="97" y="1230"/>
                  </a:cubicBezTo>
                  <a:cubicBezTo>
                    <a:pt x="111" y="1237"/>
                    <a:pt x="129" y="1240"/>
                    <a:pt x="150" y="1240"/>
                  </a:cubicBezTo>
                  <a:cubicBezTo>
                    <a:pt x="414" y="1240"/>
                    <a:pt x="1205" y="724"/>
                    <a:pt x="2410" y="724"/>
                  </a:cubicBezTo>
                  <a:cubicBezTo>
                    <a:pt x="2500" y="717"/>
                    <a:pt x="2588" y="713"/>
                    <a:pt x="2674" y="713"/>
                  </a:cubicBezTo>
                  <a:cubicBezTo>
                    <a:pt x="3658" y="713"/>
                    <a:pt x="4389" y="1144"/>
                    <a:pt x="4588" y="1144"/>
                  </a:cubicBezTo>
                  <a:cubicBezTo>
                    <a:pt x="4605" y="1144"/>
                    <a:pt x="4618" y="1141"/>
                    <a:pt x="4627" y="1133"/>
                  </a:cubicBezTo>
                  <a:cubicBezTo>
                    <a:pt x="4724" y="1037"/>
                    <a:pt x="4507" y="724"/>
                    <a:pt x="4121" y="531"/>
                  </a:cubicBezTo>
                  <a:cubicBezTo>
                    <a:pt x="3701" y="191"/>
                    <a:pt x="3215" y="0"/>
                    <a:pt x="27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4"/>
            <p:cNvSpPr/>
            <p:nvPr/>
          </p:nvSpPr>
          <p:spPr>
            <a:xfrm>
              <a:off x="6316502" y="3168331"/>
              <a:ext cx="58174" cy="15625"/>
            </a:xfrm>
            <a:custGeom>
              <a:avLst/>
              <a:gdLst/>
              <a:ahLst/>
              <a:cxnLst/>
              <a:rect l="l" t="t" r="r" b="b"/>
              <a:pathLst>
                <a:path w="4628" h="1243" extrusionOk="0">
                  <a:moveTo>
                    <a:pt x="2314" y="0"/>
                  </a:moveTo>
                  <a:cubicBezTo>
                    <a:pt x="1711" y="0"/>
                    <a:pt x="1013" y="193"/>
                    <a:pt x="507" y="603"/>
                  </a:cubicBezTo>
                  <a:cubicBezTo>
                    <a:pt x="97" y="916"/>
                    <a:pt x="1" y="1205"/>
                    <a:pt x="97" y="1205"/>
                  </a:cubicBezTo>
                  <a:cubicBezTo>
                    <a:pt x="110" y="1232"/>
                    <a:pt x="138" y="1243"/>
                    <a:pt x="181" y="1243"/>
                  </a:cubicBezTo>
                  <a:cubicBezTo>
                    <a:pt x="449" y="1243"/>
                    <a:pt x="1273" y="782"/>
                    <a:pt x="2314" y="699"/>
                  </a:cubicBezTo>
                  <a:cubicBezTo>
                    <a:pt x="2404" y="692"/>
                    <a:pt x="2492" y="689"/>
                    <a:pt x="2578" y="689"/>
                  </a:cubicBezTo>
                  <a:cubicBezTo>
                    <a:pt x="3562" y="689"/>
                    <a:pt x="4299" y="1119"/>
                    <a:pt x="4568" y="1119"/>
                  </a:cubicBezTo>
                  <a:cubicBezTo>
                    <a:pt x="4591" y="1119"/>
                    <a:pt x="4611" y="1116"/>
                    <a:pt x="4627" y="1109"/>
                  </a:cubicBezTo>
                  <a:cubicBezTo>
                    <a:pt x="4627" y="1012"/>
                    <a:pt x="4531" y="796"/>
                    <a:pt x="4121" y="506"/>
                  </a:cubicBezTo>
                  <a:cubicBezTo>
                    <a:pt x="3615" y="97"/>
                    <a:pt x="3013" y="0"/>
                    <a:pt x="231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4"/>
            <p:cNvSpPr/>
            <p:nvPr/>
          </p:nvSpPr>
          <p:spPr>
            <a:xfrm>
              <a:off x="6418879" y="3148031"/>
              <a:ext cx="51512" cy="129383"/>
            </a:xfrm>
            <a:custGeom>
              <a:avLst/>
              <a:gdLst/>
              <a:ahLst/>
              <a:cxnLst/>
              <a:rect l="l" t="t" r="r" b="b"/>
              <a:pathLst>
                <a:path w="4098" h="10293" extrusionOk="0">
                  <a:moveTo>
                    <a:pt x="97" y="1"/>
                  </a:moveTo>
                  <a:lnTo>
                    <a:pt x="97" y="1"/>
                  </a:lnTo>
                  <a:cubicBezTo>
                    <a:pt x="1" y="121"/>
                    <a:pt x="989" y="2820"/>
                    <a:pt x="2410" y="6242"/>
                  </a:cubicBezTo>
                  <a:cubicBezTo>
                    <a:pt x="2699" y="7037"/>
                    <a:pt x="3109" y="7833"/>
                    <a:pt x="3398" y="8555"/>
                  </a:cubicBezTo>
                  <a:cubicBezTo>
                    <a:pt x="3615" y="8845"/>
                    <a:pt x="3615" y="9158"/>
                    <a:pt x="3615" y="9447"/>
                  </a:cubicBezTo>
                  <a:cubicBezTo>
                    <a:pt x="3615" y="9760"/>
                    <a:pt x="3302" y="9760"/>
                    <a:pt x="3013" y="9857"/>
                  </a:cubicBezTo>
                  <a:cubicBezTo>
                    <a:pt x="1687" y="10049"/>
                    <a:pt x="989" y="10146"/>
                    <a:pt x="989" y="10242"/>
                  </a:cubicBezTo>
                  <a:cubicBezTo>
                    <a:pt x="989" y="10278"/>
                    <a:pt x="1062" y="10293"/>
                    <a:pt x="1197" y="10293"/>
                  </a:cubicBezTo>
                  <a:cubicBezTo>
                    <a:pt x="1513" y="10293"/>
                    <a:pt x="2168" y="10213"/>
                    <a:pt x="3013" y="10146"/>
                  </a:cubicBezTo>
                  <a:cubicBezTo>
                    <a:pt x="3206" y="10146"/>
                    <a:pt x="3398" y="10146"/>
                    <a:pt x="3495" y="10049"/>
                  </a:cubicBezTo>
                  <a:cubicBezTo>
                    <a:pt x="3808" y="9953"/>
                    <a:pt x="4001" y="9857"/>
                    <a:pt x="4001" y="9543"/>
                  </a:cubicBezTo>
                  <a:cubicBezTo>
                    <a:pt x="4097" y="9158"/>
                    <a:pt x="4001" y="8748"/>
                    <a:pt x="3808" y="8339"/>
                  </a:cubicBezTo>
                  <a:cubicBezTo>
                    <a:pt x="3495" y="7640"/>
                    <a:pt x="3206" y="6845"/>
                    <a:pt x="2892" y="6025"/>
                  </a:cubicBezTo>
                  <a:cubicBezTo>
                    <a:pt x="1495" y="2627"/>
                    <a:pt x="193" y="1"/>
                    <a:pt x="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4"/>
            <p:cNvSpPr/>
            <p:nvPr/>
          </p:nvSpPr>
          <p:spPr>
            <a:xfrm>
              <a:off x="6296215" y="3424570"/>
              <a:ext cx="156610" cy="64710"/>
            </a:xfrm>
            <a:custGeom>
              <a:avLst/>
              <a:gdLst/>
              <a:ahLst/>
              <a:cxnLst/>
              <a:rect l="l" t="t" r="r" b="b"/>
              <a:pathLst>
                <a:path w="12459" h="5148" extrusionOk="0">
                  <a:moveTo>
                    <a:pt x="0" y="1"/>
                  </a:moveTo>
                  <a:cubicBezTo>
                    <a:pt x="0" y="1"/>
                    <a:pt x="2715" y="5147"/>
                    <a:pt x="10282" y="5147"/>
                  </a:cubicBezTo>
                  <a:cubicBezTo>
                    <a:pt x="10967" y="5147"/>
                    <a:pt x="11692" y="5105"/>
                    <a:pt x="12458" y="5013"/>
                  </a:cubicBezTo>
                  <a:lnTo>
                    <a:pt x="12362" y="2820"/>
                  </a:lnTo>
                  <a:cubicBezTo>
                    <a:pt x="12015" y="2836"/>
                    <a:pt x="11668" y="2844"/>
                    <a:pt x="11321" y="2844"/>
                  </a:cubicBezTo>
                  <a:cubicBezTo>
                    <a:pt x="7371" y="2844"/>
                    <a:pt x="3523" y="1840"/>
                    <a:pt x="0"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4"/>
            <p:cNvSpPr/>
            <p:nvPr/>
          </p:nvSpPr>
          <p:spPr>
            <a:xfrm>
              <a:off x="6383446" y="3288268"/>
              <a:ext cx="53020" cy="44246"/>
            </a:xfrm>
            <a:custGeom>
              <a:avLst/>
              <a:gdLst/>
              <a:ahLst/>
              <a:cxnLst/>
              <a:rect l="l" t="t" r="r" b="b"/>
              <a:pathLst>
                <a:path w="4218" h="3520" extrusionOk="0">
                  <a:moveTo>
                    <a:pt x="193" y="1"/>
                  </a:moveTo>
                  <a:cubicBezTo>
                    <a:pt x="97" y="1"/>
                    <a:pt x="0" y="411"/>
                    <a:pt x="97" y="893"/>
                  </a:cubicBezTo>
                  <a:cubicBezTo>
                    <a:pt x="193" y="1712"/>
                    <a:pt x="603" y="2314"/>
                    <a:pt x="1109" y="2820"/>
                  </a:cubicBezTo>
                  <a:cubicBezTo>
                    <a:pt x="1807" y="3302"/>
                    <a:pt x="2506" y="3519"/>
                    <a:pt x="3302" y="3519"/>
                  </a:cubicBezTo>
                  <a:cubicBezTo>
                    <a:pt x="3904" y="3423"/>
                    <a:pt x="4217" y="3302"/>
                    <a:pt x="4217" y="3206"/>
                  </a:cubicBezTo>
                  <a:cubicBezTo>
                    <a:pt x="4217" y="3013"/>
                    <a:pt x="2820" y="3206"/>
                    <a:pt x="1615" y="2314"/>
                  </a:cubicBezTo>
                  <a:cubicBezTo>
                    <a:pt x="506" y="1399"/>
                    <a:pt x="410" y="1"/>
                    <a:pt x="19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4"/>
            <p:cNvSpPr/>
            <p:nvPr/>
          </p:nvSpPr>
          <p:spPr>
            <a:xfrm>
              <a:off x="6302575" y="3109456"/>
              <a:ext cx="72102" cy="22274"/>
            </a:xfrm>
            <a:custGeom>
              <a:avLst/>
              <a:gdLst/>
              <a:ahLst/>
              <a:cxnLst/>
              <a:rect l="l" t="t" r="r" b="b"/>
              <a:pathLst>
                <a:path w="5736" h="1772" extrusionOk="0">
                  <a:moveTo>
                    <a:pt x="3305" y="1"/>
                  </a:moveTo>
                  <a:cubicBezTo>
                    <a:pt x="2357" y="1"/>
                    <a:pt x="1436" y="291"/>
                    <a:pt x="602" y="877"/>
                  </a:cubicBezTo>
                  <a:cubicBezTo>
                    <a:pt x="217" y="1166"/>
                    <a:pt x="0" y="1479"/>
                    <a:pt x="96" y="1672"/>
                  </a:cubicBezTo>
                  <a:cubicBezTo>
                    <a:pt x="145" y="1743"/>
                    <a:pt x="240" y="1772"/>
                    <a:pt x="374" y="1772"/>
                  </a:cubicBezTo>
                  <a:cubicBezTo>
                    <a:pt x="833" y="1772"/>
                    <a:pt x="1759" y="1430"/>
                    <a:pt x="2916" y="1262"/>
                  </a:cubicBezTo>
                  <a:cubicBezTo>
                    <a:pt x="4314" y="1070"/>
                    <a:pt x="5518" y="1166"/>
                    <a:pt x="5639" y="877"/>
                  </a:cubicBezTo>
                  <a:cubicBezTo>
                    <a:pt x="5735" y="660"/>
                    <a:pt x="5422" y="467"/>
                    <a:pt x="4916" y="274"/>
                  </a:cubicBezTo>
                  <a:cubicBezTo>
                    <a:pt x="4378" y="92"/>
                    <a:pt x="3838" y="1"/>
                    <a:pt x="330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4"/>
            <p:cNvSpPr/>
            <p:nvPr/>
          </p:nvSpPr>
          <p:spPr>
            <a:xfrm>
              <a:off x="6467950" y="3088138"/>
              <a:ext cx="54227" cy="16731"/>
            </a:xfrm>
            <a:custGeom>
              <a:avLst/>
              <a:gdLst/>
              <a:ahLst/>
              <a:cxnLst/>
              <a:rect l="l" t="t" r="r" b="b"/>
              <a:pathLst>
                <a:path w="4314" h="1331" extrusionOk="0">
                  <a:moveTo>
                    <a:pt x="2166" y="0"/>
                  </a:moveTo>
                  <a:cubicBezTo>
                    <a:pt x="1591" y="0"/>
                    <a:pt x="1012" y="151"/>
                    <a:pt x="506" y="452"/>
                  </a:cubicBezTo>
                  <a:cubicBezTo>
                    <a:pt x="97" y="766"/>
                    <a:pt x="0" y="1055"/>
                    <a:pt x="97" y="1151"/>
                  </a:cubicBezTo>
                  <a:cubicBezTo>
                    <a:pt x="194" y="1292"/>
                    <a:pt x="407" y="1330"/>
                    <a:pt x="713" y="1330"/>
                  </a:cubicBezTo>
                  <a:cubicBezTo>
                    <a:pt x="1090" y="1330"/>
                    <a:pt x="1606" y="1272"/>
                    <a:pt x="2217" y="1272"/>
                  </a:cubicBezTo>
                  <a:cubicBezTo>
                    <a:pt x="2393" y="1250"/>
                    <a:pt x="2562" y="1243"/>
                    <a:pt x="2724" y="1243"/>
                  </a:cubicBezTo>
                  <a:cubicBezTo>
                    <a:pt x="3148" y="1243"/>
                    <a:pt x="3518" y="1295"/>
                    <a:pt x="3789" y="1295"/>
                  </a:cubicBezTo>
                  <a:cubicBezTo>
                    <a:pt x="3998" y="1295"/>
                    <a:pt x="4148" y="1264"/>
                    <a:pt x="4217" y="1151"/>
                  </a:cubicBezTo>
                  <a:cubicBezTo>
                    <a:pt x="4314" y="1055"/>
                    <a:pt x="4217" y="766"/>
                    <a:pt x="3808" y="452"/>
                  </a:cubicBezTo>
                  <a:cubicBezTo>
                    <a:pt x="3314" y="151"/>
                    <a:pt x="2741" y="0"/>
                    <a:pt x="216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4"/>
            <p:cNvSpPr/>
            <p:nvPr/>
          </p:nvSpPr>
          <p:spPr>
            <a:xfrm>
              <a:off x="6303782" y="2910269"/>
              <a:ext cx="242337" cy="109208"/>
            </a:xfrm>
            <a:custGeom>
              <a:avLst/>
              <a:gdLst/>
              <a:ahLst/>
              <a:cxnLst/>
              <a:rect l="l" t="t" r="r" b="b"/>
              <a:pathLst>
                <a:path w="19279" h="8688" extrusionOk="0">
                  <a:moveTo>
                    <a:pt x="15676" y="0"/>
                  </a:moveTo>
                  <a:cubicBezTo>
                    <a:pt x="15200" y="0"/>
                    <a:pt x="14724" y="48"/>
                    <a:pt x="14266" y="145"/>
                  </a:cubicBezTo>
                  <a:cubicBezTo>
                    <a:pt x="13158" y="458"/>
                    <a:pt x="12266" y="1350"/>
                    <a:pt x="11664" y="2265"/>
                  </a:cubicBezTo>
                  <a:cubicBezTo>
                    <a:pt x="11760" y="1663"/>
                    <a:pt x="11447" y="964"/>
                    <a:pt x="10748" y="844"/>
                  </a:cubicBezTo>
                  <a:cubicBezTo>
                    <a:pt x="10538" y="776"/>
                    <a:pt x="10316" y="744"/>
                    <a:pt x="10095" y="744"/>
                  </a:cubicBezTo>
                  <a:cubicBezTo>
                    <a:pt x="9682" y="744"/>
                    <a:pt x="9270" y="856"/>
                    <a:pt x="8941" y="1060"/>
                  </a:cubicBezTo>
                  <a:cubicBezTo>
                    <a:pt x="8145" y="1566"/>
                    <a:pt x="7447" y="2169"/>
                    <a:pt x="6941" y="2964"/>
                  </a:cubicBezTo>
                  <a:cubicBezTo>
                    <a:pt x="5422" y="3061"/>
                    <a:pt x="4121" y="3976"/>
                    <a:pt x="3519" y="5374"/>
                  </a:cubicBezTo>
                  <a:cubicBezTo>
                    <a:pt x="3050" y="5099"/>
                    <a:pt x="2537" y="4965"/>
                    <a:pt x="2003" y="4965"/>
                  </a:cubicBezTo>
                  <a:cubicBezTo>
                    <a:pt x="1742" y="4965"/>
                    <a:pt x="1475" y="4997"/>
                    <a:pt x="1205" y="5061"/>
                  </a:cubicBezTo>
                  <a:cubicBezTo>
                    <a:pt x="916" y="5181"/>
                    <a:pt x="723" y="5374"/>
                    <a:pt x="506" y="5567"/>
                  </a:cubicBezTo>
                  <a:cubicBezTo>
                    <a:pt x="410" y="5784"/>
                    <a:pt x="506" y="6073"/>
                    <a:pt x="723" y="6266"/>
                  </a:cubicBezTo>
                  <a:lnTo>
                    <a:pt x="0" y="6266"/>
                  </a:lnTo>
                  <a:cubicBezTo>
                    <a:pt x="217" y="6988"/>
                    <a:pt x="603" y="7591"/>
                    <a:pt x="1205" y="8073"/>
                  </a:cubicBezTo>
                  <a:cubicBezTo>
                    <a:pt x="1469" y="8337"/>
                    <a:pt x="1871" y="8489"/>
                    <a:pt x="2267" y="8489"/>
                  </a:cubicBezTo>
                  <a:cubicBezTo>
                    <a:pt x="2630" y="8489"/>
                    <a:pt x="2987" y="8361"/>
                    <a:pt x="3230" y="8073"/>
                  </a:cubicBezTo>
                  <a:cubicBezTo>
                    <a:pt x="3579" y="8483"/>
                    <a:pt x="4079" y="8687"/>
                    <a:pt x="4579" y="8687"/>
                  </a:cubicBezTo>
                  <a:cubicBezTo>
                    <a:pt x="5079" y="8687"/>
                    <a:pt x="5579" y="8483"/>
                    <a:pt x="5928" y="8073"/>
                  </a:cubicBezTo>
                  <a:cubicBezTo>
                    <a:pt x="6025" y="7976"/>
                    <a:pt x="6145" y="7880"/>
                    <a:pt x="6242" y="7687"/>
                  </a:cubicBezTo>
                  <a:cubicBezTo>
                    <a:pt x="6731" y="8123"/>
                    <a:pt x="7379" y="8349"/>
                    <a:pt x="8027" y="8349"/>
                  </a:cubicBezTo>
                  <a:cubicBezTo>
                    <a:pt x="8562" y="8349"/>
                    <a:pt x="9097" y="8196"/>
                    <a:pt x="9543" y="7880"/>
                  </a:cubicBezTo>
                  <a:lnTo>
                    <a:pt x="12170" y="8290"/>
                  </a:lnTo>
                  <a:cubicBezTo>
                    <a:pt x="12495" y="8321"/>
                    <a:pt x="12843" y="8353"/>
                    <a:pt x="13182" y="8353"/>
                  </a:cubicBezTo>
                  <a:cubicBezTo>
                    <a:pt x="13875" y="8353"/>
                    <a:pt x="14529" y="8221"/>
                    <a:pt x="14869" y="7687"/>
                  </a:cubicBezTo>
                  <a:cubicBezTo>
                    <a:pt x="15061" y="7470"/>
                    <a:pt x="15182" y="7181"/>
                    <a:pt x="15278" y="7085"/>
                  </a:cubicBezTo>
                  <a:cubicBezTo>
                    <a:pt x="15471" y="7085"/>
                    <a:pt x="15632" y="7042"/>
                    <a:pt x="15775" y="7042"/>
                  </a:cubicBezTo>
                  <a:cubicBezTo>
                    <a:pt x="15846" y="7042"/>
                    <a:pt x="15913" y="7053"/>
                    <a:pt x="15977" y="7085"/>
                  </a:cubicBezTo>
                  <a:cubicBezTo>
                    <a:pt x="16772" y="7085"/>
                    <a:pt x="17471" y="6675"/>
                    <a:pt x="17881" y="5976"/>
                  </a:cubicBezTo>
                  <a:cubicBezTo>
                    <a:pt x="18387" y="5374"/>
                    <a:pt x="18580" y="4675"/>
                    <a:pt x="18797" y="3856"/>
                  </a:cubicBezTo>
                  <a:cubicBezTo>
                    <a:pt x="19086" y="2771"/>
                    <a:pt x="19279" y="1253"/>
                    <a:pt x="18387" y="554"/>
                  </a:cubicBezTo>
                  <a:cubicBezTo>
                    <a:pt x="17977" y="362"/>
                    <a:pt x="17592" y="241"/>
                    <a:pt x="17086" y="145"/>
                  </a:cubicBezTo>
                  <a:cubicBezTo>
                    <a:pt x="16628" y="48"/>
                    <a:pt x="16152" y="0"/>
                    <a:pt x="15676"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4"/>
            <p:cNvSpPr/>
            <p:nvPr/>
          </p:nvSpPr>
          <p:spPr>
            <a:xfrm>
              <a:off x="6406159" y="2951069"/>
              <a:ext cx="205683" cy="188248"/>
            </a:xfrm>
            <a:custGeom>
              <a:avLst/>
              <a:gdLst/>
              <a:ahLst/>
              <a:cxnLst/>
              <a:rect l="l" t="t" r="r" b="b"/>
              <a:pathLst>
                <a:path w="16363" h="14976" extrusionOk="0">
                  <a:moveTo>
                    <a:pt x="9500" y="0"/>
                  </a:moveTo>
                  <a:cubicBezTo>
                    <a:pt x="9443" y="0"/>
                    <a:pt x="9385" y="3"/>
                    <a:pt x="9326" y="7"/>
                  </a:cubicBezTo>
                  <a:cubicBezTo>
                    <a:pt x="8844" y="128"/>
                    <a:pt x="8338" y="321"/>
                    <a:pt x="7929" y="610"/>
                  </a:cubicBezTo>
                  <a:lnTo>
                    <a:pt x="507" y="3020"/>
                  </a:lnTo>
                  <a:cubicBezTo>
                    <a:pt x="0" y="4538"/>
                    <a:pt x="796" y="6249"/>
                    <a:pt x="2410" y="6755"/>
                  </a:cubicBezTo>
                  <a:cubicBezTo>
                    <a:pt x="2676" y="6841"/>
                    <a:pt x="2960" y="6884"/>
                    <a:pt x="3251" y="6884"/>
                  </a:cubicBezTo>
                  <a:cubicBezTo>
                    <a:pt x="3936" y="6884"/>
                    <a:pt x="4654" y="6643"/>
                    <a:pt x="5230" y="6152"/>
                  </a:cubicBezTo>
                  <a:cubicBezTo>
                    <a:pt x="5627" y="7226"/>
                    <a:pt x="6600" y="7824"/>
                    <a:pt x="7659" y="7824"/>
                  </a:cubicBezTo>
                  <a:cubicBezTo>
                    <a:pt x="7883" y="7824"/>
                    <a:pt x="8111" y="7797"/>
                    <a:pt x="8338" y="7743"/>
                  </a:cubicBezTo>
                  <a:cubicBezTo>
                    <a:pt x="8435" y="9261"/>
                    <a:pt x="9326" y="10658"/>
                    <a:pt x="10748" y="11357"/>
                  </a:cubicBezTo>
                  <a:cubicBezTo>
                    <a:pt x="10435" y="12177"/>
                    <a:pt x="10435" y="13068"/>
                    <a:pt x="10844" y="13767"/>
                  </a:cubicBezTo>
                  <a:cubicBezTo>
                    <a:pt x="11037" y="14273"/>
                    <a:pt x="11447" y="14683"/>
                    <a:pt x="11953" y="14876"/>
                  </a:cubicBezTo>
                  <a:cubicBezTo>
                    <a:pt x="12166" y="14944"/>
                    <a:pt x="12380" y="14976"/>
                    <a:pt x="12593" y="14976"/>
                  </a:cubicBezTo>
                  <a:cubicBezTo>
                    <a:pt x="12982" y="14976"/>
                    <a:pt x="13371" y="14870"/>
                    <a:pt x="13760" y="14683"/>
                  </a:cubicBezTo>
                  <a:cubicBezTo>
                    <a:pt x="14555" y="14273"/>
                    <a:pt x="15158" y="13574"/>
                    <a:pt x="15471" y="12779"/>
                  </a:cubicBezTo>
                  <a:cubicBezTo>
                    <a:pt x="15760" y="11863"/>
                    <a:pt x="15351" y="10851"/>
                    <a:pt x="14459" y="10466"/>
                  </a:cubicBezTo>
                  <a:cubicBezTo>
                    <a:pt x="15254" y="9767"/>
                    <a:pt x="15760" y="8851"/>
                    <a:pt x="16170" y="7839"/>
                  </a:cubicBezTo>
                  <a:cubicBezTo>
                    <a:pt x="16363" y="7357"/>
                    <a:pt x="16363" y="6634"/>
                    <a:pt x="16170" y="6152"/>
                  </a:cubicBezTo>
                  <a:cubicBezTo>
                    <a:pt x="15967" y="5761"/>
                    <a:pt x="15600" y="5532"/>
                    <a:pt x="15230" y="5532"/>
                  </a:cubicBezTo>
                  <a:cubicBezTo>
                    <a:pt x="15030" y="5532"/>
                    <a:pt x="14829" y="5599"/>
                    <a:pt x="14652" y="5743"/>
                  </a:cubicBezTo>
                  <a:cubicBezTo>
                    <a:pt x="15254" y="4441"/>
                    <a:pt x="14748" y="2827"/>
                    <a:pt x="13447" y="2224"/>
                  </a:cubicBezTo>
                  <a:cubicBezTo>
                    <a:pt x="13065" y="2041"/>
                    <a:pt x="12683" y="1974"/>
                    <a:pt x="12301" y="1974"/>
                  </a:cubicBezTo>
                  <a:cubicBezTo>
                    <a:pt x="12081" y="1974"/>
                    <a:pt x="11860" y="1996"/>
                    <a:pt x="11640" y="2032"/>
                  </a:cubicBezTo>
                  <a:cubicBezTo>
                    <a:pt x="11548" y="885"/>
                    <a:pt x="10627" y="0"/>
                    <a:pt x="95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4"/>
            <p:cNvSpPr/>
            <p:nvPr/>
          </p:nvSpPr>
          <p:spPr>
            <a:xfrm>
              <a:off x="6090543" y="2960760"/>
              <a:ext cx="223557" cy="338736"/>
            </a:xfrm>
            <a:custGeom>
              <a:avLst/>
              <a:gdLst/>
              <a:ahLst/>
              <a:cxnLst/>
              <a:rect l="l" t="t" r="r" b="b"/>
              <a:pathLst>
                <a:path w="17785" h="26948" extrusionOk="0">
                  <a:moveTo>
                    <a:pt x="8225" y="0"/>
                  </a:moveTo>
                  <a:cubicBezTo>
                    <a:pt x="7712" y="0"/>
                    <a:pt x="7202" y="110"/>
                    <a:pt x="6724" y="345"/>
                  </a:cubicBezTo>
                  <a:cubicBezTo>
                    <a:pt x="5326" y="947"/>
                    <a:pt x="4531" y="2465"/>
                    <a:pt x="3326" y="3453"/>
                  </a:cubicBezTo>
                  <a:cubicBezTo>
                    <a:pt x="2724" y="4056"/>
                    <a:pt x="2121" y="4562"/>
                    <a:pt x="1712" y="5261"/>
                  </a:cubicBezTo>
                  <a:cubicBezTo>
                    <a:pt x="1302" y="5984"/>
                    <a:pt x="1302" y="7068"/>
                    <a:pt x="2121" y="7478"/>
                  </a:cubicBezTo>
                  <a:cubicBezTo>
                    <a:pt x="1615" y="7670"/>
                    <a:pt x="1109" y="7984"/>
                    <a:pt x="820" y="8393"/>
                  </a:cubicBezTo>
                  <a:cubicBezTo>
                    <a:pt x="1" y="9695"/>
                    <a:pt x="314" y="11406"/>
                    <a:pt x="1615" y="12297"/>
                  </a:cubicBezTo>
                  <a:cubicBezTo>
                    <a:pt x="1808" y="12490"/>
                    <a:pt x="2121" y="12611"/>
                    <a:pt x="2218" y="12900"/>
                  </a:cubicBezTo>
                  <a:cubicBezTo>
                    <a:pt x="2314" y="13213"/>
                    <a:pt x="2314" y="13406"/>
                    <a:pt x="2218" y="13695"/>
                  </a:cubicBezTo>
                  <a:cubicBezTo>
                    <a:pt x="1904" y="14900"/>
                    <a:pt x="1302" y="16008"/>
                    <a:pt x="1109" y="17310"/>
                  </a:cubicBezTo>
                  <a:cubicBezTo>
                    <a:pt x="916" y="18514"/>
                    <a:pt x="1302" y="20033"/>
                    <a:pt x="2410" y="20635"/>
                  </a:cubicBezTo>
                  <a:cubicBezTo>
                    <a:pt x="2724" y="20828"/>
                    <a:pt x="3013" y="20924"/>
                    <a:pt x="3230" y="21237"/>
                  </a:cubicBezTo>
                  <a:cubicBezTo>
                    <a:pt x="3326" y="21430"/>
                    <a:pt x="3326" y="21647"/>
                    <a:pt x="3230" y="21936"/>
                  </a:cubicBezTo>
                  <a:cubicBezTo>
                    <a:pt x="3013" y="22539"/>
                    <a:pt x="2820" y="23238"/>
                    <a:pt x="2410" y="23936"/>
                  </a:cubicBezTo>
                  <a:cubicBezTo>
                    <a:pt x="2121" y="24539"/>
                    <a:pt x="2025" y="25358"/>
                    <a:pt x="2218" y="26057"/>
                  </a:cubicBezTo>
                  <a:cubicBezTo>
                    <a:pt x="2446" y="26532"/>
                    <a:pt x="3004" y="26948"/>
                    <a:pt x="3526" y="26948"/>
                  </a:cubicBezTo>
                  <a:cubicBezTo>
                    <a:pt x="3665" y="26948"/>
                    <a:pt x="3802" y="26918"/>
                    <a:pt x="3929" y="26852"/>
                  </a:cubicBezTo>
                  <a:lnTo>
                    <a:pt x="8146" y="18322"/>
                  </a:lnTo>
                  <a:cubicBezTo>
                    <a:pt x="8281" y="18314"/>
                    <a:pt x="8408" y="18310"/>
                    <a:pt x="8527" y="18310"/>
                  </a:cubicBezTo>
                  <a:cubicBezTo>
                    <a:pt x="11390" y="18310"/>
                    <a:pt x="9619" y="20458"/>
                    <a:pt x="11447" y="20828"/>
                  </a:cubicBezTo>
                  <a:cubicBezTo>
                    <a:pt x="11519" y="20837"/>
                    <a:pt x="11589" y="20842"/>
                    <a:pt x="11658" y="20842"/>
                  </a:cubicBezTo>
                  <a:cubicBezTo>
                    <a:pt x="13129" y="20842"/>
                    <a:pt x="13821" y="18709"/>
                    <a:pt x="13062" y="18225"/>
                  </a:cubicBezTo>
                  <a:cubicBezTo>
                    <a:pt x="14556" y="16924"/>
                    <a:pt x="14869" y="14707"/>
                    <a:pt x="13760" y="12900"/>
                  </a:cubicBezTo>
                  <a:cubicBezTo>
                    <a:pt x="14556" y="12803"/>
                    <a:pt x="15279" y="12201"/>
                    <a:pt x="15471" y="11406"/>
                  </a:cubicBezTo>
                  <a:cubicBezTo>
                    <a:pt x="15881" y="10201"/>
                    <a:pt x="15158" y="8996"/>
                    <a:pt x="13953" y="8586"/>
                  </a:cubicBezTo>
                  <a:cubicBezTo>
                    <a:pt x="16483" y="7887"/>
                    <a:pt x="17785" y="4562"/>
                    <a:pt x="16580" y="2249"/>
                  </a:cubicBezTo>
                  <a:lnTo>
                    <a:pt x="16170" y="2249"/>
                  </a:lnTo>
                  <a:cubicBezTo>
                    <a:pt x="16267" y="1164"/>
                    <a:pt x="15158" y="248"/>
                    <a:pt x="14074" y="248"/>
                  </a:cubicBezTo>
                  <a:cubicBezTo>
                    <a:pt x="13981" y="240"/>
                    <a:pt x="13889" y="237"/>
                    <a:pt x="13798" y="237"/>
                  </a:cubicBezTo>
                  <a:cubicBezTo>
                    <a:pt x="12797" y="237"/>
                    <a:pt x="11879" y="700"/>
                    <a:pt x="11062" y="1164"/>
                  </a:cubicBezTo>
                  <a:cubicBezTo>
                    <a:pt x="10262" y="428"/>
                    <a:pt x="9239" y="0"/>
                    <a:pt x="822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4"/>
            <p:cNvSpPr/>
            <p:nvPr/>
          </p:nvSpPr>
          <p:spPr>
            <a:xfrm>
              <a:off x="6440084" y="3136832"/>
              <a:ext cx="130263" cy="109661"/>
            </a:xfrm>
            <a:custGeom>
              <a:avLst/>
              <a:gdLst/>
              <a:ahLst/>
              <a:cxnLst/>
              <a:rect l="l" t="t" r="r" b="b"/>
              <a:pathLst>
                <a:path w="10363" h="8724" extrusionOk="0">
                  <a:moveTo>
                    <a:pt x="7787" y="121"/>
                  </a:moveTo>
                  <a:cubicBezTo>
                    <a:pt x="7736" y="121"/>
                    <a:pt x="7688" y="145"/>
                    <a:pt x="7639" y="193"/>
                  </a:cubicBezTo>
                  <a:lnTo>
                    <a:pt x="7953" y="193"/>
                  </a:lnTo>
                  <a:cubicBezTo>
                    <a:pt x="7892" y="145"/>
                    <a:pt x="7838" y="121"/>
                    <a:pt x="7787" y="121"/>
                  </a:cubicBezTo>
                  <a:close/>
                  <a:moveTo>
                    <a:pt x="2025" y="0"/>
                  </a:moveTo>
                  <a:cubicBezTo>
                    <a:pt x="1615" y="0"/>
                    <a:pt x="1205" y="0"/>
                    <a:pt x="820" y="97"/>
                  </a:cubicBezTo>
                  <a:cubicBezTo>
                    <a:pt x="603" y="193"/>
                    <a:pt x="410" y="289"/>
                    <a:pt x="217" y="506"/>
                  </a:cubicBezTo>
                  <a:cubicBezTo>
                    <a:pt x="121" y="699"/>
                    <a:pt x="0" y="892"/>
                    <a:pt x="0" y="1205"/>
                  </a:cubicBezTo>
                  <a:lnTo>
                    <a:pt x="0" y="2506"/>
                  </a:lnTo>
                  <a:cubicBezTo>
                    <a:pt x="217" y="3518"/>
                    <a:pt x="506" y="4410"/>
                    <a:pt x="1012" y="5326"/>
                  </a:cubicBezTo>
                  <a:cubicBezTo>
                    <a:pt x="1519" y="6217"/>
                    <a:pt x="2217" y="7037"/>
                    <a:pt x="3133" y="7639"/>
                  </a:cubicBezTo>
                  <a:cubicBezTo>
                    <a:pt x="3928" y="8338"/>
                    <a:pt x="4940" y="8627"/>
                    <a:pt x="6025" y="8724"/>
                  </a:cubicBezTo>
                  <a:cubicBezTo>
                    <a:pt x="6531" y="8724"/>
                    <a:pt x="7037" y="8627"/>
                    <a:pt x="7543" y="8434"/>
                  </a:cubicBezTo>
                  <a:cubicBezTo>
                    <a:pt x="7953" y="8338"/>
                    <a:pt x="8338" y="8025"/>
                    <a:pt x="8748" y="7639"/>
                  </a:cubicBezTo>
                  <a:cubicBezTo>
                    <a:pt x="9350" y="7037"/>
                    <a:pt x="9760" y="6217"/>
                    <a:pt x="10049" y="5326"/>
                  </a:cubicBezTo>
                  <a:cubicBezTo>
                    <a:pt x="10146" y="4627"/>
                    <a:pt x="10242" y="3808"/>
                    <a:pt x="10362" y="3012"/>
                  </a:cubicBezTo>
                  <a:cubicBezTo>
                    <a:pt x="10362" y="2410"/>
                    <a:pt x="10242" y="1807"/>
                    <a:pt x="9953" y="1205"/>
                  </a:cubicBezTo>
                  <a:cubicBezTo>
                    <a:pt x="9760" y="795"/>
                    <a:pt x="9350" y="410"/>
                    <a:pt x="8844" y="289"/>
                  </a:cubicBezTo>
                  <a:cubicBezTo>
                    <a:pt x="8555" y="193"/>
                    <a:pt x="8242" y="193"/>
                    <a:pt x="7953" y="193"/>
                  </a:cubicBezTo>
                  <a:cubicBezTo>
                    <a:pt x="8242" y="193"/>
                    <a:pt x="8555" y="289"/>
                    <a:pt x="8844" y="410"/>
                  </a:cubicBezTo>
                  <a:cubicBezTo>
                    <a:pt x="9254" y="506"/>
                    <a:pt x="9639" y="795"/>
                    <a:pt x="9856" y="1205"/>
                  </a:cubicBezTo>
                  <a:cubicBezTo>
                    <a:pt x="10146" y="1807"/>
                    <a:pt x="10242" y="2410"/>
                    <a:pt x="10146" y="3012"/>
                  </a:cubicBezTo>
                  <a:cubicBezTo>
                    <a:pt x="10146" y="3808"/>
                    <a:pt x="10049" y="4506"/>
                    <a:pt x="9856" y="5326"/>
                  </a:cubicBezTo>
                  <a:cubicBezTo>
                    <a:pt x="9639" y="6121"/>
                    <a:pt x="9254" y="6916"/>
                    <a:pt x="8651" y="7519"/>
                  </a:cubicBezTo>
                  <a:cubicBezTo>
                    <a:pt x="8242" y="7832"/>
                    <a:pt x="7832" y="8121"/>
                    <a:pt x="7447" y="8338"/>
                  </a:cubicBezTo>
                  <a:cubicBezTo>
                    <a:pt x="7037" y="8434"/>
                    <a:pt x="6531" y="8531"/>
                    <a:pt x="6025" y="8531"/>
                  </a:cubicBezTo>
                  <a:cubicBezTo>
                    <a:pt x="5037" y="8434"/>
                    <a:pt x="4025" y="8121"/>
                    <a:pt x="3229" y="7519"/>
                  </a:cubicBezTo>
                  <a:cubicBezTo>
                    <a:pt x="2314" y="6916"/>
                    <a:pt x="1711" y="6121"/>
                    <a:pt x="1205" y="5229"/>
                  </a:cubicBezTo>
                  <a:cubicBezTo>
                    <a:pt x="723" y="4410"/>
                    <a:pt x="410" y="3422"/>
                    <a:pt x="314" y="2506"/>
                  </a:cubicBezTo>
                  <a:cubicBezTo>
                    <a:pt x="217" y="2097"/>
                    <a:pt x="217" y="1615"/>
                    <a:pt x="217" y="1205"/>
                  </a:cubicBezTo>
                  <a:cubicBezTo>
                    <a:pt x="217" y="1012"/>
                    <a:pt x="314" y="795"/>
                    <a:pt x="410" y="603"/>
                  </a:cubicBezTo>
                  <a:cubicBezTo>
                    <a:pt x="506" y="506"/>
                    <a:pt x="723" y="410"/>
                    <a:pt x="820" y="289"/>
                  </a:cubicBezTo>
                  <a:cubicBezTo>
                    <a:pt x="1205" y="193"/>
                    <a:pt x="1615" y="193"/>
                    <a:pt x="2025" y="193"/>
                  </a:cubicBezTo>
                  <a:lnTo>
                    <a:pt x="7639" y="193"/>
                  </a:lnTo>
                  <a:cubicBezTo>
                    <a:pt x="7543" y="193"/>
                    <a:pt x="7447" y="97"/>
                    <a:pt x="7350" y="97"/>
                  </a:cubicBezTo>
                  <a:lnTo>
                    <a:pt x="6434" y="97"/>
                  </a:lnTo>
                  <a:lnTo>
                    <a:pt x="3133"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4"/>
            <p:cNvSpPr/>
            <p:nvPr/>
          </p:nvSpPr>
          <p:spPr>
            <a:xfrm>
              <a:off x="6277424" y="3135612"/>
              <a:ext cx="131181" cy="109673"/>
            </a:xfrm>
            <a:custGeom>
              <a:avLst/>
              <a:gdLst/>
              <a:ahLst/>
              <a:cxnLst/>
              <a:rect l="l" t="t" r="r" b="b"/>
              <a:pathLst>
                <a:path w="10436" h="8725" extrusionOk="0">
                  <a:moveTo>
                    <a:pt x="7327" y="1"/>
                  </a:moveTo>
                  <a:lnTo>
                    <a:pt x="4025" y="97"/>
                  </a:lnTo>
                  <a:lnTo>
                    <a:pt x="2820" y="97"/>
                  </a:lnTo>
                  <a:cubicBezTo>
                    <a:pt x="2917" y="194"/>
                    <a:pt x="3013" y="194"/>
                    <a:pt x="3110" y="194"/>
                  </a:cubicBezTo>
                  <a:lnTo>
                    <a:pt x="8435" y="194"/>
                  </a:lnTo>
                  <a:cubicBezTo>
                    <a:pt x="8555" y="165"/>
                    <a:pt x="8665" y="154"/>
                    <a:pt x="8770" y="154"/>
                  </a:cubicBezTo>
                  <a:cubicBezTo>
                    <a:pt x="9025" y="154"/>
                    <a:pt x="9254" y="222"/>
                    <a:pt x="9544" y="290"/>
                  </a:cubicBezTo>
                  <a:cubicBezTo>
                    <a:pt x="9736" y="290"/>
                    <a:pt x="9929" y="386"/>
                    <a:pt x="10050" y="603"/>
                  </a:cubicBezTo>
                  <a:cubicBezTo>
                    <a:pt x="10146" y="796"/>
                    <a:pt x="10146" y="989"/>
                    <a:pt x="10242" y="1206"/>
                  </a:cubicBezTo>
                  <a:cubicBezTo>
                    <a:pt x="10242" y="1591"/>
                    <a:pt x="10242" y="2001"/>
                    <a:pt x="10146" y="2507"/>
                  </a:cubicBezTo>
                  <a:cubicBezTo>
                    <a:pt x="10050" y="3399"/>
                    <a:pt x="9736" y="4314"/>
                    <a:pt x="9230" y="5206"/>
                  </a:cubicBezTo>
                  <a:cubicBezTo>
                    <a:pt x="8724" y="6122"/>
                    <a:pt x="8025" y="6820"/>
                    <a:pt x="7230" y="7423"/>
                  </a:cubicBezTo>
                  <a:cubicBezTo>
                    <a:pt x="6435" y="8025"/>
                    <a:pt x="5423" y="8435"/>
                    <a:pt x="4411" y="8531"/>
                  </a:cubicBezTo>
                  <a:cubicBezTo>
                    <a:pt x="3905" y="8531"/>
                    <a:pt x="3423" y="8435"/>
                    <a:pt x="2917" y="8218"/>
                  </a:cubicBezTo>
                  <a:cubicBezTo>
                    <a:pt x="2507" y="8122"/>
                    <a:pt x="2097" y="7833"/>
                    <a:pt x="1808" y="7519"/>
                  </a:cubicBezTo>
                  <a:cubicBezTo>
                    <a:pt x="1206" y="6917"/>
                    <a:pt x="796" y="6122"/>
                    <a:pt x="603" y="5206"/>
                  </a:cubicBezTo>
                  <a:cubicBezTo>
                    <a:pt x="411" y="4507"/>
                    <a:pt x="290" y="3808"/>
                    <a:pt x="194" y="3013"/>
                  </a:cubicBezTo>
                  <a:cubicBezTo>
                    <a:pt x="194" y="2411"/>
                    <a:pt x="290" y="1808"/>
                    <a:pt x="507" y="1206"/>
                  </a:cubicBezTo>
                  <a:cubicBezTo>
                    <a:pt x="700" y="796"/>
                    <a:pt x="1109" y="507"/>
                    <a:pt x="1615" y="386"/>
                  </a:cubicBezTo>
                  <a:cubicBezTo>
                    <a:pt x="1905" y="290"/>
                    <a:pt x="2097" y="194"/>
                    <a:pt x="2411" y="194"/>
                  </a:cubicBezTo>
                  <a:cubicBezTo>
                    <a:pt x="2507" y="194"/>
                    <a:pt x="2603" y="194"/>
                    <a:pt x="2820" y="97"/>
                  </a:cubicBezTo>
                  <a:lnTo>
                    <a:pt x="2411" y="97"/>
                  </a:lnTo>
                  <a:cubicBezTo>
                    <a:pt x="2097" y="97"/>
                    <a:pt x="1808" y="194"/>
                    <a:pt x="1495" y="290"/>
                  </a:cubicBezTo>
                  <a:cubicBezTo>
                    <a:pt x="1109" y="386"/>
                    <a:pt x="700" y="700"/>
                    <a:pt x="411" y="1109"/>
                  </a:cubicBezTo>
                  <a:cubicBezTo>
                    <a:pt x="97" y="1712"/>
                    <a:pt x="1" y="2411"/>
                    <a:pt x="97" y="3013"/>
                  </a:cubicBezTo>
                  <a:cubicBezTo>
                    <a:pt x="97" y="3808"/>
                    <a:pt x="194" y="4507"/>
                    <a:pt x="411" y="5326"/>
                  </a:cubicBezTo>
                  <a:cubicBezTo>
                    <a:pt x="603" y="6218"/>
                    <a:pt x="1013" y="7013"/>
                    <a:pt x="1712" y="7616"/>
                  </a:cubicBezTo>
                  <a:cubicBezTo>
                    <a:pt x="2001" y="8025"/>
                    <a:pt x="2411" y="8218"/>
                    <a:pt x="2917" y="8435"/>
                  </a:cubicBezTo>
                  <a:cubicBezTo>
                    <a:pt x="3302" y="8628"/>
                    <a:pt x="3808" y="8724"/>
                    <a:pt x="4411" y="8724"/>
                  </a:cubicBezTo>
                  <a:cubicBezTo>
                    <a:pt x="5423" y="8628"/>
                    <a:pt x="6435" y="8218"/>
                    <a:pt x="7327" y="7616"/>
                  </a:cubicBezTo>
                  <a:cubicBezTo>
                    <a:pt x="8242" y="7013"/>
                    <a:pt x="8941" y="6218"/>
                    <a:pt x="9447" y="5326"/>
                  </a:cubicBezTo>
                  <a:cubicBezTo>
                    <a:pt x="9929" y="4411"/>
                    <a:pt x="10242" y="3519"/>
                    <a:pt x="10339" y="2507"/>
                  </a:cubicBezTo>
                  <a:cubicBezTo>
                    <a:pt x="10435" y="2001"/>
                    <a:pt x="10435" y="1591"/>
                    <a:pt x="10435" y="1109"/>
                  </a:cubicBezTo>
                  <a:cubicBezTo>
                    <a:pt x="10435" y="892"/>
                    <a:pt x="10339" y="700"/>
                    <a:pt x="10242" y="507"/>
                  </a:cubicBezTo>
                  <a:cubicBezTo>
                    <a:pt x="10050" y="290"/>
                    <a:pt x="9833" y="194"/>
                    <a:pt x="9640" y="97"/>
                  </a:cubicBezTo>
                  <a:cubicBezTo>
                    <a:pt x="9230" y="1"/>
                    <a:pt x="8845" y="1"/>
                    <a:pt x="84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4"/>
            <p:cNvSpPr/>
            <p:nvPr/>
          </p:nvSpPr>
          <p:spPr>
            <a:xfrm>
              <a:off x="6396167" y="3138340"/>
              <a:ext cx="56653" cy="3645"/>
            </a:xfrm>
            <a:custGeom>
              <a:avLst/>
              <a:gdLst/>
              <a:ahLst/>
              <a:cxnLst/>
              <a:rect l="l" t="t" r="r" b="b"/>
              <a:pathLst>
                <a:path w="4507" h="290" extrusionOk="0">
                  <a:moveTo>
                    <a:pt x="2253" y="1"/>
                  </a:moveTo>
                  <a:cubicBezTo>
                    <a:pt x="1500" y="1"/>
                    <a:pt x="747" y="25"/>
                    <a:pt x="0" y="73"/>
                  </a:cubicBezTo>
                  <a:cubicBezTo>
                    <a:pt x="699" y="290"/>
                    <a:pt x="1494" y="290"/>
                    <a:pt x="2290" y="290"/>
                  </a:cubicBezTo>
                  <a:cubicBezTo>
                    <a:pt x="3012" y="290"/>
                    <a:pt x="3808" y="169"/>
                    <a:pt x="4506" y="73"/>
                  </a:cubicBezTo>
                  <a:cubicBezTo>
                    <a:pt x="3759" y="25"/>
                    <a:pt x="3006" y="1"/>
                    <a:pt x="22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4"/>
            <p:cNvSpPr/>
            <p:nvPr/>
          </p:nvSpPr>
          <p:spPr>
            <a:xfrm>
              <a:off x="6149166" y="3190905"/>
              <a:ext cx="72856" cy="109560"/>
            </a:xfrm>
            <a:custGeom>
              <a:avLst/>
              <a:gdLst/>
              <a:ahLst/>
              <a:cxnLst/>
              <a:rect l="l" t="t" r="r" b="b"/>
              <a:pathLst>
                <a:path w="5796" h="8716" extrusionOk="0">
                  <a:moveTo>
                    <a:pt x="3713" y="1"/>
                  </a:moveTo>
                  <a:cubicBezTo>
                    <a:pt x="2069" y="1"/>
                    <a:pt x="1" y="713"/>
                    <a:pt x="60" y="4229"/>
                  </a:cubicBezTo>
                  <a:cubicBezTo>
                    <a:pt x="60" y="8059"/>
                    <a:pt x="2728" y="8715"/>
                    <a:pt x="4425" y="8715"/>
                  </a:cubicBezTo>
                  <a:cubicBezTo>
                    <a:pt x="5216" y="8715"/>
                    <a:pt x="5795" y="8573"/>
                    <a:pt x="5795" y="8542"/>
                  </a:cubicBezTo>
                  <a:cubicBezTo>
                    <a:pt x="5795" y="8349"/>
                    <a:pt x="5675" y="325"/>
                    <a:pt x="5675" y="325"/>
                  </a:cubicBezTo>
                  <a:cubicBezTo>
                    <a:pt x="5600" y="279"/>
                    <a:pt x="4739" y="1"/>
                    <a:pt x="3713"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4"/>
            <p:cNvSpPr/>
            <p:nvPr/>
          </p:nvSpPr>
          <p:spPr>
            <a:xfrm>
              <a:off x="6168988" y="3213756"/>
              <a:ext cx="32732" cy="63629"/>
            </a:xfrm>
            <a:custGeom>
              <a:avLst/>
              <a:gdLst/>
              <a:ahLst/>
              <a:cxnLst/>
              <a:rect l="l" t="t" r="r" b="b"/>
              <a:pathLst>
                <a:path w="2604" h="5062" extrusionOk="0">
                  <a:moveTo>
                    <a:pt x="1399" y="1"/>
                  </a:moveTo>
                  <a:cubicBezTo>
                    <a:pt x="893" y="97"/>
                    <a:pt x="483" y="507"/>
                    <a:pt x="387" y="917"/>
                  </a:cubicBezTo>
                  <a:cubicBezTo>
                    <a:pt x="97" y="1399"/>
                    <a:pt x="1" y="2001"/>
                    <a:pt x="1" y="2507"/>
                  </a:cubicBezTo>
                  <a:cubicBezTo>
                    <a:pt x="97" y="3712"/>
                    <a:pt x="700" y="4724"/>
                    <a:pt x="1495" y="5013"/>
                  </a:cubicBezTo>
                  <a:cubicBezTo>
                    <a:pt x="1582" y="5047"/>
                    <a:pt x="1667" y="5062"/>
                    <a:pt x="1751" y="5062"/>
                  </a:cubicBezTo>
                  <a:cubicBezTo>
                    <a:pt x="1970" y="5062"/>
                    <a:pt x="2184" y="4960"/>
                    <a:pt x="2411" y="4820"/>
                  </a:cubicBezTo>
                  <a:cubicBezTo>
                    <a:pt x="2604" y="4724"/>
                    <a:pt x="2604" y="4531"/>
                    <a:pt x="2604" y="4531"/>
                  </a:cubicBezTo>
                  <a:lnTo>
                    <a:pt x="2604" y="4531"/>
                  </a:lnTo>
                  <a:cubicBezTo>
                    <a:pt x="2603" y="4531"/>
                    <a:pt x="2507" y="4628"/>
                    <a:pt x="2290" y="4724"/>
                  </a:cubicBezTo>
                  <a:cubicBezTo>
                    <a:pt x="2194" y="4772"/>
                    <a:pt x="2073" y="4796"/>
                    <a:pt x="1950" y="4796"/>
                  </a:cubicBezTo>
                  <a:cubicBezTo>
                    <a:pt x="1826" y="4796"/>
                    <a:pt x="1700" y="4772"/>
                    <a:pt x="1591" y="4724"/>
                  </a:cubicBezTo>
                  <a:cubicBezTo>
                    <a:pt x="989" y="4531"/>
                    <a:pt x="483" y="3519"/>
                    <a:pt x="387" y="2507"/>
                  </a:cubicBezTo>
                  <a:cubicBezTo>
                    <a:pt x="387" y="2001"/>
                    <a:pt x="483" y="1519"/>
                    <a:pt x="700" y="1109"/>
                  </a:cubicBezTo>
                  <a:cubicBezTo>
                    <a:pt x="796" y="700"/>
                    <a:pt x="1085" y="411"/>
                    <a:pt x="1399" y="314"/>
                  </a:cubicBezTo>
                  <a:cubicBezTo>
                    <a:pt x="1688" y="314"/>
                    <a:pt x="1905" y="411"/>
                    <a:pt x="2001" y="603"/>
                  </a:cubicBezTo>
                  <a:cubicBezTo>
                    <a:pt x="2097" y="700"/>
                    <a:pt x="2097" y="917"/>
                    <a:pt x="2097" y="917"/>
                  </a:cubicBezTo>
                  <a:cubicBezTo>
                    <a:pt x="2097" y="917"/>
                    <a:pt x="2194" y="796"/>
                    <a:pt x="2194" y="507"/>
                  </a:cubicBezTo>
                  <a:cubicBezTo>
                    <a:pt x="2097" y="411"/>
                    <a:pt x="2097" y="314"/>
                    <a:pt x="1905" y="194"/>
                  </a:cubicBezTo>
                  <a:cubicBezTo>
                    <a:pt x="1808" y="97"/>
                    <a:pt x="1591" y="1"/>
                    <a:pt x="1399"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4"/>
            <p:cNvSpPr/>
            <p:nvPr/>
          </p:nvSpPr>
          <p:spPr>
            <a:xfrm>
              <a:off x="6255930" y="2949322"/>
              <a:ext cx="305338" cy="145711"/>
            </a:xfrm>
            <a:custGeom>
              <a:avLst/>
              <a:gdLst/>
              <a:ahLst/>
              <a:cxnLst/>
              <a:rect l="l" t="t" r="r" b="b"/>
              <a:pathLst>
                <a:path w="24291" h="11592" extrusionOk="0">
                  <a:moveTo>
                    <a:pt x="8251" y="0"/>
                  </a:moveTo>
                  <a:cubicBezTo>
                    <a:pt x="7607" y="0"/>
                    <a:pt x="6968" y="129"/>
                    <a:pt x="6338" y="267"/>
                  </a:cubicBezTo>
                  <a:cubicBezTo>
                    <a:pt x="5012" y="652"/>
                    <a:pt x="3518" y="966"/>
                    <a:pt x="2313" y="1761"/>
                  </a:cubicBezTo>
                  <a:cubicBezTo>
                    <a:pt x="1012" y="2677"/>
                    <a:pt x="0" y="4171"/>
                    <a:pt x="96" y="5785"/>
                  </a:cubicBezTo>
                  <a:cubicBezTo>
                    <a:pt x="193" y="6580"/>
                    <a:pt x="410" y="7376"/>
                    <a:pt x="699" y="8099"/>
                  </a:cubicBezTo>
                  <a:cubicBezTo>
                    <a:pt x="795" y="8388"/>
                    <a:pt x="1012" y="8797"/>
                    <a:pt x="1301" y="8990"/>
                  </a:cubicBezTo>
                  <a:cubicBezTo>
                    <a:pt x="1458" y="9147"/>
                    <a:pt x="1663" y="9225"/>
                    <a:pt x="1865" y="9225"/>
                  </a:cubicBezTo>
                  <a:cubicBezTo>
                    <a:pt x="2066" y="9225"/>
                    <a:pt x="2265" y="9147"/>
                    <a:pt x="2410" y="8990"/>
                  </a:cubicBezTo>
                  <a:cubicBezTo>
                    <a:pt x="2506" y="9183"/>
                    <a:pt x="2723" y="9303"/>
                    <a:pt x="2819" y="9400"/>
                  </a:cubicBezTo>
                  <a:cubicBezTo>
                    <a:pt x="3083" y="9527"/>
                    <a:pt x="3370" y="9592"/>
                    <a:pt x="3650" y="9592"/>
                  </a:cubicBezTo>
                  <a:cubicBezTo>
                    <a:pt x="4216" y="9592"/>
                    <a:pt x="4754" y="9329"/>
                    <a:pt x="5012" y="8797"/>
                  </a:cubicBezTo>
                  <a:lnTo>
                    <a:pt x="5012" y="8797"/>
                  </a:lnTo>
                  <a:cubicBezTo>
                    <a:pt x="4860" y="9500"/>
                    <a:pt x="5576" y="10157"/>
                    <a:pt x="6228" y="10157"/>
                  </a:cubicBezTo>
                  <a:cubicBezTo>
                    <a:pt x="6404" y="10157"/>
                    <a:pt x="6575" y="10110"/>
                    <a:pt x="6723" y="10002"/>
                  </a:cubicBezTo>
                  <a:lnTo>
                    <a:pt x="6723" y="10002"/>
                  </a:lnTo>
                  <a:cubicBezTo>
                    <a:pt x="6530" y="10508"/>
                    <a:pt x="7133" y="10990"/>
                    <a:pt x="7639" y="10990"/>
                  </a:cubicBezTo>
                  <a:cubicBezTo>
                    <a:pt x="8145" y="10894"/>
                    <a:pt x="8627" y="10605"/>
                    <a:pt x="8940" y="10195"/>
                  </a:cubicBezTo>
                  <a:cubicBezTo>
                    <a:pt x="9054" y="10792"/>
                    <a:pt x="9662" y="11137"/>
                    <a:pt x="10246" y="11137"/>
                  </a:cubicBezTo>
                  <a:cubicBezTo>
                    <a:pt x="10652" y="11137"/>
                    <a:pt x="11046" y="10970"/>
                    <a:pt x="11254" y="10605"/>
                  </a:cubicBezTo>
                  <a:cubicBezTo>
                    <a:pt x="11254" y="11158"/>
                    <a:pt x="11813" y="11591"/>
                    <a:pt x="12346" y="11591"/>
                  </a:cubicBezTo>
                  <a:cubicBezTo>
                    <a:pt x="12485" y="11591"/>
                    <a:pt x="12623" y="11561"/>
                    <a:pt x="12748" y="11496"/>
                  </a:cubicBezTo>
                  <a:cubicBezTo>
                    <a:pt x="13350" y="11304"/>
                    <a:pt x="13856" y="10605"/>
                    <a:pt x="13856" y="9906"/>
                  </a:cubicBezTo>
                  <a:cubicBezTo>
                    <a:pt x="14106" y="10617"/>
                    <a:pt x="14786" y="11083"/>
                    <a:pt x="15516" y="11083"/>
                  </a:cubicBezTo>
                  <a:cubicBezTo>
                    <a:pt x="15700" y="11083"/>
                    <a:pt x="15888" y="11054"/>
                    <a:pt x="16073" y="10990"/>
                  </a:cubicBezTo>
                  <a:cubicBezTo>
                    <a:pt x="16965" y="10701"/>
                    <a:pt x="17567" y="9689"/>
                    <a:pt x="17278" y="8701"/>
                  </a:cubicBezTo>
                  <a:lnTo>
                    <a:pt x="17278" y="8701"/>
                  </a:lnTo>
                  <a:cubicBezTo>
                    <a:pt x="18025" y="9643"/>
                    <a:pt x="19090" y="10136"/>
                    <a:pt x="20162" y="10136"/>
                  </a:cubicBezTo>
                  <a:cubicBezTo>
                    <a:pt x="20681" y="10136"/>
                    <a:pt x="21201" y="10021"/>
                    <a:pt x="21688" y="9785"/>
                  </a:cubicBezTo>
                  <a:cubicBezTo>
                    <a:pt x="23495" y="8990"/>
                    <a:pt x="24290" y="6773"/>
                    <a:pt x="23495" y="4966"/>
                  </a:cubicBezTo>
                  <a:lnTo>
                    <a:pt x="23592" y="4677"/>
                  </a:lnTo>
                  <a:cubicBezTo>
                    <a:pt x="23905" y="4363"/>
                    <a:pt x="23809" y="3881"/>
                    <a:pt x="23495" y="3665"/>
                  </a:cubicBezTo>
                  <a:cubicBezTo>
                    <a:pt x="23086" y="3472"/>
                    <a:pt x="22796" y="3375"/>
                    <a:pt x="22483" y="3159"/>
                  </a:cubicBezTo>
                  <a:cubicBezTo>
                    <a:pt x="22098" y="2966"/>
                    <a:pt x="21784" y="2556"/>
                    <a:pt x="21495" y="2267"/>
                  </a:cubicBezTo>
                  <a:cubicBezTo>
                    <a:pt x="20883" y="1735"/>
                    <a:pt x="20098" y="1419"/>
                    <a:pt x="19314" y="1419"/>
                  </a:cubicBezTo>
                  <a:cubicBezTo>
                    <a:pt x="18926" y="1419"/>
                    <a:pt x="18537" y="1497"/>
                    <a:pt x="18170" y="1664"/>
                  </a:cubicBezTo>
                  <a:cubicBezTo>
                    <a:pt x="17880" y="1857"/>
                    <a:pt x="17567" y="1954"/>
                    <a:pt x="17278" y="1954"/>
                  </a:cubicBezTo>
                  <a:cubicBezTo>
                    <a:pt x="16965" y="1954"/>
                    <a:pt x="16676" y="1761"/>
                    <a:pt x="16362" y="1568"/>
                  </a:cubicBezTo>
                  <a:cubicBezTo>
                    <a:pt x="15682" y="1135"/>
                    <a:pt x="14773" y="843"/>
                    <a:pt x="13891" y="843"/>
                  </a:cubicBezTo>
                  <a:cubicBezTo>
                    <a:pt x="13741" y="843"/>
                    <a:pt x="13593" y="852"/>
                    <a:pt x="13447" y="869"/>
                  </a:cubicBezTo>
                  <a:cubicBezTo>
                    <a:pt x="12887" y="869"/>
                    <a:pt x="12390" y="993"/>
                    <a:pt x="11856" y="993"/>
                  </a:cubicBezTo>
                  <a:cubicBezTo>
                    <a:pt x="11722" y="993"/>
                    <a:pt x="11586" y="985"/>
                    <a:pt x="11446" y="966"/>
                  </a:cubicBezTo>
                  <a:cubicBezTo>
                    <a:pt x="10651" y="869"/>
                    <a:pt x="10049" y="363"/>
                    <a:pt x="9350" y="146"/>
                  </a:cubicBezTo>
                  <a:cubicBezTo>
                    <a:pt x="8983" y="42"/>
                    <a:pt x="8616" y="0"/>
                    <a:pt x="825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4"/>
            <p:cNvSpPr/>
            <p:nvPr/>
          </p:nvSpPr>
          <p:spPr>
            <a:xfrm>
              <a:off x="6214426" y="2810556"/>
              <a:ext cx="421359" cy="295370"/>
            </a:xfrm>
            <a:custGeom>
              <a:avLst/>
              <a:gdLst/>
              <a:ahLst/>
              <a:cxnLst/>
              <a:rect l="l" t="t" r="r" b="b"/>
              <a:pathLst>
                <a:path w="33521" h="23498" extrusionOk="0">
                  <a:moveTo>
                    <a:pt x="15595" y="1"/>
                  </a:moveTo>
                  <a:cubicBezTo>
                    <a:pt x="14646" y="1"/>
                    <a:pt x="13500" y="756"/>
                    <a:pt x="12652" y="1451"/>
                  </a:cubicBezTo>
                  <a:cubicBezTo>
                    <a:pt x="12427" y="1121"/>
                    <a:pt x="12051" y="971"/>
                    <a:pt x="11677" y="971"/>
                  </a:cubicBezTo>
                  <a:cubicBezTo>
                    <a:pt x="11369" y="971"/>
                    <a:pt x="11062" y="1073"/>
                    <a:pt x="10845" y="1258"/>
                  </a:cubicBezTo>
                  <a:cubicBezTo>
                    <a:pt x="10242" y="1764"/>
                    <a:pt x="9832" y="2270"/>
                    <a:pt x="9640" y="2969"/>
                  </a:cubicBezTo>
                  <a:cubicBezTo>
                    <a:pt x="9640" y="3258"/>
                    <a:pt x="9423" y="3475"/>
                    <a:pt x="9230" y="3668"/>
                  </a:cubicBezTo>
                  <a:cubicBezTo>
                    <a:pt x="9009" y="3736"/>
                    <a:pt x="8751" y="3804"/>
                    <a:pt x="8508" y="3804"/>
                  </a:cubicBezTo>
                  <a:cubicBezTo>
                    <a:pt x="8408" y="3804"/>
                    <a:pt x="8310" y="3792"/>
                    <a:pt x="8218" y="3764"/>
                  </a:cubicBezTo>
                  <a:cubicBezTo>
                    <a:pt x="8093" y="3748"/>
                    <a:pt x="7968" y="3740"/>
                    <a:pt x="7844" y="3740"/>
                  </a:cubicBezTo>
                  <a:cubicBezTo>
                    <a:pt x="6492" y="3740"/>
                    <a:pt x="5262" y="4679"/>
                    <a:pt x="4820" y="5981"/>
                  </a:cubicBezTo>
                  <a:cubicBezTo>
                    <a:pt x="4675" y="5944"/>
                    <a:pt x="4530" y="5927"/>
                    <a:pt x="4387" y="5927"/>
                  </a:cubicBezTo>
                  <a:cubicBezTo>
                    <a:pt x="2934" y="5927"/>
                    <a:pt x="1654" y="7708"/>
                    <a:pt x="2290" y="9090"/>
                  </a:cubicBezTo>
                  <a:cubicBezTo>
                    <a:pt x="796" y="9283"/>
                    <a:pt x="1" y="11307"/>
                    <a:pt x="892" y="12391"/>
                  </a:cubicBezTo>
                  <a:lnTo>
                    <a:pt x="28002" y="22946"/>
                  </a:lnTo>
                  <a:cubicBezTo>
                    <a:pt x="28497" y="23324"/>
                    <a:pt x="29041" y="23497"/>
                    <a:pt x="29581" y="23497"/>
                  </a:cubicBezTo>
                  <a:cubicBezTo>
                    <a:pt x="30040" y="23497"/>
                    <a:pt x="30497" y="23371"/>
                    <a:pt x="30918" y="23139"/>
                  </a:cubicBezTo>
                  <a:cubicBezTo>
                    <a:pt x="31810" y="22536"/>
                    <a:pt x="32532" y="21741"/>
                    <a:pt x="32822" y="20729"/>
                  </a:cubicBezTo>
                  <a:cubicBezTo>
                    <a:pt x="33231" y="19934"/>
                    <a:pt x="33231" y="19018"/>
                    <a:pt x="32822" y="18223"/>
                  </a:cubicBezTo>
                  <a:cubicBezTo>
                    <a:pt x="32514" y="17697"/>
                    <a:pt x="31878" y="17281"/>
                    <a:pt x="31285" y="17281"/>
                  </a:cubicBezTo>
                  <a:cubicBezTo>
                    <a:pt x="31089" y="17281"/>
                    <a:pt x="30898" y="17326"/>
                    <a:pt x="30725" y="17428"/>
                  </a:cubicBezTo>
                  <a:cubicBezTo>
                    <a:pt x="32918" y="15909"/>
                    <a:pt x="33520" y="12897"/>
                    <a:pt x="32026" y="10704"/>
                  </a:cubicBezTo>
                  <a:cubicBezTo>
                    <a:pt x="31617" y="9981"/>
                    <a:pt x="31014" y="9499"/>
                    <a:pt x="30315" y="9090"/>
                  </a:cubicBezTo>
                  <a:cubicBezTo>
                    <a:pt x="30918" y="8078"/>
                    <a:pt x="31111" y="6776"/>
                    <a:pt x="30605" y="5764"/>
                  </a:cubicBezTo>
                  <a:cubicBezTo>
                    <a:pt x="30205" y="5046"/>
                    <a:pt x="29414" y="4581"/>
                    <a:pt x="28659" y="4581"/>
                  </a:cubicBezTo>
                  <a:cubicBezTo>
                    <a:pt x="28276" y="4581"/>
                    <a:pt x="27901" y="4701"/>
                    <a:pt x="27592" y="4969"/>
                  </a:cubicBezTo>
                  <a:cubicBezTo>
                    <a:pt x="27069" y="3778"/>
                    <a:pt x="25802" y="3111"/>
                    <a:pt x="24537" y="3111"/>
                  </a:cubicBezTo>
                  <a:cubicBezTo>
                    <a:pt x="23882" y="3111"/>
                    <a:pt x="23227" y="3290"/>
                    <a:pt x="22677" y="3668"/>
                  </a:cubicBezTo>
                  <a:cubicBezTo>
                    <a:pt x="23086" y="2656"/>
                    <a:pt x="22484" y="1547"/>
                    <a:pt x="21472" y="1162"/>
                  </a:cubicBezTo>
                  <a:cubicBezTo>
                    <a:pt x="21026" y="909"/>
                    <a:pt x="20526" y="806"/>
                    <a:pt x="20011" y="806"/>
                  </a:cubicBezTo>
                  <a:cubicBezTo>
                    <a:pt x="19496" y="806"/>
                    <a:pt x="18965" y="909"/>
                    <a:pt x="18459" y="1065"/>
                  </a:cubicBezTo>
                  <a:cubicBezTo>
                    <a:pt x="18255" y="1133"/>
                    <a:pt x="17990" y="1202"/>
                    <a:pt x="17708" y="1202"/>
                  </a:cubicBezTo>
                  <a:cubicBezTo>
                    <a:pt x="17591" y="1202"/>
                    <a:pt x="17471" y="1190"/>
                    <a:pt x="17351" y="1162"/>
                  </a:cubicBezTo>
                  <a:cubicBezTo>
                    <a:pt x="17062" y="945"/>
                    <a:pt x="16965" y="656"/>
                    <a:pt x="16652" y="463"/>
                  </a:cubicBezTo>
                  <a:cubicBezTo>
                    <a:pt x="16359" y="134"/>
                    <a:pt x="15995" y="1"/>
                    <a:pt x="155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4"/>
            <p:cNvSpPr/>
            <p:nvPr/>
          </p:nvSpPr>
          <p:spPr>
            <a:xfrm>
              <a:off x="6344368" y="2825149"/>
              <a:ext cx="139728" cy="233186"/>
            </a:xfrm>
            <a:custGeom>
              <a:avLst/>
              <a:gdLst/>
              <a:ahLst/>
              <a:cxnLst/>
              <a:rect l="l" t="t" r="r" b="b"/>
              <a:pathLst>
                <a:path w="11116" h="18551" extrusionOk="0">
                  <a:moveTo>
                    <a:pt x="6627" y="1"/>
                  </a:moveTo>
                  <a:cubicBezTo>
                    <a:pt x="7230" y="1"/>
                    <a:pt x="7736" y="193"/>
                    <a:pt x="8121" y="507"/>
                  </a:cubicBezTo>
                  <a:cubicBezTo>
                    <a:pt x="8820" y="892"/>
                    <a:pt x="9326" y="1591"/>
                    <a:pt x="9543" y="2410"/>
                  </a:cubicBezTo>
                  <a:cubicBezTo>
                    <a:pt x="9736" y="3398"/>
                    <a:pt x="9423" y="4507"/>
                    <a:pt x="8627" y="5206"/>
                  </a:cubicBezTo>
                  <a:lnTo>
                    <a:pt x="8531" y="5326"/>
                  </a:lnTo>
                  <a:lnTo>
                    <a:pt x="8627" y="5423"/>
                  </a:lnTo>
                  <a:cubicBezTo>
                    <a:pt x="9736" y="5712"/>
                    <a:pt x="10531" y="6628"/>
                    <a:pt x="10531" y="7832"/>
                  </a:cubicBezTo>
                  <a:cubicBezTo>
                    <a:pt x="10628" y="9037"/>
                    <a:pt x="9832" y="10146"/>
                    <a:pt x="8531" y="10531"/>
                  </a:cubicBezTo>
                  <a:lnTo>
                    <a:pt x="8435" y="10531"/>
                  </a:lnTo>
                  <a:lnTo>
                    <a:pt x="8531" y="10628"/>
                  </a:lnTo>
                  <a:cubicBezTo>
                    <a:pt x="9423" y="11736"/>
                    <a:pt x="9423" y="13254"/>
                    <a:pt x="8531" y="14363"/>
                  </a:cubicBezTo>
                  <a:cubicBezTo>
                    <a:pt x="7922" y="14972"/>
                    <a:pt x="7130" y="15227"/>
                    <a:pt x="6338" y="15227"/>
                  </a:cubicBezTo>
                  <a:cubicBezTo>
                    <a:pt x="6189" y="15227"/>
                    <a:pt x="6041" y="15218"/>
                    <a:pt x="5893" y="15201"/>
                  </a:cubicBezTo>
                  <a:lnTo>
                    <a:pt x="5893" y="15201"/>
                  </a:lnTo>
                  <a:cubicBezTo>
                    <a:pt x="5806" y="15140"/>
                    <a:pt x="5712" y="15091"/>
                    <a:pt x="5615" y="15062"/>
                  </a:cubicBezTo>
                  <a:lnTo>
                    <a:pt x="5519" y="15255"/>
                  </a:lnTo>
                  <a:cubicBezTo>
                    <a:pt x="5519" y="15255"/>
                    <a:pt x="5519" y="15255"/>
                    <a:pt x="5519" y="15255"/>
                  </a:cubicBezTo>
                  <a:lnTo>
                    <a:pt x="5519" y="15255"/>
                  </a:lnTo>
                  <a:cubicBezTo>
                    <a:pt x="5537" y="15261"/>
                    <a:pt x="5556" y="15268"/>
                    <a:pt x="5574" y="15274"/>
                  </a:cubicBezTo>
                  <a:lnTo>
                    <a:pt x="5574" y="15274"/>
                  </a:lnTo>
                  <a:cubicBezTo>
                    <a:pt x="5847" y="15379"/>
                    <a:pt x="6127" y="15586"/>
                    <a:pt x="6218" y="15857"/>
                  </a:cubicBezTo>
                  <a:cubicBezTo>
                    <a:pt x="6314" y="16050"/>
                    <a:pt x="6314" y="16363"/>
                    <a:pt x="6218" y="16652"/>
                  </a:cubicBezTo>
                  <a:cubicBezTo>
                    <a:pt x="5929" y="17158"/>
                    <a:pt x="5519" y="17568"/>
                    <a:pt x="5013" y="17761"/>
                  </a:cubicBezTo>
                  <a:cubicBezTo>
                    <a:pt x="4146" y="18194"/>
                    <a:pt x="3233" y="18405"/>
                    <a:pt x="2308" y="18405"/>
                  </a:cubicBezTo>
                  <a:cubicBezTo>
                    <a:pt x="1741" y="18405"/>
                    <a:pt x="1170" y="18326"/>
                    <a:pt x="603" y="18170"/>
                  </a:cubicBezTo>
                  <a:cubicBezTo>
                    <a:pt x="193" y="18074"/>
                    <a:pt x="1" y="17978"/>
                    <a:pt x="1" y="17978"/>
                  </a:cubicBezTo>
                  <a:lnTo>
                    <a:pt x="1" y="17978"/>
                  </a:lnTo>
                  <a:cubicBezTo>
                    <a:pt x="97" y="18074"/>
                    <a:pt x="97" y="18074"/>
                    <a:pt x="193" y="18074"/>
                  </a:cubicBezTo>
                  <a:cubicBezTo>
                    <a:pt x="290" y="18170"/>
                    <a:pt x="507" y="18170"/>
                    <a:pt x="603" y="18267"/>
                  </a:cubicBezTo>
                  <a:cubicBezTo>
                    <a:pt x="1170" y="18459"/>
                    <a:pt x="1754" y="18550"/>
                    <a:pt x="2337" y="18550"/>
                  </a:cubicBezTo>
                  <a:cubicBezTo>
                    <a:pt x="3291" y="18550"/>
                    <a:pt x="4242" y="18306"/>
                    <a:pt x="5109" y="17857"/>
                  </a:cubicBezTo>
                  <a:cubicBezTo>
                    <a:pt x="5615" y="17664"/>
                    <a:pt x="6025" y="17255"/>
                    <a:pt x="6314" y="16773"/>
                  </a:cubicBezTo>
                  <a:cubicBezTo>
                    <a:pt x="6411" y="16459"/>
                    <a:pt x="6411" y="16050"/>
                    <a:pt x="6314" y="15761"/>
                  </a:cubicBezTo>
                  <a:cubicBezTo>
                    <a:pt x="6275" y="15634"/>
                    <a:pt x="6205" y="15512"/>
                    <a:pt x="6115" y="15405"/>
                  </a:cubicBezTo>
                  <a:lnTo>
                    <a:pt x="6115" y="15405"/>
                  </a:lnTo>
                  <a:cubicBezTo>
                    <a:pt x="6244" y="15423"/>
                    <a:pt x="6373" y="15432"/>
                    <a:pt x="6501" y="15432"/>
                  </a:cubicBezTo>
                  <a:cubicBezTo>
                    <a:pt x="7296" y="15432"/>
                    <a:pt x="8064" y="15091"/>
                    <a:pt x="8627" y="14459"/>
                  </a:cubicBezTo>
                  <a:cubicBezTo>
                    <a:pt x="9543" y="13544"/>
                    <a:pt x="9640" y="12146"/>
                    <a:pt x="9037" y="11037"/>
                  </a:cubicBezTo>
                  <a:cubicBezTo>
                    <a:pt x="8967" y="10898"/>
                    <a:pt x="8885" y="10809"/>
                    <a:pt x="8808" y="10687"/>
                  </a:cubicBezTo>
                  <a:lnTo>
                    <a:pt x="8808" y="10687"/>
                  </a:lnTo>
                  <a:cubicBezTo>
                    <a:pt x="9733" y="10350"/>
                    <a:pt x="10446" y="9675"/>
                    <a:pt x="10628" y="8724"/>
                  </a:cubicBezTo>
                  <a:cubicBezTo>
                    <a:pt x="11116" y="7282"/>
                    <a:pt x="10303" y="5728"/>
                    <a:pt x="8881" y="5253"/>
                  </a:cubicBezTo>
                  <a:lnTo>
                    <a:pt x="8881" y="5253"/>
                  </a:lnTo>
                  <a:cubicBezTo>
                    <a:pt x="9580" y="4443"/>
                    <a:pt x="9819" y="3332"/>
                    <a:pt x="9640" y="2410"/>
                  </a:cubicBezTo>
                  <a:cubicBezTo>
                    <a:pt x="9423" y="1495"/>
                    <a:pt x="8941" y="796"/>
                    <a:pt x="8218" y="386"/>
                  </a:cubicBezTo>
                  <a:cubicBezTo>
                    <a:pt x="7736" y="97"/>
                    <a:pt x="7230" y="1"/>
                    <a:pt x="662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4"/>
            <p:cNvSpPr/>
            <p:nvPr/>
          </p:nvSpPr>
          <p:spPr>
            <a:xfrm>
              <a:off x="6512169" y="2907239"/>
              <a:ext cx="83314" cy="157515"/>
            </a:xfrm>
            <a:custGeom>
              <a:avLst/>
              <a:gdLst/>
              <a:ahLst/>
              <a:cxnLst/>
              <a:rect l="l" t="t" r="r" b="b"/>
              <a:pathLst>
                <a:path w="6628" h="12531" extrusionOk="0">
                  <a:moveTo>
                    <a:pt x="5615" y="0"/>
                  </a:moveTo>
                  <a:cubicBezTo>
                    <a:pt x="5616" y="1"/>
                    <a:pt x="5712" y="98"/>
                    <a:pt x="5832" y="386"/>
                  </a:cubicBezTo>
                  <a:cubicBezTo>
                    <a:pt x="6121" y="699"/>
                    <a:pt x="6314" y="1085"/>
                    <a:pt x="6314" y="1494"/>
                  </a:cubicBezTo>
                  <a:cubicBezTo>
                    <a:pt x="6435" y="2097"/>
                    <a:pt x="6314" y="2699"/>
                    <a:pt x="5929" y="3205"/>
                  </a:cubicBezTo>
                  <a:cubicBezTo>
                    <a:pt x="5519" y="3808"/>
                    <a:pt x="4724" y="4217"/>
                    <a:pt x="3904" y="4217"/>
                  </a:cubicBezTo>
                  <a:lnTo>
                    <a:pt x="3712" y="4217"/>
                  </a:lnTo>
                  <a:lnTo>
                    <a:pt x="3808" y="4410"/>
                  </a:lnTo>
                  <a:cubicBezTo>
                    <a:pt x="4121" y="4699"/>
                    <a:pt x="4314" y="5205"/>
                    <a:pt x="4314" y="5711"/>
                  </a:cubicBezTo>
                  <a:cubicBezTo>
                    <a:pt x="4314" y="6217"/>
                    <a:pt x="4121" y="6723"/>
                    <a:pt x="3808" y="7109"/>
                  </a:cubicBezTo>
                  <a:cubicBezTo>
                    <a:pt x="3364" y="7553"/>
                    <a:pt x="2770" y="7849"/>
                    <a:pt x="2159" y="7849"/>
                  </a:cubicBezTo>
                  <a:cubicBezTo>
                    <a:pt x="2074" y="7849"/>
                    <a:pt x="1989" y="7844"/>
                    <a:pt x="1904" y="7832"/>
                  </a:cubicBezTo>
                  <a:lnTo>
                    <a:pt x="1904" y="7832"/>
                  </a:lnTo>
                  <a:cubicBezTo>
                    <a:pt x="1904" y="7832"/>
                    <a:pt x="1904" y="7832"/>
                    <a:pt x="1904" y="7832"/>
                  </a:cubicBezTo>
                  <a:lnTo>
                    <a:pt x="1904" y="8025"/>
                  </a:lnTo>
                  <a:cubicBezTo>
                    <a:pt x="2314" y="8121"/>
                    <a:pt x="2700" y="8531"/>
                    <a:pt x="2820" y="8916"/>
                  </a:cubicBezTo>
                  <a:cubicBezTo>
                    <a:pt x="3013" y="9326"/>
                    <a:pt x="3109" y="9736"/>
                    <a:pt x="3013" y="10121"/>
                  </a:cubicBezTo>
                  <a:cubicBezTo>
                    <a:pt x="3013" y="10531"/>
                    <a:pt x="2820" y="10940"/>
                    <a:pt x="2603" y="11230"/>
                  </a:cubicBezTo>
                  <a:cubicBezTo>
                    <a:pt x="2410" y="11447"/>
                    <a:pt x="2097" y="11639"/>
                    <a:pt x="1808" y="11832"/>
                  </a:cubicBezTo>
                  <a:cubicBezTo>
                    <a:pt x="1398" y="12145"/>
                    <a:pt x="1013" y="12338"/>
                    <a:pt x="507" y="12435"/>
                  </a:cubicBezTo>
                  <a:cubicBezTo>
                    <a:pt x="193" y="12531"/>
                    <a:pt x="1" y="12531"/>
                    <a:pt x="1" y="12531"/>
                  </a:cubicBezTo>
                  <a:lnTo>
                    <a:pt x="507" y="12531"/>
                  </a:lnTo>
                  <a:cubicBezTo>
                    <a:pt x="1013" y="12435"/>
                    <a:pt x="1495" y="12242"/>
                    <a:pt x="1904" y="11928"/>
                  </a:cubicBezTo>
                  <a:cubicBezTo>
                    <a:pt x="2218" y="11832"/>
                    <a:pt x="2507" y="11543"/>
                    <a:pt x="2700" y="11326"/>
                  </a:cubicBezTo>
                  <a:cubicBezTo>
                    <a:pt x="3013" y="10940"/>
                    <a:pt x="3206" y="10627"/>
                    <a:pt x="3206" y="10121"/>
                  </a:cubicBezTo>
                  <a:cubicBezTo>
                    <a:pt x="3302" y="9736"/>
                    <a:pt x="3206" y="9230"/>
                    <a:pt x="3013" y="8820"/>
                  </a:cubicBezTo>
                  <a:cubicBezTo>
                    <a:pt x="2879" y="8469"/>
                    <a:pt x="2641" y="8222"/>
                    <a:pt x="2339" y="8040"/>
                  </a:cubicBezTo>
                  <a:lnTo>
                    <a:pt x="2339" y="8040"/>
                  </a:lnTo>
                  <a:cubicBezTo>
                    <a:pt x="2963" y="8006"/>
                    <a:pt x="3534" y="7738"/>
                    <a:pt x="4025" y="7326"/>
                  </a:cubicBezTo>
                  <a:cubicBezTo>
                    <a:pt x="4314" y="6820"/>
                    <a:pt x="4627" y="6314"/>
                    <a:pt x="4507" y="5711"/>
                  </a:cubicBezTo>
                  <a:cubicBezTo>
                    <a:pt x="4507" y="5269"/>
                    <a:pt x="4433" y="4826"/>
                    <a:pt x="4157" y="4400"/>
                  </a:cubicBezTo>
                  <a:lnTo>
                    <a:pt x="4157" y="4400"/>
                  </a:lnTo>
                  <a:cubicBezTo>
                    <a:pt x="4966" y="4331"/>
                    <a:pt x="5662" y="3935"/>
                    <a:pt x="6121" y="3302"/>
                  </a:cubicBezTo>
                  <a:cubicBezTo>
                    <a:pt x="6531" y="2795"/>
                    <a:pt x="6627" y="2097"/>
                    <a:pt x="6531" y="1494"/>
                  </a:cubicBezTo>
                  <a:cubicBezTo>
                    <a:pt x="6435" y="988"/>
                    <a:pt x="6218" y="603"/>
                    <a:pt x="5929" y="289"/>
                  </a:cubicBezTo>
                  <a:cubicBezTo>
                    <a:pt x="5929" y="193"/>
                    <a:pt x="5832" y="193"/>
                    <a:pt x="5712" y="97"/>
                  </a:cubicBezTo>
                  <a:lnTo>
                    <a:pt x="5615"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4"/>
            <p:cNvSpPr/>
            <p:nvPr/>
          </p:nvSpPr>
          <p:spPr>
            <a:xfrm>
              <a:off x="6096903" y="3016895"/>
              <a:ext cx="138748" cy="121162"/>
            </a:xfrm>
            <a:custGeom>
              <a:avLst/>
              <a:gdLst/>
              <a:ahLst/>
              <a:cxnLst/>
              <a:rect l="l" t="t" r="r" b="b"/>
              <a:pathLst>
                <a:path w="11038" h="9639" extrusionOk="0">
                  <a:moveTo>
                    <a:pt x="8749" y="0"/>
                  </a:moveTo>
                  <a:cubicBezTo>
                    <a:pt x="8509" y="0"/>
                    <a:pt x="8263" y="33"/>
                    <a:pt x="8025" y="96"/>
                  </a:cubicBezTo>
                  <a:cubicBezTo>
                    <a:pt x="7285" y="388"/>
                    <a:pt x="6711" y="1097"/>
                    <a:pt x="6480" y="1933"/>
                  </a:cubicBezTo>
                  <a:lnTo>
                    <a:pt x="6480" y="1933"/>
                  </a:lnTo>
                  <a:cubicBezTo>
                    <a:pt x="6140" y="1788"/>
                    <a:pt x="5797" y="1707"/>
                    <a:pt x="5435" y="1707"/>
                  </a:cubicBezTo>
                  <a:cubicBezTo>
                    <a:pt x="5207" y="1707"/>
                    <a:pt x="4971" y="1739"/>
                    <a:pt x="4724" y="1807"/>
                  </a:cubicBezTo>
                  <a:cubicBezTo>
                    <a:pt x="3646" y="2112"/>
                    <a:pt x="3046" y="3351"/>
                    <a:pt x="3303" y="4439"/>
                  </a:cubicBezTo>
                  <a:lnTo>
                    <a:pt x="3303" y="4439"/>
                  </a:lnTo>
                  <a:cubicBezTo>
                    <a:pt x="2429" y="4661"/>
                    <a:pt x="1589" y="5043"/>
                    <a:pt x="1013" y="5735"/>
                  </a:cubicBezTo>
                  <a:cubicBezTo>
                    <a:pt x="507" y="6337"/>
                    <a:pt x="194" y="7036"/>
                    <a:pt x="97" y="7735"/>
                  </a:cubicBezTo>
                  <a:cubicBezTo>
                    <a:pt x="1" y="8241"/>
                    <a:pt x="1" y="8747"/>
                    <a:pt x="97" y="9133"/>
                  </a:cubicBezTo>
                  <a:cubicBezTo>
                    <a:pt x="194" y="9349"/>
                    <a:pt x="194" y="9446"/>
                    <a:pt x="194" y="9542"/>
                  </a:cubicBezTo>
                  <a:lnTo>
                    <a:pt x="314" y="9639"/>
                  </a:lnTo>
                  <a:cubicBezTo>
                    <a:pt x="314" y="9639"/>
                    <a:pt x="314" y="9542"/>
                    <a:pt x="194" y="9133"/>
                  </a:cubicBezTo>
                  <a:cubicBezTo>
                    <a:pt x="97" y="8626"/>
                    <a:pt x="97" y="8241"/>
                    <a:pt x="194" y="7735"/>
                  </a:cubicBezTo>
                  <a:cubicBezTo>
                    <a:pt x="314" y="7036"/>
                    <a:pt x="603" y="6434"/>
                    <a:pt x="1109" y="5831"/>
                  </a:cubicBezTo>
                  <a:cubicBezTo>
                    <a:pt x="1712" y="5229"/>
                    <a:pt x="2507" y="4723"/>
                    <a:pt x="3423" y="4626"/>
                  </a:cubicBezTo>
                  <a:lnTo>
                    <a:pt x="3519" y="4626"/>
                  </a:lnTo>
                  <a:lnTo>
                    <a:pt x="3519" y="4409"/>
                  </a:lnTo>
                  <a:cubicBezTo>
                    <a:pt x="3326" y="3711"/>
                    <a:pt x="3519" y="2915"/>
                    <a:pt x="4025" y="2409"/>
                  </a:cubicBezTo>
                  <a:cubicBezTo>
                    <a:pt x="4420" y="2069"/>
                    <a:pt x="4914" y="1890"/>
                    <a:pt x="5414" y="1890"/>
                  </a:cubicBezTo>
                  <a:cubicBezTo>
                    <a:pt x="5798" y="1890"/>
                    <a:pt x="6185" y="1996"/>
                    <a:pt x="6531" y="2216"/>
                  </a:cubicBezTo>
                  <a:lnTo>
                    <a:pt x="6628" y="2313"/>
                  </a:lnTo>
                  <a:lnTo>
                    <a:pt x="6628" y="2120"/>
                  </a:lnTo>
                  <a:cubicBezTo>
                    <a:pt x="6724" y="1301"/>
                    <a:pt x="7326" y="602"/>
                    <a:pt x="8146" y="313"/>
                  </a:cubicBezTo>
                  <a:cubicBezTo>
                    <a:pt x="8388" y="187"/>
                    <a:pt x="8645" y="127"/>
                    <a:pt x="8905" y="127"/>
                  </a:cubicBezTo>
                  <a:cubicBezTo>
                    <a:pt x="9294" y="127"/>
                    <a:pt x="9689" y="260"/>
                    <a:pt x="10049" y="506"/>
                  </a:cubicBezTo>
                  <a:cubicBezTo>
                    <a:pt x="10339" y="698"/>
                    <a:pt x="10652" y="1108"/>
                    <a:pt x="10845" y="1518"/>
                  </a:cubicBezTo>
                  <a:cubicBezTo>
                    <a:pt x="10941" y="1710"/>
                    <a:pt x="11037" y="1903"/>
                    <a:pt x="11037" y="1903"/>
                  </a:cubicBezTo>
                  <a:lnTo>
                    <a:pt x="11037" y="1807"/>
                  </a:lnTo>
                  <a:cubicBezTo>
                    <a:pt x="11037" y="1710"/>
                    <a:pt x="10941" y="1614"/>
                    <a:pt x="10941" y="1397"/>
                  </a:cubicBezTo>
                  <a:cubicBezTo>
                    <a:pt x="10748" y="1012"/>
                    <a:pt x="10435" y="698"/>
                    <a:pt x="10049" y="409"/>
                  </a:cubicBezTo>
                  <a:cubicBezTo>
                    <a:pt x="9710" y="134"/>
                    <a:pt x="9240" y="0"/>
                    <a:pt x="874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4"/>
            <p:cNvSpPr/>
            <p:nvPr/>
          </p:nvSpPr>
          <p:spPr>
            <a:xfrm>
              <a:off x="6119628" y="3118242"/>
              <a:ext cx="93307" cy="52530"/>
            </a:xfrm>
            <a:custGeom>
              <a:avLst/>
              <a:gdLst/>
              <a:ahLst/>
              <a:cxnLst/>
              <a:rect l="l" t="t" r="r" b="b"/>
              <a:pathLst>
                <a:path w="7423" h="4179" extrusionOk="0">
                  <a:moveTo>
                    <a:pt x="5078" y="1"/>
                  </a:moveTo>
                  <a:cubicBezTo>
                    <a:pt x="4828" y="1"/>
                    <a:pt x="4571" y="30"/>
                    <a:pt x="4314" y="82"/>
                  </a:cubicBezTo>
                  <a:cubicBezTo>
                    <a:pt x="4024" y="82"/>
                    <a:pt x="3711" y="274"/>
                    <a:pt x="3422" y="467"/>
                  </a:cubicBezTo>
                  <a:cubicBezTo>
                    <a:pt x="3109" y="684"/>
                    <a:pt x="2916" y="973"/>
                    <a:pt x="2819" y="1383"/>
                  </a:cubicBezTo>
                  <a:lnTo>
                    <a:pt x="2819" y="1418"/>
                  </a:lnTo>
                  <a:lnTo>
                    <a:pt x="2819" y="1418"/>
                  </a:lnTo>
                  <a:cubicBezTo>
                    <a:pt x="2525" y="1241"/>
                    <a:pt x="2210" y="1159"/>
                    <a:pt x="1884" y="1159"/>
                  </a:cubicBezTo>
                  <a:cubicBezTo>
                    <a:pt x="1568" y="1159"/>
                    <a:pt x="1242" y="1237"/>
                    <a:pt x="916" y="1383"/>
                  </a:cubicBezTo>
                  <a:cubicBezTo>
                    <a:pt x="410" y="1672"/>
                    <a:pt x="96" y="2178"/>
                    <a:pt x="0" y="2780"/>
                  </a:cubicBezTo>
                  <a:cubicBezTo>
                    <a:pt x="0" y="3190"/>
                    <a:pt x="0" y="3479"/>
                    <a:pt x="193" y="3889"/>
                  </a:cubicBezTo>
                  <a:cubicBezTo>
                    <a:pt x="313" y="4082"/>
                    <a:pt x="410" y="4178"/>
                    <a:pt x="410" y="4178"/>
                  </a:cubicBezTo>
                  <a:cubicBezTo>
                    <a:pt x="506" y="4178"/>
                    <a:pt x="410" y="4082"/>
                    <a:pt x="313" y="3793"/>
                  </a:cubicBezTo>
                  <a:cubicBezTo>
                    <a:pt x="96" y="3479"/>
                    <a:pt x="96" y="3094"/>
                    <a:pt x="193" y="2780"/>
                  </a:cubicBezTo>
                  <a:cubicBezTo>
                    <a:pt x="313" y="2274"/>
                    <a:pt x="603" y="1768"/>
                    <a:pt x="1012" y="1576"/>
                  </a:cubicBezTo>
                  <a:cubicBezTo>
                    <a:pt x="1313" y="1431"/>
                    <a:pt x="1639" y="1359"/>
                    <a:pt x="1952" y="1359"/>
                  </a:cubicBezTo>
                  <a:cubicBezTo>
                    <a:pt x="2265" y="1359"/>
                    <a:pt x="2566" y="1431"/>
                    <a:pt x="2819" y="1576"/>
                  </a:cubicBezTo>
                  <a:lnTo>
                    <a:pt x="2916" y="1672"/>
                  </a:lnTo>
                  <a:lnTo>
                    <a:pt x="3012" y="1576"/>
                  </a:lnTo>
                  <a:lnTo>
                    <a:pt x="3012" y="1383"/>
                  </a:lnTo>
                  <a:cubicBezTo>
                    <a:pt x="3205" y="780"/>
                    <a:pt x="3711" y="371"/>
                    <a:pt x="4410" y="178"/>
                  </a:cubicBezTo>
                  <a:cubicBezTo>
                    <a:pt x="4620" y="138"/>
                    <a:pt x="4829" y="115"/>
                    <a:pt x="5046" y="115"/>
                  </a:cubicBezTo>
                  <a:cubicBezTo>
                    <a:pt x="5352" y="115"/>
                    <a:pt x="5672" y="161"/>
                    <a:pt x="6024" y="274"/>
                  </a:cubicBezTo>
                  <a:cubicBezTo>
                    <a:pt x="6820" y="467"/>
                    <a:pt x="7422" y="780"/>
                    <a:pt x="7422" y="780"/>
                  </a:cubicBezTo>
                  <a:cubicBezTo>
                    <a:pt x="7326" y="684"/>
                    <a:pt x="7229" y="563"/>
                    <a:pt x="7037" y="563"/>
                  </a:cubicBezTo>
                  <a:cubicBezTo>
                    <a:pt x="6723" y="371"/>
                    <a:pt x="6434" y="274"/>
                    <a:pt x="6024" y="178"/>
                  </a:cubicBezTo>
                  <a:cubicBezTo>
                    <a:pt x="5735" y="54"/>
                    <a:pt x="5413" y="1"/>
                    <a:pt x="507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4"/>
            <p:cNvSpPr/>
            <p:nvPr/>
          </p:nvSpPr>
          <p:spPr>
            <a:xfrm>
              <a:off x="6714197" y="3492596"/>
              <a:ext cx="239622" cy="363952"/>
            </a:xfrm>
            <a:custGeom>
              <a:avLst/>
              <a:gdLst/>
              <a:ahLst/>
              <a:cxnLst/>
              <a:rect l="l" t="t" r="r" b="b"/>
              <a:pathLst>
                <a:path w="19063" h="28954" extrusionOk="0">
                  <a:moveTo>
                    <a:pt x="6783" y="0"/>
                  </a:moveTo>
                  <a:cubicBezTo>
                    <a:pt x="5954" y="0"/>
                    <a:pt x="1904" y="517"/>
                    <a:pt x="1904" y="517"/>
                  </a:cubicBezTo>
                  <a:cubicBezTo>
                    <a:pt x="1904" y="517"/>
                    <a:pt x="1" y="4324"/>
                    <a:pt x="1" y="4517"/>
                  </a:cubicBezTo>
                  <a:cubicBezTo>
                    <a:pt x="1" y="4830"/>
                    <a:pt x="3206" y="8132"/>
                    <a:pt x="3206" y="8132"/>
                  </a:cubicBezTo>
                  <a:cubicBezTo>
                    <a:pt x="3206" y="8132"/>
                    <a:pt x="2796" y="13867"/>
                    <a:pt x="3206" y="14976"/>
                  </a:cubicBezTo>
                  <a:cubicBezTo>
                    <a:pt x="3615" y="15964"/>
                    <a:pt x="4411" y="22205"/>
                    <a:pt x="4411" y="22205"/>
                  </a:cubicBezTo>
                  <a:cubicBezTo>
                    <a:pt x="4411" y="22205"/>
                    <a:pt x="7013" y="22108"/>
                    <a:pt x="7110" y="19193"/>
                  </a:cubicBezTo>
                  <a:cubicBezTo>
                    <a:pt x="7230" y="17385"/>
                    <a:pt x="7230" y="15674"/>
                    <a:pt x="7110" y="13867"/>
                  </a:cubicBezTo>
                  <a:cubicBezTo>
                    <a:pt x="7110" y="13867"/>
                    <a:pt x="8130" y="12653"/>
                    <a:pt x="9108" y="12653"/>
                  </a:cubicBezTo>
                  <a:cubicBezTo>
                    <a:pt x="9323" y="12653"/>
                    <a:pt x="9536" y="12712"/>
                    <a:pt x="9736" y="12855"/>
                  </a:cubicBezTo>
                  <a:cubicBezTo>
                    <a:pt x="10724" y="13674"/>
                    <a:pt x="10628" y="26928"/>
                    <a:pt x="10628" y="26928"/>
                  </a:cubicBezTo>
                  <a:cubicBezTo>
                    <a:pt x="10628" y="26928"/>
                    <a:pt x="10820" y="28953"/>
                    <a:pt x="12346" y="28953"/>
                  </a:cubicBezTo>
                  <a:cubicBezTo>
                    <a:pt x="12443" y="28953"/>
                    <a:pt x="12545" y="28945"/>
                    <a:pt x="12652" y="28928"/>
                  </a:cubicBezTo>
                  <a:lnTo>
                    <a:pt x="13736" y="26518"/>
                  </a:lnTo>
                  <a:lnTo>
                    <a:pt x="15953" y="22301"/>
                  </a:lnTo>
                  <a:lnTo>
                    <a:pt x="17664" y="20494"/>
                  </a:lnTo>
                  <a:cubicBezTo>
                    <a:pt x="17664" y="20494"/>
                    <a:pt x="19062" y="18590"/>
                    <a:pt x="18869" y="16879"/>
                  </a:cubicBezTo>
                  <a:cubicBezTo>
                    <a:pt x="18676" y="15168"/>
                    <a:pt x="18773" y="11867"/>
                    <a:pt x="18074" y="10662"/>
                  </a:cubicBezTo>
                  <a:cubicBezTo>
                    <a:pt x="17351" y="9457"/>
                    <a:pt x="10724" y="1119"/>
                    <a:pt x="10242" y="902"/>
                  </a:cubicBezTo>
                  <a:cubicBezTo>
                    <a:pt x="9134" y="517"/>
                    <a:pt x="8025" y="204"/>
                    <a:pt x="6917" y="11"/>
                  </a:cubicBezTo>
                  <a:cubicBezTo>
                    <a:pt x="6895" y="4"/>
                    <a:pt x="6850" y="0"/>
                    <a:pt x="6783" y="0"/>
                  </a:cubicBezTo>
                  <a:close/>
                </a:path>
              </a:pathLst>
            </a:custGeom>
            <a:solidFill>
              <a:srgbClr val="A36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4"/>
            <p:cNvSpPr/>
            <p:nvPr/>
          </p:nvSpPr>
          <p:spPr>
            <a:xfrm>
              <a:off x="4250476" y="3076788"/>
              <a:ext cx="565537" cy="439900"/>
            </a:xfrm>
            <a:custGeom>
              <a:avLst/>
              <a:gdLst/>
              <a:ahLst/>
              <a:cxnLst/>
              <a:rect l="l" t="t" r="r" b="b"/>
              <a:pathLst>
                <a:path w="44991" h="34996" extrusionOk="0">
                  <a:moveTo>
                    <a:pt x="22508" y="0"/>
                  </a:moveTo>
                  <a:cubicBezTo>
                    <a:pt x="14872" y="0"/>
                    <a:pt x="7811" y="5177"/>
                    <a:pt x="4025" y="12898"/>
                  </a:cubicBezTo>
                  <a:cubicBezTo>
                    <a:pt x="3928" y="13019"/>
                    <a:pt x="3928" y="13115"/>
                    <a:pt x="3928" y="13211"/>
                  </a:cubicBezTo>
                  <a:cubicBezTo>
                    <a:pt x="0" y="23549"/>
                    <a:pt x="7133" y="34996"/>
                    <a:pt x="7133" y="34996"/>
                  </a:cubicBezTo>
                  <a:lnTo>
                    <a:pt x="37063" y="33598"/>
                  </a:lnTo>
                  <a:cubicBezTo>
                    <a:pt x="37063" y="33598"/>
                    <a:pt x="41473" y="31092"/>
                    <a:pt x="44196" y="17332"/>
                  </a:cubicBezTo>
                  <a:cubicBezTo>
                    <a:pt x="44991" y="13115"/>
                    <a:pt x="39063" y="5789"/>
                    <a:pt x="29520" y="1572"/>
                  </a:cubicBezTo>
                  <a:lnTo>
                    <a:pt x="29424" y="1452"/>
                  </a:lnTo>
                  <a:cubicBezTo>
                    <a:pt x="27115" y="461"/>
                    <a:pt x="24786" y="0"/>
                    <a:pt x="2250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4"/>
            <p:cNvSpPr/>
            <p:nvPr/>
          </p:nvSpPr>
          <p:spPr>
            <a:xfrm>
              <a:off x="4277136" y="3192791"/>
              <a:ext cx="497081" cy="624503"/>
            </a:xfrm>
            <a:custGeom>
              <a:avLst/>
              <a:gdLst/>
              <a:ahLst/>
              <a:cxnLst/>
              <a:rect l="l" t="t" r="r" b="b"/>
              <a:pathLst>
                <a:path w="39545" h="49682" extrusionOk="0">
                  <a:moveTo>
                    <a:pt x="15287" y="0"/>
                  </a:moveTo>
                  <a:cubicBezTo>
                    <a:pt x="13972" y="0"/>
                    <a:pt x="12684" y="848"/>
                    <a:pt x="12242" y="2175"/>
                  </a:cubicBezTo>
                  <a:lnTo>
                    <a:pt x="1590" y="37213"/>
                  </a:lnTo>
                  <a:cubicBezTo>
                    <a:pt x="0" y="42346"/>
                    <a:pt x="2795" y="47647"/>
                    <a:pt x="7928" y="49262"/>
                  </a:cubicBezTo>
                  <a:cubicBezTo>
                    <a:pt x="8868" y="49546"/>
                    <a:pt x="9818" y="49682"/>
                    <a:pt x="10754" y="49682"/>
                  </a:cubicBezTo>
                  <a:cubicBezTo>
                    <a:pt x="14810" y="49682"/>
                    <a:pt x="18587" y="47135"/>
                    <a:pt x="19977" y="43141"/>
                  </a:cubicBezTo>
                  <a:lnTo>
                    <a:pt x="21471" y="38731"/>
                  </a:lnTo>
                  <a:cubicBezTo>
                    <a:pt x="21471" y="38731"/>
                    <a:pt x="21781" y="38780"/>
                    <a:pt x="22308" y="38780"/>
                  </a:cubicBezTo>
                  <a:cubicBezTo>
                    <a:pt x="24260" y="38780"/>
                    <a:pt x="29192" y="38108"/>
                    <a:pt x="32435" y="31791"/>
                  </a:cubicBezTo>
                  <a:cubicBezTo>
                    <a:pt x="34532" y="27767"/>
                    <a:pt x="36653" y="20851"/>
                    <a:pt x="38147" y="15019"/>
                  </a:cubicBezTo>
                  <a:cubicBezTo>
                    <a:pt x="39544" y="9910"/>
                    <a:pt x="38243" y="2585"/>
                    <a:pt x="33038" y="1380"/>
                  </a:cubicBezTo>
                  <a:lnTo>
                    <a:pt x="15856" y="54"/>
                  </a:lnTo>
                  <a:cubicBezTo>
                    <a:pt x="15668" y="18"/>
                    <a:pt x="15477" y="0"/>
                    <a:pt x="15287"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4"/>
            <p:cNvSpPr/>
            <p:nvPr/>
          </p:nvSpPr>
          <p:spPr>
            <a:xfrm>
              <a:off x="4664524" y="3404283"/>
              <a:ext cx="70593" cy="14091"/>
            </a:xfrm>
            <a:custGeom>
              <a:avLst/>
              <a:gdLst/>
              <a:ahLst/>
              <a:cxnLst/>
              <a:rect l="l" t="t" r="r" b="b"/>
              <a:pathLst>
                <a:path w="5616" h="1121" extrusionOk="0">
                  <a:moveTo>
                    <a:pt x="2820" y="0"/>
                  </a:moveTo>
                  <a:cubicBezTo>
                    <a:pt x="2001" y="97"/>
                    <a:pt x="1302" y="314"/>
                    <a:pt x="603" y="603"/>
                  </a:cubicBezTo>
                  <a:cubicBezTo>
                    <a:pt x="97" y="916"/>
                    <a:pt x="1" y="1109"/>
                    <a:pt x="97" y="1109"/>
                  </a:cubicBezTo>
                  <a:cubicBezTo>
                    <a:pt x="106" y="1117"/>
                    <a:pt x="121" y="1121"/>
                    <a:pt x="144" y="1121"/>
                  </a:cubicBezTo>
                  <a:cubicBezTo>
                    <a:pt x="386" y="1121"/>
                    <a:pt x="1432" y="683"/>
                    <a:pt x="2820" y="506"/>
                  </a:cubicBezTo>
                  <a:cubicBezTo>
                    <a:pt x="2982" y="496"/>
                    <a:pt x="3139" y="491"/>
                    <a:pt x="3289" y="491"/>
                  </a:cubicBezTo>
                  <a:cubicBezTo>
                    <a:pt x="4227" y="491"/>
                    <a:pt x="4927" y="667"/>
                    <a:pt x="5285" y="667"/>
                  </a:cubicBezTo>
                  <a:cubicBezTo>
                    <a:pt x="5399" y="667"/>
                    <a:pt x="5478" y="649"/>
                    <a:pt x="5519" y="603"/>
                  </a:cubicBezTo>
                  <a:cubicBezTo>
                    <a:pt x="5616" y="603"/>
                    <a:pt x="5423" y="410"/>
                    <a:pt x="5013" y="314"/>
                  </a:cubicBezTo>
                  <a:cubicBezTo>
                    <a:pt x="4314" y="0"/>
                    <a:pt x="3519" y="0"/>
                    <a:pt x="282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4"/>
            <p:cNvSpPr/>
            <p:nvPr/>
          </p:nvSpPr>
          <p:spPr>
            <a:xfrm>
              <a:off x="4519448" y="3350059"/>
              <a:ext cx="66948" cy="37886"/>
            </a:xfrm>
            <a:custGeom>
              <a:avLst/>
              <a:gdLst/>
              <a:ahLst/>
              <a:cxnLst/>
              <a:rect l="l" t="t" r="r" b="b"/>
              <a:pathLst>
                <a:path w="5326" h="3014" extrusionOk="0">
                  <a:moveTo>
                    <a:pt x="795" y="1"/>
                  </a:moveTo>
                  <a:cubicBezTo>
                    <a:pt x="289" y="1"/>
                    <a:pt x="0" y="1"/>
                    <a:pt x="0" y="97"/>
                  </a:cubicBezTo>
                  <a:cubicBezTo>
                    <a:pt x="97" y="314"/>
                    <a:pt x="1398" y="507"/>
                    <a:pt x="2795" y="1206"/>
                  </a:cubicBezTo>
                  <a:cubicBezTo>
                    <a:pt x="4314" y="2001"/>
                    <a:pt x="5012" y="3013"/>
                    <a:pt x="5205" y="3013"/>
                  </a:cubicBezTo>
                  <a:cubicBezTo>
                    <a:pt x="5326" y="3013"/>
                    <a:pt x="5326" y="2724"/>
                    <a:pt x="5012" y="2314"/>
                  </a:cubicBezTo>
                  <a:cubicBezTo>
                    <a:pt x="4506" y="1712"/>
                    <a:pt x="3808" y="1206"/>
                    <a:pt x="3109" y="796"/>
                  </a:cubicBezTo>
                  <a:cubicBezTo>
                    <a:pt x="2410" y="411"/>
                    <a:pt x="1591" y="97"/>
                    <a:pt x="79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4"/>
            <p:cNvSpPr/>
            <p:nvPr/>
          </p:nvSpPr>
          <p:spPr>
            <a:xfrm>
              <a:off x="4593959" y="3377925"/>
              <a:ext cx="42713" cy="133594"/>
            </a:xfrm>
            <a:custGeom>
              <a:avLst/>
              <a:gdLst/>
              <a:ahLst/>
              <a:cxnLst/>
              <a:rect l="l" t="t" r="r" b="b"/>
              <a:pathLst>
                <a:path w="3398" h="10628" extrusionOk="0">
                  <a:moveTo>
                    <a:pt x="2796" y="1"/>
                  </a:moveTo>
                  <a:cubicBezTo>
                    <a:pt x="2603" y="1"/>
                    <a:pt x="2603" y="2917"/>
                    <a:pt x="2796" y="6628"/>
                  </a:cubicBezTo>
                  <a:cubicBezTo>
                    <a:pt x="2796" y="7519"/>
                    <a:pt x="2796" y="8339"/>
                    <a:pt x="2892" y="9134"/>
                  </a:cubicBezTo>
                  <a:cubicBezTo>
                    <a:pt x="2892" y="9423"/>
                    <a:pt x="2892" y="9833"/>
                    <a:pt x="2796" y="10146"/>
                  </a:cubicBezTo>
                  <a:cubicBezTo>
                    <a:pt x="2747" y="10194"/>
                    <a:pt x="2651" y="10218"/>
                    <a:pt x="2527" y="10218"/>
                  </a:cubicBezTo>
                  <a:cubicBezTo>
                    <a:pt x="2404" y="10218"/>
                    <a:pt x="2253" y="10194"/>
                    <a:pt x="2097" y="10146"/>
                  </a:cubicBezTo>
                  <a:cubicBezTo>
                    <a:pt x="1138" y="9986"/>
                    <a:pt x="506" y="9892"/>
                    <a:pt x="240" y="9892"/>
                  </a:cubicBezTo>
                  <a:cubicBezTo>
                    <a:pt x="145" y="9892"/>
                    <a:pt x="97" y="9904"/>
                    <a:pt x="97" y="9929"/>
                  </a:cubicBezTo>
                  <a:cubicBezTo>
                    <a:pt x="0" y="9929"/>
                    <a:pt x="795" y="10242"/>
                    <a:pt x="2000" y="10532"/>
                  </a:cubicBezTo>
                  <a:cubicBezTo>
                    <a:pt x="2097" y="10532"/>
                    <a:pt x="2289" y="10628"/>
                    <a:pt x="2506" y="10628"/>
                  </a:cubicBezTo>
                  <a:cubicBezTo>
                    <a:pt x="2699" y="10628"/>
                    <a:pt x="3012" y="10532"/>
                    <a:pt x="3109" y="10339"/>
                  </a:cubicBezTo>
                  <a:cubicBezTo>
                    <a:pt x="3302" y="9929"/>
                    <a:pt x="3398" y="9544"/>
                    <a:pt x="3398" y="9134"/>
                  </a:cubicBezTo>
                  <a:cubicBezTo>
                    <a:pt x="3302" y="8339"/>
                    <a:pt x="3302" y="7423"/>
                    <a:pt x="3302" y="6531"/>
                  </a:cubicBezTo>
                  <a:cubicBezTo>
                    <a:pt x="3205" y="2917"/>
                    <a:pt x="2892" y="1"/>
                    <a:pt x="279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4"/>
            <p:cNvSpPr/>
            <p:nvPr/>
          </p:nvSpPr>
          <p:spPr>
            <a:xfrm>
              <a:off x="4417071" y="3593591"/>
              <a:ext cx="129961" cy="111182"/>
            </a:xfrm>
            <a:custGeom>
              <a:avLst/>
              <a:gdLst/>
              <a:ahLst/>
              <a:cxnLst/>
              <a:rect l="l" t="t" r="r" b="b"/>
              <a:pathLst>
                <a:path w="10339" h="8845" extrusionOk="0">
                  <a:moveTo>
                    <a:pt x="0" y="0"/>
                  </a:moveTo>
                  <a:cubicBezTo>
                    <a:pt x="0" y="1"/>
                    <a:pt x="916" y="6724"/>
                    <a:pt x="9639" y="8844"/>
                  </a:cubicBezTo>
                  <a:lnTo>
                    <a:pt x="10338" y="6844"/>
                  </a:lnTo>
                  <a:cubicBezTo>
                    <a:pt x="6338" y="5519"/>
                    <a:pt x="2723" y="3229"/>
                    <a:pt x="0"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4"/>
            <p:cNvSpPr/>
            <p:nvPr/>
          </p:nvSpPr>
          <p:spPr>
            <a:xfrm>
              <a:off x="4528221" y="3517156"/>
              <a:ext cx="49086" cy="32229"/>
            </a:xfrm>
            <a:custGeom>
              <a:avLst/>
              <a:gdLst/>
              <a:ahLst/>
              <a:cxnLst/>
              <a:rect l="l" t="t" r="r" b="b"/>
              <a:pathLst>
                <a:path w="3905" h="2564" extrusionOk="0">
                  <a:moveTo>
                    <a:pt x="1653" y="0"/>
                  </a:moveTo>
                  <a:cubicBezTo>
                    <a:pt x="1307" y="0"/>
                    <a:pt x="963" y="72"/>
                    <a:pt x="700" y="274"/>
                  </a:cubicBezTo>
                  <a:cubicBezTo>
                    <a:pt x="194" y="563"/>
                    <a:pt x="1" y="1165"/>
                    <a:pt x="97" y="1672"/>
                  </a:cubicBezTo>
                  <a:cubicBezTo>
                    <a:pt x="411" y="2274"/>
                    <a:pt x="893" y="2563"/>
                    <a:pt x="1495" y="2563"/>
                  </a:cubicBezTo>
                  <a:cubicBezTo>
                    <a:pt x="2097" y="2563"/>
                    <a:pt x="2700" y="2370"/>
                    <a:pt x="3302" y="2178"/>
                  </a:cubicBezTo>
                  <a:cubicBezTo>
                    <a:pt x="3423" y="2081"/>
                    <a:pt x="3616" y="2081"/>
                    <a:pt x="3712" y="1961"/>
                  </a:cubicBezTo>
                  <a:cubicBezTo>
                    <a:pt x="3905" y="1864"/>
                    <a:pt x="3905" y="1672"/>
                    <a:pt x="3905" y="1479"/>
                  </a:cubicBezTo>
                  <a:lnTo>
                    <a:pt x="3808" y="1479"/>
                  </a:lnTo>
                  <a:cubicBezTo>
                    <a:pt x="3616" y="756"/>
                    <a:pt x="3013" y="153"/>
                    <a:pt x="2218" y="57"/>
                  </a:cubicBezTo>
                  <a:cubicBezTo>
                    <a:pt x="2037" y="23"/>
                    <a:pt x="1845" y="0"/>
                    <a:pt x="1653"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4"/>
            <p:cNvSpPr/>
            <p:nvPr/>
          </p:nvSpPr>
          <p:spPr>
            <a:xfrm>
              <a:off x="4540954" y="3497875"/>
              <a:ext cx="41506" cy="55635"/>
            </a:xfrm>
            <a:custGeom>
              <a:avLst/>
              <a:gdLst/>
              <a:ahLst/>
              <a:cxnLst/>
              <a:rect l="l" t="t" r="r" b="b"/>
              <a:pathLst>
                <a:path w="3302" h="4426" extrusionOk="0">
                  <a:moveTo>
                    <a:pt x="603" y="1"/>
                  </a:moveTo>
                  <a:cubicBezTo>
                    <a:pt x="482" y="1"/>
                    <a:pt x="193" y="193"/>
                    <a:pt x="96" y="796"/>
                  </a:cubicBezTo>
                  <a:cubicBezTo>
                    <a:pt x="0" y="1495"/>
                    <a:pt x="96" y="2290"/>
                    <a:pt x="482" y="2892"/>
                  </a:cubicBezTo>
                  <a:cubicBezTo>
                    <a:pt x="892" y="3615"/>
                    <a:pt x="1494" y="4097"/>
                    <a:pt x="2289" y="4314"/>
                  </a:cubicBezTo>
                  <a:cubicBezTo>
                    <a:pt x="2544" y="4396"/>
                    <a:pt x="2747" y="4425"/>
                    <a:pt x="2896" y="4425"/>
                  </a:cubicBezTo>
                  <a:cubicBezTo>
                    <a:pt x="3101" y="4425"/>
                    <a:pt x="3205" y="4370"/>
                    <a:pt x="3205" y="4314"/>
                  </a:cubicBezTo>
                  <a:cubicBezTo>
                    <a:pt x="3301" y="4218"/>
                    <a:pt x="1904" y="3808"/>
                    <a:pt x="1084" y="2603"/>
                  </a:cubicBezTo>
                  <a:cubicBezTo>
                    <a:pt x="289" y="1302"/>
                    <a:pt x="795" y="97"/>
                    <a:pt x="6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4"/>
            <p:cNvSpPr/>
            <p:nvPr/>
          </p:nvSpPr>
          <p:spPr>
            <a:xfrm>
              <a:off x="4527015" y="3313721"/>
              <a:ext cx="74528" cy="25681"/>
            </a:xfrm>
            <a:custGeom>
              <a:avLst/>
              <a:gdLst/>
              <a:ahLst/>
              <a:cxnLst/>
              <a:rect l="l" t="t" r="r" b="b"/>
              <a:pathLst>
                <a:path w="5929" h="2043" extrusionOk="0">
                  <a:moveTo>
                    <a:pt x="2013" y="0"/>
                  </a:moveTo>
                  <a:cubicBezTo>
                    <a:pt x="1621" y="0"/>
                    <a:pt x="1242" y="24"/>
                    <a:pt x="892" y="72"/>
                  </a:cubicBezTo>
                  <a:cubicBezTo>
                    <a:pt x="290" y="289"/>
                    <a:pt x="1" y="482"/>
                    <a:pt x="1" y="675"/>
                  </a:cubicBezTo>
                  <a:cubicBezTo>
                    <a:pt x="97" y="988"/>
                    <a:pt x="1398" y="988"/>
                    <a:pt x="2916" y="1398"/>
                  </a:cubicBezTo>
                  <a:cubicBezTo>
                    <a:pt x="4181" y="1643"/>
                    <a:pt x="5239" y="2043"/>
                    <a:pt x="5651" y="2043"/>
                  </a:cubicBezTo>
                  <a:cubicBezTo>
                    <a:pt x="5725" y="2043"/>
                    <a:pt x="5779" y="2030"/>
                    <a:pt x="5808" y="2000"/>
                  </a:cubicBezTo>
                  <a:cubicBezTo>
                    <a:pt x="5929" y="1783"/>
                    <a:pt x="5712" y="1494"/>
                    <a:pt x="5326" y="1085"/>
                  </a:cubicBezTo>
                  <a:cubicBezTo>
                    <a:pt x="4724" y="579"/>
                    <a:pt x="3904" y="289"/>
                    <a:pt x="3206" y="72"/>
                  </a:cubicBezTo>
                  <a:cubicBezTo>
                    <a:pt x="2808" y="24"/>
                    <a:pt x="2404" y="0"/>
                    <a:pt x="201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4"/>
            <p:cNvSpPr/>
            <p:nvPr/>
          </p:nvSpPr>
          <p:spPr>
            <a:xfrm>
              <a:off x="4682096" y="3351341"/>
              <a:ext cx="51814" cy="25919"/>
            </a:xfrm>
            <a:custGeom>
              <a:avLst/>
              <a:gdLst/>
              <a:ahLst/>
              <a:cxnLst/>
              <a:rect l="l" t="t" r="r" b="b"/>
              <a:pathLst>
                <a:path w="4122" h="2062" extrusionOk="0">
                  <a:moveTo>
                    <a:pt x="1419" y="1"/>
                  </a:moveTo>
                  <a:cubicBezTo>
                    <a:pt x="1175" y="1"/>
                    <a:pt x="933" y="31"/>
                    <a:pt x="699" y="92"/>
                  </a:cubicBezTo>
                  <a:cubicBezTo>
                    <a:pt x="217" y="212"/>
                    <a:pt x="1" y="405"/>
                    <a:pt x="1" y="598"/>
                  </a:cubicBezTo>
                  <a:cubicBezTo>
                    <a:pt x="97" y="911"/>
                    <a:pt x="1013" y="1007"/>
                    <a:pt x="2025" y="1297"/>
                  </a:cubicBezTo>
                  <a:cubicBezTo>
                    <a:pt x="2782" y="1644"/>
                    <a:pt x="3400" y="2062"/>
                    <a:pt x="3761" y="2062"/>
                  </a:cubicBezTo>
                  <a:cubicBezTo>
                    <a:pt x="3825" y="2062"/>
                    <a:pt x="3881" y="2049"/>
                    <a:pt x="3929" y="2019"/>
                  </a:cubicBezTo>
                  <a:cubicBezTo>
                    <a:pt x="4121" y="1899"/>
                    <a:pt x="4025" y="1610"/>
                    <a:pt x="3832" y="1200"/>
                  </a:cubicBezTo>
                  <a:cubicBezTo>
                    <a:pt x="3262" y="420"/>
                    <a:pt x="2331" y="1"/>
                    <a:pt x="141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4"/>
            <p:cNvSpPr/>
            <p:nvPr/>
          </p:nvSpPr>
          <p:spPr>
            <a:xfrm>
              <a:off x="4350126" y="3149263"/>
              <a:ext cx="446801" cy="255762"/>
            </a:xfrm>
            <a:custGeom>
              <a:avLst/>
              <a:gdLst/>
              <a:ahLst/>
              <a:cxnLst/>
              <a:rect l="l" t="t" r="r" b="b"/>
              <a:pathLst>
                <a:path w="35545" h="20347" extrusionOk="0">
                  <a:moveTo>
                    <a:pt x="17424" y="0"/>
                  </a:moveTo>
                  <a:cubicBezTo>
                    <a:pt x="10255" y="0"/>
                    <a:pt x="2511" y="3296"/>
                    <a:pt x="1" y="14771"/>
                  </a:cubicBezTo>
                  <a:cubicBezTo>
                    <a:pt x="1" y="14964"/>
                    <a:pt x="1422" y="20000"/>
                    <a:pt x="3519" y="20289"/>
                  </a:cubicBezTo>
                  <a:cubicBezTo>
                    <a:pt x="3740" y="20328"/>
                    <a:pt x="3960" y="20347"/>
                    <a:pt x="4178" y="20347"/>
                  </a:cubicBezTo>
                  <a:cubicBezTo>
                    <a:pt x="10234" y="20347"/>
                    <a:pt x="15374" y="6049"/>
                    <a:pt x="15375" y="6048"/>
                  </a:cubicBezTo>
                  <a:lnTo>
                    <a:pt x="15375" y="6048"/>
                  </a:lnTo>
                  <a:lnTo>
                    <a:pt x="13857" y="11855"/>
                  </a:lnTo>
                  <a:lnTo>
                    <a:pt x="23616" y="14578"/>
                  </a:lnTo>
                  <a:lnTo>
                    <a:pt x="25014" y="7735"/>
                  </a:lnTo>
                  <a:lnTo>
                    <a:pt x="24701" y="14482"/>
                  </a:lnTo>
                  <a:lnTo>
                    <a:pt x="33038" y="17687"/>
                  </a:lnTo>
                  <a:cubicBezTo>
                    <a:pt x="33038" y="17687"/>
                    <a:pt x="35545" y="6843"/>
                    <a:pt x="29424" y="3035"/>
                  </a:cubicBezTo>
                  <a:cubicBezTo>
                    <a:pt x="26907" y="1524"/>
                    <a:pt x="22299" y="0"/>
                    <a:pt x="1742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4"/>
            <p:cNvSpPr/>
            <p:nvPr/>
          </p:nvSpPr>
          <p:spPr>
            <a:xfrm>
              <a:off x="4304562" y="3350398"/>
              <a:ext cx="91019" cy="99416"/>
            </a:xfrm>
            <a:custGeom>
              <a:avLst/>
              <a:gdLst/>
              <a:ahLst/>
              <a:cxnLst/>
              <a:rect l="l" t="t" r="r" b="b"/>
              <a:pathLst>
                <a:path w="7241" h="7909" extrusionOk="0">
                  <a:moveTo>
                    <a:pt x="4562" y="1"/>
                  </a:moveTo>
                  <a:cubicBezTo>
                    <a:pt x="3659" y="1"/>
                    <a:pt x="2690" y="558"/>
                    <a:pt x="1939" y="2384"/>
                  </a:cubicBezTo>
                  <a:cubicBezTo>
                    <a:pt x="0" y="6815"/>
                    <a:pt x="4537" y="7908"/>
                    <a:pt x="5009" y="7908"/>
                  </a:cubicBezTo>
                  <a:cubicBezTo>
                    <a:pt x="5030" y="7908"/>
                    <a:pt x="5043" y="7906"/>
                    <a:pt x="5047" y="7902"/>
                  </a:cubicBezTo>
                  <a:cubicBezTo>
                    <a:pt x="5047" y="7806"/>
                    <a:pt x="7240" y="1372"/>
                    <a:pt x="7240" y="1372"/>
                  </a:cubicBezTo>
                  <a:cubicBezTo>
                    <a:pt x="7182" y="1313"/>
                    <a:pt x="5949" y="1"/>
                    <a:pt x="4562"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4"/>
            <p:cNvSpPr/>
            <p:nvPr/>
          </p:nvSpPr>
          <p:spPr>
            <a:xfrm>
              <a:off x="4337708" y="3368724"/>
              <a:ext cx="35146" cy="53913"/>
            </a:xfrm>
            <a:custGeom>
              <a:avLst/>
              <a:gdLst/>
              <a:ahLst/>
              <a:cxnLst/>
              <a:rect l="l" t="t" r="r" b="b"/>
              <a:pathLst>
                <a:path w="2796" h="4289" extrusionOk="0">
                  <a:moveTo>
                    <a:pt x="2077" y="0"/>
                  </a:moveTo>
                  <a:cubicBezTo>
                    <a:pt x="1750" y="0"/>
                    <a:pt x="1439" y="186"/>
                    <a:pt x="1205" y="420"/>
                  </a:cubicBezTo>
                  <a:cubicBezTo>
                    <a:pt x="796" y="733"/>
                    <a:pt x="507" y="1118"/>
                    <a:pt x="386" y="1528"/>
                  </a:cubicBezTo>
                  <a:cubicBezTo>
                    <a:pt x="1" y="2540"/>
                    <a:pt x="97" y="3528"/>
                    <a:pt x="699" y="4034"/>
                  </a:cubicBezTo>
                  <a:cubicBezTo>
                    <a:pt x="841" y="4194"/>
                    <a:pt x="1049" y="4289"/>
                    <a:pt x="1264" y="4289"/>
                  </a:cubicBezTo>
                  <a:cubicBezTo>
                    <a:pt x="1341" y="4289"/>
                    <a:pt x="1419" y="4276"/>
                    <a:pt x="1495" y="4251"/>
                  </a:cubicBezTo>
                  <a:cubicBezTo>
                    <a:pt x="1711" y="4251"/>
                    <a:pt x="1711" y="4131"/>
                    <a:pt x="1711" y="4131"/>
                  </a:cubicBezTo>
                  <a:cubicBezTo>
                    <a:pt x="1711" y="4099"/>
                    <a:pt x="1698" y="4088"/>
                    <a:pt x="1677" y="4088"/>
                  </a:cubicBezTo>
                  <a:cubicBezTo>
                    <a:pt x="1634" y="4088"/>
                    <a:pt x="1559" y="4131"/>
                    <a:pt x="1495" y="4131"/>
                  </a:cubicBezTo>
                  <a:cubicBezTo>
                    <a:pt x="1205" y="4131"/>
                    <a:pt x="989" y="4034"/>
                    <a:pt x="796" y="3841"/>
                  </a:cubicBezTo>
                  <a:cubicBezTo>
                    <a:pt x="386" y="3432"/>
                    <a:pt x="386" y="2540"/>
                    <a:pt x="699" y="1721"/>
                  </a:cubicBezTo>
                  <a:cubicBezTo>
                    <a:pt x="892" y="1335"/>
                    <a:pt x="1109" y="926"/>
                    <a:pt x="1398" y="636"/>
                  </a:cubicBezTo>
                  <a:cubicBezTo>
                    <a:pt x="1556" y="459"/>
                    <a:pt x="1859" y="298"/>
                    <a:pt x="2135" y="298"/>
                  </a:cubicBezTo>
                  <a:cubicBezTo>
                    <a:pt x="2197" y="298"/>
                    <a:pt x="2257" y="306"/>
                    <a:pt x="2314" y="323"/>
                  </a:cubicBezTo>
                  <a:cubicBezTo>
                    <a:pt x="2507" y="323"/>
                    <a:pt x="2699" y="516"/>
                    <a:pt x="2699" y="733"/>
                  </a:cubicBezTo>
                  <a:cubicBezTo>
                    <a:pt x="2699" y="829"/>
                    <a:pt x="2603" y="926"/>
                    <a:pt x="2603" y="926"/>
                  </a:cubicBezTo>
                  <a:cubicBezTo>
                    <a:pt x="2603" y="951"/>
                    <a:pt x="2617" y="963"/>
                    <a:pt x="2637" y="963"/>
                  </a:cubicBezTo>
                  <a:cubicBezTo>
                    <a:pt x="2693" y="963"/>
                    <a:pt x="2796" y="874"/>
                    <a:pt x="2796" y="733"/>
                  </a:cubicBezTo>
                  <a:cubicBezTo>
                    <a:pt x="2796" y="636"/>
                    <a:pt x="2796" y="420"/>
                    <a:pt x="2699" y="323"/>
                  </a:cubicBezTo>
                  <a:cubicBezTo>
                    <a:pt x="2699" y="227"/>
                    <a:pt x="2507" y="130"/>
                    <a:pt x="2314" y="34"/>
                  </a:cubicBezTo>
                  <a:cubicBezTo>
                    <a:pt x="2235" y="11"/>
                    <a:pt x="2156" y="0"/>
                    <a:pt x="2077"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4"/>
            <p:cNvSpPr/>
            <p:nvPr/>
          </p:nvSpPr>
          <p:spPr>
            <a:xfrm>
              <a:off x="4312267" y="3418512"/>
              <a:ext cx="44234" cy="43945"/>
            </a:xfrm>
            <a:custGeom>
              <a:avLst/>
              <a:gdLst/>
              <a:ahLst/>
              <a:cxnLst/>
              <a:rect l="l" t="t" r="r" b="b"/>
              <a:pathLst>
                <a:path w="3519" h="3496" extrusionOk="0">
                  <a:moveTo>
                    <a:pt x="2073" y="1"/>
                  </a:moveTo>
                  <a:cubicBezTo>
                    <a:pt x="1922" y="1"/>
                    <a:pt x="1772" y="25"/>
                    <a:pt x="1615" y="73"/>
                  </a:cubicBezTo>
                  <a:cubicBezTo>
                    <a:pt x="1109" y="73"/>
                    <a:pt x="723" y="387"/>
                    <a:pt x="410" y="772"/>
                  </a:cubicBezTo>
                  <a:cubicBezTo>
                    <a:pt x="314" y="893"/>
                    <a:pt x="314" y="1085"/>
                    <a:pt x="217" y="1278"/>
                  </a:cubicBezTo>
                  <a:cubicBezTo>
                    <a:pt x="0" y="2194"/>
                    <a:pt x="506" y="3182"/>
                    <a:pt x="1519" y="3495"/>
                  </a:cubicBezTo>
                  <a:cubicBezTo>
                    <a:pt x="1928" y="3495"/>
                    <a:pt x="2410" y="3495"/>
                    <a:pt x="2820" y="3182"/>
                  </a:cubicBezTo>
                  <a:cubicBezTo>
                    <a:pt x="3013" y="3085"/>
                    <a:pt x="3326" y="2796"/>
                    <a:pt x="3422" y="2579"/>
                  </a:cubicBezTo>
                  <a:cubicBezTo>
                    <a:pt x="3519" y="2387"/>
                    <a:pt x="3519" y="2290"/>
                    <a:pt x="3519" y="2290"/>
                  </a:cubicBezTo>
                  <a:lnTo>
                    <a:pt x="3519" y="2290"/>
                  </a:lnTo>
                  <a:cubicBezTo>
                    <a:pt x="3326" y="2579"/>
                    <a:pt x="3013" y="2893"/>
                    <a:pt x="2723" y="3085"/>
                  </a:cubicBezTo>
                  <a:cubicBezTo>
                    <a:pt x="2489" y="3210"/>
                    <a:pt x="2262" y="3263"/>
                    <a:pt x="2034" y="3263"/>
                  </a:cubicBezTo>
                  <a:cubicBezTo>
                    <a:pt x="1864" y="3263"/>
                    <a:pt x="1693" y="3233"/>
                    <a:pt x="1519" y="3182"/>
                  </a:cubicBezTo>
                  <a:cubicBezTo>
                    <a:pt x="1422" y="3182"/>
                    <a:pt x="1326" y="3085"/>
                    <a:pt x="1205" y="3085"/>
                  </a:cubicBezTo>
                  <a:cubicBezTo>
                    <a:pt x="506" y="2579"/>
                    <a:pt x="217" y="1688"/>
                    <a:pt x="603" y="893"/>
                  </a:cubicBezTo>
                  <a:cubicBezTo>
                    <a:pt x="916" y="579"/>
                    <a:pt x="1205" y="290"/>
                    <a:pt x="1615" y="170"/>
                  </a:cubicBezTo>
                  <a:cubicBezTo>
                    <a:pt x="2025" y="170"/>
                    <a:pt x="2410" y="170"/>
                    <a:pt x="2723" y="290"/>
                  </a:cubicBezTo>
                  <a:cubicBezTo>
                    <a:pt x="2723" y="290"/>
                    <a:pt x="2723" y="170"/>
                    <a:pt x="2531" y="73"/>
                  </a:cubicBezTo>
                  <a:cubicBezTo>
                    <a:pt x="2374" y="25"/>
                    <a:pt x="2223" y="1"/>
                    <a:pt x="2073"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4"/>
            <p:cNvSpPr/>
            <p:nvPr/>
          </p:nvSpPr>
          <p:spPr>
            <a:xfrm>
              <a:off x="4530647" y="3373840"/>
              <a:ext cx="29100" cy="28031"/>
            </a:xfrm>
            <a:custGeom>
              <a:avLst/>
              <a:gdLst/>
              <a:ahLst/>
              <a:cxnLst/>
              <a:rect l="l" t="t" r="r" b="b"/>
              <a:pathLst>
                <a:path w="2315" h="2230" extrusionOk="0">
                  <a:moveTo>
                    <a:pt x="1353" y="1"/>
                  </a:moveTo>
                  <a:cubicBezTo>
                    <a:pt x="1305" y="1"/>
                    <a:pt x="1256" y="5"/>
                    <a:pt x="1206" y="13"/>
                  </a:cubicBezTo>
                  <a:cubicBezTo>
                    <a:pt x="603" y="13"/>
                    <a:pt x="97" y="519"/>
                    <a:pt x="1" y="1121"/>
                  </a:cubicBezTo>
                  <a:cubicBezTo>
                    <a:pt x="97" y="1724"/>
                    <a:pt x="603" y="2230"/>
                    <a:pt x="1206" y="2230"/>
                  </a:cubicBezTo>
                  <a:cubicBezTo>
                    <a:pt x="1808" y="2230"/>
                    <a:pt x="2314" y="1724"/>
                    <a:pt x="2314" y="1025"/>
                  </a:cubicBezTo>
                  <a:cubicBezTo>
                    <a:pt x="2314" y="472"/>
                    <a:pt x="1889" y="1"/>
                    <a:pt x="135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4"/>
            <p:cNvSpPr/>
            <p:nvPr/>
          </p:nvSpPr>
          <p:spPr>
            <a:xfrm>
              <a:off x="4670884" y="3419429"/>
              <a:ext cx="29100" cy="27880"/>
            </a:xfrm>
            <a:custGeom>
              <a:avLst/>
              <a:gdLst/>
              <a:ahLst/>
              <a:cxnLst/>
              <a:rect l="l" t="t" r="r" b="b"/>
              <a:pathLst>
                <a:path w="2315" h="2218" extrusionOk="0">
                  <a:moveTo>
                    <a:pt x="1109" y="0"/>
                  </a:moveTo>
                  <a:cubicBezTo>
                    <a:pt x="507" y="0"/>
                    <a:pt x="1" y="506"/>
                    <a:pt x="1" y="1109"/>
                  </a:cubicBezTo>
                  <a:lnTo>
                    <a:pt x="1" y="1205"/>
                  </a:lnTo>
                  <a:cubicBezTo>
                    <a:pt x="1" y="1808"/>
                    <a:pt x="507" y="2217"/>
                    <a:pt x="1109" y="2217"/>
                  </a:cubicBezTo>
                  <a:cubicBezTo>
                    <a:pt x="1808" y="2217"/>
                    <a:pt x="2314" y="1711"/>
                    <a:pt x="2314" y="1109"/>
                  </a:cubicBezTo>
                  <a:cubicBezTo>
                    <a:pt x="2314" y="506"/>
                    <a:pt x="1808" y="0"/>
                    <a:pt x="110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4"/>
            <p:cNvSpPr/>
            <p:nvPr/>
          </p:nvSpPr>
          <p:spPr>
            <a:xfrm>
              <a:off x="4625458" y="3097754"/>
              <a:ext cx="185395" cy="278991"/>
            </a:xfrm>
            <a:custGeom>
              <a:avLst/>
              <a:gdLst/>
              <a:ahLst/>
              <a:cxnLst/>
              <a:rect l="l" t="t" r="r" b="b"/>
              <a:pathLst>
                <a:path w="14749" h="22195" extrusionOk="0">
                  <a:moveTo>
                    <a:pt x="0" y="1"/>
                  </a:moveTo>
                  <a:lnTo>
                    <a:pt x="97" y="97"/>
                  </a:lnTo>
                  <a:lnTo>
                    <a:pt x="386" y="193"/>
                  </a:lnTo>
                  <a:lnTo>
                    <a:pt x="97" y="1"/>
                  </a:lnTo>
                  <a:close/>
                  <a:moveTo>
                    <a:pt x="386" y="193"/>
                  </a:moveTo>
                  <a:lnTo>
                    <a:pt x="1398" y="699"/>
                  </a:lnTo>
                  <a:cubicBezTo>
                    <a:pt x="988" y="386"/>
                    <a:pt x="603" y="290"/>
                    <a:pt x="386" y="193"/>
                  </a:cubicBezTo>
                  <a:close/>
                  <a:moveTo>
                    <a:pt x="1398" y="699"/>
                  </a:moveTo>
                  <a:lnTo>
                    <a:pt x="1398" y="699"/>
                  </a:lnTo>
                  <a:cubicBezTo>
                    <a:pt x="2193" y="1205"/>
                    <a:pt x="3519" y="2001"/>
                    <a:pt x="5013" y="2916"/>
                  </a:cubicBezTo>
                  <a:cubicBezTo>
                    <a:pt x="5711" y="3398"/>
                    <a:pt x="6531" y="3904"/>
                    <a:pt x="7422" y="4507"/>
                  </a:cubicBezTo>
                  <a:cubicBezTo>
                    <a:pt x="8218" y="5109"/>
                    <a:pt x="9037" y="5929"/>
                    <a:pt x="9929" y="6724"/>
                  </a:cubicBezTo>
                  <a:cubicBezTo>
                    <a:pt x="10338" y="7133"/>
                    <a:pt x="10844" y="7519"/>
                    <a:pt x="11230" y="7929"/>
                  </a:cubicBezTo>
                  <a:cubicBezTo>
                    <a:pt x="11640" y="8338"/>
                    <a:pt x="12146" y="8820"/>
                    <a:pt x="12435" y="9326"/>
                  </a:cubicBezTo>
                  <a:cubicBezTo>
                    <a:pt x="13254" y="10435"/>
                    <a:pt x="13760" y="11640"/>
                    <a:pt x="14049" y="12941"/>
                  </a:cubicBezTo>
                  <a:cubicBezTo>
                    <a:pt x="14555" y="14556"/>
                    <a:pt x="14555" y="16170"/>
                    <a:pt x="14242" y="17857"/>
                  </a:cubicBezTo>
                  <a:cubicBezTo>
                    <a:pt x="14051" y="19269"/>
                    <a:pt x="13455" y="20656"/>
                    <a:pt x="12763" y="21950"/>
                  </a:cubicBezTo>
                  <a:lnTo>
                    <a:pt x="12763" y="21950"/>
                  </a:lnTo>
                  <a:lnTo>
                    <a:pt x="5808" y="19568"/>
                  </a:lnTo>
                  <a:lnTo>
                    <a:pt x="3904" y="18869"/>
                  </a:lnTo>
                  <a:lnTo>
                    <a:pt x="3302" y="18676"/>
                  </a:lnTo>
                  <a:lnTo>
                    <a:pt x="3205" y="18676"/>
                  </a:lnTo>
                  <a:lnTo>
                    <a:pt x="3302" y="18773"/>
                  </a:lnTo>
                  <a:lnTo>
                    <a:pt x="3904" y="18965"/>
                  </a:lnTo>
                  <a:lnTo>
                    <a:pt x="5808" y="19664"/>
                  </a:lnTo>
                  <a:lnTo>
                    <a:pt x="12748" y="22194"/>
                  </a:lnTo>
                  <a:lnTo>
                    <a:pt x="12844" y="22194"/>
                  </a:lnTo>
                  <a:lnTo>
                    <a:pt x="12844" y="22074"/>
                  </a:lnTo>
                  <a:cubicBezTo>
                    <a:pt x="13640" y="20773"/>
                    <a:pt x="14242" y="19375"/>
                    <a:pt x="14459" y="17857"/>
                  </a:cubicBezTo>
                  <a:cubicBezTo>
                    <a:pt x="14748" y="16266"/>
                    <a:pt x="14748" y="14556"/>
                    <a:pt x="14363" y="12845"/>
                  </a:cubicBezTo>
                  <a:cubicBezTo>
                    <a:pt x="13953" y="11543"/>
                    <a:pt x="13447" y="10338"/>
                    <a:pt x="12652" y="9230"/>
                  </a:cubicBezTo>
                  <a:cubicBezTo>
                    <a:pt x="12242" y="8724"/>
                    <a:pt x="11832" y="8218"/>
                    <a:pt x="11447" y="7832"/>
                  </a:cubicBezTo>
                  <a:cubicBezTo>
                    <a:pt x="10941" y="7423"/>
                    <a:pt x="10531" y="7013"/>
                    <a:pt x="10025" y="6627"/>
                  </a:cubicBezTo>
                  <a:cubicBezTo>
                    <a:pt x="9230" y="5808"/>
                    <a:pt x="8338" y="5013"/>
                    <a:pt x="7519" y="4410"/>
                  </a:cubicBezTo>
                  <a:cubicBezTo>
                    <a:pt x="6724" y="3712"/>
                    <a:pt x="5808" y="3302"/>
                    <a:pt x="5109" y="2796"/>
                  </a:cubicBezTo>
                  <a:cubicBezTo>
                    <a:pt x="3519" y="1808"/>
                    <a:pt x="2314" y="1109"/>
                    <a:pt x="1398" y="699"/>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4"/>
            <p:cNvSpPr/>
            <p:nvPr/>
          </p:nvSpPr>
          <p:spPr>
            <a:xfrm>
              <a:off x="4313776" y="3143192"/>
              <a:ext cx="240829" cy="276263"/>
            </a:xfrm>
            <a:custGeom>
              <a:avLst/>
              <a:gdLst/>
              <a:ahLst/>
              <a:cxnLst/>
              <a:rect l="l" t="t" r="r" b="b"/>
              <a:pathLst>
                <a:path w="19159" h="21978" extrusionOk="0">
                  <a:moveTo>
                    <a:pt x="19158" y="0"/>
                  </a:moveTo>
                  <a:cubicBezTo>
                    <a:pt x="19062" y="97"/>
                    <a:pt x="19062" y="193"/>
                    <a:pt x="19062" y="289"/>
                  </a:cubicBezTo>
                  <a:cubicBezTo>
                    <a:pt x="19062" y="193"/>
                    <a:pt x="19158" y="97"/>
                    <a:pt x="19158" y="0"/>
                  </a:cubicBezTo>
                  <a:close/>
                  <a:moveTo>
                    <a:pt x="19062" y="289"/>
                  </a:moveTo>
                  <a:lnTo>
                    <a:pt x="19062" y="289"/>
                  </a:lnTo>
                  <a:cubicBezTo>
                    <a:pt x="18966" y="506"/>
                    <a:pt x="18869" y="795"/>
                    <a:pt x="18677" y="1205"/>
                  </a:cubicBezTo>
                  <a:cubicBezTo>
                    <a:pt x="18460" y="1904"/>
                    <a:pt x="18074" y="3012"/>
                    <a:pt x="17472" y="4314"/>
                  </a:cubicBezTo>
                  <a:cubicBezTo>
                    <a:pt x="16869" y="5808"/>
                    <a:pt x="16050" y="7326"/>
                    <a:pt x="15158" y="8724"/>
                  </a:cubicBezTo>
                  <a:cubicBezTo>
                    <a:pt x="14050" y="10434"/>
                    <a:pt x="12652" y="11953"/>
                    <a:pt x="10941" y="13158"/>
                  </a:cubicBezTo>
                  <a:cubicBezTo>
                    <a:pt x="10122" y="13760"/>
                    <a:pt x="9134" y="14146"/>
                    <a:pt x="8122" y="14459"/>
                  </a:cubicBezTo>
                  <a:cubicBezTo>
                    <a:pt x="7230" y="14748"/>
                    <a:pt x="6218" y="14965"/>
                    <a:pt x="5206" y="15061"/>
                  </a:cubicBezTo>
                  <a:cubicBezTo>
                    <a:pt x="4314" y="15254"/>
                    <a:pt x="3495" y="15447"/>
                    <a:pt x="2700" y="15856"/>
                  </a:cubicBezTo>
                  <a:cubicBezTo>
                    <a:pt x="2001" y="16266"/>
                    <a:pt x="1399" y="16869"/>
                    <a:pt x="989" y="17471"/>
                  </a:cubicBezTo>
                  <a:cubicBezTo>
                    <a:pt x="290" y="18459"/>
                    <a:pt x="1" y="19664"/>
                    <a:pt x="194" y="20772"/>
                  </a:cubicBezTo>
                  <a:cubicBezTo>
                    <a:pt x="194" y="21182"/>
                    <a:pt x="290" y="21592"/>
                    <a:pt x="483" y="21977"/>
                  </a:cubicBezTo>
                  <a:cubicBezTo>
                    <a:pt x="386" y="21592"/>
                    <a:pt x="290" y="21182"/>
                    <a:pt x="290" y="20772"/>
                  </a:cubicBezTo>
                  <a:cubicBezTo>
                    <a:pt x="194" y="19664"/>
                    <a:pt x="483" y="18579"/>
                    <a:pt x="1085" y="17567"/>
                  </a:cubicBezTo>
                  <a:cubicBezTo>
                    <a:pt x="1495" y="16965"/>
                    <a:pt x="2097" y="16459"/>
                    <a:pt x="2796" y="16049"/>
                  </a:cubicBezTo>
                  <a:cubicBezTo>
                    <a:pt x="3495" y="15664"/>
                    <a:pt x="4411" y="15350"/>
                    <a:pt x="5302" y="15254"/>
                  </a:cubicBezTo>
                  <a:cubicBezTo>
                    <a:pt x="6218" y="15158"/>
                    <a:pt x="7230" y="14965"/>
                    <a:pt x="8218" y="14652"/>
                  </a:cubicBezTo>
                  <a:cubicBezTo>
                    <a:pt x="9230" y="14362"/>
                    <a:pt x="10242" y="13856"/>
                    <a:pt x="11038" y="13254"/>
                  </a:cubicBezTo>
                  <a:cubicBezTo>
                    <a:pt x="12749" y="12145"/>
                    <a:pt x="14243" y="10627"/>
                    <a:pt x="15351" y="8820"/>
                  </a:cubicBezTo>
                  <a:cubicBezTo>
                    <a:pt x="16267" y="7422"/>
                    <a:pt x="16966" y="5928"/>
                    <a:pt x="17664" y="4410"/>
                  </a:cubicBezTo>
                  <a:cubicBezTo>
                    <a:pt x="18170" y="3012"/>
                    <a:pt x="18556" y="1904"/>
                    <a:pt x="18773" y="1205"/>
                  </a:cubicBezTo>
                  <a:lnTo>
                    <a:pt x="19062" y="289"/>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4"/>
            <p:cNvSpPr/>
            <p:nvPr/>
          </p:nvSpPr>
          <p:spPr>
            <a:xfrm>
              <a:off x="4397073" y="3136832"/>
              <a:ext cx="118447" cy="69374"/>
            </a:xfrm>
            <a:custGeom>
              <a:avLst/>
              <a:gdLst/>
              <a:ahLst/>
              <a:cxnLst/>
              <a:rect l="l" t="t" r="r" b="b"/>
              <a:pathLst>
                <a:path w="9423" h="5519" extrusionOk="0">
                  <a:moveTo>
                    <a:pt x="9423" y="0"/>
                  </a:moveTo>
                  <a:cubicBezTo>
                    <a:pt x="9326" y="0"/>
                    <a:pt x="9134" y="603"/>
                    <a:pt x="8435" y="1398"/>
                  </a:cubicBezTo>
                  <a:cubicBezTo>
                    <a:pt x="8122" y="1807"/>
                    <a:pt x="7616" y="2314"/>
                    <a:pt x="7230" y="2699"/>
                  </a:cubicBezTo>
                  <a:cubicBezTo>
                    <a:pt x="6122" y="3711"/>
                    <a:pt x="4820" y="4410"/>
                    <a:pt x="3398" y="4916"/>
                  </a:cubicBezTo>
                  <a:cubicBezTo>
                    <a:pt x="2892" y="5109"/>
                    <a:pt x="2290" y="5229"/>
                    <a:pt x="1688" y="5326"/>
                  </a:cubicBezTo>
                  <a:cubicBezTo>
                    <a:pt x="700" y="5422"/>
                    <a:pt x="1" y="5422"/>
                    <a:pt x="1" y="5422"/>
                  </a:cubicBezTo>
                  <a:cubicBezTo>
                    <a:pt x="193" y="5519"/>
                    <a:pt x="290" y="5519"/>
                    <a:pt x="483" y="5519"/>
                  </a:cubicBezTo>
                  <a:lnTo>
                    <a:pt x="989" y="5519"/>
                  </a:lnTo>
                  <a:cubicBezTo>
                    <a:pt x="1206" y="5519"/>
                    <a:pt x="1495" y="5519"/>
                    <a:pt x="1688" y="5422"/>
                  </a:cubicBezTo>
                  <a:cubicBezTo>
                    <a:pt x="2290" y="5422"/>
                    <a:pt x="2892" y="5229"/>
                    <a:pt x="3495" y="5012"/>
                  </a:cubicBezTo>
                  <a:cubicBezTo>
                    <a:pt x="4218" y="4820"/>
                    <a:pt x="4917" y="4506"/>
                    <a:pt x="5519" y="4121"/>
                  </a:cubicBezTo>
                  <a:cubicBezTo>
                    <a:pt x="6218" y="3808"/>
                    <a:pt x="6820" y="3302"/>
                    <a:pt x="7326" y="2820"/>
                  </a:cubicBezTo>
                  <a:cubicBezTo>
                    <a:pt x="7832" y="2410"/>
                    <a:pt x="8218" y="1904"/>
                    <a:pt x="8531" y="1494"/>
                  </a:cubicBezTo>
                  <a:cubicBezTo>
                    <a:pt x="8724" y="1301"/>
                    <a:pt x="8820" y="1109"/>
                    <a:pt x="8917" y="892"/>
                  </a:cubicBezTo>
                  <a:cubicBezTo>
                    <a:pt x="9037" y="699"/>
                    <a:pt x="9134" y="603"/>
                    <a:pt x="9230" y="410"/>
                  </a:cubicBezTo>
                  <a:cubicBezTo>
                    <a:pt x="9326" y="289"/>
                    <a:pt x="9326" y="193"/>
                    <a:pt x="942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4"/>
            <p:cNvSpPr/>
            <p:nvPr/>
          </p:nvSpPr>
          <p:spPr>
            <a:xfrm>
              <a:off x="4370426" y="3122892"/>
              <a:ext cx="103602" cy="31513"/>
            </a:xfrm>
            <a:custGeom>
              <a:avLst/>
              <a:gdLst/>
              <a:ahLst/>
              <a:cxnLst/>
              <a:rect l="l" t="t" r="r" b="b"/>
              <a:pathLst>
                <a:path w="8242" h="2507" extrusionOk="0">
                  <a:moveTo>
                    <a:pt x="8242" y="1"/>
                  </a:moveTo>
                  <a:cubicBezTo>
                    <a:pt x="8145" y="1"/>
                    <a:pt x="7832" y="314"/>
                    <a:pt x="7229" y="796"/>
                  </a:cubicBezTo>
                  <a:cubicBezTo>
                    <a:pt x="6820" y="1109"/>
                    <a:pt x="6434" y="1302"/>
                    <a:pt x="6025" y="1519"/>
                  </a:cubicBezTo>
                  <a:cubicBezTo>
                    <a:pt x="4916" y="2001"/>
                    <a:pt x="3808" y="2314"/>
                    <a:pt x="2723" y="2314"/>
                  </a:cubicBezTo>
                  <a:cubicBezTo>
                    <a:pt x="2217" y="2314"/>
                    <a:pt x="1711" y="2314"/>
                    <a:pt x="1301" y="2218"/>
                  </a:cubicBezTo>
                  <a:cubicBezTo>
                    <a:pt x="506" y="2001"/>
                    <a:pt x="0" y="1808"/>
                    <a:pt x="0" y="1808"/>
                  </a:cubicBezTo>
                  <a:lnTo>
                    <a:pt x="0" y="1808"/>
                  </a:lnTo>
                  <a:cubicBezTo>
                    <a:pt x="96" y="1904"/>
                    <a:pt x="193" y="2001"/>
                    <a:pt x="313" y="2001"/>
                  </a:cubicBezTo>
                  <a:cubicBezTo>
                    <a:pt x="410" y="2121"/>
                    <a:pt x="603" y="2121"/>
                    <a:pt x="699" y="2218"/>
                  </a:cubicBezTo>
                  <a:cubicBezTo>
                    <a:pt x="916" y="2218"/>
                    <a:pt x="1109" y="2314"/>
                    <a:pt x="1205" y="2314"/>
                  </a:cubicBezTo>
                  <a:cubicBezTo>
                    <a:pt x="1711" y="2410"/>
                    <a:pt x="2217" y="2507"/>
                    <a:pt x="2723" y="2507"/>
                  </a:cubicBezTo>
                  <a:cubicBezTo>
                    <a:pt x="3326" y="2507"/>
                    <a:pt x="3808" y="2507"/>
                    <a:pt x="4410" y="2314"/>
                  </a:cubicBezTo>
                  <a:cubicBezTo>
                    <a:pt x="5012" y="2218"/>
                    <a:pt x="5518" y="2001"/>
                    <a:pt x="6121" y="1712"/>
                  </a:cubicBezTo>
                  <a:cubicBezTo>
                    <a:pt x="6531" y="1519"/>
                    <a:pt x="6940" y="1206"/>
                    <a:pt x="7326" y="916"/>
                  </a:cubicBezTo>
                  <a:cubicBezTo>
                    <a:pt x="7422" y="796"/>
                    <a:pt x="7543" y="700"/>
                    <a:pt x="7735" y="603"/>
                  </a:cubicBezTo>
                  <a:cubicBezTo>
                    <a:pt x="7832" y="507"/>
                    <a:pt x="7928" y="410"/>
                    <a:pt x="8025" y="314"/>
                  </a:cubicBezTo>
                  <a:cubicBezTo>
                    <a:pt x="8145" y="97"/>
                    <a:pt x="8242" y="1"/>
                    <a:pt x="824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4"/>
            <p:cNvSpPr/>
            <p:nvPr/>
          </p:nvSpPr>
          <p:spPr>
            <a:xfrm>
              <a:off x="4581239" y="3167111"/>
              <a:ext cx="13940" cy="102094"/>
            </a:xfrm>
            <a:custGeom>
              <a:avLst/>
              <a:gdLst/>
              <a:ahLst/>
              <a:cxnLst/>
              <a:rect l="l" t="t" r="r" b="b"/>
              <a:pathLst>
                <a:path w="1109" h="8122" extrusionOk="0">
                  <a:moveTo>
                    <a:pt x="193" y="1"/>
                  </a:moveTo>
                  <a:cubicBezTo>
                    <a:pt x="96" y="411"/>
                    <a:pt x="96" y="796"/>
                    <a:pt x="96" y="1206"/>
                  </a:cubicBezTo>
                  <a:cubicBezTo>
                    <a:pt x="0" y="3110"/>
                    <a:pt x="193" y="5110"/>
                    <a:pt x="699" y="7037"/>
                  </a:cubicBezTo>
                  <a:cubicBezTo>
                    <a:pt x="795" y="7423"/>
                    <a:pt x="892" y="7736"/>
                    <a:pt x="1109" y="8122"/>
                  </a:cubicBezTo>
                  <a:cubicBezTo>
                    <a:pt x="1109" y="7736"/>
                    <a:pt x="1012" y="7327"/>
                    <a:pt x="892" y="6917"/>
                  </a:cubicBezTo>
                  <a:cubicBezTo>
                    <a:pt x="603" y="6025"/>
                    <a:pt x="506" y="5013"/>
                    <a:pt x="410" y="4122"/>
                  </a:cubicBezTo>
                  <a:cubicBezTo>
                    <a:pt x="193" y="3110"/>
                    <a:pt x="193" y="2097"/>
                    <a:pt x="193" y="1206"/>
                  </a:cubicBezTo>
                  <a:lnTo>
                    <a:pt x="193"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4"/>
            <p:cNvSpPr/>
            <p:nvPr/>
          </p:nvSpPr>
          <p:spPr>
            <a:xfrm>
              <a:off x="4611519" y="3183477"/>
              <a:ext cx="22739" cy="84521"/>
            </a:xfrm>
            <a:custGeom>
              <a:avLst/>
              <a:gdLst/>
              <a:ahLst/>
              <a:cxnLst/>
              <a:rect l="l" t="t" r="r" b="b"/>
              <a:pathLst>
                <a:path w="1809" h="6724" extrusionOk="0">
                  <a:moveTo>
                    <a:pt x="411" y="0"/>
                  </a:moveTo>
                  <a:cubicBezTo>
                    <a:pt x="194" y="313"/>
                    <a:pt x="194" y="699"/>
                    <a:pt x="194" y="1012"/>
                  </a:cubicBezTo>
                  <a:cubicBezTo>
                    <a:pt x="1" y="2723"/>
                    <a:pt x="411" y="4410"/>
                    <a:pt x="1206" y="5928"/>
                  </a:cubicBezTo>
                  <a:cubicBezTo>
                    <a:pt x="1399" y="6217"/>
                    <a:pt x="1615" y="6434"/>
                    <a:pt x="1808" y="6723"/>
                  </a:cubicBezTo>
                  <a:cubicBezTo>
                    <a:pt x="1206" y="5735"/>
                    <a:pt x="796" y="4627"/>
                    <a:pt x="507" y="3518"/>
                  </a:cubicBezTo>
                  <a:cubicBezTo>
                    <a:pt x="290" y="2314"/>
                    <a:pt x="290" y="1109"/>
                    <a:pt x="41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4"/>
            <p:cNvSpPr/>
            <p:nvPr/>
          </p:nvSpPr>
          <p:spPr>
            <a:xfrm>
              <a:off x="4673310" y="3198623"/>
              <a:ext cx="96035" cy="89662"/>
            </a:xfrm>
            <a:custGeom>
              <a:avLst/>
              <a:gdLst/>
              <a:ahLst/>
              <a:cxnLst/>
              <a:rect l="l" t="t" r="r" b="b"/>
              <a:pathLst>
                <a:path w="7640" h="7133" extrusionOk="0">
                  <a:moveTo>
                    <a:pt x="1" y="0"/>
                  </a:moveTo>
                  <a:cubicBezTo>
                    <a:pt x="97" y="193"/>
                    <a:pt x="97" y="313"/>
                    <a:pt x="194" y="410"/>
                  </a:cubicBezTo>
                  <a:cubicBezTo>
                    <a:pt x="314" y="795"/>
                    <a:pt x="410" y="1205"/>
                    <a:pt x="603" y="1518"/>
                  </a:cubicBezTo>
                  <a:cubicBezTo>
                    <a:pt x="916" y="2000"/>
                    <a:pt x="1206" y="2506"/>
                    <a:pt x="1519" y="3012"/>
                  </a:cubicBezTo>
                  <a:cubicBezTo>
                    <a:pt x="2314" y="4121"/>
                    <a:pt x="3423" y="5133"/>
                    <a:pt x="4628" y="5832"/>
                  </a:cubicBezTo>
                  <a:cubicBezTo>
                    <a:pt x="5134" y="6121"/>
                    <a:pt x="5616" y="6434"/>
                    <a:pt x="6122" y="6627"/>
                  </a:cubicBezTo>
                  <a:cubicBezTo>
                    <a:pt x="6531" y="6820"/>
                    <a:pt x="6820" y="6940"/>
                    <a:pt x="7230" y="7037"/>
                  </a:cubicBezTo>
                  <a:cubicBezTo>
                    <a:pt x="7423" y="7037"/>
                    <a:pt x="7543" y="7133"/>
                    <a:pt x="7640" y="7133"/>
                  </a:cubicBezTo>
                  <a:cubicBezTo>
                    <a:pt x="7640" y="7037"/>
                    <a:pt x="7134" y="6940"/>
                    <a:pt x="6218" y="6531"/>
                  </a:cubicBezTo>
                  <a:cubicBezTo>
                    <a:pt x="5736" y="6217"/>
                    <a:pt x="5230" y="6024"/>
                    <a:pt x="4724" y="5735"/>
                  </a:cubicBezTo>
                  <a:cubicBezTo>
                    <a:pt x="4121" y="5326"/>
                    <a:pt x="3615" y="4916"/>
                    <a:pt x="3109" y="4410"/>
                  </a:cubicBezTo>
                  <a:cubicBezTo>
                    <a:pt x="2603" y="3928"/>
                    <a:pt x="2121" y="3422"/>
                    <a:pt x="1712" y="2916"/>
                  </a:cubicBezTo>
                  <a:cubicBezTo>
                    <a:pt x="1302" y="2410"/>
                    <a:pt x="1013" y="1904"/>
                    <a:pt x="700" y="1398"/>
                  </a:cubicBezTo>
                  <a:cubicBezTo>
                    <a:pt x="314" y="603"/>
                    <a:pt x="97" y="0"/>
                    <a:pt x="1"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4"/>
            <p:cNvSpPr/>
            <p:nvPr/>
          </p:nvSpPr>
          <p:spPr>
            <a:xfrm>
              <a:off x="4686646" y="3535734"/>
              <a:ext cx="153279" cy="98549"/>
            </a:xfrm>
            <a:custGeom>
              <a:avLst/>
              <a:gdLst/>
              <a:ahLst/>
              <a:cxnLst/>
              <a:rect l="l" t="t" r="r" b="b"/>
              <a:pathLst>
                <a:path w="12194" h="7840" extrusionOk="0">
                  <a:moveTo>
                    <a:pt x="9495" y="1"/>
                  </a:moveTo>
                  <a:cubicBezTo>
                    <a:pt x="8579" y="97"/>
                    <a:pt x="6868" y="1085"/>
                    <a:pt x="6868" y="1085"/>
                  </a:cubicBezTo>
                  <a:cubicBezTo>
                    <a:pt x="6515" y="972"/>
                    <a:pt x="6162" y="925"/>
                    <a:pt x="5809" y="925"/>
                  </a:cubicBezTo>
                  <a:cubicBezTo>
                    <a:pt x="5560" y="925"/>
                    <a:pt x="5310" y="949"/>
                    <a:pt x="5061" y="989"/>
                  </a:cubicBezTo>
                  <a:cubicBezTo>
                    <a:pt x="4265" y="1302"/>
                    <a:pt x="3350" y="2411"/>
                    <a:pt x="3350" y="2411"/>
                  </a:cubicBezTo>
                  <a:cubicBezTo>
                    <a:pt x="2964" y="2290"/>
                    <a:pt x="2554" y="2290"/>
                    <a:pt x="2145" y="2290"/>
                  </a:cubicBezTo>
                  <a:cubicBezTo>
                    <a:pt x="1446" y="2411"/>
                    <a:pt x="337" y="5206"/>
                    <a:pt x="145" y="6122"/>
                  </a:cubicBezTo>
                  <a:cubicBezTo>
                    <a:pt x="1" y="6949"/>
                    <a:pt x="354" y="7548"/>
                    <a:pt x="963" y="7548"/>
                  </a:cubicBezTo>
                  <a:cubicBezTo>
                    <a:pt x="1170" y="7548"/>
                    <a:pt x="1406" y="7479"/>
                    <a:pt x="1663" y="7326"/>
                  </a:cubicBezTo>
                  <a:cubicBezTo>
                    <a:pt x="2554" y="6628"/>
                    <a:pt x="3566" y="4001"/>
                    <a:pt x="3567" y="4001"/>
                  </a:cubicBezTo>
                  <a:lnTo>
                    <a:pt x="3567" y="4001"/>
                  </a:lnTo>
                  <a:cubicBezTo>
                    <a:pt x="3566" y="4001"/>
                    <a:pt x="3176" y="7839"/>
                    <a:pt x="4661" y="7839"/>
                  </a:cubicBezTo>
                  <a:cubicBezTo>
                    <a:pt x="4697" y="7839"/>
                    <a:pt x="4734" y="7837"/>
                    <a:pt x="4771" y="7832"/>
                  </a:cubicBezTo>
                  <a:cubicBezTo>
                    <a:pt x="5712" y="7766"/>
                    <a:pt x="6070" y="6738"/>
                    <a:pt x="6202" y="5826"/>
                  </a:cubicBezTo>
                  <a:lnTo>
                    <a:pt x="6202" y="5826"/>
                  </a:lnTo>
                  <a:cubicBezTo>
                    <a:pt x="6239" y="6729"/>
                    <a:pt x="6462" y="7731"/>
                    <a:pt x="7268" y="7731"/>
                  </a:cubicBezTo>
                  <a:cubicBezTo>
                    <a:pt x="7332" y="7731"/>
                    <a:pt x="7399" y="7725"/>
                    <a:pt x="7470" y="7712"/>
                  </a:cubicBezTo>
                  <a:cubicBezTo>
                    <a:pt x="8386" y="7616"/>
                    <a:pt x="9181" y="7326"/>
                    <a:pt x="9880" y="6820"/>
                  </a:cubicBezTo>
                  <a:cubicBezTo>
                    <a:pt x="9880" y="6820"/>
                    <a:pt x="11181" y="6820"/>
                    <a:pt x="11784" y="5013"/>
                  </a:cubicBezTo>
                  <a:cubicBezTo>
                    <a:pt x="12097" y="3615"/>
                    <a:pt x="12193" y="2194"/>
                    <a:pt x="12001" y="892"/>
                  </a:cubicBezTo>
                  <a:cubicBezTo>
                    <a:pt x="12001" y="892"/>
                    <a:pt x="10290" y="1"/>
                    <a:pt x="9495"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4"/>
            <p:cNvSpPr/>
            <p:nvPr/>
          </p:nvSpPr>
          <p:spPr>
            <a:xfrm>
              <a:off x="4728740" y="3560872"/>
              <a:ext cx="35460" cy="73321"/>
            </a:xfrm>
            <a:custGeom>
              <a:avLst/>
              <a:gdLst/>
              <a:ahLst/>
              <a:cxnLst/>
              <a:rect l="l" t="t" r="r" b="b"/>
              <a:pathLst>
                <a:path w="2821" h="5833" extrusionOk="0">
                  <a:moveTo>
                    <a:pt x="410" y="1"/>
                  </a:moveTo>
                  <a:cubicBezTo>
                    <a:pt x="410" y="97"/>
                    <a:pt x="314" y="194"/>
                    <a:pt x="314" y="290"/>
                  </a:cubicBezTo>
                  <a:cubicBezTo>
                    <a:pt x="218" y="603"/>
                    <a:pt x="121" y="892"/>
                    <a:pt x="121" y="1206"/>
                  </a:cubicBezTo>
                  <a:cubicBezTo>
                    <a:pt x="1" y="2218"/>
                    <a:pt x="1" y="3206"/>
                    <a:pt x="121" y="4218"/>
                  </a:cubicBezTo>
                  <a:cubicBezTo>
                    <a:pt x="121" y="4507"/>
                    <a:pt x="218" y="4820"/>
                    <a:pt x="218" y="5013"/>
                  </a:cubicBezTo>
                  <a:cubicBezTo>
                    <a:pt x="314" y="5326"/>
                    <a:pt x="507" y="5616"/>
                    <a:pt x="820" y="5712"/>
                  </a:cubicBezTo>
                  <a:cubicBezTo>
                    <a:pt x="1013" y="5832"/>
                    <a:pt x="1326" y="5832"/>
                    <a:pt x="1519" y="5832"/>
                  </a:cubicBezTo>
                  <a:cubicBezTo>
                    <a:pt x="1808" y="5712"/>
                    <a:pt x="2025" y="5616"/>
                    <a:pt x="2121" y="5519"/>
                  </a:cubicBezTo>
                  <a:cubicBezTo>
                    <a:pt x="2410" y="5326"/>
                    <a:pt x="2627" y="5013"/>
                    <a:pt x="2724" y="4820"/>
                  </a:cubicBezTo>
                  <a:cubicBezTo>
                    <a:pt x="2820" y="4724"/>
                    <a:pt x="2820" y="4628"/>
                    <a:pt x="2820" y="4411"/>
                  </a:cubicBezTo>
                  <a:lnTo>
                    <a:pt x="2820" y="4411"/>
                  </a:lnTo>
                  <a:cubicBezTo>
                    <a:pt x="2820" y="4411"/>
                    <a:pt x="2819" y="4508"/>
                    <a:pt x="2627" y="4724"/>
                  </a:cubicBezTo>
                  <a:cubicBezTo>
                    <a:pt x="2531" y="4917"/>
                    <a:pt x="2314" y="5230"/>
                    <a:pt x="2025" y="5326"/>
                  </a:cubicBezTo>
                  <a:cubicBezTo>
                    <a:pt x="1823" y="5513"/>
                    <a:pt x="1590" y="5620"/>
                    <a:pt x="1340" y="5620"/>
                  </a:cubicBezTo>
                  <a:cubicBezTo>
                    <a:pt x="1204" y="5620"/>
                    <a:pt x="1061" y="5588"/>
                    <a:pt x="916" y="5519"/>
                  </a:cubicBezTo>
                  <a:cubicBezTo>
                    <a:pt x="724" y="5423"/>
                    <a:pt x="507" y="5230"/>
                    <a:pt x="410" y="5013"/>
                  </a:cubicBezTo>
                  <a:cubicBezTo>
                    <a:pt x="410" y="4724"/>
                    <a:pt x="314" y="4411"/>
                    <a:pt x="314" y="4218"/>
                  </a:cubicBezTo>
                  <a:cubicBezTo>
                    <a:pt x="218" y="3206"/>
                    <a:pt x="121" y="2218"/>
                    <a:pt x="218" y="1206"/>
                  </a:cubicBezTo>
                  <a:cubicBezTo>
                    <a:pt x="314" y="411"/>
                    <a:pt x="507" y="1"/>
                    <a:pt x="410"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4"/>
            <p:cNvSpPr/>
            <p:nvPr/>
          </p:nvSpPr>
          <p:spPr>
            <a:xfrm>
              <a:off x="4764186" y="3555732"/>
              <a:ext cx="25153" cy="79367"/>
            </a:xfrm>
            <a:custGeom>
              <a:avLst/>
              <a:gdLst/>
              <a:ahLst/>
              <a:cxnLst/>
              <a:rect l="l" t="t" r="r" b="b"/>
              <a:pathLst>
                <a:path w="2001" h="6314" extrusionOk="0">
                  <a:moveTo>
                    <a:pt x="603" y="0"/>
                  </a:moveTo>
                  <a:lnTo>
                    <a:pt x="603" y="0"/>
                  </a:lnTo>
                  <a:cubicBezTo>
                    <a:pt x="410" y="313"/>
                    <a:pt x="313" y="699"/>
                    <a:pt x="193" y="1012"/>
                  </a:cubicBezTo>
                  <a:cubicBezTo>
                    <a:pt x="96" y="1904"/>
                    <a:pt x="0" y="2820"/>
                    <a:pt x="0" y="3832"/>
                  </a:cubicBezTo>
                  <a:cubicBezTo>
                    <a:pt x="0" y="4314"/>
                    <a:pt x="0" y="4820"/>
                    <a:pt x="96" y="5326"/>
                  </a:cubicBezTo>
                  <a:cubicBezTo>
                    <a:pt x="193" y="5735"/>
                    <a:pt x="506" y="6025"/>
                    <a:pt x="916" y="6241"/>
                  </a:cubicBezTo>
                  <a:cubicBezTo>
                    <a:pt x="1060" y="6290"/>
                    <a:pt x="1211" y="6314"/>
                    <a:pt x="1362" y="6314"/>
                  </a:cubicBezTo>
                  <a:cubicBezTo>
                    <a:pt x="1512" y="6314"/>
                    <a:pt x="1663" y="6290"/>
                    <a:pt x="1807" y="6241"/>
                  </a:cubicBezTo>
                  <a:cubicBezTo>
                    <a:pt x="1904" y="6121"/>
                    <a:pt x="2000" y="5928"/>
                    <a:pt x="2000" y="5928"/>
                  </a:cubicBezTo>
                  <a:cubicBezTo>
                    <a:pt x="1904" y="5928"/>
                    <a:pt x="1904" y="6025"/>
                    <a:pt x="1711" y="6121"/>
                  </a:cubicBezTo>
                  <a:cubicBezTo>
                    <a:pt x="1615" y="6181"/>
                    <a:pt x="1488" y="6211"/>
                    <a:pt x="1362" y="6211"/>
                  </a:cubicBezTo>
                  <a:cubicBezTo>
                    <a:pt x="1235" y="6211"/>
                    <a:pt x="1109" y="6181"/>
                    <a:pt x="1012" y="6121"/>
                  </a:cubicBezTo>
                  <a:cubicBezTo>
                    <a:pt x="603" y="5928"/>
                    <a:pt x="410" y="5639"/>
                    <a:pt x="313" y="5229"/>
                  </a:cubicBezTo>
                  <a:cubicBezTo>
                    <a:pt x="193" y="4723"/>
                    <a:pt x="193" y="4217"/>
                    <a:pt x="193" y="3832"/>
                  </a:cubicBezTo>
                  <a:cubicBezTo>
                    <a:pt x="193" y="2916"/>
                    <a:pt x="313" y="2024"/>
                    <a:pt x="410" y="1109"/>
                  </a:cubicBezTo>
                  <a:cubicBezTo>
                    <a:pt x="506" y="410"/>
                    <a:pt x="602" y="0"/>
                    <a:pt x="603"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4"/>
            <p:cNvSpPr/>
            <p:nvPr/>
          </p:nvSpPr>
          <p:spPr>
            <a:xfrm>
              <a:off x="4800826" y="3536953"/>
              <a:ext cx="26372" cy="82560"/>
            </a:xfrm>
            <a:custGeom>
              <a:avLst/>
              <a:gdLst/>
              <a:ahLst/>
              <a:cxnLst/>
              <a:rect l="l" t="t" r="r" b="b"/>
              <a:pathLst>
                <a:path w="2098" h="6568" extrusionOk="0">
                  <a:moveTo>
                    <a:pt x="411" y="0"/>
                  </a:moveTo>
                  <a:cubicBezTo>
                    <a:pt x="290" y="289"/>
                    <a:pt x="194" y="699"/>
                    <a:pt x="194" y="1109"/>
                  </a:cubicBezTo>
                  <a:cubicBezTo>
                    <a:pt x="97" y="2097"/>
                    <a:pt x="97" y="3012"/>
                    <a:pt x="97" y="4000"/>
                  </a:cubicBezTo>
                  <a:cubicBezTo>
                    <a:pt x="1" y="4506"/>
                    <a:pt x="97" y="5012"/>
                    <a:pt x="194" y="5518"/>
                  </a:cubicBezTo>
                  <a:cubicBezTo>
                    <a:pt x="290" y="6025"/>
                    <a:pt x="603" y="6314"/>
                    <a:pt x="1109" y="6531"/>
                  </a:cubicBezTo>
                  <a:cubicBezTo>
                    <a:pt x="1185" y="6556"/>
                    <a:pt x="1263" y="6568"/>
                    <a:pt x="1340" y="6568"/>
                  </a:cubicBezTo>
                  <a:cubicBezTo>
                    <a:pt x="1555" y="6568"/>
                    <a:pt x="1763" y="6474"/>
                    <a:pt x="1905" y="6314"/>
                  </a:cubicBezTo>
                  <a:cubicBezTo>
                    <a:pt x="2097" y="6121"/>
                    <a:pt x="2097" y="6025"/>
                    <a:pt x="2097" y="6025"/>
                  </a:cubicBezTo>
                  <a:cubicBezTo>
                    <a:pt x="2001" y="6025"/>
                    <a:pt x="2001" y="6121"/>
                    <a:pt x="1905" y="6217"/>
                  </a:cubicBezTo>
                  <a:cubicBezTo>
                    <a:pt x="1792" y="6330"/>
                    <a:pt x="1637" y="6377"/>
                    <a:pt x="1471" y="6377"/>
                  </a:cubicBezTo>
                  <a:cubicBezTo>
                    <a:pt x="1353" y="6377"/>
                    <a:pt x="1229" y="6354"/>
                    <a:pt x="1109" y="6314"/>
                  </a:cubicBezTo>
                  <a:cubicBezTo>
                    <a:pt x="700" y="6217"/>
                    <a:pt x="507" y="5928"/>
                    <a:pt x="411" y="5518"/>
                  </a:cubicBezTo>
                  <a:cubicBezTo>
                    <a:pt x="290" y="5012"/>
                    <a:pt x="290" y="4506"/>
                    <a:pt x="290" y="3904"/>
                  </a:cubicBezTo>
                  <a:cubicBezTo>
                    <a:pt x="290" y="2916"/>
                    <a:pt x="290" y="1904"/>
                    <a:pt x="411" y="1109"/>
                  </a:cubicBezTo>
                  <a:lnTo>
                    <a:pt x="411" y="0"/>
                  </a:ln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4"/>
            <p:cNvSpPr/>
            <p:nvPr/>
          </p:nvSpPr>
          <p:spPr>
            <a:xfrm>
              <a:off x="4004532" y="3631500"/>
              <a:ext cx="581890" cy="960486"/>
            </a:xfrm>
            <a:custGeom>
              <a:avLst/>
              <a:gdLst/>
              <a:ahLst/>
              <a:cxnLst/>
              <a:rect l="l" t="t" r="r" b="b"/>
              <a:pathLst>
                <a:path w="46292" h="76411" extrusionOk="0">
                  <a:moveTo>
                    <a:pt x="26068" y="1"/>
                  </a:moveTo>
                  <a:cubicBezTo>
                    <a:pt x="25350" y="1"/>
                    <a:pt x="24623" y="70"/>
                    <a:pt x="23881" y="213"/>
                  </a:cubicBezTo>
                  <a:cubicBezTo>
                    <a:pt x="23881" y="213"/>
                    <a:pt x="17760" y="3226"/>
                    <a:pt x="14748" y="7322"/>
                  </a:cubicBezTo>
                  <a:cubicBezTo>
                    <a:pt x="11639" y="11539"/>
                    <a:pt x="7326" y="29829"/>
                    <a:pt x="7326" y="29829"/>
                  </a:cubicBezTo>
                  <a:lnTo>
                    <a:pt x="7133" y="59542"/>
                  </a:lnTo>
                  <a:lnTo>
                    <a:pt x="0" y="76410"/>
                  </a:lnTo>
                  <a:lnTo>
                    <a:pt x="37641" y="76410"/>
                  </a:lnTo>
                  <a:cubicBezTo>
                    <a:pt x="37641" y="76410"/>
                    <a:pt x="42677" y="49806"/>
                    <a:pt x="43978" y="44192"/>
                  </a:cubicBezTo>
                  <a:cubicBezTo>
                    <a:pt x="45280" y="38649"/>
                    <a:pt x="46292" y="30938"/>
                    <a:pt x="45689" y="28311"/>
                  </a:cubicBezTo>
                  <a:cubicBezTo>
                    <a:pt x="44364" y="23203"/>
                    <a:pt x="44075" y="21082"/>
                    <a:pt x="41761" y="18166"/>
                  </a:cubicBezTo>
                  <a:cubicBezTo>
                    <a:pt x="36749" y="12045"/>
                    <a:pt x="36653" y="5033"/>
                    <a:pt x="32821" y="3009"/>
                  </a:cubicBezTo>
                  <a:cubicBezTo>
                    <a:pt x="31520" y="2310"/>
                    <a:pt x="31014" y="1105"/>
                    <a:pt x="30026" y="695"/>
                  </a:cubicBezTo>
                  <a:cubicBezTo>
                    <a:pt x="28710" y="241"/>
                    <a:pt x="27404" y="1"/>
                    <a:pt x="2606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4"/>
            <p:cNvSpPr/>
            <p:nvPr/>
          </p:nvSpPr>
          <p:spPr>
            <a:xfrm>
              <a:off x="4362846" y="3842263"/>
              <a:ext cx="147836" cy="184176"/>
            </a:xfrm>
            <a:custGeom>
              <a:avLst/>
              <a:gdLst/>
              <a:ahLst/>
              <a:cxnLst/>
              <a:rect l="l" t="t" r="r" b="b"/>
              <a:pathLst>
                <a:path w="11761" h="14652" extrusionOk="0">
                  <a:moveTo>
                    <a:pt x="1" y="13760"/>
                  </a:moveTo>
                  <a:cubicBezTo>
                    <a:pt x="1" y="13760"/>
                    <a:pt x="22" y="13767"/>
                    <a:pt x="66" y="13780"/>
                  </a:cubicBezTo>
                  <a:lnTo>
                    <a:pt x="66" y="13780"/>
                  </a:lnTo>
                  <a:cubicBezTo>
                    <a:pt x="49" y="13769"/>
                    <a:pt x="29" y="13760"/>
                    <a:pt x="1" y="13760"/>
                  </a:cubicBezTo>
                  <a:close/>
                  <a:moveTo>
                    <a:pt x="7640" y="1"/>
                  </a:moveTo>
                  <a:lnTo>
                    <a:pt x="7640" y="1"/>
                  </a:lnTo>
                  <a:cubicBezTo>
                    <a:pt x="7543" y="97"/>
                    <a:pt x="7832" y="193"/>
                    <a:pt x="8338" y="603"/>
                  </a:cubicBezTo>
                  <a:cubicBezTo>
                    <a:pt x="9037" y="1205"/>
                    <a:pt x="9543" y="1808"/>
                    <a:pt x="10049" y="2507"/>
                  </a:cubicBezTo>
                  <a:cubicBezTo>
                    <a:pt x="10748" y="3615"/>
                    <a:pt x="11158" y="4820"/>
                    <a:pt x="11254" y="6121"/>
                  </a:cubicBezTo>
                  <a:cubicBezTo>
                    <a:pt x="11543" y="9230"/>
                    <a:pt x="9833" y="12242"/>
                    <a:pt x="7037" y="13760"/>
                  </a:cubicBezTo>
                  <a:cubicBezTo>
                    <a:pt x="5929" y="14266"/>
                    <a:pt x="4627" y="14556"/>
                    <a:pt x="3423" y="14556"/>
                  </a:cubicBezTo>
                  <a:cubicBezTo>
                    <a:pt x="2507" y="14459"/>
                    <a:pt x="1712" y="14363"/>
                    <a:pt x="916" y="14049"/>
                  </a:cubicBezTo>
                  <a:cubicBezTo>
                    <a:pt x="473" y="13908"/>
                    <a:pt x="186" y="13818"/>
                    <a:pt x="66" y="13780"/>
                  </a:cubicBezTo>
                  <a:lnTo>
                    <a:pt x="66" y="13780"/>
                  </a:lnTo>
                  <a:cubicBezTo>
                    <a:pt x="105" y="13809"/>
                    <a:pt x="125" y="13857"/>
                    <a:pt x="193" y="13857"/>
                  </a:cubicBezTo>
                  <a:cubicBezTo>
                    <a:pt x="410" y="13953"/>
                    <a:pt x="603" y="14049"/>
                    <a:pt x="796" y="14170"/>
                  </a:cubicBezTo>
                  <a:cubicBezTo>
                    <a:pt x="1712" y="14459"/>
                    <a:pt x="2507" y="14652"/>
                    <a:pt x="3423" y="14652"/>
                  </a:cubicBezTo>
                  <a:cubicBezTo>
                    <a:pt x="4724" y="14652"/>
                    <a:pt x="5929" y="14459"/>
                    <a:pt x="7134" y="13857"/>
                  </a:cubicBezTo>
                  <a:cubicBezTo>
                    <a:pt x="10049" y="12363"/>
                    <a:pt x="11760" y="9350"/>
                    <a:pt x="11447" y="6025"/>
                  </a:cubicBezTo>
                  <a:cubicBezTo>
                    <a:pt x="11351" y="4724"/>
                    <a:pt x="10845" y="3519"/>
                    <a:pt x="10146" y="2410"/>
                  </a:cubicBezTo>
                  <a:cubicBezTo>
                    <a:pt x="9640" y="1711"/>
                    <a:pt x="9134" y="1109"/>
                    <a:pt x="8435" y="507"/>
                  </a:cubicBezTo>
                  <a:cubicBezTo>
                    <a:pt x="8146" y="410"/>
                    <a:pt x="7929" y="193"/>
                    <a:pt x="7832" y="97"/>
                  </a:cubicBezTo>
                  <a:cubicBezTo>
                    <a:pt x="7736" y="97"/>
                    <a:pt x="7640" y="97"/>
                    <a:pt x="7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4"/>
            <p:cNvSpPr/>
            <p:nvPr/>
          </p:nvSpPr>
          <p:spPr>
            <a:xfrm>
              <a:off x="4492788" y="4024004"/>
              <a:ext cx="82107" cy="193264"/>
            </a:xfrm>
            <a:custGeom>
              <a:avLst/>
              <a:gdLst/>
              <a:ahLst/>
              <a:cxnLst/>
              <a:rect l="l" t="t" r="r" b="b"/>
              <a:pathLst>
                <a:path w="6532" h="15375" extrusionOk="0">
                  <a:moveTo>
                    <a:pt x="6338" y="0"/>
                  </a:moveTo>
                  <a:cubicBezTo>
                    <a:pt x="6242" y="97"/>
                    <a:pt x="6025" y="97"/>
                    <a:pt x="5832" y="193"/>
                  </a:cubicBezTo>
                  <a:cubicBezTo>
                    <a:pt x="5230" y="506"/>
                    <a:pt x="4627" y="795"/>
                    <a:pt x="4025" y="1205"/>
                  </a:cubicBezTo>
                  <a:cubicBezTo>
                    <a:pt x="3230" y="1807"/>
                    <a:pt x="2507" y="2603"/>
                    <a:pt x="2025" y="3422"/>
                  </a:cubicBezTo>
                  <a:cubicBezTo>
                    <a:pt x="507" y="5518"/>
                    <a:pt x="1" y="8025"/>
                    <a:pt x="603" y="10555"/>
                  </a:cubicBezTo>
                  <a:cubicBezTo>
                    <a:pt x="916" y="11447"/>
                    <a:pt x="1302" y="12459"/>
                    <a:pt x="1808" y="13254"/>
                  </a:cubicBezTo>
                  <a:cubicBezTo>
                    <a:pt x="2121" y="13856"/>
                    <a:pt x="2627" y="14459"/>
                    <a:pt x="3109" y="14868"/>
                  </a:cubicBezTo>
                  <a:cubicBezTo>
                    <a:pt x="3193" y="15002"/>
                    <a:pt x="3312" y="15090"/>
                    <a:pt x="3409" y="15163"/>
                  </a:cubicBezTo>
                  <a:lnTo>
                    <a:pt x="3409" y="15163"/>
                  </a:lnTo>
                  <a:cubicBezTo>
                    <a:pt x="2876" y="14606"/>
                    <a:pt x="2352" y="13958"/>
                    <a:pt x="1904" y="13254"/>
                  </a:cubicBezTo>
                  <a:cubicBezTo>
                    <a:pt x="1422" y="12362"/>
                    <a:pt x="1013" y="11447"/>
                    <a:pt x="820" y="10434"/>
                  </a:cubicBezTo>
                  <a:cubicBezTo>
                    <a:pt x="314" y="8025"/>
                    <a:pt x="699" y="5518"/>
                    <a:pt x="2121" y="3518"/>
                  </a:cubicBezTo>
                  <a:cubicBezTo>
                    <a:pt x="2724" y="2723"/>
                    <a:pt x="3422" y="2000"/>
                    <a:pt x="4121" y="1398"/>
                  </a:cubicBezTo>
                  <a:cubicBezTo>
                    <a:pt x="4916" y="795"/>
                    <a:pt x="5736" y="410"/>
                    <a:pt x="6531" y="0"/>
                  </a:cubicBezTo>
                  <a:close/>
                  <a:moveTo>
                    <a:pt x="3409" y="15163"/>
                  </a:moveTo>
                  <a:lnTo>
                    <a:pt x="3409" y="15163"/>
                  </a:lnTo>
                  <a:cubicBezTo>
                    <a:pt x="3478" y="15235"/>
                    <a:pt x="3546" y="15306"/>
                    <a:pt x="3615" y="15374"/>
                  </a:cubicBezTo>
                  <a:lnTo>
                    <a:pt x="3519" y="15254"/>
                  </a:lnTo>
                  <a:cubicBezTo>
                    <a:pt x="3489" y="15225"/>
                    <a:pt x="3451" y="15195"/>
                    <a:pt x="3409" y="1516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4"/>
            <p:cNvSpPr/>
            <p:nvPr/>
          </p:nvSpPr>
          <p:spPr>
            <a:xfrm>
              <a:off x="4279549" y="4214518"/>
              <a:ext cx="93307" cy="86042"/>
            </a:xfrm>
            <a:custGeom>
              <a:avLst/>
              <a:gdLst/>
              <a:ahLst/>
              <a:cxnLst/>
              <a:rect l="l" t="t" r="r" b="b"/>
              <a:pathLst>
                <a:path w="7423" h="6845" extrusionOk="0">
                  <a:moveTo>
                    <a:pt x="507" y="1"/>
                  </a:moveTo>
                  <a:cubicBezTo>
                    <a:pt x="314" y="1"/>
                    <a:pt x="194" y="1"/>
                    <a:pt x="1" y="97"/>
                  </a:cubicBezTo>
                  <a:cubicBezTo>
                    <a:pt x="603" y="97"/>
                    <a:pt x="1109" y="217"/>
                    <a:pt x="1615" y="217"/>
                  </a:cubicBezTo>
                  <a:cubicBezTo>
                    <a:pt x="4314" y="699"/>
                    <a:pt x="6435" y="2627"/>
                    <a:pt x="7134" y="5230"/>
                  </a:cubicBezTo>
                  <a:cubicBezTo>
                    <a:pt x="7230" y="5736"/>
                    <a:pt x="7326" y="6338"/>
                    <a:pt x="7423" y="6844"/>
                  </a:cubicBezTo>
                  <a:lnTo>
                    <a:pt x="7423" y="6435"/>
                  </a:lnTo>
                  <a:cubicBezTo>
                    <a:pt x="7423" y="6025"/>
                    <a:pt x="7326" y="5639"/>
                    <a:pt x="7326" y="5230"/>
                  </a:cubicBezTo>
                  <a:cubicBezTo>
                    <a:pt x="6628" y="2507"/>
                    <a:pt x="4411" y="507"/>
                    <a:pt x="1712" y="97"/>
                  </a:cubicBezTo>
                  <a:cubicBezTo>
                    <a:pt x="1302" y="1"/>
                    <a:pt x="917" y="1"/>
                    <a:pt x="5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4"/>
            <p:cNvSpPr/>
            <p:nvPr/>
          </p:nvSpPr>
          <p:spPr>
            <a:xfrm>
              <a:off x="4342559" y="4513757"/>
              <a:ext cx="147823" cy="78185"/>
            </a:xfrm>
            <a:custGeom>
              <a:avLst/>
              <a:gdLst/>
              <a:ahLst/>
              <a:cxnLst/>
              <a:rect l="l" t="t" r="r" b="b"/>
              <a:pathLst>
                <a:path w="11760" h="6220" extrusionOk="0">
                  <a:moveTo>
                    <a:pt x="7983" y="1"/>
                  </a:moveTo>
                  <a:cubicBezTo>
                    <a:pt x="5006" y="1"/>
                    <a:pt x="2249" y="1622"/>
                    <a:pt x="819" y="4219"/>
                  </a:cubicBezTo>
                  <a:cubicBezTo>
                    <a:pt x="506" y="4725"/>
                    <a:pt x="313" y="5207"/>
                    <a:pt x="217" y="5713"/>
                  </a:cubicBezTo>
                  <a:cubicBezTo>
                    <a:pt x="172" y="5815"/>
                    <a:pt x="148" y="5891"/>
                    <a:pt x="135" y="5952"/>
                  </a:cubicBezTo>
                  <a:lnTo>
                    <a:pt x="135" y="5952"/>
                  </a:lnTo>
                  <a:cubicBezTo>
                    <a:pt x="398" y="5416"/>
                    <a:pt x="648" y="4831"/>
                    <a:pt x="916" y="4315"/>
                  </a:cubicBezTo>
                  <a:cubicBezTo>
                    <a:pt x="2442" y="1690"/>
                    <a:pt x="5190" y="130"/>
                    <a:pt x="8054" y="130"/>
                  </a:cubicBezTo>
                  <a:cubicBezTo>
                    <a:pt x="8581" y="130"/>
                    <a:pt x="9111" y="183"/>
                    <a:pt x="9639" y="291"/>
                  </a:cubicBezTo>
                  <a:cubicBezTo>
                    <a:pt x="10362" y="388"/>
                    <a:pt x="11061" y="604"/>
                    <a:pt x="11760" y="894"/>
                  </a:cubicBezTo>
                  <a:lnTo>
                    <a:pt x="11663" y="797"/>
                  </a:lnTo>
                  <a:cubicBezTo>
                    <a:pt x="11447" y="701"/>
                    <a:pt x="11350" y="701"/>
                    <a:pt x="11254" y="604"/>
                  </a:cubicBezTo>
                  <a:cubicBezTo>
                    <a:pt x="10748" y="388"/>
                    <a:pt x="10242" y="291"/>
                    <a:pt x="9760" y="195"/>
                  </a:cubicBezTo>
                  <a:cubicBezTo>
                    <a:pt x="9165" y="64"/>
                    <a:pt x="8569" y="1"/>
                    <a:pt x="7983" y="1"/>
                  </a:cubicBezTo>
                  <a:close/>
                  <a:moveTo>
                    <a:pt x="135" y="5952"/>
                  </a:moveTo>
                  <a:cubicBezTo>
                    <a:pt x="90" y="6043"/>
                    <a:pt x="46" y="6132"/>
                    <a:pt x="0" y="6219"/>
                  </a:cubicBezTo>
                  <a:lnTo>
                    <a:pt x="121" y="6123"/>
                  </a:lnTo>
                  <a:cubicBezTo>
                    <a:pt x="121" y="6072"/>
                    <a:pt x="121" y="6021"/>
                    <a:pt x="135" y="595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4"/>
            <p:cNvSpPr/>
            <p:nvPr/>
          </p:nvSpPr>
          <p:spPr>
            <a:xfrm>
              <a:off x="4372839" y="4173027"/>
              <a:ext cx="59393" cy="83314"/>
            </a:xfrm>
            <a:custGeom>
              <a:avLst/>
              <a:gdLst/>
              <a:ahLst/>
              <a:cxnLst/>
              <a:rect l="l" t="t" r="r" b="b"/>
              <a:pathLst>
                <a:path w="4725" h="6628" extrusionOk="0">
                  <a:moveTo>
                    <a:pt x="1" y="0"/>
                  </a:moveTo>
                  <a:cubicBezTo>
                    <a:pt x="1" y="386"/>
                    <a:pt x="218" y="795"/>
                    <a:pt x="411" y="1109"/>
                  </a:cubicBezTo>
                  <a:cubicBezTo>
                    <a:pt x="820" y="2000"/>
                    <a:pt x="1326" y="2916"/>
                    <a:pt x="1808" y="3711"/>
                  </a:cubicBezTo>
                  <a:cubicBezTo>
                    <a:pt x="2411" y="4506"/>
                    <a:pt x="3013" y="5205"/>
                    <a:pt x="3832" y="5928"/>
                  </a:cubicBezTo>
                  <a:cubicBezTo>
                    <a:pt x="4025" y="6217"/>
                    <a:pt x="4435" y="6410"/>
                    <a:pt x="4724" y="6627"/>
                  </a:cubicBezTo>
                  <a:lnTo>
                    <a:pt x="3929" y="5808"/>
                  </a:lnTo>
                  <a:cubicBezTo>
                    <a:pt x="3230" y="5109"/>
                    <a:pt x="2628" y="4314"/>
                    <a:pt x="2025" y="3615"/>
                  </a:cubicBezTo>
                  <a:cubicBezTo>
                    <a:pt x="1423" y="2795"/>
                    <a:pt x="917" y="1904"/>
                    <a:pt x="507" y="1109"/>
                  </a:cubicBezTo>
                  <a:cubicBezTo>
                    <a:pt x="314" y="699"/>
                    <a:pt x="218" y="289"/>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4"/>
            <p:cNvSpPr/>
            <p:nvPr/>
          </p:nvSpPr>
          <p:spPr>
            <a:xfrm>
              <a:off x="4001804" y="3648846"/>
              <a:ext cx="830588" cy="936918"/>
            </a:xfrm>
            <a:custGeom>
              <a:avLst/>
              <a:gdLst/>
              <a:ahLst/>
              <a:cxnLst/>
              <a:rect l="l" t="t" r="r" b="b"/>
              <a:pathLst>
                <a:path w="66077" h="74536" extrusionOk="0">
                  <a:moveTo>
                    <a:pt x="25560" y="0"/>
                  </a:moveTo>
                  <a:cubicBezTo>
                    <a:pt x="25153" y="0"/>
                    <a:pt x="24738" y="13"/>
                    <a:pt x="24315" y="38"/>
                  </a:cubicBezTo>
                  <a:cubicBezTo>
                    <a:pt x="21905" y="231"/>
                    <a:pt x="19592" y="2135"/>
                    <a:pt x="17688" y="4255"/>
                  </a:cubicBezTo>
                  <a:cubicBezTo>
                    <a:pt x="15182" y="7051"/>
                    <a:pt x="13374" y="10280"/>
                    <a:pt x="12266" y="13895"/>
                  </a:cubicBezTo>
                  <a:lnTo>
                    <a:pt x="7543" y="28546"/>
                  </a:lnTo>
                  <a:cubicBezTo>
                    <a:pt x="7543" y="28546"/>
                    <a:pt x="0" y="56451"/>
                    <a:pt x="410" y="62090"/>
                  </a:cubicBezTo>
                  <a:cubicBezTo>
                    <a:pt x="778" y="67216"/>
                    <a:pt x="2912" y="74535"/>
                    <a:pt x="10890" y="74535"/>
                  </a:cubicBezTo>
                  <a:cubicBezTo>
                    <a:pt x="11800" y="74535"/>
                    <a:pt x="12787" y="74440"/>
                    <a:pt x="13856" y="74235"/>
                  </a:cubicBezTo>
                  <a:cubicBezTo>
                    <a:pt x="24411" y="72114"/>
                    <a:pt x="52123" y="55463"/>
                    <a:pt x="52123" y="55463"/>
                  </a:cubicBezTo>
                  <a:cubicBezTo>
                    <a:pt x="52123" y="55463"/>
                    <a:pt x="56437" y="53150"/>
                    <a:pt x="59040" y="52547"/>
                  </a:cubicBezTo>
                  <a:cubicBezTo>
                    <a:pt x="61666" y="51848"/>
                    <a:pt x="66076" y="47318"/>
                    <a:pt x="65980" y="46619"/>
                  </a:cubicBezTo>
                  <a:cubicBezTo>
                    <a:pt x="65980" y="45920"/>
                    <a:pt x="64582" y="35775"/>
                    <a:pt x="64076" y="34859"/>
                  </a:cubicBezTo>
                  <a:cubicBezTo>
                    <a:pt x="63857" y="34571"/>
                    <a:pt x="63347" y="34479"/>
                    <a:pt x="62786" y="34479"/>
                  </a:cubicBezTo>
                  <a:cubicBezTo>
                    <a:pt x="61799" y="34479"/>
                    <a:pt x="60654" y="34763"/>
                    <a:pt x="60654" y="34763"/>
                  </a:cubicBezTo>
                  <a:cubicBezTo>
                    <a:pt x="60654" y="34763"/>
                    <a:pt x="62654" y="28136"/>
                    <a:pt x="62871" y="26642"/>
                  </a:cubicBezTo>
                  <a:cubicBezTo>
                    <a:pt x="63008" y="25568"/>
                    <a:pt x="62045" y="25411"/>
                    <a:pt x="61471" y="25411"/>
                  </a:cubicBezTo>
                  <a:cubicBezTo>
                    <a:pt x="61234" y="25411"/>
                    <a:pt x="61064" y="25437"/>
                    <a:pt x="61064" y="25437"/>
                  </a:cubicBezTo>
                  <a:lnTo>
                    <a:pt x="58654" y="30160"/>
                  </a:lnTo>
                  <a:cubicBezTo>
                    <a:pt x="58654" y="30160"/>
                    <a:pt x="53834" y="37390"/>
                    <a:pt x="52822" y="39293"/>
                  </a:cubicBezTo>
                  <a:cubicBezTo>
                    <a:pt x="51714" y="41197"/>
                    <a:pt x="51810" y="43703"/>
                    <a:pt x="51810" y="43703"/>
                  </a:cubicBezTo>
                  <a:lnTo>
                    <a:pt x="51328" y="43800"/>
                  </a:lnTo>
                  <a:lnTo>
                    <a:pt x="18387" y="55463"/>
                  </a:lnTo>
                  <a:lnTo>
                    <a:pt x="23905" y="40402"/>
                  </a:lnTo>
                  <a:cubicBezTo>
                    <a:pt x="23905" y="40402"/>
                    <a:pt x="34942" y="14690"/>
                    <a:pt x="35448" y="12280"/>
                  </a:cubicBezTo>
                  <a:cubicBezTo>
                    <a:pt x="36050" y="9774"/>
                    <a:pt x="35761" y="8256"/>
                    <a:pt x="34653" y="4858"/>
                  </a:cubicBezTo>
                  <a:cubicBezTo>
                    <a:pt x="33634" y="1626"/>
                    <a:pt x="30155" y="0"/>
                    <a:pt x="25560" y="0"/>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4"/>
            <p:cNvSpPr/>
            <p:nvPr/>
          </p:nvSpPr>
          <p:spPr>
            <a:xfrm>
              <a:off x="4153252" y="4343254"/>
              <a:ext cx="87248" cy="65741"/>
            </a:xfrm>
            <a:custGeom>
              <a:avLst/>
              <a:gdLst/>
              <a:ahLst/>
              <a:cxnLst/>
              <a:rect l="l" t="t" r="r" b="b"/>
              <a:pathLst>
                <a:path w="6941" h="5230" extrusionOk="0">
                  <a:moveTo>
                    <a:pt x="6531" y="0"/>
                  </a:moveTo>
                  <a:cubicBezTo>
                    <a:pt x="6241" y="96"/>
                    <a:pt x="5928" y="96"/>
                    <a:pt x="5639" y="217"/>
                  </a:cubicBezTo>
                  <a:cubicBezTo>
                    <a:pt x="3518" y="916"/>
                    <a:pt x="1711" y="2217"/>
                    <a:pt x="603" y="4024"/>
                  </a:cubicBezTo>
                  <a:cubicBezTo>
                    <a:pt x="410" y="4314"/>
                    <a:pt x="217" y="4530"/>
                    <a:pt x="121" y="4820"/>
                  </a:cubicBezTo>
                  <a:cubicBezTo>
                    <a:pt x="0" y="4916"/>
                    <a:pt x="0" y="5036"/>
                    <a:pt x="0" y="5229"/>
                  </a:cubicBezTo>
                  <a:cubicBezTo>
                    <a:pt x="0" y="5229"/>
                    <a:pt x="217" y="4723"/>
                    <a:pt x="723" y="4121"/>
                  </a:cubicBezTo>
                  <a:cubicBezTo>
                    <a:pt x="1928" y="2410"/>
                    <a:pt x="3615" y="1109"/>
                    <a:pt x="5639" y="410"/>
                  </a:cubicBezTo>
                  <a:cubicBezTo>
                    <a:pt x="6434" y="96"/>
                    <a:pt x="6940" y="0"/>
                    <a:pt x="6940"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4"/>
            <p:cNvSpPr/>
            <p:nvPr/>
          </p:nvSpPr>
          <p:spPr>
            <a:xfrm>
              <a:off x="4139615" y="3637785"/>
              <a:ext cx="330490" cy="292956"/>
            </a:xfrm>
            <a:custGeom>
              <a:avLst/>
              <a:gdLst/>
              <a:ahLst/>
              <a:cxnLst/>
              <a:rect l="l" t="t" r="r" b="b"/>
              <a:pathLst>
                <a:path w="26292" h="23306" extrusionOk="0">
                  <a:moveTo>
                    <a:pt x="15719" y="0"/>
                  </a:moveTo>
                  <a:cubicBezTo>
                    <a:pt x="14430" y="0"/>
                    <a:pt x="13040" y="281"/>
                    <a:pt x="11543" y="918"/>
                  </a:cubicBezTo>
                  <a:cubicBezTo>
                    <a:pt x="6411" y="3111"/>
                    <a:pt x="1302" y="11642"/>
                    <a:pt x="1" y="16775"/>
                  </a:cubicBezTo>
                  <a:cubicBezTo>
                    <a:pt x="1" y="16775"/>
                    <a:pt x="4243" y="12736"/>
                    <a:pt x="9448" y="12736"/>
                  </a:cubicBezTo>
                  <a:cubicBezTo>
                    <a:pt x="11402" y="12736"/>
                    <a:pt x="13492" y="13306"/>
                    <a:pt x="15544" y="14871"/>
                  </a:cubicBezTo>
                  <a:cubicBezTo>
                    <a:pt x="23086" y="20486"/>
                    <a:pt x="22291" y="23305"/>
                    <a:pt x="22291" y="23305"/>
                  </a:cubicBezTo>
                  <a:cubicBezTo>
                    <a:pt x="22291" y="23305"/>
                    <a:pt x="25183" y="15160"/>
                    <a:pt x="25086" y="12558"/>
                  </a:cubicBezTo>
                  <a:cubicBezTo>
                    <a:pt x="25086" y="9834"/>
                    <a:pt x="26291" y="7136"/>
                    <a:pt x="23496" y="4027"/>
                  </a:cubicBezTo>
                  <a:cubicBezTo>
                    <a:pt x="21487" y="1726"/>
                    <a:pt x="18915" y="0"/>
                    <a:pt x="15719"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4"/>
            <p:cNvSpPr/>
            <p:nvPr/>
          </p:nvSpPr>
          <p:spPr>
            <a:xfrm>
              <a:off x="4374360" y="3652956"/>
              <a:ext cx="78160" cy="248697"/>
            </a:xfrm>
            <a:custGeom>
              <a:avLst/>
              <a:gdLst/>
              <a:ahLst/>
              <a:cxnLst/>
              <a:rect l="l" t="t" r="r" b="b"/>
              <a:pathLst>
                <a:path w="6218" h="19785" extrusionOk="0">
                  <a:moveTo>
                    <a:pt x="0" y="1"/>
                  </a:moveTo>
                  <a:cubicBezTo>
                    <a:pt x="2" y="2"/>
                    <a:pt x="194" y="194"/>
                    <a:pt x="603" y="507"/>
                  </a:cubicBezTo>
                  <a:cubicBezTo>
                    <a:pt x="1302" y="1013"/>
                    <a:pt x="1808" y="1519"/>
                    <a:pt x="2290" y="2121"/>
                  </a:cubicBezTo>
                  <a:cubicBezTo>
                    <a:pt x="4001" y="4121"/>
                    <a:pt x="5109" y="6435"/>
                    <a:pt x="5519" y="8941"/>
                  </a:cubicBezTo>
                  <a:cubicBezTo>
                    <a:pt x="5904" y="11447"/>
                    <a:pt x="6025" y="14049"/>
                    <a:pt x="5712" y="16580"/>
                  </a:cubicBezTo>
                  <a:cubicBezTo>
                    <a:pt x="5615" y="17568"/>
                    <a:pt x="5519" y="18387"/>
                    <a:pt x="5422" y="18869"/>
                  </a:cubicBezTo>
                  <a:cubicBezTo>
                    <a:pt x="5422" y="19182"/>
                    <a:pt x="5422" y="19375"/>
                    <a:pt x="5302" y="19592"/>
                  </a:cubicBezTo>
                  <a:lnTo>
                    <a:pt x="5302" y="19785"/>
                  </a:lnTo>
                  <a:cubicBezTo>
                    <a:pt x="5422" y="19688"/>
                    <a:pt x="5422" y="19592"/>
                    <a:pt x="5422" y="19592"/>
                  </a:cubicBezTo>
                  <a:cubicBezTo>
                    <a:pt x="5422" y="19375"/>
                    <a:pt x="5422" y="19182"/>
                    <a:pt x="5519" y="18989"/>
                  </a:cubicBezTo>
                  <a:cubicBezTo>
                    <a:pt x="5615" y="18387"/>
                    <a:pt x="5712" y="17568"/>
                    <a:pt x="5808" y="16676"/>
                  </a:cubicBezTo>
                  <a:cubicBezTo>
                    <a:pt x="6218" y="14049"/>
                    <a:pt x="6121" y="11447"/>
                    <a:pt x="5712" y="8941"/>
                  </a:cubicBezTo>
                  <a:cubicBezTo>
                    <a:pt x="5519" y="7543"/>
                    <a:pt x="5013" y="6121"/>
                    <a:pt x="4410" y="4916"/>
                  </a:cubicBezTo>
                  <a:cubicBezTo>
                    <a:pt x="3904" y="3808"/>
                    <a:pt x="3205" y="2916"/>
                    <a:pt x="2410" y="2001"/>
                  </a:cubicBezTo>
                  <a:cubicBezTo>
                    <a:pt x="1904" y="1398"/>
                    <a:pt x="1302" y="916"/>
                    <a:pt x="699" y="507"/>
                  </a:cubicBezTo>
                  <a:cubicBezTo>
                    <a:pt x="482" y="314"/>
                    <a:pt x="290" y="193"/>
                    <a:pt x="193" y="97"/>
                  </a:cubicBezTo>
                  <a:cubicBezTo>
                    <a:pt x="97" y="97"/>
                    <a:pt x="1"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4"/>
            <p:cNvSpPr/>
            <p:nvPr/>
          </p:nvSpPr>
          <p:spPr>
            <a:xfrm>
              <a:off x="4230478" y="3640236"/>
              <a:ext cx="123601" cy="96349"/>
            </a:xfrm>
            <a:custGeom>
              <a:avLst/>
              <a:gdLst/>
              <a:ahLst/>
              <a:cxnLst/>
              <a:rect l="l" t="t" r="r" b="b"/>
              <a:pathLst>
                <a:path w="9833" h="7665" extrusionOk="0">
                  <a:moveTo>
                    <a:pt x="9134" y="0"/>
                  </a:moveTo>
                  <a:cubicBezTo>
                    <a:pt x="9038" y="0"/>
                    <a:pt x="9230" y="217"/>
                    <a:pt x="9327" y="603"/>
                  </a:cubicBezTo>
                  <a:cubicBezTo>
                    <a:pt x="9520" y="1205"/>
                    <a:pt x="9640" y="1711"/>
                    <a:pt x="9640" y="2314"/>
                  </a:cubicBezTo>
                  <a:cubicBezTo>
                    <a:pt x="9640" y="3230"/>
                    <a:pt x="9423" y="4121"/>
                    <a:pt x="9038" y="4820"/>
                  </a:cubicBezTo>
                  <a:cubicBezTo>
                    <a:pt x="8171" y="6471"/>
                    <a:pt x="6420" y="7433"/>
                    <a:pt x="4619" y="7433"/>
                  </a:cubicBezTo>
                  <a:cubicBezTo>
                    <a:pt x="4317" y="7433"/>
                    <a:pt x="4013" y="7406"/>
                    <a:pt x="3712" y="7350"/>
                  </a:cubicBezTo>
                  <a:cubicBezTo>
                    <a:pt x="2796" y="7133"/>
                    <a:pt x="2097" y="6748"/>
                    <a:pt x="1399" y="6242"/>
                  </a:cubicBezTo>
                  <a:cubicBezTo>
                    <a:pt x="989" y="5832"/>
                    <a:pt x="603" y="5326"/>
                    <a:pt x="290" y="4820"/>
                  </a:cubicBezTo>
                  <a:lnTo>
                    <a:pt x="1" y="4218"/>
                  </a:lnTo>
                  <a:lnTo>
                    <a:pt x="1" y="4434"/>
                  </a:lnTo>
                  <a:cubicBezTo>
                    <a:pt x="97" y="4531"/>
                    <a:pt x="97" y="4724"/>
                    <a:pt x="194" y="4820"/>
                  </a:cubicBezTo>
                  <a:cubicBezTo>
                    <a:pt x="483" y="5422"/>
                    <a:pt x="893" y="5928"/>
                    <a:pt x="1302" y="6338"/>
                  </a:cubicBezTo>
                  <a:cubicBezTo>
                    <a:pt x="2001" y="6941"/>
                    <a:pt x="2796" y="7350"/>
                    <a:pt x="3616" y="7543"/>
                  </a:cubicBezTo>
                  <a:cubicBezTo>
                    <a:pt x="3988" y="7625"/>
                    <a:pt x="4358" y="7665"/>
                    <a:pt x="4722" y="7665"/>
                  </a:cubicBezTo>
                  <a:cubicBezTo>
                    <a:pt x="6597" y="7665"/>
                    <a:pt x="8302" y="6615"/>
                    <a:pt x="9230" y="4940"/>
                  </a:cubicBezTo>
                  <a:cubicBezTo>
                    <a:pt x="9640" y="4121"/>
                    <a:pt x="9833" y="3230"/>
                    <a:pt x="9833" y="2314"/>
                  </a:cubicBezTo>
                  <a:cubicBezTo>
                    <a:pt x="9736" y="1711"/>
                    <a:pt x="9640" y="1109"/>
                    <a:pt x="9423" y="603"/>
                  </a:cubicBezTo>
                  <a:cubicBezTo>
                    <a:pt x="9327" y="410"/>
                    <a:pt x="9230" y="314"/>
                    <a:pt x="9230" y="121"/>
                  </a:cubicBezTo>
                  <a:lnTo>
                    <a:pt x="913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4"/>
            <p:cNvSpPr/>
            <p:nvPr/>
          </p:nvSpPr>
          <p:spPr>
            <a:xfrm>
              <a:off x="4364066" y="3794412"/>
              <a:ext cx="75734" cy="42713"/>
            </a:xfrm>
            <a:custGeom>
              <a:avLst/>
              <a:gdLst/>
              <a:ahLst/>
              <a:cxnLst/>
              <a:rect l="l" t="t" r="r" b="b"/>
              <a:pathLst>
                <a:path w="6025" h="3398" extrusionOk="0">
                  <a:moveTo>
                    <a:pt x="4916" y="0"/>
                  </a:moveTo>
                  <a:cubicBezTo>
                    <a:pt x="4627" y="0"/>
                    <a:pt x="4217" y="97"/>
                    <a:pt x="3832" y="193"/>
                  </a:cubicBezTo>
                  <a:cubicBezTo>
                    <a:pt x="3326" y="289"/>
                    <a:pt x="2916" y="506"/>
                    <a:pt x="2506" y="699"/>
                  </a:cubicBezTo>
                  <a:cubicBezTo>
                    <a:pt x="2024" y="988"/>
                    <a:pt x="1711" y="1205"/>
                    <a:pt x="1301" y="1591"/>
                  </a:cubicBezTo>
                  <a:cubicBezTo>
                    <a:pt x="1012" y="1807"/>
                    <a:pt x="819" y="2097"/>
                    <a:pt x="506" y="2506"/>
                  </a:cubicBezTo>
                  <a:cubicBezTo>
                    <a:pt x="410" y="2699"/>
                    <a:pt x="313" y="2916"/>
                    <a:pt x="96" y="3109"/>
                  </a:cubicBezTo>
                  <a:cubicBezTo>
                    <a:pt x="0" y="3302"/>
                    <a:pt x="0" y="3398"/>
                    <a:pt x="0" y="3398"/>
                  </a:cubicBezTo>
                  <a:cubicBezTo>
                    <a:pt x="96" y="3398"/>
                    <a:pt x="313" y="3109"/>
                    <a:pt x="699" y="2506"/>
                  </a:cubicBezTo>
                  <a:cubicBezTo>
                    <a:pt x="916" y="2193"/>
                    <a:pt x="1109" y="2000"/>
                    <a:pt x="1422" y="1711"/>
                  </a:cubicBezTo>
                  <a:cubicBezTo>
                    <a:pt x="1807" y="1398"/>
                    <a:pt x="2121" y="1109"/>
                    <a:pt x="2627" y="892"/>
                  </a:cubicBezTo>
                  <a:cubicBezTo>
                    <a:pt x="3012" y="699"/>
                    <a:pt x="3422" y="506"/>
                    <a:pt x="3832" y="386"/>
                  </a:cubicBezTo>
                  <a:cubicBezTo>
                    <a:pt x="4217" y="289"/>
                    <a:pt x="4627" y="193"/>
                    <a:pt x="4916" y="97"/>
                  </a:cubicBezTo>
                  <a:lnTo>
                    <a:pt x="6024" y="97"/>
                  </a:lnTo>
                  <a:cubicBezTo>
                    <a:pt x="6024" y="97"/>
                    <a:pt x="5928" y="0"/>
                    <a:pt x="57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4"/>
            <p:cNvSpPr/>
            <p:nvPr/>
          </p:nvSpPr>
          <p:spPr>
            <a:xfrm>
              <a:off x="3878222" y="4590707"/>
              <a:ext cx="3438008" cy="2439"/>
            </a:xfrm>
            <a:custGeom>
              <a:avLst/>
              <a:gdLst/>
              <a:ahLst/>
              <a:cxnLst/>
              <a:rect l="l" t="t" r="r" b="b"/>
              <a:pathLst>
                <a:path w="273509" h="194" extrusionOk="0">
                  <a:moveTo>
                    <a:pt x="136755" y="1"/>
                  </a:moveTo>
                  <a:cubicBezTo>
                    <a:pt x="61257" y="1"/>
                    <a:pt x="0" y="97"/>
                    <a:pt x="0" y="97"/>
                  </a:cubicBezTo>
                  <a:cubicBezTo>
                    <a:pt x="0" y="194"/>
                    <a:pt x="61257" y="194"/>
                    <a:pt x="136755" y="194"/>
                  </a:cubicBezTo>
                  <a:cubicBezTo>
                    <a:pt x="212253" y="194"/>
                    <a:pt x="273509" y="194"/>
                    <a:pt x="273509" y="97"/>
                  </a:cubicBezTo>
                  <a:cubicBezTo>
                    <a:pt x="273509" y="97"/>
                    <a:pt x="212373" y="1"/>
                    <a:pt x="1367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 name="Google Shape;3506;p64"/>
          <p:cNvGrpSpPr/>
          <p:nvPr/>
        </p:nvGrpSpPr>
        <p:grpSpPr>
          <a:xfrm flipH="1">
            <a:off x="7279284" y="3034026"/>
            <a:ext cx="1904453" cy="2113808"/>
            <a:chOff x="2060800" y="2073075"/>
            <a:chExt cx="2465950" cy="2736675"/>
          </a:xfrm>
        </p:grpSpPr>
        <p:sp>
          <p:nvSpPr>
            <p:cNvPr id="3507" name="Google Shape;3507;p64"/>
            <p:cNvSpPr/>
            <p:nvPr/>
          </p:nvSpPr>
          <p:spPr>
            <a:xfrm>
              <a:off x="3300850" y="2277900"/>
              <a:ext cx="172650" cy="147375"/>
            </a:xfrm>
            <a:custGeom>
              <a:avLst/>
              <a:gdLst/>
              <a:ahLst/>
              <a:cxnLst/>
              <a:rect l="l" t="t" r="r" b="b"/>
              <a:pathLst>
                <a:path w="6906" h="5895" extrusionOk="0">
                  <a:moveTo>
                    <a:pt x="3937" y="1"/>
                  </a:moveTo>
                  <a:cubicBezTo>
                    <a:pt x="1302" y="1"/>
                    <a:pt x="1" y="3170"/>
                    <a:pt x="1836" y="5038"/>
                  </a:cubicBezTo>
                  <a:cubicBezTo>
                    <a:pt x="2438" y="5629"/>
                    <a:pt x="3179" y="5895"/>
                    <a:pt x="3906" y="5895"/>
                  </a:cubicBezTo>
                  <a:cubicBezTo>
                    <a:pt x="5436" y="5895"/>
                    <a:pt x="6906" y="4722"/>
                    <a:pt x="6906" y="2936"/>
                  </a:cubicBezTo>
                  <a:cubicBezTo>
                    <a:pt x="6873" y="1302"/>
                    <a:pt x="5572" y="1"/>
                    <a:pt x="39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4"/>
            <p:cNvSpPr/>
            <p:nvPr/>
          </p:nvSpPr>
          <p:spPr>
            <a:xfrm>
              <a:off x="2900575" y="3839025"/>
              <a:ext cx="848975" cy="5850"/>
            </a:xfrm>
            <a:custGeom>
              <a:avLst/>
              <a:gdLst/>
              <a:ahLst/>
              <a:cxnLst/>
              <a:rect l="l" t="t" r="r" b="b"/>
              <a:pathLst>
                <a:path w="33959" h="234" extrusionOk="0">
                  <a:moveTo>
                    <a:pt x="16979" y="0"/>
                  </a:moveTo>
                  <a:cubicBezTo>
                    <a:pt x="7606" y="0"/>
                    <a:pt x="1" y="67"/>
                    <a:pt x="1" y="101"/>
                  </a:cubicBezTo>
                  <a:cubicBezTo>
                    <a:pt x="1" y="167"/>
                    <a:pt x="7606" y="234"/>
                    <a:pt x="16979" y="234"/>
                  </a:cubicBezTo>
                  <a:cubicBezTo>
                    <a:pt x="26353" y="234"/>
                    <a:pt x="33958" y="167"/>
                    <a:pt x="33958" y="101"/>
                  </a:cubicBezTo>
                  <a:cubicBezTo>
                    <a:pt x="33958" y="67"/>
                    <a:pt x="26386" y="0"/>
                    <a:pt x="169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4"/>
            <p:cNvSpPr/>
            <p:nvPr/>
          </p:nvSpPr>
          <p:spPr>
            <a:xfrm>
              <a:off x="2900575" y="4004150"/>
              <a:ext cx="848975" cy="5025"/>
            </a:xfrm>
            <a:custGeom>
              <a:avLst/>
              <a:gdLst/>
              <a:ahLst/>
              <a:cxnLst/>
              <a:rect l="l" t="t" r="r" b="b"/>
              <a:pathLst>
                <a:path w="33959" h="201" extrusionOk="0">
                  <a:moveTo>
                    <a:pt x="16979" y="0"/>
                  </a:moveTo>
                  <a:cubicBezTo>
                    <a:pt x="7606" y="0"/>
                    <a:pt x="1" y="34"/>
                    <a:pt x="1" y="100"/>
                  </a:cubicBezTo>
                  <a:cubicBezTo>
                    <a:pt x="1" y="167"/>
                    <a:pt x="7606" y="200"/>
                    <a:pt x="16979" y="200"/>
                  </a:cubicBezTo>
                  <a:cubicBezTo>
                    <a:pt x="26353" y="200"/>
                    <a:pt x="33958" y="167"/>
                    <a:pt x="33958" y="100"/>
                  </a:cubicBezTo>
                  <a:cubicBezTo>
                    <a:pt x="33958" y="34"/>
                    <a:pt x="26386" y="0"/>
                    <a:pt x="16979"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4"/>
            <p:cNvSpPr/>
            <p:nvPr/>
          </p:nvSpPr>
          <p:spPr>
            <a:xfrm>
              <a:off x="2900575" y="4168425"/>
              <a:ext cx="848975" cy="5025"/>
            </a:xfrm>
            <a:custGeom>
              <a:avLst/>
              <a:gdLst/>
              <a:ahLst/>
              <a:cxnLst/>
              <a:rect l="l" t="t" r="r" b="b"/>
              <a:pathLst>
                <a:path w="33959" h="201" extrusionOk="0">
                  <a:moveTo>
                    <a:pt x="16979" y="1"/>
                  </a:moveTo>
                  <a:cubicBezTo>
                    <a:pt x="7606" y="1"/>
                    <a:pt x="1" y="34"/>
                    <a:pt x="1" y="101"/>
                  </a:cubicBezTo>
                  <a:cubicBezTo>
                    <a:pt x="1" y="167"/>
                    <a:pt x="7606" y="201"/>
                    <a:pt x="16979" y="201"/>
                  </a:cubicBezTo>
                  <a:cubicBezTo>
                    <a:pt x="26353" y="201"/>
                    <a:pt x="33958" y="167"/>
                    <a:pt x="33958" y="101"/>
                  </a:cubicBezTo>
                  <a:cubicBezTo>
                    <a:pt x="33958" y="34"/>
                    <a:pt x="26386" y="1"/>
                    <a:pt x="1697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4"/>
            <p:cNvSpPr/>
            <p:nvPr/>
          </p:nvSpPr>
          <p:spPr>
            <a:xfrm>
              <a:off x="2900575" y="4510350"/>
              <a:ext cx="503725" cy="5025"/>
            </a:xfrm>
            <a:custGeom>
              <a:avLst/>
              <a:gdLst/>
              <a:ahLst/>
              <a:cxnLst/>
              <a:rect l="l" t="t" r="r" b="b"/>
              <a:pathLst>
                <a:path w="20149" h="201" extrusionOk="0">
                  <a:moveTo>
                    <a:pt x="10074" y="0"/>
                  </a:moveTo>
                  <a:cubicBezTo>
                    <a:pt x="4504" y="0"/>
                    <a:pt x="1" y="33"/>
                    <a:pt x="1" y="100"/>
                  </a:cubicBezTo>
                  <a:cubicBezTo>
                    <a:pt x="1" y="167"/>
                    <a:pt x="4504" y="200"/>
                    <a:pt x="10074" y="200"/>
                  </a:cubicBezTo>
                  <a:cubicBezTo>
                    <a:pt x="15645" y="200"/>
                    <a:pt x="20148" y="167"/>
                    <a:pt x="20148" y="100"/>
                  </a:cubicBezTo>
                  <a:cubicBezTo>
                    <a:pt x="20148" y="33"/>
                    <a:pt x="15645" y="0"/>
                    <a:pt x="1007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4"/>
            <p:cNvSpPr/>
            <p:nvPr/>
          </p:nvSpPr>
          <p:spPr>
            <a:xfrm>
              <a:off x="3463475" y="2277075"/>
              <a:ext cx="239375" cy="966550"/>
            </a:xfrm>
            <a:custGeom>
              <a:avLst/>
              <a:gdLst/>
              <a:ahLst/>
              <a:cxnLst/>
              <a:rect l="l" t="t" r="r" b="b"/>
              <a:pathLst>
                <a:path w="9575" h="38662" extrusionOk="0">
                  <a:moveTo>
                    <a:pt x="2002" y="0"/>
                  </a:moveTo>
                  <a:lnTo>
                    <a:pt x="1" y="29288"/>
                  </a:lnTo>
                  <a:lnTo>
                    <a:pt x="4003" y="38661"/>
                  </a:lnTo>
                  <a:cubicBezTo>
                    <a:pt x="7439" y="37827"/>
                    <a:pt x="9574" y="33591"/>
                    <a:pt x="8173" y="30322"/>
                  </a:cubicBezTo>
                  <a:cubicBezTo>
                    <a:pt x="7439" y="28554"/>
                    <a:pt x="5838" y="27020"/>
                    <a:pt x="5938" y="25118"/>
                  </a:cubicBezTo>
                  <a:cubicBezTo>
                    <a:pt x="6005" y="23817"/>
                    <a:pt x="6872" y="22683"/>
                    <a:pt x="7072" y="21382"/>
                  </a:cubicBezTo>
                  <a:cubicBezTo>
                    <a:pt x="7439" y="18981"/>
                    <a:pt x="5505" y="16879"/>
                    <a:pt x="4604" y="14611"/>
                  </a:cubicBezTo>
                  <a:cubicBezTo>
                    <a:pt x="3703" y="12276"/>
                    <a:pt x="3903" y="9674"/>
                    <a:pt x="3903" y="7139"/>
                  </a:cubicBezTo>
                  <a:cubicBezTo>
                    <a:pt x="3937" y="4637"/>
                    <a:pt x="3637" y="1902"/>
                    <a:pt x="200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4"/>
            <p:cNvSpPr/>
            <p:nvPr/>
          </p:nvSpPr>
          <p:spPr>
            <a:xfrm>
              <a:off x="2752975" y="2121125"/>
              <a:ext cx="855625" cy="1206750"/>
            </a:xfrm>
            <a:custGeom>
              <a:avLst/>
              <a:gdLst/>
              <a:ahLst/>
              <a:cxnLst/>
              <a:rect l="l" t="t" r="r" b="b"/>
              <a:pathLst>
                <a:path w="34225" h="48270" extrusionOk="0">
                  <a:moveTo>
                    <a:pt x="9574" y="1"/>
                  </a:moveTo>
                  <a:cubicBezTo>
                    <a:pt x="6605" y="1835"/>
                    <a:pt x="4537" y="4871"/>
                    <a:pt x="3336" y="8140"/>
                  </a:cubicBezTo>
                  <a:cubicBezTo>
                    <a:pt x="2102" y="11409"/>
                    <a:pt x="1635" y="14911"/>
                    <a:pt x="1268" y="18380"/>
                  </a:cubicBezTo>
                  <a:cubicBezTo>
                    <a:pt x="301" y="27520"/>
                    <a:pt x="0" y="36760"/>
                    <a:pt x="301" y="45967"/>
                  </a:cubicBezTo>
                  <a:cubicBezTo>
                    <a:pt x="9438" y="47129"/>
                    <a:pt x="18619" y="48270"/>
                    <a:pt x="27791" y="48270"/>
                  </a:cubicBezTo>
                  <a:cubicBezTo>
                    <a:pt x="29936" y="48270"/>
                    <a:pt x="32081" y="48207"/>
                    <a:pt x="34225" y="48068"/>
                  </a:cubicBezTo>
                  <a:cubicBezTo>
                    <a:pt x="32257" y="35126"/>
                    <a:pt x="31022" y="22216"/>
                    <a:pt x="32590" y="9241"/>
                  </a:cubicBezTo>
                  <a:lnTo>
                    <a:pt x="9574"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4"/>
            <p:cNvSpPr/>
            <p:nvPr/>
          </p:nvSpPr>
          <p:spPr>
            <a:xfrm>
              <a:off x="3537700" y="2297925"/>
              <a:ext cx="154300" cy="915675"/>
            </a:xfrm>
            <a:custGeom>
              <a:avLst/>
              <a:gdLst/>
              <a:ahLst/>
              <a:cxnLst/>
              <a:rect l="l" t="t" r="r" b="b"/>
              <a:pathLst>
                <a:path w="6172" h="36627" extrusionOk="0">
                  <a:moveTo>
                    <a:pt x="1435" y="0"/>
                  </a:moveTo>
                  <a:cubicBezTo>
                    <a:pt x="1435" y="34"/>
                    <a:pt x="1401" y="67"/>
                    <a:pt x="1401" y="100"/>
                  </a:cubicBezTo>
                  <a:lnTo>
                    <a:pt x="1301" y="401"/>
                  </a:lnTo>
                  <a:cubicBezTo>
                    <a:pt x="1135" y="768"/>
                    <a:pt x="1034" y="1134"/>
                    <a:pt x="934" y="1501"/>
                  </a:cubicBezTo>
                  <a:cubicBezTo>
                    <a:pt x="0" y="5037"/>
                    <a:pt x="567" y="8807"/>
                    <a:pt x="2469" y="11942"/>
                  </a:cubicBezTo>
                  <a:cubicBezTo>
                    <a:pt x="3103" y="12976"/>
                    <a:pt x="3870" y="13977"/>
                    <a:pt x="4537" y="15111"/>
                  </a:cubicBezTo>
                  <a:cubicBezTo>
                    <a:pt x="5304" y="16212"/>
                    <a:pt x="5704" y="17513"/>
                    <a:pt x="5771" y="18847"/>
                  </a:cubicBezTo>
                  <a:cubicBezTo>
                    <a:pt x="5738" y="20215"/>
                    <a:pt x="5204" y="21516"/>
                    <a:pt x="4737" y="22717"/>
                  </a:cubicBezTo>
                  <a:cubicBezTo>
                    <a:pt x="4203" y="23884"/>
                    <a:pt x="3803" y="25118"/>
                    <a:pt x="3570" y="26353"/>
                  </a:cubicBezTo>
                  <a:cubicBezTo>
                    <a:pt x="3503" y="26953"/>
                    <a:pt x="3536" y="27553"/>
                    <a:pt x="3636" y="28154"/>
                  </a:cubicBezTo>
                  <a:cubicBezTo>
                    <a:pt x="3770" y="28688"/>
                    <a:pt x="3970" y="29221"/>
                    <a:pt x="4237" y="29722"/>
                  </a:cubicBezTo>
                  <a:cubicBezTo>
                    <a:pt x="4704" y="30689"/>
                    <a:pt x="5271" y="31523"/>
                    <a:pt x="5604" y="32357"/>
                  </a:cubicBezTo>
                  <a:cubicBezTo>
                    <a:pt x="5938" y="33124"/>
                    <a:pt x="6038" y="33925"/>
                    <a:pt x="5905" y="34725"/>
                  </a:cubicBezTo>
                  <a:cubicBezTo>
                    <a:pt x="5771" y="35326"/>
                    <a:pt x="5404" y="35859"/>
                    <a:pt x="4904" y="36226"/>
                  </a:cubicBezTo>
                  <a:cubicBezTo>
                    <a:pt x="4604" y="36460"/>
                    <a:pt x="4237" y="36560"/>
                    <a:pt x="3836" y="36593"/>
                  </a:cubicBezTo>
                  <a:cubicBezTo>
                    <a:pt x="3570" y="36560"/>
                    <a:pt x="3403" y="36526"/>
                    <a:pt x="3403" y="36526"/>
                  </a:cubicBezTo>
                  <a:lnTo>
                    <a:pt x="3403" y="36526"/>
                  </a:lnTo>
                  <a:cubicBezTo>
                    <a:pt x="3436" y="36560"/>
                    <a:pt x="3470" y="36560"/>
                    <a:pt x="3536" y="36560"/>
                  </a:cubicBezTo>
                  <a:cubicBezTo>
                    <a:pt x="3636" y="36593"/>
                    <a:pt x="3736" y="36627"/>
                    <a:pt x="3836" y="36627"/>
                  </a:cubicBezTo>
                  <a:cubicBezTo>
                    <a:pt x="4237" y="36627"/>
                    <a:pt x="4637" y="36526"/>
                    <a:pt x="4971" y="36293"/>
                  </a:cubicBezTo>
                  <a:cubicBezTo>
                    <a:pt x="5504" y="35926"/>
                    <a:pt x="5871" y="35392"/>
                    <a:pt x="6038" y="34759"/>
                  </a:cubicBezTo>
                  <a:cubicBezTo>
                    <a:pt x="6171" y="33958"/>
                    <a:pt x="6071" y="33091"/>
                    <a:pt x="5738" y="32323"/>
                  </a:cubicBezTo>
                  <a:cubicBezTo>
                    <a:pt x="5404" y="31456"/>
                    <a:pt x="4837" y="30622"/>
                    <a:pt x="4370" y="29655"/>
                  </a:cubicBezTo>
                  <a:cubicBezTo>
                    <a:pt x="4137" y="29155"/>
                    <a:pt x="3937" y="28654"/>
                    <a:pt x="3803" y="28120"/>
                  </a:cubicBezTo>
                  <a:cubicBezTo>
                    <a:pt x="3703" y="27553"/>
                    <a:pt x="3703" y="26953"/>
                    <a:pt x="3770" y="26386"/>
                  </a:cubicBezTo>
                  <a:cubicBezTo>
                    <a:pt x="4003" y="25152"/>
                    <a:pt x="4404" y="23951"/>
                    <a:pt x="4937" y="22817"/>
                  </a:cubicBezTo>
                  <a:cubicBezTo>
                    <a:pt x="5404" y="21616"/>
                    <a:pt x="5938" y="20315"/>
                    <a:pt x="5971" y="18847"/>
                  </a:cubicBezTo>
                  <a:cubicBezTo>
                    <a:pt x="6005" y="17413"/>
                    <a:pt x="5404" y="16112"/>
                    <a:pt x="4704" y="14978"/>
                  </a:cubicBezTo>
                  <a:cubicBezTo>
                    <a:pt x="4037" y="13844"/>
                    <a:pt x="3269" y="12843"/>
                    <a:pt x="2636" y="11809"/>
                  </a:cubicBezTo>
                  <a:cubicBezTo>
                    <a:pt x="1501" y="10007"/>
                    <a:pt x="834" y="7939"/>
                    <a:pt x="701" y="5804"/>
                  </a:cubicBezTo>
                  <a:cubicBezTo>
                    <a:pt x="567" y="4370"/>
                    <a:pt x="668" y="2936"/>
                    <a:pt x="1001" y="1535"/>
                  </a:cubicBezTo>
                  <a:cubicBezTo>
                    <a:pt x="1135" y="1034"/>
                    <a:pt x="1235" y="667"/>
                    <a:pt x="1335" y="401"/>
                  </a:cubicBezTo>
                  <a:cubicBezTo>
                    <a:pt x="1368" y="267"/>
                    <a:pt x="1435" y="200"/>
                    <a:pt x="1435" y="100"/>
                  </a:cubicBezTo>
                  <a:cubicBezTo>
                    <a:pt x="1435" y="67"/>
                    <a:pt x="1435" y="34"/>
                    <a:pt x="14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4"/>
            <p:cNvSpPr/>
            <p:nvPr/>
          </p:nvSpPr>
          <p:spPr>
            <a:xfrm>
              <a:off x="4213675" y="3041300"/>
              <a:ext cx="313075" cy="518375"/>
            </a:xfrm>
            <a:custGeom>
              <a:avLst/>
              <a:gdLst/>
              <a:ahLst/>
              <a:cxnLst/>
              <a:rect l="l" t="t" r="r" b="b"/>
              <a:pathLst>
                <a:path w="12523" h="20735" extrusionOk="0">
                  <a:moveTo>
                    <a:pt x="11014" y="1"/>
                  </a:moveTo>
                  <a:cubicBezTo>
                    <a:pt x="10953" y="1"/>
                    <a:pt x="10889" y="7"/>
                    <a:pt x="10822" y="20"/>
                  </a:cubicBezTo>
                  <a:cubicBezTo>
                    <a:pt x="10221" y="120"/>
                    <a:pt x="7820" y="4256"/>
                    <a:pt x="7119" y="5624"/>
                  </a:cubicBezTo>
                  <a:cubicBezTo>
                    <a:pt x="6719" y="6391"/>
                    <a:pt x="5985" y="7859"/>
                    <a:pt x="5318" y="8593"/>
                  </a:cubicBezTo>
                  <a:cubicBezTo>
                    <a:pt x="5063" y="8877"/>
                    <a:pt x="4815" y="9054"/>
                    <a:pt x="4595" y="9054"/>
                  </a:cubicBezTo>
                  <a:cubicBezTo>
                    <a:pt x="4325" y="9054"/>
                    <a:pt x="4097" y="8788"/>
                    <a:pt x="3950" y="8126"/>
                  </a:cubicBezTo>
                  <a:cubicBezTo>
                    <a:pt x="3383" y="5457"/>
                    <a:pt x="1949" y="3623"/>
                    <a:pt x="1248" y="3389"/>
                  </a:cubicBezTo>
                  <a:cubicBezTo>
                    <a:pt x="1170" y="3364"/>
                    <a:pt x="1093" y="3352"/>
                    <a:pt x="1020" y="3352"/>
                  </a:cubicBezTo>
                  <a:cubicBezTo>
                    <a:pt x="405" y="3352"/>
                    <a:pt x="1" y="4164"/>
                    <a:pt x="448" y="4790"/>
                  </a:cubicBezTo>
                  <a:cubicBezTo>
                    <a:pt x="915" y="5557"/>
                    <a:pt x="1282" y="6425"/>
                    <a:pt x="1515" y="7325"/>
                  </a:cubicBezTo>
                  <a:cubicBezTo>
                    <a:pt x="1749" y="8026"/>
                    <a:pt x="1849" y="8760"/>
                    <a:pt x="1815" y="9493"/>
                  </a:cubicBezTo>
                  <a:cubicBezTo>
                    <a:pt x="1782" y="10127"/>
                    <a:pt x="1749" y="10694"/>
                    <a:pt x="1715" y="11195"/>
                  </a:cubicBezTo>
                  <a:cubicBezTo>
                    <a:pt x="1715" y="11195"/>
                    <a:pt x="1448" y="14130"/>
                    <a:pt x="648" y="15464"/>
                  </a:cubicBezTo>
                  <a:lnTo>
                    <a:pt x="7820" y="20735"/>
                  </a:lnTo>
                  <a:lnTo>
                    <a:pt x="10655" y="17499"/>
                  </a:lnTo>
                  <a:cubicBezTo>
                    <a:pt x="10655" y="17499"/>
                    <a:pt x="12523" y="15898"/>
                    <a:pt x="11989" y="13496"/>
                  </a:cubicBezTo>
                  <a:cubicBezTo>
                    <a:pt x="11456" y="11128"/>
                    <a:pt x="9321" y="8059"/>
                    <a:pt x="9321" y="8059"/>
                  </a:cubicBezTo>
                  <a:cubicBezTo>
                    <a:pt x="8587" y="7692"/>
                    <a:pt x="10522" y="3489"/>
                    <a:pt x="11255" y="2121"/>
                  </a:cubicBezTo>
                  <a:cubicBezTo>
                    <a:pt x="11963" y="891"/>
                    <a:pt x="11734" y="1"/>
                    <a:pt x="11014"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4"/>
            <p:cNvSpPr/>
            <p:nvPr/>
          </p:nvSpPr>
          <p:spPr>
            <a:xfrm>
              <a:off x="2102500" y="3043225"/>
              <a:ext cx="2350875" cy="1766525"/>
            </a:xfrm>
            <a:custGeom>
              <a:avLst/>
              <a:gdLst/>
              <a:ahLst/>
              <a:cxnLst/>
              <a:rect l="l" t="t" r="r" b="b"/>
              <a:pathLst>
                <a:path w="94035" h="70661" extrusionOk="0">
                  <a:moveTo>
                    <a:pt x="37342" y="1"/>
                  </a:moveTo>
                  <a:cubicBezTo>
                    <a:pt x="31720" y="1"/>
                    <a:pt x="25943" y="1046"/>
                    <a:pt x="19181" y="3345"/>
                  </a:cubicBezTo>
                  <a:cubicBezTo>
                    <a:pt x="19181" y="3345"/>
                    <a:pt x="13043" y="6214"/>
                    <a:pt x="9841" y="14887"/>
                  </a:cubicBezTo>
                  <a:cubicBezTo>
                    <a:pt x="6605" y="23526"/>
                    <a:pt x="1" y="43507"/>
                    <a:pt x="1" y="43507"/>
                  </a:cubicBezTo>
                  <a:lnTo>
                    <a:pt x="14378" y="41573"/>
                  </a:lnTo>
                  <a:lnTo>
                    <a:pt x="14478" y="39071"/>
                  </a:lnTo>
                  <a:lnTo>
                    <a:pt x="19181" y="44942"/>
                  </a:lnTo>
                  <a:lnTo>
                    <a:pt x="14645" y="70660"/>
                  </a:lnTo>
                  <a:lnTo>
                    <a:pt x="35760" y="70660"/>
                  </a:lnTo>
                  <a:lnTo>
                    <a:pt x="60878" y="70493"/>
                  </a:lnTo>
                  <a:lnTo>
                    <a:pt x="54440" y="50579"/>
                  </a:lnTo>
                  <a:lnTo>
                    <a:pt x="55807" y="41840"/>
                  </a:lnTo>
                  <a:lnTo>
                    <a:pt x="55807" y="41840"/>
                  </a:lnTo>
                  <a:cubicBezTo>
                    <a:pt x="56107" y="43974"/>
                    <a:pt x="55507" y="44842"/>
                    <a:pt x="57609" y="50846"/>
                  </a:cubicBezTo>
                  <a:cubicBezTo>
                    <a:pt x="59041" y="54327"/>
                    <a:pt x="63095" y="56360"/>
                    <a:pt x="67375" y="56360"/>
                  </a:cubicBezTo>
                  <a:cubicBezTo>
                    <a:pt x="70970" y="56360"/>
                    <a:pt x="74725" y="54926"/>
                    <a:pt x="77223" y="51713"/>
                  </a:cubicBezTo>
                  <a:lnTo>
                    <a:pt x="84895" y="37436"/>
                  </a:lnTo>
                  <a:lnTo>
                    <a:pt x="94035" y="20858"/>
                  </a:lnTo>
                  <a:lnTo>
                    <a:pt x="85061" y="13786"/>
                  </a:lnTo>
                  <a:lnTo>
                    <a:pt x="69917" y="37970"/>
                  </a:lnTo>
                  <a:lnTo>
                    <a:pt x="66081" y="19490"/>
                  </a:lnTo>
                  <a:cubicBezTo>
                    <a:pt x="66048" y="19390"/>
                    <a:pt x="66015" y="19290"/>
                    <a:pt x="66015" y="19157"/>
                  </a:cubicBezTo>
                  <a:cubicBezTo>
                    <a:pt x="64547" y="10584"/>
                    <a:pt x="58142" y="3679"/>
                    <a:pt x="49670" y="1577"/>
                  </a:cubicBezTo>
                  <a:cubicBezTo>
                    <a:pt x="45430" y="553"/>
                    <a:pt x="41427" y="1"/>
                    <a:pt x="3734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4"/>
            <p:cNvSpPr/>
            <p:nvPr/>
          </p:nvSpPr>
          <p:spPr>
            <a:xfrm>
              <a:off x="2632050" y="3502125"/>
              <a:ext cx="19200" cy="130100"/>
            </a:xfrm>
            <a:custGeom>
              <a:avLst/>
              <a:gdLst/>
              <a:ahLst/>
              <a:cxnLst/>
              <a:rect l="l" t="t" r="r" b="b"/>
              <a:pathLst>
                <a:path w="768" h="5204" extrusionOk="0">
                  <a:moveTo>
                    <a:pt x="668" y="0"/>
                  </a:moveTo>
                  <a:cubicBezTo>
                    <a:pt x="601" y="0"/>
                    <a:pt x="568" y="1168"/>
                    <a:pt x="401" y="2602"/>
                  </a:cubicBezTo>
                  <a:cubicBezTo>
                    <a:pt x="234" y="4036"/>
                    <a:pt x="1" y="5204"/>
                    <a:pt x="67" y="5204"/>
                  </a:cubicBezTo>
                  <a:cubicBezTo>
                    <a:pt x="367" y="4370"/>
                    <a:pt x="534" y="3503"/>
                    <a:pt x="601" y="2602"/>
                  </a:cubicBezTo>
                  <a:cubicBezTo>
                    <a:pt x="734" y="1735"/>
                    <a:pt x="768" y="867"/>
                    <a:pt x="6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4"/>
            <p:cNvSpPr/>
            <p:nvPr/>
          </p:nvSpPr>
          <p:spPr>
            <a:xfrm>
              <a:off x="3455150" y="3559650"/>
              <a:ext cx="92575" cy="529575"/>
            </a:xfrm>
            <a:custGeom>
              <a:avLst/>
              <a:gdLst/>
              <a:ahLst/>
              <a:cxnLst/>
              <a:rect l="l" t="t" r="r" b="b"/>
              <a:pathLst>
                <a:path w="3703" h="21183" extrusionOk="0">
                  <a:moveTo>
                    <a:pt x="0" y="1"/>
                  </a:moveTo>
                  <a:lnTo>
                    <a:pt x="0" y="1"/>
                  </a:lnTo>
                  <a:cubicBezTo>
                    <a:pt x="33" y="67"/>
                    <a:pt x="67" y="134"/>
                    <a:pt x="100" y="201"/>
                  </a:cubicBezTo>
                  <a:lnTo>
                    <a:pt x="434" y="735"/>
                  </a:lnTo>
                  <a:cubicBezTo>
                    <a:pt x="567" y="968"/>
                    <a:pt x="767" y="1268"/>
                    <a:pt x="934" y="1635"/>
                  </a:cubicBezTo>
                  <a:cubicBezTo>
                    <a:pt x="1134" y="2002"/>
                    <a:pt x="1368" y="2369"/>
                    <a:pt x="1568" y="2836"/>
                  </a:cubicBezTo>
                  <a:cubicBezTo>
                    <a:pt x="1801" y="3303"/>
                    <a:pt x="2001" y="3804"/>
                    <a:pt x="2168" y="4337"/>
                  </a:cubicBezTo>
                  <a:cubicBezTo>
                    <a:pt x="2402" y="4871"/>
                    <a:pt x="2569" y="5471"/>
                    <a:pt x="2735" y="6105"/>
                  </a:cubicBezTo>
                  <a:cubicBezTo>
                    <a:pt x="3102" y="7506"/>
                    <a:pt x="3336" y="8907"/>
                    <a:pt x="3436" y="10342"/>
                  </a:cubicBezTo>
                  <a:cubicBezTo>
                    <a:pt x="3503" y="11776"/>
                    <a:pt x="3436" y="13210"/>
                    <a:pt x="3269" y="14611"/>
                  </a:cubicBezTo>
                  <a:cubicBezTo>
                    <a:pt x="3236" y="14945"/>
                    <a:pt x="3202" y="15278"/>
                    <a:pt x="3136" y="15579"/>
                  </a:cubicBezTo>
                  <a:cubicBezTo>
                    <a:pt x="3102" y="15879"/>
                    <a:pt x="3036" y="16179"/>
                    <a:pt x="2969" y="16479"/>
                  </a:cubicBezTo>
                  <a:cubicBezTo>
                    <a:pt x="2869" y="17046"/>
                    <a:pt x="2735" y="17580"/>
                    <a:pt x="2635" y="18080"/>
                  </a:cubicBezTo>
                  <a:cubicBezTo>
                    <a:pt x="2535" y="18547"/>
                    <a:pt x="2368" y="18981"/>
                    <a:pt x="2268" y="19381"/>
                  </a:cubicBezTo>
                  <a:cubicBezTo>
                    <a:pt x="2168" y="19748"/>
                    <a:pt x="2035" y="20082"/>
                    <a:pt x="1968" y="20349"/>
                  </a:cubicBezTo>
                  <a:cubicBezTo>
                    <a:pt x="1901" y="20582"/>
                    <a:pt x="1835" y="20782"/>
                    <a:pt x="1768" y="20949"/>
                  </a:cubicBezTo>
                  <a:cubicBezTo>
                    <a:pt x="1735" y="21016"/>
                    <a:pt x="1735" y="21083"/>
                    <a:pt x="1701" y="21183"/>
                  </a:cubicBezTo>
                  <a:cubicBezTo>
                    <a:pt x="1735" y="21116"/>
                    <a:pt x="1768" y="21049"/>
                    <a:pt x="1801" y="20982"/>
                  </a:cubicBezTo>
                  <a:lnTo>
                    <a:pt x="2035" y="20382"/>
                  </a:lnTo>
                  <a:cubicBezTo>
                    <a:pt x="2135" y="20115"/>
                    <a:pt x="2268" y="19782"/>
                    <a:pt x="2402" y="19415"/>
                  </a:cubicBezTo>
                  <a:cubicBezTo>
                    <a:pt x="2502" y="19014"/>
                    <a:pt x="2669" y="18581"/>
                    <a:pt x="2769" y="18114"/>
                  </a:cubicBezTo>
                  <a:cubicBezTo>
                    <a:pt x="2902" y="17613"/>
                    <a:pt x="3069" y="17080"/>
                    <a:pt x="3169" y="16513"/>
                  </a:cubicBezTo>
                  <a:cubicBezTo>
                    <a:pt x="3202" y="16212"/>
                    <a:pt x="3302" y="15912"/>
                    <a:pt x="3336" y="15612"/>
                  </a:cubicBezTo>
                  <a:cubicBezTo>
                    <a:pt x="3369" y="15312"/>
                    <a:pt x="3436" y="14978"/>
                    <a:pt x="3469" y="14645"/>
                  </a:cubicBezTo>
                  <a:cubicBezTo>
                    <a:pt x="3669" y="13210"/>
                    <a:pt x="3703" y="11776"/>
                    <a:pt x="3636" y="10342"/>
                  </a:cubicBezTo>
                  <a:cubicBezTo>
                    <a:pt x="3536" y="8874"/>
                    <a:pt x="3302" y="7439"/>
                    <a:pt x="2935" y="6072"/>
                  </a:cubicBezTo>
                  <a:cubicBezTo>
                    <a:pt x="2769" y="5438"/>
                    <a:pt x="2569" y="4804"/>
                    <a:pt x="2335" y="4271"/>
                  </a:cubicBezTo>
                  <a:cubicBezTo>
                    <a:pt x="2135" y="3737"/>
                    <a:pt x="1935" y="3236"/>
                    <a:pt x="1701" y="2769"/>
                  </a:cubicBezTo>
                  <a:cubicBezTo>
                    <a:pt x="1501" y="2302"/>
                    <a:pt x="1234" y="1902"/>
                    <a:pt x="1034" y="1569"/>
                  </a:cubicBezTo>
                  <a:cubicBezTo>
                    <a:pt x="867" y="1268"/>
                    <a:pt x="701" y="968"/>
                    <a:pt x="500" y="701"/>
                  </a:cubicBezTo>
                  <a:lnTo>
                    <a:pt x="133" y="168"/>
                  </a:lnTo>
                  <a:cubicBezTo>
                    <a:pt x="33" y="34"/>
                    <a:pt x="0"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4"/>
            <p:cNvSpPr/>
            <p:nvPr/>
          </p:nvSpPr>
          <p:spPr>
            <a:xfrm>
              <a:off x="3843750" y="3976625"/>
              <a:ext cx="8375" cy="178475"/>
            </a:xfrm>
            <a:custGeom>
              <a:avLst/>
              <a:gdLst/>
              <a:ahLst/>
              <a:cxnLst/>
              <a:rect l="l" t="t" r="r" b="b"/>
              <a:pathLst>
                <a:path w="335" h="7139" extrusionOk="0">
                  <a:moveTo>
                    <a:pt x="267" y="0"/>
                  </a:moveTo>
                  <a:cubicBezTo>
                    <a:pt x="134" y="1201"/>
                    <a:pt x="67" y="2369"/>
                    <a:pt x="67" y="3570"/>
                  </a:cubicBezTo>
                  <a:cubicBezTo>
                    <a:pt x="0" y="4770"/>
                    <a:pt x="0" y="5938"/>
                    <a:pt x="101" y="7139"/>
                  </a:cubicBezTo>
                  <a:cubicBezTo>
                    <a:pt x="234" y="5938"/>
                    <a:pt x="301" y="4770"/>
                    <a:pt x="267" y="3570"/>
                  </a:cubicBezTo>
                  <a:cubicBezTo>
                    <a:pt x="334" y="2402"/>
                    <a:pt x="334" y="1201"/>
                    <a:pt x="2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4"/>
            <p:cNvSpPr/>
            <p:nvPr/>
          </p:nvSpPr>
          <p:spPr>
            <a:xfrm>
              <a:off x="3857100" y="3984125"/>
              <a:ext cx="65075" cy="162650"/>
            </a:xfrm>
            <a:custGeom>
              <a:avLst/>
              <a:gdLst/>
              <a:ahLst/>
              <a:cxnLst/>
              <a:rect l="l" t="t" r="r" b="b"/>
              <a:pathLst>
                <a:path w="2603" h="6506" extrusionOk="0">
                  <a:moveTo>
                    <a:pt x="0" y="1"/>
                  </a:moveTo>
                  <a:lnTo>
                    <a:pt x="0" y="1"/>
                  </a:lnTo>
                  <a:cubicBezTo>
                    <a:pt x="334" y="1135"/>
                    <a:pt x="734" y="2236"/>
                    <a:pt x="1201" y="3303"/>
                  </a:cubicBezTo>
                  <a:cubicBezTo>
                    <a:pt x="1601" y="4404"/>
                    <a:pt x="2068" y="5471"/>
                    <a:pt x="2602" y="6505"/>
                  </a:cubicBezTo>
                  <a:cubicBezTo>
                    <a:pt x="2268" y="5371"/>
                    <a:pt x="1868" y="4270"/>
                    <a:pt x="1401" y="3203"/>
                  </a:cubicBezTo>
                  <a:cubicBezTo>
                    <a:pt x="1001" y="2102"/>
                    <a:pt x="534" y="1035"/>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4"/>
            <p:cNvSpPr/>
            <p:nvPr/>
          </p:nvSpPr>
          <p:spPr>
            <a:xfrm>
              <a:off x="2536150" y="4429625"/>
              <a:ext cx="978225" cy="126475"/>
            </a:xfrm>
            <a:custGeom>
              <a:avLst/>
              <a:gdLst/>
              <a:ahLst/>
              <a:cxnLst/>
              <a:rect l="l" t="t" r="r" b="b"/>
              <a:pathLst>
                <a:path w="39129" h="5059" extrusionOk="0">
                  <a:moveTo>
                    <a:pt x="7" y="2723"/>
                  </a:moveTo>
                  <a:cubicBezTo>
                    <a:pt x="3" y="2727"/>
                    <a:pt x="0" y="2729"/>
                    <a:pt x="0" y="2729"/>
                  </a:cubicBezTo>
                  <a:cubicBezTo>
                    <a:pt x="3" y="2727"/>
                    <a:pt x="5" y="2725"/>
                    <a:pt x="7" y="2723"/>
                  </a:cubicBezTo>
                  <a:close/>
                  <a:moveTo>
                    <a:pt x="7776" y="0"/>
                  </a:moveTo>
                  <a:cubicBezTo>
                    <a:pt x="7005" y="0"/>
                    <a:pt x="6234" y="74"/>
                    <a:pt x="5471" y="227"/>
                  </a:cubicBezTo>
                  <a:cubicBezTo>
                    <a:pt x="4637" y="360"/>
                    <a:pt x="3803" y="594"/>
                    <a:pt x="3036" y="927"/>
                  </a:cubicBezTo>
                  <a:cubicBezTo>
                    <a:pt x="2436" y="1161"/>
                    <a:pt x="1868" y="1428"/>
                    <a:pt x="1301" y="1761"/>
                  </a:cubicBezTo>
                  <a:cubicBezTo>
                    <a:pt x="837" y="2027"/>
                    <a:pt x="405" y="2358"/>
                    <a:pt x="7" y="2723"/>
                  </a:cubicBezTo>
                  <a:lnTo>
                    <a:pt x="7" y="2723"/>
                  </a:lnTo>
                  <a:cubicBezTo>
                    <a:pt x="19" y="2712"/>
                    <a:pt x="51" y="2687"/>
                    <a:pt x="101" y="2662"/>
                  </a:cubicBezTo>
                  <a:lnTo>
                    <a:pt x="367" y="2495"/>
                  </a:lnTo>
                  <a:cubicBezTo>
                    <a:pt x="568" y="2328"/>
                    <a:pt x="901" y="2095"/>
                    <a:pt x="1368" y="1828"/>
                  </a:cubicBezTo>
                  <a:cubicBezTo>
                    <a:pt x="1902" y="1528"/>
                    <a:pt x="2469" y="1261"/>
                    <a:pt x="3069" y="1027"/>
                  </a:cubicBezTo>
                  <a:cubicBezTo>
                    <a:pt x="3837" y="727"/>
                    <a:pt x="4670" y="494"/>
                    <a:pt x="5471" y="360"/>
                  </a:cubicBezTo>
                  <a:cubicBezTo>
                    <a:pt x="6208" y="224"/>
                    <a:pt x="6948" y="158"/>
                    <a:pt x="7686" y="158"/>
                  </a:cubicBezTo>
                  <a:cubicBezTo>
                    <a:pt x="9120" y="158"/>
                    <a:pt x="10543" y="409"/>
                    <a:pt x="11909" y="894"/>
                  </a:cubicBezTo>
                  <a:cubicBezTo>
                    <a:pt x="13076" y="1394"/>
                    <a:pt x="14244" y="1961"/>
                    <a:pt x="15345" y="2629"/>
                  </a:cubicBezTo>
                  <a:cubicBezTo>
                    <a:pt x="16546" y="3362"/>
                    <a:pt x="17780" y="3996"/>
                    <a:pt x="19081" y="4497"/>
                  </a:cubicBezTo>
                  <a:cubicBezTo>
                    <a:pt x="20168" y="4877"/>
                    <a:pt x="21299" y="5058"/>
                    <a:pt x="22456" y="5058"/>
                  </a:cubicBezTo>
                  <a:cubicBezTo>
                    <a:pt x="22720" y="5058"/>
                    <a:pt x="22985" y="5049"/>
                    <a:pt x="23250" y="5030"/>
                  </a:cubicBezTo>
                  <a:cubicBezTo>
                    <a:pt x="24518" y="4930"/>
                    <a:pt x="25819" y="4663"/>
                    <a:pt x="27053" y="4296"/>
                  </a:cubicBezTo>
                  <a:cubicBezTo>
                    <a:pt x="29421" y="3596"/>
                    <a:pt x="31523" y="2795"/>
                    <a:pt x="33324" y="2295"/>
                  </a:cubicBezTo>
                  <a:cubicBezTo>
                    <a:pt x="34725" y="1861"/>
                    <a:pt x="36193" y="1661"/>
                    <a:pt x="37661" y="1661"/>
                  </a:cubicBezTo>
                  <a:cubicBezTo>
                    <a:pt x="37894" y="1661"/>
                    <a:pt x="38128" y="1661"/>
                    <a:pt x="38361" y="1695"/>
                  </a:cubicBezTo>
                  <a:lnTo>
                    <a:pt x="38862" y="1761"/>
                  </a:lnTo>
                  <a:lnTo>
                    <a:pt x="39128" y="1761"/>
                  </a:lnTo>
                  <a:lnTo>
                    <a:pt x="38828" y="1728"/>
                  </a:lnTo>
                  <a:lnTo>
                    <a:pt x="38328" y="1661"/>
                  </a:lnTo>
                  <a:cubicBezTo>
                    <a:pt x="38094" y="1628"/>
                    <a:pt x="37861" y="1594"/>
                    <a:pt x="37627" y="1594"/>
                  </a:cubicBezTo>
                  <a:cubicBezTo>
                    <a:pt x="37522" y="1592"/>
                    <a:pt x="37416" y="1591"/>
                    <a:pt x="37311" y="1591"/>
                  </a:cubicBezTo>
                  <a:cubicBezTo>
                    <a:pt x="35944" y="1591"/>
                    <a:pt x="34556" y="1790"/>
                    <a:pt x="33224" y="2162"/>
                  </a:cubicBezTo>
                  <a:cubicBezTo>
                    <a:pt x="31423" y="2629"/>
                    <a:pt x="29355" y="3429"/>
                    <a:pt x="26986" y="4130"/>
                  </a:cubicBezTo>
                  <a:cubicBezTo>
                    <a:pt x="25752" y="4497"/>
                    <a:pt x="24485" y="4730"/>
                    <a:pt x="23217" y="4830"/>
                  </a:cubicBezTo>
                  <a:cubicBezTo>
                    <a:pt x="22957" y="4849"/>
                    <a:pt x="22699" y="4858"/>
                    <a:pt x="22442" y="4858"/>
                  </a:cubicBezTo>
                  <a:cubicBezTo>
                    <a:pt x="21311" y="4858"/>
                    <a:pt x="20207" y="4677"/>
                    <a:pt x="19147" y="4296"/>
                  </a:cubicBezTo>
                  <a:cubicBezTo>
                    <a:pt x="17880" y="3796"/>
                    <a:pt x="16612" y="3196"/>
                    <a:pt x="15445" y="2462"/>
                  </a:cubicBezTo>
                  <a:cubicBezTo>
                    <a:pt x="14344" y="1795"/>
                    <a:pt x="13177" y="1194"/>
                    <a:pt x="11976" y="727"/>
                  </a:cubicBezTo>
                  <a:cubicBezTo>
                    <a:pt x="10614" y="252"/>
                    <a:pt x="9196" y="0"/>
                    <a:pt x="7776"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4"/>
            <p:cNvSpPr/>
            <p:nvPr/>
          </p:nvSpPr>
          <p:spPr>
            <a:xfrm>
              <a:off x="2705425" y="4079200"/>
              <a:ext cx="780600" cy="160350"/>
            </a:xfrm>
            <a:custGeom>
              <a:avLst/>
              <a:gdLst/>
              <a:ahLst/>
              <a:cxnLst/>
              <a:rect l="l" t="t" r="r" b="b"/>
              <a:pathLst>
                <a:path w="31224" h="6414" extrusionOk="0">
                  <a:moveTo>
                    <a:pt x="31223" y="0"/>
                  </a:moveTo>
                  <a:cubicBezTo>
                    <a:pt x="31123" y="0"/>
                    <a:pt x="30990" y="0"/>
                    <a:pt x="30890" y="34"/>
                  </a:cubicBezTo>
                  <a:lnTo>
                    <a:pt x="30489" y="34"/>
                  </a:lnTo>
                  <a:cubicBezTo>
                    <a:pt x="30323" y="34"/>
                    <a:pt x="30122" y="67"/>
                    <a:pt x="29922" y="134"/>
                  </a:cubicBezTo>
                  <a:cubicBezTo>
                    <a:pt x="28721" y="401"/>
                    <a:pt x="27621" y="934"/>
                    <a:pt x="26620" y="1635"/>
                  </a:cubicBezTo>
                  <a:cubicBezTo>
                    <a:pt x="25986" y="2102"/>
                    <a:pt x="25319" y="2602"/>
                    <a:pt x="24619" y="3136"/>
                  </a:cubicBezTo>
                  <a:cubicBezTo>
                    <a:pt x="23851" y="3736"/>
                    <a:pt x="23084" y="4303"/>
                    <a:pt x="22284" y="4804"/>
                  </a:cubicBezTo>
                  <a:cubicBezTo>
                    <a:pt x="21383" y="5371"/>
                    <a:pt x="20416" y="5804"/>
                    <a:pt x="19381" y="6038"/>
                  </a:cubicBezTo>
                  <a:cubicBezTo>
                    <a:pt x="18848" y="6138"/>
                    <a:pt x="18281" y="6205"/>
                    <a:pt x="17747" y="6205"/>
                  </a:cubicBezTo>
                  <a:cubicBezTo>
                    <a:pt x="17180" y="6171"/>
                    <a:pt x="16613" y="6138"/>
                    <a:pt x="16046" y="6005"/>
                  </a:cubicBezTo>
                  <a:cubicBezTo>
                    <a:pt x="13777" y="5538"/>
                    <a:pt x="11776" y="4504"/>
                    <a:pt x="9941" y="3603"/>
                  </a:cubicBezTo>
                  <a:cubicBezTo>
                    <a:pt x="8340" y="2769"/>
                    <a:pt x="6639" y="2135"/>
                    <a:pt x="4904" y="1735"/>
                  </a:cubicBezTo>
                  <a:cubicBezTo>
                    <a:pt x="4304" y="1601"/>
                    <a:pt x="3687" y="1535"/>
                    <a:pt x="3074" y="1535"/>
                  </a:cubicBezTo>
                  <a:cubicBezTo>
                    <a:pt x="2461" y="1535"/>
                    <a:pt x="1852" y="1601"/>
                    <a:pt x="1269" y="1735"/>
                  </a:cubicBezTo>
                  <a:cubicBezTo>
                    <a:pt x="935" y="1835"/>
                    <a:pt x="635" y="1935"/>
                    <a:pt x="335" y="2068"/>
                  </a:cubicBezTo>
                  <a:cubicBezTo>
                    <a:pt x="201" y="2102"/>
                    <a:pt x="101" y="2169"/>
                    <a:pt x="1" y="2202"/>
                  </a:cubicBezTo>
                  <a:cubicBezTo>
                    <a:pt x="134" y="2202"/>
                    <a:pt x="234" y="2135"/>
                    <a:pt x="335" y="2102"/>
                  </a:cubicBezTo>
                  <a:cubicBezTo>
                    <a:pt x="635" y="2002"/>
                    <a:pt x="968" y="1902"/>
                    <a:pt x="1269" y="1835"/>
                  </a:cubicBezTo>
                  <a:cubicBezTo>
                    <a:pt x="1831" y="1726"/>
                    <a:pt x="2394" y="1667"/>
                    <a:pt x="2957" y="1667"/>
                  </a:cubicBezTo>
                  <a:cubicBezTo>
                    <a:pt x="3595" y="1667"/>
                    <a:pt x="4233" y="1742"/>
                    <a:pt x="4871" y="1902"/>
                  </a:cubicBezTo>
                  <a:cubicBezTo>
                    <a:pt x="6606" y="2302"/>
                    <a:pt x="8307" y="2936"/>
                    <a:pt x="9875" y="3770"/>
                  </a:cubicBezTo>
                  <a:cubicBezTo>
                    <a:pt x="11709" y="4670"/>
                    <a:pt x="13711" y="5738"/>
                    <a:pt x="16012" y="6205"/>
                  </a:cubicBezTo>
                  <a:cubicBezTo>
                    <a:pt x="16579" y="6338"/>
                    <a:pt x="17180" y="6405"/>
                    <a:pt x="17747" y="6405"/>
                  </a:cubicBezTo>
                  <a:cubicBezTo>
                    <a:pt x="17844" y="6411"/>
                    <a:pt x="17942" y="6413"/>
                    <a:pt x="18039" y="6413"/>
                  </a:cubicBezTo>
                  <a:cubicBezTo>
                    <a:pt x="18509" y="6413"/>
                    <a:pt x="18978" y="6349"/>
                    <a:pt x="19448" y="6238"/>
                  </a:cubicBezTo>
                  <a:cubicBezTo>
                    <a:pt x="20482" y="6005"/>
                    <a:pt x="21483" y="5571"/>
                    <a:pt x="22384" y="5004"/>
                  </a:cubicBezTo>
                  <a:cubicBezTo>
                    <a:pt x="23184" y="4470"/>
                    <a:pt x="23951" y="3903"/>
                    <a:pt x="24719" y="3303"/>
                  </a:cubicBezTo>
                  <a:cubicBezTo>
                    <a:pt x="25419" y="2736"/>
                    <a:pt x="26086" y="2235"/>
                    <a:pt x="26720" y="1768"/>
                  </a:cubicBezTo>
                  <a:cubicBezTo>
                    <a:pt x="27654" y="1068"/>
                    <a:pt x="28755" y="534"/>
                    <a:pt x="29922" y="200"/>
                  </a:cubicBezTo>
                  <a:cubicBezTo>
                    <a:pt x="30122" y="167"/>
                    <a:pt x="30323" y="100"/>
                    <a:pt x="30489" y="100"/>
                  </a:cubicBezTo>
                  <a:lnTo>
                    <a:pt x="30890" y="67"/>
                  </a:lnTo>
                  <a:cubicBezTo>
                    <a:pt x="31023" y="34"/>
                    <a:pt x="31123" y="34"/>
                    <a:pt x="31223"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4"/>
            <p:cNvSpPr/>
            <p:nvPr/>
          </p:nvSpPr>
          <p:spPr>
            <a:xfrm>
              <a:off x="3550200" y="4240275"/>
              <a:ext cx="513725" cy="62450"/>
            </a:xfrm>
            <a:custGeom>
              <a:avLst/>
              <a:gdLst/>
              <a:ahLst/>
              <a:cxnLst/>
              <a:rect l="l" t="t" r="r" b="b"/>
              <a:pathLst>
                <a:path w="20549" h="2498" extrusionOk="0">
                  <a:moveTo>
                    <a:pt x="5338" y="0"/>
                  </a:moveTo>
                  <a:cubicBezTo>
                    <a:pt x="4384" y="0"/>
                    <a:pt x="3421" y="171"/>
                    <a:pt x="2503" y="496"/>
                  </a:cubicBezTo>
                  <a:cubicBezTo>
                    <a:pt x="1769" y="762"/>
                    <a:pt x="1068" y="1196"/>
                    <a:pt x="534" y="1797"/>
                  </a:cubicBezTo>
                  <a:cubicBezTo>
                    <a:pt x="368" y="1963"/>
                    <a:pt x="234" y="2130"/>
                    <a:pt x="134" y="2297"/>
                  </a:cubicBezTo>
                  <a:cubicBezTo>
                    <a:pt x="67" y="2364"/>
                    <a:pt x="34" y="2430"/>
                    <a:pt x="1" y="2497"/>
                  </a:cubicBezTo>
                  <a:cubicBezTo>
                    <a:pt x="67" y="2464"/>
                    <a:pt x="134" y="2397"/>
                    <a:pt x="168" y="2330"/>
                  </a:cubicBezTo>
                  <a:cubicBezTo>
                    <a:pt x="301" y="2163"/>
                    <a:pt x="434" y="1997"/>
                    <a:pt x="601" y="1863"/>
                  </a:cubicBezTo>
                  <a:cubicBezTo>
                    <a:pt x="1135" y="1296"/>
                    <a:pt x="1835" y="896"/>
                    <a:pt x="2569" y="629"/>
                  </a:cubicBezTo>
                  <a:cubicBezTo>
                    <a:pt x="3434" y="341"/>
                    <a:pt x="4340" y="197"/>
                    <a:pt x="5239" y="197"/>
                  </a:cubicBezTo>
                  <a:cubicBezTo>
                    <a:pt x="5484" y="197"/>
                    <a:pt x="5729" y="207"/>
                    <a:pt x="5972" y="229"/>
                  </a:cubicBezTo>
                  <a:cubicBezTo>
                    <a:pt x="7406" y="396"/>
                    <a:pt x="8807" y="729"/>
                    <a:pt x="10141" y="1196"/>
                  </a:cubicBezTo>
                  <a:cubicBezTo>
                    <a:pt x="11509" y="1663"/>
                    <a:pt x="12910" y="1997"/>
                    <a:pt x="14311" y="2230"/>
                  </a:cubicBezTo>
                  <a:cubicBezTo>
                    <a:pt x="14740" y="2290"/>
                    <a:pt x="15164" y="2320"/>
                    <a:pt x="15586" y="2320"/>
                  </a:cubicBezTo>
                  <a:cubicBezTo>
                    <a:pt x="16346" y="2320"/>
                    <a:pt x="17096" y="2223"/>
                    <a:pt x="17847" y="2030"/>
                  </a:cubicBezTo>
                  <a:cubicBezTo>
                    <a:pt x="18614" y="1830"/>
                    <a:pt x="19315" y="1430"/>
                    <a:pt x="19948" y="929"/>
                  </a:cubicBezTo>
                  <a:cubicBezTo>
                    <a:pt x="20115" y="796"/>
                    <a:pt x="20249" y="629"/>
                    <a:pt x="20415" y="462"/>
                  </a:cubicBezTo>
                  <a:cubicBezTo>
                    <a:pt x="20449" y="396"/>
                    <a:pt x="20482" y="362"/>
                    <a:pt x="20549" y="295"/>
                  </a:cubicBezTo>
                  <a:cubicBezTo>
                    <a:pt x="20547" y="294"/>
                    <a:pt x="20544" y="293"/>
                    <a:pt x="20541" y="293"/>
                  </a:cubicBezTo>
                  <a:cubicBezTo>
                    <a:pt x="20492" y="293"/>
                    <a:pt x="20291" y="548"/>
                    <a:pt x="19882" y="863"/>
                  </a:cubicBezTo>
                  <a:cubicBezTo>
                    <a:pt x="19281" y="1330"/>
                    <a:pt x="18547" y="1696"/>
                    <a:pt x="17813" y="1863"/>
                  </a:cubicBezTo>
                  <a:cubicBezTo>
                    <a:pt x="17095" y="2032"/>
                    <a:pt x="16364" y="2121"/>
                    <a:pt x="15627" y="2121"/>
                  </a:cubicBezTo>
                  <a:cubicBezTo>
                    <a:pt x="15201" y="2121"/>
                    <a:pt x="14773" y="2091"/>
                    <a:pt x="14344" y="2030"/>
                  </a:cubicBezTo>
                  <a:cubicBezTo>
                    <a:pt x="12943" y="1797"/>
                    <a:pt x="11576" y="1430"/>
                    <a:pt x="10208" y="963"/>
                  </a:cubicBezTo>
                  <a:cubicBezTo>
                    <a:pt x="8840" y="496"/>
                    <a:pt x="7439" y="195"/>
                    <a:pt x="6005" y="29"/>
                  </a:cubicBezTo>
                  <a:cubicBezTo>
                    <a:pt x="5784" y="10"/>
                    <a:pt x="5561" y="0"/>
                    <a:pt x="5338"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4"/>
            <p:cNvSpPr/>
            <p:nvPr/>
          </p:nvSpPr>
          <p:spPr>
            <a:xfrm>
              <a:off x="3892125" y="3891475"/>
              <a:ext cx="351100" cy="70300"/>
            </a:xfrm>
            <a:custGeom>
              <a:avLst/>
              <a:gdLst/>
              <a:ahLst/>
              <a:cxnLst/>
              <a:rect l="l" t="t" r="r" b="b"/>
              <a:pathLst>
                <a:path w="14044" h="2812" extrusionOk="0">
                  <a:moveTo>
                    <a:pt x="4283" y="0"/>
                  </a:moveTo>
                  <a:cubicBezTo>
                    <a:pt x="4212" y="0"/>
                    <a:pt x="4141" y="2"/>
                    <a:pt x="4070" y="4"/>
                  </a:cubicBezTo>
                  <a:cubicBezTo>
                    <a:pt x="3236" y="37"/>
                    <a:pt x="2435" y="271"/>
                    <a:pt x="1701" y="671"/>
                  </a:cubicBezTo>
                  <a:cubicBezTo>
                    <a:pt x="1201" y="938"/>
                    <a:pt x="767" y="1272"/>
                    <a:pt x="400" y="1672"/>
                  </a:cubicBezTo>
                  <a:cubicBezTo>
                    <a:pt x="267" y="1772"/>
                    <a:pt x="200" y="1905"/>
                    <a:pt x="100" y="2005"/>
                  </a:cubicBezTo>
                  <a:cubicBezTo>
                    <a:pt x="34" y="2105"/>
                    <a:pt x="0" y="2139"/>
                    <a:pt x="0" y="2139"/>
                  </a:cubicBezTo>
                  <a:cubicBezTo>
                    <a:pt x="534" y="1605"/>
                    <a:pt x="1134" y="1138"/>
                    <a:pt x="1768" y="805"/>
                  </a:cubicBezTo>
                  <a:cubicBezTo>
                    <a:pt x="2569" y="396"/>
                    <a:pt x="3434" y="196"/>
                    <a:pt x="4296" y="196"/>
                  </a:cubicBezTo>
                  <a:cubicBezTo>
                    <a:pt x="5194" y="196"/>
                    <a:pt x="6089" y="413"/>
                    <a:pt x="6905" y="838"/>
                  </a:cubicBezTo>
                  <a:cubicBezTo>
                    <a:pt x="7872" y="1305"/>
                    <a:pt x="8706" y="1839"/>
                    <a:pt x="9540" y="2239"/>
                  </a:cubicBezTo>
                  <a:cubicBezTo>
                    <a:pt x="10308" y="2572"/>
                    <a:pt x="11108" y="2773"/>
                    <a:pt x="11942" y="2806"/>
                  </a:cubicBezTo>
                  <a:cubicBezTo>
                    <a:pt x="12000" y="2809"/>
                    <a:pt x="12057" y="2811"/>
                    <a:pt x="12115" y="2811"/>
                  </a:cubicBezTo>
                  <a:cubicBezTo>
                    <a:pt x="12618" y="2811"/>
                    <a:pt x="13094" y="2682"/>
                    <a:pt x="13543" y="2472"/>
                  </a:cubicBezTo>
                  <a:cubicBezTo>
                    <a:pt x="13677" y="2372"/>
                    <a:pt x="13810" y="2306"/>
                    <a:pt x="13910" y="2206"/>
                  </a:cubicBezTo>
                  <a:cubicBezTo>
                    <a:pt x="14010" y="2139"/>
                    <a:pt x="14044" y="2105"/>
                    <a:pt x="14044" y="2105"/>
                  </a:cubicBezTo>
                  <a:cubicBezTo>
                    <a:pt x="14040" y="2102"/>
                    <a:pt x="14035" y="2100"/>
                    <a:pt x="14029" y="2100"/>
                  </a:cubicBezTo>
                  <a:cubicBezTo>
                    <a:pt x="13974" y="2100"/>
                    <a:pt x="13809" y="2223"/>
                    <a:pt x="13510" y="2372"/>
                  </a:cubicBezTo>
                  <a:cubicBezTo>
                    <a:pt x="13072" y="2577"/>
                    <a:pt x="12609" y="2679"/>
                    <a:pt x="12120" y="2679"/>
                  </a:cubicBezTo>
                  <a:cubicBezTo>
                    <a:pt x="12050" y="2679"/>
                    <a:pt x="11980" y="2677"/>
                    <a:pt x="11909" y="2673"/>
                  </a:cubicBezTo>
                  <a:cubicBezTo>
                    <a:pt x="11108" y="2606"/>
                    <a:pt x="10341" y="2406"/>
                    <a:pt x="9607" y="2039"/>
                  </a:cubicBezTo>
                  <a:cubicBezTo>
                    <a:pt x="8806" y="1672"/>
                    <a:pt x="7939" y="1105"/>
                    <a:pt x="7005" y="638"/>
                  </a:cubicBezTo>
                  <a:cubicBezTo>
                    <a:pt x="6138" y="204"/>
                    <a:pt x="5212" y="0"/>
                    <a:pt x="4283"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4"/>
            <p:cNvSpPr/>
            <p:nvPr/>
          </p:nvSpPr>
          <p:spPr>
            <a:xfrm>
              <a:off x="4072250" y="3653050"/>
              <a:ext cx="296075" cy="82600"/>
            </a:xfrm>
            <a:custGeom>
              <a:avLst/>
              <a:gdLst/>
              <a:ahLst/>
              <a:cxnLst/>
              <a:rect l="l" t="t" r="r" b="b"/>
              <a:pathLst>
                <a:path w="11843" h="3304" extrusionOk="0">
                  <a:moveTo>
                    <a:pt x="0" y="1"/>
                  </a:moveTo>
                  <a:cubicBezTo>
                    <a:pt x="0" y="1"/>
                    <a:pt x="34" y="68"/>
                    <a:pt x="67" y="134"/>
                  </a:cubicBezTo>
                  <a:cubicBezTo>
                    <a:pt x="100" y="201"/>
                    <a:pt x="167" y="334"/>
                    <a:pt x="267" y="468"/>
                  </a:cubicBezTo>
                  <a:cubicBezTo>
                    <a:pt x="567" y="868"/>
                    <a:pt x="868" y="1235"/>
                    <a:pt x="1235" y="1535"/>
                  </a:cubicBezTo>
                  <a:cubicBezTo>
                    <a:pt x="1768" y="2036"/>
                    <a:pt x="2369" y="2436"/>
                    <a:pt x="3036" y="2703"/>
                  </a:cubicBezTo>
                  <a:cubicBezTo>
                    <a:pt x="3836" y="3070"/>
                    <a:pt x="4737" y="3270"/>
                    <a:pt x="5604" y="3303"/>
                  </a:cubicBezTo>
                  <a:cubicBezTo>
                    <a:pt x="6505" y="3303"/>
                    <a:pt x="7372" y="3170"/>
                    <a:pt x="8206" y="2836"/>
                  </a:cubicBezTo>
                  <a:cubicBezTo>
                    <a:pt x="8873" y="2569"/>
                    <a:pt x="9507" y="2236"/>
                    <a:pt x="10108" y="1835"/>
                  </a:cubicBezTo>
                  <a:cubicBezTo>
                    <a:pt x="10508" y="1569"/>
                    <a:pt x="10908" y="1335"/>
                    <a:pt x="11342" y="1135"/>
                  </a:cubicBezTo>
                  <a:cubicBezTo>
                    <a:pt x="11509" y="1068"/>
                    <a:pt x="11675" y="1002"/>
                    <a:pt x="11842" y="935"/>
                  </a:cubicBezTo>
                  <a:cubicBezTo>
                    <a:pt x="11675" y="935"/>
                    <a:pt x="11475" y="968"/>
                    <a:pt x="11342" y="1035"/>
                  </a:cubicBezTo>
                  <a:cubicBezTo>
                    <a:pt x="10875" y="1202"/>
                    <a:pt x="10441" y="1402"/>
                    <a:pt x="10041" y="1669"/>
                  </a:cubicBezTo>
                  <a:cubicBezTo>
                    <a:pt x="9440" y="2069"/>
                    <a:pt x="8807" y="2369"/>
                    <a:pt x="8139" y="2636"/>
                  </a:cubicBezTo>
                  <a:cubicBezTo>
                    <a:pt x="7339" y="2936"/>
                    <a:pt x="6505" y="3070"/>
                    <a:pt x="5638" y="3070"/>
                  </a:cubicBezTo>
                  <a:cubicBezTo>
                    <a:pt x="4770" y="3036"/>
                    <a:pt x="3903" y="2870"/>
                    <a:pt x="3136" y="2536"/>
                  </a:cubicBezTo>
                  <a:cubicBezTo>
                    <a:pt x="2469" y="2236"/>
                    <a:pt x="1868" y="1869"/>
                    <a:pt x="1335" y="1435"/>
                  </a:cubicBezTo>
                  <a:cubicBezTo>
                    <a:pt x="868" y="1002"/>
                    <a:pt x="401" y="501"/>
                    <a:pt x="0"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4"/>
            <p:cNvSpPr/>
            <p:nvPr/>
          </p:nvSpPr>
          <p:spPr>
            <a:xfrm>
              <a:off x="3543525" y="3859875"/>
              <a:ext cx="278575" cy="72750"/>
            </a:xfrm>
            <a:custGeom>
              <a:avLst/>
              <a:gdLst/>
              <a:ahLst/>
              <a:cxnLst/>
              <a:rect l="l" t="t" r="r" b="b"/>
              <a:pathLst>
                <a:path w="11143" h="2910" extrusionOk="0">
                  <a:moveTo>
                    <a:pt x="10675" y="0"/>
                  </a:moveTo>
                  <a:cubicBezTo>
                    <a:pt x="10242" y="0"/>
                    <a:pt x="9775" y="100"/>
                    <a:pt x="9374" y="267"/>
                  </a:cubicBezTo>
                  <a:cubicBezTo>
                    <a:pt x="8340" y="734"/>
                    <a:pt x="7339" y="2035"/>
                    <a:pt x="5705" y="2435"/>
                  </a:cubicBezTo>
                  <a:cubicBezTo>
                    <a:pt x="5119" y="2607"/>
                    <a:pt x="4514" y="2693"/>
                    <a:pt x="3910" y="2693"/>
                  </a:cubicBezTo>
                  <a:cubicBezTo>
                    <a:pt x="3104" y="2693"/>
                    <a:pt x="2298" y="2540"/>
                    <a:pt x="1535" y="2235"/>
                  </a:cubicBezTo>
                  <a:cubicBezTo>
                    <a:pt x="1002" y="2002"/>
                    <a:pt x="468" y="1702"/>
                    <a:pt x="1" y="1368"/>
                  </a:cubicBezTo>
                  <a:lnTo>
                    <a:pt x="1" y="1368"/>
                  </a:lnTo>
                  <a:cubicBezTo>
                    <a:pt x="101" y="1501"/>
                    <a:pt x="201" y="1602"/>
                    <a:pt x="334" y="1702"/>
                  </a:cubicBezTo>
                  <a:cubicBezTo>
                    <a:pt x="701" y="1968"/>
                    <a:pt x="1068" y="2202"/>
                    <a:pt x="1469" y="2369"/>
                  </a:cubicBezTo>
                  <a:cubicBezTo>
                    <a:pt x="2289" y="2729"/>
                    <a:pt x="3158" y="2909"/>
                    <a:pt x="4031" y="2909"/>
                  </a:cubicBezTo>
                  <a:cubicBezTo>
                    <a:pt x="4614" y="2909"/>
                    <a:pt x="5198" y="2829"/>
                    <a:pt x="5772" y="2669"/>
                  </a:cubicBezTo>
                  <a:cubicBezTo>
                    <a:pt x="6539" y="2435"/>
                    <a:pt x="7273" y="2035"/>
                    <a:pt x="7873" y="1535"/>
                  </a:cubicBezTo>
                  <a:cubicBezTo>
                    <a:pt x="8374" y="1101"/>
                    <a:pt x="8874" y="734"/>
                    <a:pt x="9441" y="434"/>
                  </a:cubicBezTo>
                  <a:cubicBezTo>
                    <a:pt x="9808" y="234"/>
                    <a:pt x="10242" y="100"/>
                    <a:pt x="10675" y="100"/>
                  </a:cubicBezTo>
                  <a:cubicBezTo>
                    <a:pt x="10975" y="100"/>
                    <a:pt x="11142" y="134"/>
                    <a:pt x="11142" y="134"/>
                  </a:cubicBezTo>
                  <a:cubicBezTo>
                    <a:pt x="11142" y="134"/>
                    <a:pt x="11109" y="100"/>
                    <a:pt x="11042" y="67"/>
                  </a:cubicBezTo>
                  <a:cubicBezTo>
                    <a:pt x="10909" y="34"/>
                    <a:pt x="10809" y="34"/>
                    <a:pt x="10675"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4"/>
            <p:cNvSpPr/>
            <p:nvPr/>
          </p:nvSpPr>
          <p:spPr>
            <a:xfrm>
              <a:off x="3502675" y="3574875"/>
              <a:ext cx="251875" cy="102300"/>
            </a:xfrm>
            <a:custGeom>
              <a:avLst/>
              <a:gdLst/>
              <a:ahLst/>
              <a:cxnLst/>
              <a:rect l="l" t="t" r="r" b="b"/>
              <a:pathLst>
                <a:path w="10075" h="4092" extrusionOk="0">
                  <a:moveTo>
                    <a:pt x="7386" y="1"/>
                  </a:moveTo>
                  <a:cubicBezTo>
                    <a:pt x="7138" y="1"/>
                    <a:pt x="6888" y="19"/>
                    <a:pt x="6638" y="59"/>
                  </a:cubicBezTo>
                  <a:cubicBezTo>
                    <a:pt x="5871" y="192"/>
                    <a:pt x="5137" y="493"/>
                    <a:pt x="4537" y="1026"/>
                  </a:cubicBezTo>
                  <a:cubicBezTo>
                    <a:pt x="4003" y="1560"/>
                    <a:pt x="3503" y="2127"/>
                    <a:pt x="3036" y="2728"/>
                  </a:cubicBezTo>
                  <a:cubicBezTo>
                    <a:pt x="2669" y="3228"/>
                    <a:pt x="2169" y="3595"/>
                    <a:pt x="1602" y="3828"/>
                  </a:cubicBezTo>
                  <a:cubicBezTo>
                    <a:pt x="1379" y="3909"/>
                    <a:pt x="1133" y="3953"/>
                    <a:pt x="884" y="3953"/>
                  </a:cubicBezTo>
                  <a:cubicBezTo>
                    <a:pt x="722" y="3953"/>
                    <a:pt x="559" y="3934"/>
                    <a:pt x="401" y="3895"/>
                  </a:cubicBezTo>
                  <a:cubicBezTo>
                    <a:pt x="134" y="3828"/>
                    <a:pt x="0" y="3762"/>
                    <a:pt x="0" y="3762"/>
                  </a:cubicBezTo>
                  <a:lnTo>
                    <a:pt x="0" y="3762"/>
                  </a:lnTo>
                  <a:cubicBezTo>
                    <a:pt x="0" y="3762"/>
                    <a:pt x="0" y="3795"/>
                    <a:pt x="67" y="3828"/>
                  </a:cubicBezTo>
                  <a:cubicBezTo>
                    <a:pt x="167" y="3895"/>
                    <a:pt x="267" y="3962"/>
                    <a:pt x="401" y="3995"/>
                  </a:cubicBezTo>
                  <a:cubicBezTo>
                    <a:pt x="590" y="4058"/>
                    <a:pt x="786" y="4091"/>
                    <a:pt x="986" y="4091"/>
                  </a:cubicBezTo>
                  <a:cubicBezTo>
                    <a:pt x="1210" y="4091"/>
                    <a:pt x="1439" y="4050"/>
                    <a:pt x="1668" y="3962"/>
                  </a:cubicBezTo>
                  <a:cubicBezTo>
                    <a:pt x="2269" y="3762"/>
                    <a:pt x="2802" y="3361"/>
                    <a:pt x="3203" y="2861"/>
                  </a:cubicBezTo>
                  <a:cubicBezTo>
                    <a:pt x="3670" y="2260"/>
                    <a:pt x="4170" y="1693"/>
                    <a:pt x="4704" y="1193"/>
                  </a:cubicBezTo>
                  <a:cubicBezTo>
                    <a:pt x="5271" y="693"/>
                    <a:pt x="5971" y="392"/>
                    <a:pt x="6705" y="259"/>
                  </a:cubicBezTo>
                  <a:cubicBezTo>
                    <a:pt x="6968" y="201"/>
                    <a:pt x="7232" y="174"/>
                    <a:pt x="7495" y="174"/>
                  </a:cubicBezTo>
                  <a:cubicBezTo>
                    <a:pt x="7832" y="174"/>
                    <a:pt x="8169" y="217"/>
                    <a:pt x="8506" y="292"/>
                  </a:cubicBezTo>
                  <a:cubicBezTo>
                    <a:pt x="9074" y="426"/>
                    <a:pt x="9574" y="659"/>
                    <a:pt x="10074" y="926"/>
                  </a:cubicBezTo>
                  <a:cubicBezTo>
                    <a:pt x="9974" y="826"/>
                    <a:pt x="9841" y="726"/>
                    <a:pt x="9674" y="659"/>
                  </a:cubicBezTo>
                  <a:cubicBezTo>
                    <a:pt x="9340" y="426"/>
                    <a:pt x="8940" y="259"/>
                    <a:pt x="8506" y="126"/>
                  </a:cubicBezTo>
                  <a:cubicBezTo>
                    <a:pt x="8143" y="45"/>
                    <a:pt x="7767" y="1"/>
                    <a:pt x="7386"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4"/>
            <p:cNvSpPr/>
            <p:nvPr/>
          </p:nvSpPr>
          <p:spPr>
            <a:xfrm>
              <a:off x="2926425" y="3737025"/>
              <a:ext cx="610475" cy="140900"/>
            </a:xfrm>
            <a:custGeom>
              <a:avLst/>
              <a:gdLst/>
              <a:ahLst/>
              <a:cxnLst/>
              <a:rect l="l" t="t" r="r" b="b"/>
              <a:pathLst>
                <a:path w="24419" h="5636" extrusionOk="0">
                  <a:moveTo>
                    <a:pt x="17948" y="0"/>
                  </a:moveTo>
                  <a:cubicBezTo>
                    <a:pt x="17546" y="0"/>
                    <a:pt x="17145" y="15"/>
                    <a:pt x="16746" y="44"/>
                  </a:cubicBezTo>
                  <a:cubicBezTo>
                    <a:pt x="15078" y="178"/>
                    <a:pt x="13410" y="645"/>
                    <a:pt x="11876" y="1345"/>
                  </a:cubicBezTo>
                  <a:cubicBezTo>
                    <a:pt x="10241" y="2146"/>
                    <a:pt x="8840" y="3080"/>
                    <a:pt x="7473" y="3814"/>
                  </a:cubicBezTo>
                  <a:cubicBezTo>
                    <a:pt x="6305" y="4481"/>
                    <a:pt x="5038" y="4981"/>
                    <a:pt x="3703" y="5315"/>
                  </a:cubicBezTo>
                  <a:cubicBezTo>
                    <a:pt x="3163" y="5435"/>
                    <a:pt x="2610" y="5495"/>
                    <a:pt x="2060" y="5495"/>
                  </a:cubicBezTo>
                  <a:cubicBezTo>
                    <a:pt x="1694" y="5495"/>
                    <a:pt x="1328" y="5468"/>
                    <a:pt x="968" y="5415"/>
                  </a:cubicBezTo>
                  <a:cubicBezTo>
                    <a:pt x="402" y="5325"/>
                    <a:pt x="75" y="5209"/>
                    <a:pt x="12" y="5209"/>
                  </a:cubicBezTo>
                  <a:cubicBezTo>
                    <a:pt x="4" y="5209"/>
                    <a:pt x="1" y="5211"/>
                    <a:pt x="1" y="5215"/>
                  </a:cubicBezTo>
                  <a:cubicBezTo>
                    <a:pt x="67" y="5248"/>
                    <a:pt x="134" y="5315"/>
                    <a:pt x="234" y="5348"/>
                  </a:cubicBezTo>
                  <a:cubicBezTo>
                    <a:pt x="468" y="5415"/>
                    <a:pt x="701" y="5481"/>
                    <a:pt x="968" y="5515"/>
                  </a:cubicBezTo>
                  <a:cubicBezTo>
                    <a:pt x="1398" y="5594"/>
                    <a:pt x="1843" y="5636"/>
                    <a:pt x="2288" y="5636"/>
                  </a:cubicBezTo>
                  <a:cubicBezTo>
                    <a:pt x="2777" y="5636"/>
                    <a:pt x="3266" y="5586"/>
                    <a:pt x="3737" y="5481"/>
                  </a:cubicBezTo>
                  <a:cubicBezTo>
                    <a:pt x="5071" y="5181"/>
                    <a:pt x="6372" y="4681"/>
                    <a:pt x="7573" y="3980"/>
                  </a:cubicBezTo>
                  <a:cubicBezTo>
                    <a:pt x="8940" y="3247"/>
                    <a:pt x="10375" y="2313"/>
                    <a:pt x="11976" y="1579"/>
                  </a:cubicBezTo>
                  <a:cubicBezTo>
                    <a:pt x="13477" y="845"/>
                    <a:pt x="15111" y="411"/>
                    <a:pt x="16779" y="278"/>
                  </a:cubicBezTo>
                  <a:cubicBezTo>
                    <a:pt x="17237" y="232"/>
                    <a:pt x="17699" y="210"/>
                    <a:pt x="18163" y="210"/>
                  </a:cubicBezTo>
                  <a:cubicBezTo>
                    <a:pt x="19052" y="210"/>
                    <a:pt x="19950" y="291"/>
                    <a:pt x="20849" y="445"/>
                  </a:cubicBezTo>
                  <a:cubicBezTo>
                    <a:pt x="21749" y="611"/>
                    <a:pt x="22617" y="845"/>
                    <a:pt x="23484" y="1178"/>
                  </a:cubicBezTo>
                  <a:cubicBezTo>
                    <a:pt x="24084" y="1412"/>
                    <a:pt x="24418" y="1545"/>
                    <a:pt x="24418" y="1545"/>
                  </a:cubicBezTo>
                  <a:cubicBezTo>
                    <a:pt x="24351" y="1512"/>
                    <a:pt x="24285" y="1479"/>
                    <a:pt x="24185" y="1445"/>
                  </a:cubicBezTo>
                  <a:cubicBezTo>
                    <a:pt x="24051" y="1345"/>
                    <a:pt x="23818" y="1245"/>
                    <a:pt x="23517" y="1112"/>
                  </a:cubicBezTo>
                  <a:cubicBezTo>
                    <a:pt x="22650" y="745"/>
                    <a:pt x="21783" y="445"/>
                    <a:pt x="20849" y="278"/>
                  </a:cubicBezTo>
                  <a:cubicBezTo>
                    <a:pt x="19903" y="89"/>
                    <a:pt x="18925" y="0"/>
                    <a:pt x="17948"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4"/>
            <p:cNvSpPr/>
            <p:nvPr/>
          </p:nvSpPr>
          <p:spPr>
            <a:xfrm>
              <a:off x="2369375" y="3281625"/>
              <a:ext cx="632975" cy="115025"/>
            </a:xfrm>
            <a:custGeom>
              <a:avLst/>
              <a:gdLst/>
              <a:ahLst/>
              <a:cxnLst/>
              <a:rect l="l" t="t" r="r" b="b"/>
              <a:pathLst>
                <a:path w="25319" h="4601" extrusionOk="0">
                  <a:moveTo>
                    <a:pt x="9133" y="0"/>
                  </a:moveTo>
                  <a:cubicBezTo>
                    <a:pt x="9010" y="0"/>
                    <a:pt x="8890" y="4"/>
                    <a:pt x="8773" y="14"/>
                  </a:cubicBezTo>
                  <a:cubicBezTo>
                    <a:pt x="8339" y="14"/>
                    <a:pt x="7939" y="14"/>
                    <a:pt x="7505" y="81"/>
                  </a:cubicBezTo>
                  <a:cubicBezTo>
                    <a:pt x="6071" y="214"/>
                    <a:pt x="4670" y="581"/>
                    <a:pt x="3336" y="1148"/>
                  </a:cubicBezTo>
                  <a:cubicBezTo>
                    <a:pt x="2435" y="1515"/>
                    <a:pt x="1601" y="2015"/>
                    <a:pt x="801" y="2582"/>
                  </a:cubicBezTo>
                  <a:cubicBezTo>
                    <a:pt x="534" y="2782"/>
                    <a:pt x="334" y="2949"/>
                    <a:pt x="200" y="3049"/>
                  </a:cubicBezTo>
                  <a:cubicBezTo>
                    <a:pt x="100" y="3116"/>
                    <a:pt x="33" y="3183"/>
                    <a:pt x="0" y="3249"/>
                  </a:cubicBezTo>
                  <a:cubicBezTo>
                    <a:pt x="67" y="3216"/>
                    <a:pt x="133" y="3149"/>
                    <a:pt x="234" y="3083"/>
                  </a:cubicBezTo>
                  <a:cubicBezTo>
                    <a:pt x="367" y="2983"/>
                    <a:pt x="567" y="2816"/>
                    <a:pt x="867" y="2649"/>
                  </a:cubicBezTo>
                  <a:cubicBezTo>
                    <a:pt x="1668" y="2115"/>
                    <a:pt x="2502" y="1648"/>
                    <a:pt x="3402" y="1281"/>
                  </a:cubicBezTo>
                  <a:cubicBezTo>
                    <a:pt x="4703" y="748"/>
                    <a:pt x="6104" y="414"/>
                    <a:pt x="7539" y="281"/>
                  </a:cubicBezTo>
                  <a:cubicBezTo>
                    <a:pt x="7939" y="214"/>
                    <a:pt x="8339" y="214"/>
                    <a:pt x="8773" y="214"/>
                  </a:cubicBezTo>
                  <a:cubicBezTo>
                    <a:pt x="9173" y="214"/>
                    <a:pt x="9607" y="214"/>
                    <a:pt x="10041" y="247"/>
                  </a:cubicBezTo>
                  <a:cubicBezTo>
                    <a:pt x="10941" y="314"/>
                    <a:pt x="11842" y="481"/>
                    <a:pt x="12709" y="748"/>
                  </a:cubicBezTo>
                  <a:cubicBezTo>
                    <a:pt x="14477" y="1248"/>
                    <a:pt x="16011" y="2149"/>
                    <a:pt x="17446" y="2949"/>
                  </a:cubicBezTo>
                  <a:cubicBezTo>
                    <a:pt x="18113" y="3316"/>
                    <a:pt x="18813" y="3650"/>
                    <a:pt x="19514" y="3917"/>
                  </a:cubicBezTo>
                  <a:cubicBezTo>
                    <a:pt x="20148" y="4183"/>
                    <a:pt x="20782" y="4384"/>
                    <a:pt x="21449" y="4484"/>
                  </a:cubicBezTo>
                  <a:cubicBezTo>
                    <a:pt x="21830" y="4563"/>
                    <a:pt x="22212" y="4600"/>
                    <a:pt x="22593" y="4600"/>
                  </a:cubicBezTo>
                  <a:cubicBezTo>
                    <a:pt x="23179" y="4600"/>
                    <a:pt x="23765" y="4512"/>
                    <a:pt x="24351" y="4350"/>
                  </a:cubicBezTo>
                  <a:cubicBezTo>
                    <a:pt x="24584" y="4250"/>
                    <a:pt x="24851" y="4150"/>
                    <a:pt x="25085" y="4050"/>
                  </a:cubicBezTo>
                  <a:cubicBezTo>
                    <a:pt x="25151" y="3983"/>
                    <a:pt x="25218" y="3950"/>
                    <a:pt x="25318" y="3883"/>
                  </a:cubicBezTo>
                  <a:lnTo>
                    <a:pt x="25318" y="3883"/>
                  </a:lnTo>
                  <a:cubicBezTo>
                    <a:pt x="24985" y="4017"/>
                    <a:pt x="24651" y="4150"/>
                    <a:pt x="24317" y="4284"/>
                  </a:cubicBezTo>
                  <a:cubicBezTo>
                    <a:pt x="23811" y="4410"/>
                    <a:pt x="23295" y="4468"/>
                    <a:pt x="22780" y="4468"/>
                  </a:cubicBezTo>
                  <a:cubicBezTo>
                    <a:pt x="22345" y="4468"/>
                    <a:pt x="21910" y="4427"/>
                    <a:pt x="21482" y="4350"/>
                  </a:cubicBezTo>
                  <a:cubicBezTo>
                    <a:pt x="20815" y="4217"/>
                    <a:pt x="20181" y="4017"/>
                    <a:pt x="19581" y="3750"/>
                  </a:cubicBezTo>
                  <a:cubicBezTo>
                    <a:pt x="18880" y="3450"/>
                    <a:pt x="18180" y="3116"/>
                    <a:pt x="17546" y="2749"/>
                  </a:cubicBezTo>
                  <a:cubicBezTo>
                    <a:pt x="16112" y="1982"/>
                    <a:pt x="14577" y="1048"/>
                    <a:pt x="12742" y="548"/>
                  </a:cubicBezTo>
                  <a:cubicBezTo>
                    <a:pt x="11875" y="281"/>
                    <a:pt x="10975" y="114"/>
                    <a:pt x="10074" y="47"/>
                  </a:cubicBezTo>
                  <a:cubicBezTo>
                    <a:pt x="9744" y="24"/>
                    <a:pt x="9430" y="0"/>
                    <a:pt x="9133"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4"/>
            <p:cNvSpPr/>
            <p:nvPr/>
          </p:nvSpPr>
          <p:spPr>
            <a:xfrm>
              <a:off x="3321700" y="3318875"/>
              <a:ext cx="395325" cy="105000"/>
            </a:xfrm>
            <a:custGeom>
              <a:avLst/>
              <a:gdLst/>
              <a:ahLst/>
              <a:cxnLst/>
              <a:rect l="l" t="t" r="r" b="b"/>
              <a:pathLst>
                <a:path w="15813" h="4200" extrusionOk="0">
                  <a:moveTo>
                    <a:pt x="4344" y="1"/>
                  </a:moveTo>
                  <a:cubicBezTo>
                    <a:pt x="3633" y="1"/>
                    <a:pt x="2932" y="88"/>
                    <a:pt x="2269" y="292"/>
                  </a:cubicBezTo>
                  <a:cubicBezTo>
                    <a:pt x="1669" y="459"/>
                    <a:pt x="1102" y="692"/>
                    <a:pt x="568" y="1026"/>
                  </a:cubicBezTo>
                  <a:cubicBezTo>
                    <a:pt x="401" y="1092"/>
                    <a:pt x="268" y="1192"/>
                    <a:pt x="134" y="1292"/>
                  </a:cubicBezTo>
                  <a:cubicBezTo>
                    <a:pt x="34" y="1359"/>
                    <a:pt x="1" y="1426"/>
                    <a:pt x="1" y="1426"/>
                  </a:cubicBezTo>
                  <a:cubicBezTo>
                    <a:pt x="735" y="992"/>
                    <a:pt x="1502" y="659"/>
                    <a:pt x="2303" y="425"/>
                  </a:cubicBezTo>
                  <a:cubicBezTo>
                    <a:pt x="2910" y="262"/>
                    <a:pt x="3549" y="180"/>
                    <a:pt x="4188" y="180"/>
                  </a:cubicBezTo>
                  <a:cubicBezTo>
                    <a:pt x="4461" y="180"/>
                    <a:pt x="4734" y="195"/>
                    <a:pt x="5004" y="225"/>
                  </a:cubicBezTo>
                  <a:cubicBezTo>
                    <a:pt x="6105" y="325"/>
                    <a:pt x="7173" y="659"/>
                    <a:pt x="8107" y="1259"/>
                  </a:cubicBezTo>
                  <a:cubicBezTo>
                    <a:pt x="9107" y="1860"/>
                    <a:pt x="9975" y="2627"/>
                    <a:pt x="10842" y="3160"/>
                  </a:cubicBezTo>
                  <a:cubicBezTo>
                    <a:pt x="11609" y="3694"/>
                    <a:pt x="12510" y="4028"/>
                    <a:pt x="13410" y="4161"/>
                  </a:cubicBezTo>
                  <a:cubicBezTo>
                    <a:pt x="13572" y="4187"/>
                    <a:pt x="13734" y="4199"/>
                    <a:pt x="13896" y="4199"/>
                  </a:cubicBezTo>
                  <a:cubicBezTo>
                    <a:pt x="14366" y="4199"/>
                    <a:pt x="14831" y="4093"/>
                    <a:pt x="15278" y="3894"/>
                  </a:cubicBezTo>
                  <a:cubicBezTo>
                    <a:pt x="15412" y="3828"/>
                    <a:pt x="15545" y="3761"/>
                    <a:pt x="15679" y="3627"/>
                  </a:cubicBezTo>
                  <a:cubicBezTo>
                    <a:pt x="15779" y="3561"/>
                    <a:pt x="15812" y="3527"/>
                    <a:pt x="15812" y="3527"/>
                  </a:cubicBezTo>
                  <a:lnTo>
                    <a:pt x="15812" y="3527"/>
                  </a:lnTo>
                  <a:cubicBezTo>
                    <a:pt x="15812" y="3528"/>
                    <a:pt x="15612" y="3694"/>
                    <a:pt x="15212" y="3828"/>
                  </a:cubicBezTo>
                  <a:cubicBezTo>
                    <a:pt x="14820" y="3966"/>
                    <a:pt x="14413" y="4040"/>
                    <a:pt x="14000" y="4040"/>
                  </a:cubicBezTo>
                  <a:cubicBezTo>
                    <a:pt x="13816" y="4040"/>
                    <a:pt x="13630" y="4025"/>
                    <a:pt x="13444" y="3994"/>
                  </a:cubicBezTo>
                  <a:cubicBezTo>
                    <a:pt x="12543" y="3861"/>
                    <a:pt x="11709" y="3527"/>
                    <a:pt x="10975" y="2994"/>
                  </a:cubicBezTo>
                  <a:cubicBezTo>
                    <a:pt x="10108" y="2460"/>
                    <a:pt x="9241" y="1693"/>
                    <a:pt x="8207" y="1059"/>
                  </a:cubicBezTo>
                  <a:cubicBezTo>
                    <a:pt x="7239" y="459"/>
                    <a:pt x="6139" y="125"/>
                    <a:pt x="5004" y="25"/>
                  </a:cubicBezTo>
                  <a:cubicBezTo>
                    <a:pt x="4784" y="9"/>
                    <a:pt x="4563" y="1"/>
                    <a:pt x="4344"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4"/>
            <p:cNvSpPr/>
            <p:nvPr/>
          </p:nvSpPr>
          <p:spPr>
            <a:xfrm>
              <a:off x="2257625" y="3626700"/>
              <a:ext cx="371125" cy="73075"/>
            </a:xfrm>
            <a:custGeom>
              <a:avLst/>
              <a:gdLst/>
              <a:ahLst/>
              <a:cxnLst/>
              <a:rect l="l" t="t" r="r" b="b"/>
              <a:pathLst>
                <a:path w="14845" h="2923" extrusionOk="0">
                  <a:moveTo>
                    <a:pt x="6372" y="0"/>
                  </a:moveTo>
                  <a:cubicBezTo>
                    <a:pt x="5550" y="0"/>
                    <a:pt x="4733" y="102"/>
                    <a:pt x="3936" y="288"/>
                  </a:cubicBezTo>
                  <a:cubicBezTo>
                    <a:pt x="3102" y="488"/>
                    <a:pt x="2335" y="821"/>
                    <a:pt x="1601" y="1255"/>
                  </a:cubicBezTo>
                  <a:cubicBezTo>
                    <a:pt x="1134" y="1589"/>
                    <a:pt x="701" y="1955"/>
                    <a:pt x="334" y="2389"/>
                  </a:cubicBezTo>
                  <a:cubicBezTo>
                    <a:pt x="234" y="2523"/>
                    <a:pt x="134" y="2656"/>
                    <a:pt x="67" y="2789"/>
                  </a:cubicBezTo>
                  <a:cubicBezTo>
                    <a:pt x="34" y="2823"/>
                    <a:pt x="0" y="2856"/>
                    <a:pt x="0" y="2923"/>
                  </a:cubicBezTo>
                  <a:cubicBezTo>
                    <a:pt x="467" y="2322"/>
                    <a:pt x="1034" y="1789"/>
                    <a:pt x="1701" y="1388"/>
                  </a:cubicBezTo>
                  <a:cubicBezTo>
                    <a:pt x="2402" y="955"/>
                    <a:pt x="3169" y="655"/>
                    <a:pt x="3970" y="488"/>
                  </a:cubicBezTo>
                  <a:cubicBezTo>
                    <a:pt x="4812" y="291"/>
                    <a:pt x="5678" y="213"/>
                    <a:pt x="6528" y="213"/>
                  </a:cubicBezTo>
                  <a:cubicBezTo>
                    <a:pt x="6687" y="213"/>
                    <a:pt x="6847" y="216"/>
                    <a:pt x="7005" y="221"/>
                  </a:cubicBezTo>
                  <a:cubicBezTo>
                    <a:pt x="8106" y="288"/>
                    <a:pt x="9107" y="421"/>
                    <a:pt x="10041" y="554"/>
                  </a:cubicBezTo>
                  <a:lnTo>
                    <a:pt x="12542" y="888"/>
                  </a:lnTo>
                  <a:lnTo>
                    <a:pt x="14210" y="1088"/>
                  </a:lnTo>
                  <a:cubicBezTo>
                    <a:pt x="14444" y="1122"/>
                    <a:pt x="14644" y="1155"/>
                    <a:pt x="14844" y="1155"/>
                  </a:cubicBezTo>
                  <a:cubicBezTo>
                    <a:pt x="14644" y="1088"/>
                    <a:pt x="14444" y="1021"/>
                    <a:pt x="14244" y="1021"/>
                  </a:cubicBezTo>
                  <a:lnTo>
                    <a:pt x="12576" y="721"/>
                  </a:lnTo>
                  <a:lnTo>
                    <a:pt x="10074" y="354"/>
                  </a:lnTo>
                  <a:cubicBezTo>
                    <a:pt x="9073" y="187"/>
                    <a:pt x="8039" y="87"/>
                    <a:pt x="7005" y="21"/>
                  </a:cubicBezTo>
                  <a:cubicBezTo>
                    <a:pt x="6794" y="7"/>
                    <a:pt x="6583" y="0"/>
                    <a:pt x="6372"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4"/>
            <p:cNvSpPr/>
            <p:nvPr/>
          </p:nvSpPr>
          <p:spPr>
            <a:xfrm>
              <a:off x="3483500" y="2608975"/>
              <a:ext cx="46725" cy="545425"/>
            </a:xfrm>
            <a:custGeom>
              <a:avLst/>
              <a:gdLst/>
              <a:ahLst/>
              <a:cxnLst/>
              <a:rect l="l" t="t" r="r" b="b"/>
              <a:pathLst>
                <a:path w="1869" h="21817" extrusionOk="0">
                  <a:moveTo>
                    <a:pt x="1168" y="1"/>
                  </a:moveTo>
                  <a:lnTo>
                    <a:pt x="1168" y="1"/>
                  </a:lnTo>
                  <a:cubicBezTo>
                    <a:pt x="1301" y="267"/>
                    <a:pt x="1368" y="534"/>
                    <a:pt x="1435" y="834"/>
                  </a:cubicBezTo>
                  <a:cubicBezTo>
                    <a:pt x="1635" y="1602"/>
                    <a:pt x="1635" y="2436"/>
                    <a:pt x="1435" y="3203"/>
                  </a:cubicBezTo>
                  <a:cubicBezTo>
                    <a:pt x="1268" y="4237"/>
                    <a:pt x="801" y="5371"/>
                    <a:pt x="534" y="6739"/>
                  </a:cubicBezTo>
                  <a:cubicBezTo>
                    <a:pt x="400" y="7439"/>
                    <a:pt x="400" y="8173"/>
                    <a:pt x="534" y="8874"/>
                  </a:cubicBezTo>
                  <a:cubicBezTo>
                    <a:pt x="734" y="9641"/>
                    <a:pt x="934" y="10375"/>
                    <a:pt x="1234" y="11109"/>
                  </a:cubicBezTo>
                  <a:cubicBezTo>
                    <a:pt x="1501" y="11809"/>
                    <a:pt x="1635" y="12543"/>
                    <a:pt x="1635" y="13310"/>
                  </a:cubicBezTo>
                  <a:cubicBezTo>
                    <a:pt x="1601" y="14011"/>
                    <a:pt x="1435" y="14678"/>
                    <a:pt x="1168" y="15345"/>
                  </a:cubicBezTo>
                  <a:cubicBezTo>
                    <a:pt x="968" y="15979"/>
                    <a:pt x="701" y="16579"/>
                    <a:pt x="501" y="17146"/>
                  </a:cubicBezTo>
                  <a:cubicBezTo>
                    <a:pt x="300" y="17680"/>
                    <a:pt x="167" y="18247"/>
                    <a:pt x="100" y="18814"/>
                  </a:cubicBezTo>
                  <a:cubicBezTo>
                    <a:pt x="0" y="19648"/>
                    <a:pt x="200" y="20482"/>
                    <a:pt x="634" y="21182"/>
                  </a:cubicBezTo>
                  <a:cubicBezTo>
                    <a:pt x="767" y="21383"/>
                    <a:pt x="934" y="21549"/>
                    <a:pt x="1101" y="21683"/>
                  </a:cubicBezTo>
                  <a:cubicBezTo>
                    <a:pt x="1168" y="21716"/>
                    <a:pt x="1234" y="21783"/>
                    <a:pt x="1301" y="21816"/>
                  </a:cubicBezTo>
                  <a:cubicBezTo>
                    <a:pt x="434" y="21082"/>
                    <a:pt x="34" y="19948"/>
                    <a:pt x="267" y="18847"/>
                  </a:cubicBezTo>
                  <a:cubicBezTo>
                    <a:pt x="334" y="17813"/>
                    <a:pt x="867" y="16713"/>
                    <a:pt x="1368" y="15412"/>
                  </a:cubicBezTo>
                  <a:cubicBezTo>
                    <a:pt x="1635" y="14744"/>
                    <a:pt x="1801" y="14044"/>
                    <a:pt x="1868" y="13310"/>
                  </a:cubicBezTo>
                  <a:cubicBezTo>
                    <a:pt x="1868" y="12543"/>
                    <a:pt x="1735" y="11742"/>
                    <a:pt x="1435" y="11042"/>
                  </a:cubicBezTo>
                  <a:cubicBezTo>
                    <a:pt x="1168" y="10308"/>
                    <a:pt x="934" y="9607"/>
                    <a:pt x="767" y="8840"/>
                  </a:cubicBezTo>
                  <a:cubicBezTo>
                    <a:pt x="634" y="8173"/>
                    <a:pt x="634" y="7473"/>
                    <a:pt x="767" y="6772"/>
                  </a:cubicBezTo>
                  <a:cubicBezTo>
                    <a:pt x="1001" y="5438"/>
                    <a:pt x="1468" y="4304"/>
                    <a:pt x="1635" y="3270"/>
                  </a:cubicBezTo>
                  <a:cubicBezTo>
                    <a:pt x="1801" y="2436"/>
                    <a:pt x="1768" y="1602"/>
                    <a:pt x="1568" y="801"/>
                  </a:cubicBezTo>
                  <a:cubicBezTo>
                    <a:pt x="1468" y="501"/>
                    <a:pt x="1368" y="234"/>
                    <a:pt x="1168"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4"/>
            <p:cNvSpPr/>
            <p:nvPr/>
          </p:nvSpPr>
          <p:spPr>
            <a:xfrm>
              <a:off x="2846375" y="2181025"/>
              <a:ext cx="721375" cy="1141075"/>
            </a:xfrm>
            <a:custGeom>
              <a:avLst/>
              <a:gdLst/>
              <a:ahLst/>
              <a:cxnLst/>
              <a:rect l="l" t="t" r="r" b="b"/>
              <a:pathLst>
                <a:path w="28855" h="45643" extrusionOk="0">
                  <a:moveTo>
                    <a:pt x="18288" y="1"/>
                  </a:moveTo>
                  <a:cubicBezTo>
                    <a:pt x="13947" y="1"/>
                    <a:pt x="9624" y="1405"/>
                    <a:pt x="6038" y="4176"/>
                  </a:cubicBezTo>
                  <a:lnTo>
                    <a:pt x="634" y="37433"/>
                  </a:lnTo>
                  <a:cubicBezTo>
                    <a:pt x="0" y="41269"/>
                    <a:pt x="2836" y="44872"/>
                    <a:pt x="6972" y="45539"/>
                  </a:cubicBezTo>
                  <a:cubicBezTo>
                    <a:pt x="7407" y="45609"/>
                    <a:pt x="7840" y="45642"/>
                    <a:pt x="8266" y="45642"/>
                  </a:cubicBezTo>
                  <a:cubicBezTo>
                    <a:pt x="11928" y="45642"/>
                    <a:pt x="15151" y="43164"/>
                    <a:pt x="15778" y="39668"/>
                  </a:cubicBezTo>
                  <a:cubicBezTo>
                    <a:pt x="16512" y="35598"/>
                    <a:pt x="17346" y="31329"/>
                    <a:pt x="17346" y="31329"/>
                  </a:cubicBezTo>
                  <a:cubicBezTo>
                    <a:pt x="17346" y="31329"/>
                    <a:pt x="17347" y="31329"/>
                    <a:pt x="17348" y="31329"/>
                  </a:cubicBezTo>
                  <a:cubicBezTo>
                    <a:pt x="17453" y="31329"/>
                    <a:pt x="22806" y="31296"/>
                    <a:pt x="25052" y="24691"/>
                  </a:cubicBezTo>
                  <a:cubicBezTo>
                    <a:pt x="27253" y="18353"/>
                    <a:pt x="28854" y="3008"/>
                    <a:pt x="28854" y="3008"/>
                  </a:cubicBezTo>
                  <a:cubicBezTo>
                    <a:pt x="25607" y="996"/>
                    <a:pt x="21941" y="1"/>
                    <a:pt x="18288"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4"/>
            <p:cNvSpPr/>
            <p:nvPr/>
          </p:nvSpPr>
          <p:spPr>
            <a:xfrm>
              <a:off x="3420950" y="2519525"/>
              <a:ext cx="47550" cy="43000"/>
            </a:xfrm>
            <a:custGeom>
              <a:avLst/>
              <a:gdLst/>
              <a:ahLst/>
              <a:cxnLst/>
              <a:rect l="l" t="t" r="r" b="b"/>
              <a:pathLst>
                <a:path w="1902" h="1720" extrusionOk="0">
                  <a:moveTo>
                    <a:pt x="948" y="1"/>
                  </a:moveTo>
                  <a:cubicBezTo>
                    <a:pt x="524" y="1"/>
                    <a:pt x="128" y="316"/>
                    <a:pt x="67" y="743"/>
                  </a:cubicBezTo>
                  <a:cubicBezTo>
                    <a:pt x="0" y="1210"/>
                    <a:pt x="334" y="1644"/>
                    <a:pt x="834" y="1711"/>
                  </a:cubicBezTo>
                  <a:cubicBezTo>
                    <a:pt x="874" y="1716"/>
                    <a:pt x="914" y="1719"/>
                    <a:pt x="954" y="1719"/>
                  </a:cubicBezTo>
                  <a:cubicBezTo>
                    <a:pt x="1378" y="1719"/>
                    <a:pt x="1774" y="1401"/>
                    <a:pt x="1835" y="943"/>
                  </a:cubicBezTo>
                  <a:cubicBezTo>
                    <a:pt x="1902" y="476"/>
                    <a:pt x="1535" y="43"/>
                    <a:pt x="1068" y="9"/>
                  </a:cubicBezTo>
                  <a:cubicBezTo>
                    <a:pt x="1028" y="4"/>
                    <a:pt x="988" y="1"/>
                    <a:pt x="94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4"/>
            <p:cNvSpPr/>
            <p:nvPr/>
          </p:nvSpPr>
          <p:spPr>
            <a:xfrm>
              <a:off x="3419275" y="2493575"/>
              <a:ext cx="89250" cy="31475"/>
            </a:xfrm>
            <a:custGeom>
              <a:avLst/>
              <a:gdLst/>
              <a:ahLst/>
              <a:cxnLst/>
              <a:rect l="l" t="t" r="r" b="b"/>
              <a:pathLst>
                <a:path w="3570" h="1259" extrusionOk="0">
                  <a:moveTo>
                    <a:pt x="1472" y="1"/>
                  </a:moveTo>
                  <a:cubicBezTo>
                    <a:pt x="1128" y="1"/>
                    <a:pt x="790" y="75"/>
                    <a:pt x="468" y="213"/>
                  </a:cubicBezTo>
                  <a:cubicBezTo>
                    <a:pt x="134" y="380"/>
                    <a:pt x="1" y="580"/>
                    <a:pt x="34" y="647"/>
                  </a:cubicBezTo>
                  <a:cubicBezTo>
                    <a:pt x="45" y="668"/>
                    <a:pt x="73" y="677"/>
                    <a:pt x="118" y="677"/>
                  </a:cubicBezTo>
                  <a:cubicBezTo>
                    <a:pt x="298" y="677"/>
                    <a:pt x="739" y="536"/>
                    <a:pt x="1304" y="536"/>
                  </a:cubicBezTo>
                  <a:cubicBezTo>
                    <a:pt x="1471" y="536"/>
                    <a:pt x="1650" y="548"/>
                    <a:pt x="1835" y="580"/>
                  </a:cubicBezTo>
                  <a:cubicBezTo>
                    <a:pt x="2729" y="734"/>
                    <a:pt x="3281" y="1259"/>
                    <a:pt x="3465" y="1259"/>
                  </a:cubicBezTo>
                  <a:cubicBezTo>
                    <a:pt x="3480" y="1259"/>
                    <a:pt x="3493" y="1255"/>
                    <a:pt x="3503" y="1247"/>
                  </a:cubicBezTo>
                  <a:cubicBezTo>
                    <a:pt x="3570" y="1214"/>
                    <a:pt x="3503" y="981"/>
                    <a:pt x="3236" y="714"/>
                  </a:cubicBezTo>
                  <a:cubicBezTo>
                    <a:pt x="2903" y="347"/>
                    <a:pt x="2436" y="113"/>
                    <a:pt x="1935" y="47"/>
                  </a:cubicBezTo>
                  <a:cubicBezTo>
                    <a:pt x="1780" y="16"/>
                    <a:pt x="1626" y="1"/>
                    <a:pt x="147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4"/>
            <p:cNvSpPr/>
            <p:nvPr/>
          </p:nvSpPr>
          <p:spPr>
            <a:xfrm>
              <a:off x="3177450" y="2481150"/>
              <a:ext cx="47550" cy="42175"/>
            </a:xfrm>
            <a:custGeom>
              <a:avLst/>
              <a:gdLst/>
              <a:ahLst/>
              <a:cxnLst/>
              <a:rect l="l" t="t" r="r" b="b"/>
              <a:pathLst>
                <a:path w="1902" h="1687" extrusionOk="0">
                  <a:moveTo>
                    <a:pt x="939" y="1"/>
                  </a:moveTo>
                  <a:cubicBezTo>
                    <a:pt x="523" y="1"/>
                    <a:pt x="158" y="290"/>
                    <a:pt x="67" y="744"/>
                  </a:cubicBezTo>
                  <a:cubicBezTo>
                    <a:pt x="0" y="1211"/>
                    <a:pt x="367" y="1644"/>
                    <a:pt x="834" y="1678"/>
                  </a:cubicBezTo>
                  <a:cubicBezTo>
                    <a:pt x="877" y="1683"/>
                    <a:pt x="919" y="1686"/>
                    <a:pt x="961" y="1686"/>
                  </a:cubicBezTo>
                  <a:cubicBezTo>
                    <a:pt x="1406" y="1686"/>
                    <a:pt x="1774" y="1371"/>
                    <a:pt x="1835" y="944"/>
                  </a:cubicBezTo>
                  <a:cubicBezTo>
                    <a:pt x="1901" y="477"/>
                    <a:pt x="1568" y="43"/>
                    <a:pt x="1068" y="10"/>
                  </a:cubicBezTo>
                  <a:cubicBezTo>
                    <a:pt x="1024" y="4"/>
                    <a:pt x="981" y="1"/>
                    <a:pt x="93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4"/>
            <p:cNvSpPr/>
            <p:nvPr/>
          </p:nvSpPr>
          <p:spPr>
            <a:xfrm>
              <a:off x="3169925" y="2457750"/>
              <a:ext cx="90100" cy="32275"/>
            </a:xfrm>
            <a:custGeom>
              <a:avLst/>
              <a:gdLst/>
              <a:ahLst/>
              <a:cxnLst/>
              <a:rect l="l" t="t" r="r" b="b"/>
              <a:pathLst>
                <a:path w="3604" h="1291" extrusionOk="0">
                  <a:moveTo>
                    <a:pt x="1520" y="0"/>
                  </a:moveTo>
                  <a:cubicBezTo>
                    <a:pt x="1171" y="0"/>
                    <a:pt x="828" y="82"/>
                    <a:pt x="501" y="245"/>
                  </a:cubicBezTo>
                  <a:cubicBezTo>
                    <a:pt x="168" y="412"/>
                    <a:pt x="1" y="579"/>
                    <a:pt x="68" y="646"/>
                  </a:cubicBezTo>
                  <a:cubicBezTo>
                    <a:pt x="79" y="669"/>
                    <a:pt x="112" y="678"/>
                    <a:pt x="164" y="678"/>
                  </a:cubicBezTo>
                  <a:cubicBezTo>
                    <a:pt x="346" y="678"/>
                    <a:pt x="762" y="564"/>
                    <a:pt x="1294" y="564"/>
                  </a:cubicBezTo>
                  <a:cubicBezTo>
                    <a:pt x="1474" y="564"/>
                    <a:pt x="1667" y="578"/>
                    <a:pt x="1869" y="612"/>
                  </a:cubicBezTo>
                  <a:cubicBezTo>
                    <a:pt x="2763" y="766"/>
                    <a:pt x="3315" y="1291"/>
                    <a:pt x="3499" y="1291"/>
                  </a:cubicBezTo>
                  <a:cubicBezTo>
                    <a:pt x="3514" y="1291"/>
                    <a:pt x="3527" y="1287"/>
                    <a:pt x="3537" y="1279"/>
                  </a:cubicBezTo>
                  <a:cubicBezTo>
                    <a:pt x="3603" y="1246"/>
                    <a:pt x="3537" y="1046"/>
                    <a:pt x="3270" y="746"/>
                  </a:cubicBezTo>
                  <a:cubicBezTo>
                    <a:pt x="2936" y="379"/>
                    <a:pt x="2469" y="145"/>
                    <a:pt x="1969" y="45"/>
                  </a:cubicBezTo>
                  <a:cubicBezTo>
                    <a:pt x="1819" y="15"/>
                    <a:pt x="1669" y="0"/>
                    <a:pt x="152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4"/>
            <p:cNvSpPr/>
            <p:nvPr/>
          </p:nvSpPr>
          <p:spPr>
            <a:xfrm>
              <a:off x="3313375" y="2482200"/>
              <a:ext cx="64225" cy="206025"/>
            </a:xfrm>
            <a:custGeom>
              <a:avLst/>
              <a:gdLst/>
              <a:ahLst/>
              <a:cxnLst/>
              <a:rect l="l" t="t" r="r" b="b"/>
              <a:pathLst>
                <a:path w="2569" h="8241" extrusionOk="0">
                  <a:moveTo>
                    <a:pt x="970" y="1"/>
                  </a:moveTo>
                  <a:cubicBezTo>
                    <a:pt x="969" y="1"/>
                    <a:pt x="968" y="1"/>
                    <a:pt x="968" y="1"/>
                  </a:cubicBezTo>
                  <a:cubicBezTo>
                    <a:pt x="834" y="1"/>
                    <a:pt x="1168" y="2303"/>
                    <a:pt x="1702" y="5072"/>
                  </a:cubicBezTo>
                  <a:cubicBezTo>
                    <a:pt x="1835" y="5772"/>
                    <a:pt x="1968" y="6439"/>
                    <a:pt x="2102" y="7040"/>
                  </a:cubicBezTo>
                  <a:cubicBezTo>
                    <a:pt x="2202" y="7273"/>
                    <a:pt x="2202" y="7540"/>
                    <a:pt x="2135" y="7807"/>
                  </a:cubicBezTo>
                  <a:cubicBezTo>
                    <a:pt x="2068" y="7940"/>
                    <a:pt x="1835" y="7940"/>
                    <a:pt x="1568" y="7940"/>
                  </a:cubicBezTo>
                  <a:cubicBezTo>
                    <a:pt x="1318" y="7907"/>
                    <a:pt x="1059" y="7890"/>
                    <a:pt x="797" y="7890"/>
                  </a:cubicBezTo>
                  <a:cubicBezTo>
                    <a:pt x="534" y="7890"/>
                    <a:pt x="267" y="7907"/>
                    <a:pt x="0" y="7940"/>
                  </a:cubicBezTo>
                  <a:cubicBezTo>
                    <a:pt x="501" y="8107"/>
                    <a:pt x="1034" y="8207"/>
                    <a:pt x="1568" y="8240"/>
                  </a:cubicBezTo>
                  <a:lnTo>
                    <a:pt x="1968" y="8240"/>
                  </a:lnTo>
                  <a:cubicBezTo>
                    <a:pt x="2169" y="8207"/>
                    <a:pt x="2335" y="8107"/>
                    <a:pt x="2435" y="7940"/>
                  </a:cubicBezTo>
                  <a:cubicBezTo>
                    <a:pt x="2569" y="7640"/>
                    <a:pt x="2569" y="7306"/>
                    <a:pt x="2469" y="6973"/>
                  </a:cubicBezTo>
                  <a:cubicBezTo>
                    <a:pt x="2369" y="6372"/>
                    <a:pt x="2235" y="5705"/>
                    <a:pt x="2135" y="5005"/>
                  </a:cubicBezTo>
                  <a:cubicBezTo>
                    <a:pt x="1605" y="2223"/>
                    <a:pt x="1076" y="1"/>
                    <a:pt x="97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4"/>
            <p:cNvSpPr/>
            <p:nvPr/>
          </p:nvSpPr>
          <p:spPr>
            <a:xfrm>
              <a:off x="3061525" y="2862500"/>
              <a:ext cx="218525" cy="141775"/>
            </a:xfrm>
            <a:custGeom>
              <a:avLst/>
              <a:gdLst/>
              <a:ahLst/>
              <a:cxnLst/>
              <a:rect l="l" t="t" r="r" b="b"/>
              <a:pathLst>
                <a:path w="8741" h="5671" extrusionOk="0">
                  <a:moveTo>
                    <a:pt x="0" y="0"/>
                  </a:moveTo>
                  <a:cubicBezTo>
                    <a:pt x="1" y="0"/>
                    <a:pt x="1402" y="5104"/>
                    <a:pt x="8373" y="5671"/>
                  </a:cubicBezTo>
                  <a:lnTo>
                    <a:pt x="8740" y="4070"/>
                  </a:lnTo>
                  <a:cubicBezTo>
                    <a:pt x="5504" y="3536"/>
                    <a:pt x="2469" y="2135"/>
                    <a:pt x="0"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4"/>
            <p:cNvSpPr/>
            <p:nvPr/>
          </p:nvSpPr>
          <p:spPr>
            <a:xfrm>
              <a:off x="3217475" y="2713100"/>
              <a:ext cx="77575" cy="51650"/>
            </a:xfrm>
            <a:custGeom>
              <a:avLst/>
              <a:gdLst/>
              <a:ahLst/>
              <a:cxnLst/>
              <a:rect l="l" t="t" r="r" b="b"/>
              <a:pathLst>
                <a:path w="3103" h="2066" extrusionOk="0">
                  <a:moveTo>
                    <a:pt x="1472" y="0"/>
                  </a:moveTo>
                  <a:cubicBezTo>
                    <a:pt x="1088" y="0"/>
                    <a:pt x="734" y="135"/>
                    <a:pt x="434" y="405"/>
                  </a:cubicBezTo>
                  <a:cubicBezTo>
                    <a:pt x="100" y="672"/>
                    <a:pt x="0" y="1139"/>
                    <a:pt x="167" y="1540"/>
                  </a:cubicBezTo>
                  <a:cubicBezTo>
                    <a:pt x="360" y="1871"/>
                    <a:pt x="714" y="2065"/>
                    <a:pt x="1095" y="2065"/>
                  </a:cubicBezTo>
                  <a:cubicBezTo>
                    <a:pt x="1174" y="2065"/>
                    <a:pt x="1254" y="2057"/>
                    <a:pt x="1335" y="2040"/>
                  </a:cubicBezTo>
                  <a:cubicBezTo>
                    <a:pt x="1835" y="1973"/>
                    <a:pt x="2269" y="1806"/>
                    <a:pt x="2669" y="1540"/>
                  </a:cubicBezTo>
                  <a:cubicBezTo>
                    <a:pt x="2802" y="1473"/>
                    <a:pt x="2902" y="1406"/>
                    <a:pt x="3002" y="1306"/>
                  </a:cubicBezTo>
                  <a:cubicBezTo>
                    <a:pt x="3102" y="1206"/>
                    <a:pt x="3102" y="1073"/>
                    <a:pt x="3069" y="973"/>
                  </a:cubicBezTo>
                  <a:lnTo>
                    <a:pt x="3036" y="939"/>
                  </a:lnTo>
                  <a:cubicBezTo>
                    <a:pt x="2736" y="405"/>
                    <a:pt x="2202" y="39"/>
                    <a:pt x="1601" y="5"/>
                  </a:cubicBezTo>
                  <a:cubicBezTo>
                    <a:pt x="1558" y="2"/>
                    <a:pt x="1515" y="0"/>
                    <a:pt x="1472"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4"/>
            <p:cNvSpPr/>
            <p:nvPr/>
          </p:nvSpPr>
          <p:spPr>
            <a:xfrm>
              <a:off x="3233325" y="2684875"/>
              <a:ext cx="72575" cy="78950"/>
            </a:xfrm>
            <a:custGeom>
              <a:avLst/>
              <a:gdLst/>
              <a:ahLst/>
              <a:cxnLst/>
              <a:rect l="l" t="t" r="r" b="b"/>
              <a:pathLst>
                <a:path w="2903" h="3158" extrusionOk="0">
                  <a:moveTo>
                    <a:pt x="300" y="0"/>
                  </a:moveTo>
                  <a:cubicBezTo>
                    <a:pt x="234" y="0"/>
                    <a:pt x="67" y="234"/>
                    <a:pt x="33" y="667"/>
                  </a:cubicBezTo>
                  <a:cubicBezTo>
                    <a:pt x="0" y="1234"/>
                    <a:pt x="200" y="1835"/>
                    <a:pt x="567" y="2268"/>
                  </a:cubicBezTo>
                  <a:cubicBezTo>
                    <a:pt x="967" y="2735"/>
                    <a:pt x="1534" y="3036"/>
                    <a:pt x="2135" y="3136"/>
                  </a:cubicBezTo>
                  <a:cubicBezTo>
                    <a:pt x="2243" y="3151"/>
                    <a:pt x="2341" y="3158"/>
                    <a:pt x="2427" y="3158"/>
                  </a:cubicBezTo>
                  <a:cubicBezTo>
                    <a:pt x="2712" y="3158"/>
                    <a:pt x="2869" y="3087"/>
                    <a:pt x="2869" y="3036"/>
                  </a:cubicBezTo>
                  <a:cubicBezTo>
                    <a:pt x="2902" y="2902"/>
                    <a:pt x="1768" y="2835"/>
                    <a:pt x="1034" y="1935"/>
                  </a:cubicBezTo>
                  <a:cubicBezTo>
                    <a:pt x="300" y="1034"/>
                    <a:pt x="467" y="0"/>
                    <a:pt x="30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4"/>
            <p:cNvSpPr/>
            <p:nvPr/>
          </p:nvSpPr>
          <p:spPr>
            <a:xfrm>
              <a:off x="3112400" y="2073075"/>
              <a:ext cx="477850" cy="395325"/>
            </a:xfrm>
            <a:custGeom>
              <a:avLst/>
              <a:gdLst/>
              <a:ahLst/>
              <a:cxnLst/>
              <a:rect l="l" t="t" r="r" b="b"/>
              <a:pathLst>
                <a:path w="19114" h="15813" extrusionOk="0">
                  <a:moveTo>
                    <a:pt x="6585" y="0"/>
                  </a:moveTo>
                  <a:cubicBezTo>
                    <a:pt x="5893" y="0"/>
                    <a:pt x="5208" y="56"/>
                    <a:pt x="4537" y="188"/>
                  </a:cubicBezTo>
                  <a:cubicBezTo>
                    <a:pt x="2502" y="588"/>
                    <a:pt x="601" y="1756"/>
                    <a:pt x="0" y="3457"/>
                  </a:cubicBezTo>
                  <a:lnTo>
                    <a:pt x="34" y="3624"/>
                  </a:lnTo>
                  <a:cubicBezTo>
                    <a:pt x="1868" y="7660"/>
                    <a:pt x="7806" y="12564"/>
                    <a:pt x="12376" y="14331"/>
                  </a:cubicBezTo>
                  <a:cubicBezTo>
                    <a:pt x="11975" y="13498"/>
                    <a:pt x="9407" y="11129"/>
                    <a:pt x="8973" y="10295"/>
                  </a:cubicBezTo>
                  <a:lnTo>
                    <a:pt x="8973" y="10295"/>
                  </a:lnTo>
                  <a:cubicBezTo>
                    <a:pt x="10841" y="12330"/>
                    <a:pt x="13510" y="15065"/>
                    <a:pt x="16345" y="15732"/>
                  </a:cubicBezTo>
                  <a:cubicBezTo>
                    <a:pt x="16511" y="15788"/>
                    <a:pt x="16696" y="15812"/>
                    <a:pt x="16885" y="15812"/>
                  </a:cubicBezTo>
                  <a:cubicBezTo>
                    <a:pt x="17039" y="15812"/>
                    <a:pt x="17196" y="15796"/>
                    <a:pt x="17346" y="15766"/>
                  </a:cubicBezTo>
                  <a:cubicBezTo>
                    <a:pt x="17713" y="15566"/>
                    <a:pt x="17980" y="15199"/>
                    <a:pt x="18046" y="14765"/>
                  </a:cubicBezTo>
                  <a:cubicBezTo>
                    <a:pt x="18580" y="12730"/>
                    <a:pt x="18914" y="10629"/>
                    <a:pt x="19014" y="8527"/>
                  </a:cubicBezTo>
                  <a:cubicBezTo>
                    <a:pt x="19114" y="6759"/>
                    <a:pt x="18513" y="4991"/>
                    <a:pt x="17379" y="3624"/>
                  </a:cubicBezTo>
                  <a:cubicBezTo>
                    <a:pt x="15812" y="1889"/>
                    <a:pt x="13243" y="1022"/>
                    <a:pt x="10808" y="522"/>
                  </a:cubicBezTo>
                  <a:cubicBezTo>
                    <a:pt x="9422" y="231"/>
                    <a:pt x="7991" y="0"/>
                    <a:pt x="658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4"/>
            <p:cNvSpPr/>
            <p:nvPr/>
          </p:nvSpPr>
          <p:spPr>
            <a:xfrm>
              <a:off x="2838875" y="2082525"/>
              <a:ext cx="344425" cy="701600"/>
            </a:xfrm>
            <a:custGeom>
              <a:avLst/>
              <a:gdLst/>
              <a:ahLst/>
              <a:cxnLst/>
              <a:rect l="l" t="t" r="r" b="b"/>
              <a:pathLst>
                <a:path w="13777" h="28064" extrusionOk="0">
                  <a:moveTo>
                    <a:pt x="10133" y="1"/>
                  </a:moveTo>
                  <a:cubicBezTo>
                    <a:pt x="1529" y="1"/>
                    <a:pt x="615" y="10584"/>
                    <a:pt x="200" y="13753"/>
                  </a:cubicBezTo>
                  <a:cubicBezTo>
                    <a:pt x="33" y="15321"/>
                    <a:pt x="0" y="16889"/>
                    <a:pt x="33" y="18457"/>
                  </a:cubicBezTo>
                  <a:lnTo>
                    <a:pt x="33" y="18490"/>
                  </a:lnTo>
                  <a:cubicBezTo>
                    <a:pt x="33" y="22426"/>
                    <a:pt x="3002" y="28064"/>
                    <a:pt x="3002" y="28064"/>
                  </a:cubicBezTo>
                  <a:cubicBezTo>
                    <a:pt x="7272" y="25061"/>
                    <a:pt x="7239" y="16722"/>
                    <a:pt x="7239" y="16722"/>
                  </a:cubicBezTo>
                  <a:cubicBezTo>
                    <a:pt x="13410" y="12219"/>
                    <a:pt x="12476" y="3880"/>
                    <a:pt x="12476" y="3880"/>
                  </a:cubicBezTo>
                  <a:lnTo>
                    <a:pt x="13777" y="544"/>
                  </a:lnTo>
                  <a:cubicBezTo>
                    <a:pt x="12430" y="170"/>
                    <a:pt x="11220" y="1"/>
                    <a:pt x="1013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4"/>
            <p:cNvSpPr/>
            <p:nvPr/>
          </p:nvSpPr>
          <p:spPr>
            <a:xfrm>
              <a:off x="2909750" y="2478625"/>
              <a:ext cx="116775" cy="171350"/>
            </a:xfrm>
            <a:custGeom>
              <a:avLst/>
              <a:gdLst/>
              <a:ahLst/>
              <a:cxnLst/>
              <a:rect l="l" t="t" r="r" b="b"/>
              <a:pathLst>
                <a:path w="4671" h="6854" extrusionOk="0">
                  <a:moveTo>
                    <a:pt x="3087" y="1"/>
                  </a:moveTo>
                  <a:cubicBezTo>
                    <a:pt x="2871" y="1"/>
                    <a:pt x="2653" y="16"/>
                    <a:pt x="2436" y="44"/>
                  </a:cubicBezTo>
                  <a:cubicBezTo>
                    <a:pt x="1668" y="178"/>
                    <a:pt x="1001" y="611"/>
                    <a:pt x="568" y="1245"/>
                  </a:cubicBezTo>
                  <a:cubicBezTo>
                    <a:pt x="167" y="1879"/>
                    <a:pt x="0" y="2679"/>
                    <a:pt x="134" y="3447"/>
                  </a:cubicBezTo>
                  <a:cubicBezTo>
                    <a:pt x="301" y="4180"/>
                    <a:pt x="601" y="4914"/>
                    <a:pt x="1068" y="5515"/>
                  </a:cubicBezTo>
                  <a:cubicBezTo>
                    <a:pt x="1368" y="5982"/>
                    <a:pt x="1768" y="6349"/>
                    <a:pt x="2235" y="6649"/>
                  </a:cubicBezTo>
                  <a:cubicBezTo>
                    <a:pt x="2494" y="6787"/>
                    <a:pt x="2779" y="6853"/>
                    <a:pt x="3059" y="6853"/>
                  </a:cubicBezTo>
                  <a:cubicBezTo>
                    <a:pt x="3321" y="6853"/>
                    <a:pt x="3577" y="6795"/>
                    <a:pt x="3803" y="6682"/>
                  </a:cubicBezTo>
                  <a:lnTo>
                    <a:pt x="4670" y="311"/>
                  </a:lnTo>
                  <a:cubicBezTo>
                    <a:pt x="4169" y="96"/>
                    <a:pt x="3633" y="1"/>
                    <a:pt x="3087"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4"/>
            <p:cNvSpPr/>
            <p:nvPr/>
          </p:nvSpPr>
          <p:spPr>
            <a:xfrm>
              <a:off x="2950600" y="2503525"/>
              <a:ext cx="61750" cy="98250"/>
            </a:xfrm>
            <a:custGeom>
              <a:avLst/>
              <a:gdLst/>
              <a:ahLst/>
              <a:cxnLst/>
              <a:rect l="l" t="t" r="r" b="b"/>
              <a:pathLst>
                <a:path w="2470" h="3930" extrusionOk="0">
                  <a:moveTo>
                    <a:pt x="1459" y="1"/>
                  </a:moveTo>
                  <a:cubicBezTo>
                    <a:pt x="1120" y="1"/>
                    <a:pt x="796" y="160"/>
                    <a:pt x="568" y="416"/>
                  </a:cubicBezTo>
                  <a:cubicBezTo>
                    <a:pt x="268" y="749"/>
                    <a:pt x="68" y="1183"/>
                    <a:pt x="34" y="1683"/>
                  </a:cubicBezTo>
                  <a:cubicBezTo>
                    <a:pt x="1" y="2084"/>
                    <a:pt x="68" y="2551"/>
                    <a:pt x="201" y="2951"/>
                  </a:cubicBezTo>
                  <a:cubicBezTo>
                    <a:pt x="301" y="3318"/>
                    <a:pt x="568" y="3618"/>
                    <a:pt x="902" y="3818"/>
                  </a:cubicBezTo>
                  <a:cubicBezTo>
                    <a:pt x="1073" y="3899"/>
                    <a:pt x="1226" y="3929"/>
                    <a:pt x="1358" y="3929"/>
                  </a:cubicBezTo>
                  <a:cubicBezTo>
                    <a:pt x="1715" y="3929"/>
                    <a:pt x="1909" y="3709"/>
                    <a:pt x="1836" y="3685"/>
                  </a:cubicBezTo>
                  <a:cubicBezTo>
                    <a:pt x="1802" y="3618"/>
                    <a:pt x="1469" y="3685"/>
                    <a:pt x="1102" y="3451"/>
                  </a:cubicBezTo>
                  <a:cubicBezTo>
                    <a:pt x="735" y="3184"/>
                    <a:pt x="568" y="2451"/>
                    <a:pt x="601" y="1683"/>
                  </a:cubicBezTo>
                  <a:cubicBezTo>
                    <a:pt x="635" y="916"/>
                    <a:pt x="1135" y="449"/>
                    <a:pt x="1635" y="416"/>
                  </a:cubicBezTo>
                  <a:cubicBezTo>
                    <a:pt x="1667" y="414"/>
                    <a:pt x="1697" y="413"/>
                    <a:pt x="1725" y="413"/>
                  </a:cubicBezTo>
                  <a:cubicBezTo>
                    <a:pt x="2129" y="413"/>
                    <a:pt x="2309" y="616"/>
                    <a:pt x="2403" y="616"/>
                  </a:cubicBezTo>
                  <a:cubicBezTo>
                    <a:pt x="2469" y="616"/>
                    <a:pt x="2336" y="116"/>
                    <a:pt x="1635" y="16"/>
                  </a:cubicBezTo>
                  <a:cubicBezTo>
                    <a:pt x="1576" y="6"/>
                    <a:pt x="1517" y="1"/>
                    <a:pt x="1459"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4"/>
            <p:cNvSpPr/>
            <p:nvPr/>
          </p:nvSpPr>
          <p:spPr>
            <a:xfrm>
              <a:off x="2722125" y="2675700"/>
              <a:ext cx="270200" cy="560800"/>
            </a:xfrm>
            <a:custGeom>
              <a:avLst/>
              <a:gdLst/>
              <a:ahLst/>
              <a:cxnLst/>
              <a:rect l="l" t="t" r="r" b="b"/>
              <a:pathLst>
                <a:path w="10808" h="22432" extrusionOk="0">
                  <a:moveTo>
                    <a:pt x="10374" y="0"/>
                  </a:moveTo>
                  <a:lnTo>
                    <a:pt x="10374" y="0"/>
                  </a:lnTo>
                  <a:cubicBezTo>
                    <a:pt x="9775" y="218"/>
                    <a:pt x="9374" y="732"/>
                    <a:pt x="9159" y="1343"/>
                  </a:cubicBezTo>
                  <a:lnTo>
                    <a:pt x="9159" y="1343"/>
                  </a:lnTo>
                  <a:lnTo>
                    <a:pt x="10374" y="0"/>
                  </a:lnTo>
                  <a:close/>
                  <a:moveTo>
                    <a:pt x="9159" y="1343"/>
                  </a:moveTo>
                  <a:lnTo>
                    <a:pt x="2135" y="9107"/>
                  </a:lnTo>
                  <a:cubicBezTo>
                    <a:pt x="3002" y="12509"/>
                    <a:pt x="0" y="16145"/>
                    <a:pt x="1168" y="19481"/>
                  </a:cubicBezTo>
                  <a:cubicBezTo>
                    <a:pt x="1809" y="21299"/>
                    <a:pt x="3501" y="22431"/>
                    <a:pt x="5332" y="22431"/>
                  </a:cubicBezTo>
                  <a:cubicBezTo>
                    <a:pt x="5786" y="22431"/>
                    <a:pt x="6248" y="22362"/>
                    <a:pt x="6705" y="22216"/>
                  </a:cubicBezTo>
                  <a:cubicBezTo>
                    <a:pt x="8973" y="21449"/>
                    <a:pt x="10241" y="19014"/>
                    <a:pt x="9540" y="16712"/>
                  </a:cubicBezTo>
                  <a:cubicBezTo>
                    <a:pt x="9040" y="15078"/>
                    <a:pt x="7572" y="13476"/>
                    <a:pt x="8273" y="11909"/>
                  </a:cubicBezTo>
                  <a:cubicBezTo>
                    <a:pt x="8673" y="11041"/>
                    <a:pt x="9640" y="10574"/>
                    <a:pt x="10174" y="9740"/>
                  </a:cubicBezTo>
                  <a:cubicBezTo>
                    <a:pt x="10808" y="8740"/>
                    <a:pt x="10608" y="7439"/>
                    <a:pt x="10174" y="6305"/>
                  </a:cubicBezTo>
                  <a:cubicBezTo>
                    <a:pt x="9774" y="5204"/>
                    <a:pt x="9173" y="4170"/>
                    <a:pt x="9007" y="2969"/>
                  </a:cubicBezTo>
                  <a:cubicBezTo>
                    <a:pt x="8930" y="2436"/>
                    <a:pt x="8979" y="1855"/>
                    <a:pt x="9159" y="134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4"/>
            <p:cNvSpPr/>
            <p:nvPr/>
          </p:nvSpPr>
          <p:spPr>
            <a:xfrm>
              <a:off x="2643725" y="2131125"/>
              <a:ext cx="312750" cy="1103275"/>
            </a:xfrm>
            <a:custGeom>
              <a:avLst/>
              <a:gdLst/>
              <a:ahLst/>
              <a:cxnLst/>
              <a:rect l="l" t="t" r="r" b="b"/>
              <a:pathLst>
                <a:path w="12510" h="44131" extrusionOk="0">
                  <a:moveTo>
                    <a:pt x="12509" y="1"/>
                  </a:moveTo>
                  <a:lnTo>
                    <a:pt x="12509" y="1"/>
                  </a:lnTo>
                  <a:cubicBezTo>
                    <a:pt x="9341" y="2569"/>
                    <a:pt x="5638" y="8574"/>
                    <a:pt x="5371" y="12610"/>
                  </a:cubicBezTo>
                  <a:cubicBezTo>
                    <a:pt x="5204" y="15212"/>
                    <a:pt x="5671" y="17980"/>
                    <a:pt x="4504" y="20282"/>
                  </a:cubicBezTo>
                  <a:cubicBezTo>
                    <a:pt x="3837" y="21583"/>
                    <a:pt x="2736" y="22584"/>
                    <a:pt x="1768" y="23718"/>
                  </a:cubicBezTo>
                  <a:cubicBezTo>
                    <a:pt x="834" y="24852"/>
                    <a:pt x="1" y="26220"/>
                    <a:pt x="134" y="27687"/>
                  </a:cubicBezTo>
                  <a:cubicBezTo>
                    <a:pt x="367" y="29756"/>
                    <a:pt x="2402" y="31223"/>
                    <a:pt x="2736" y="33291"/>
                  </a:cubicBezTo>
                  <a:cubicBezTo>
                    <a:pt x="2936" y="34492"/>
                    <a:pt x="2502" y="35726"/>
                    <a:pt x="2235" y="36927"/>
                  </a:cubicBezTo>
                  <a:cubicBezTo>
                    <a:pt x="1935" y="38128"/>
                    <a:pt x="1869" y="39529"/>
                    <a:pt x="2702" y="40463"/>
                  </a:cubicBezTo>
                  <a:cubicBezTo>
                    <a:pt x="3754" y="41676"/>
                    <a:pt x="6329" y="44131"/>
                    <a:pt x="7808" y="44131"/>
                  </a:cubicBezTo>
                  <a:cubicBezTo>
                    <a:pt x="8159" y="44131"/>
                    <a:pt x="8448" y="43992"/>
                    <a:pt x="8640" y="43665"/>
                  </a:cubicBezTo>
                  <a:cubicBezTo>
                    <a:pt x="9641" y="41931"/>
                    <a:pt x="8473" y="35560"/>
                    <a:pt x="8340" y="33558"/>
                  </a:cubicBezTo>
                  <a:cubicBezTo>
                    <a:pt x="7539" y="23084"/>
                    <a:pt x="8473" y="12543"/>
                    <a:pt x="11108" y="2369"/>
                  </a:cubicBezTo>
                  <a:lnTo>
                    <a:pt x="1250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4"/>
            <p:cNvSpPr/>
            <p:nvPr/>
          </p:nvSpPr>
          <p:spPr>
            <a:xfrm>
              <a:off x="2604525" y="2145300"/>
              <a:ext cx="370300" cy="930700"/>
            </a:xfrm>
            <a:custGeom>
              <a:avLst/>
              <a:gdLst/>
              <a:ahLst/>
              <a:cxnLst/>
              <a:rect l="l" t="t" r="r" b="b"/>
              <a:pathLst>
                <a:path w="14812" h="37228" extrusionOk="0">
                  <a:moveTo>
                    <a:pt x="14811" y="1"/>
                  </a:moveTo>
                  <a:cubicBezTo>
                    <a:pt x="14811" y="1"/>
                    <a:pt x="14778" y="1"/>
                    <a:pt x="14711" y="68"/>
                  </a:cubicBezTo>
                  <a:cubicBezTo>
                    <a:pt x="14745" y="34"/>
                    <a:pt x="14778" y="34"/>
                    <a:pt x="14811" y="1"/>
                  </a:cubicBezTo>
                  <a:close/>
                  <a:moveTo>
                    <a:pt x="14711" y="68"/>
                  </a:moveTo>
                  <a:lnTo>
                    <a:pt x="14378" y="168"/>
                  </a:lnTo>
                  <a:cubicBezTo>
                    <a:pt x="14244" y="201"/>
                    <a:pt x="14044" y="268"/>
                    <a:pt x="13844" y="368"/>
                  </a:cubicBezTo>
                  <a:lnTo>
                    <a:pt x="13143" y="668"/>
                  </a:lnTo>
                  <a:cubicBezTo>
                    <a:pt x="12910" y="802"/>
                    <a:pt x="12610" y="968"/>
                    <a:pt x="12310" y="1135"/>
                  </a:cubicBezTo>
                  <a:cubicBezTo>
                    <a:pt x="12009" y="1302"/>
                    <a:pt x="11676" y="1535"/>
                    <a:pt x="11342" y="1769"/>
                  </a:cubicBezTo>
                  <a:cubicBezTo>
                    <a:pt x="10575" y="2303"/>
                    <a:pt x="9874" y="2936"/>
                    <a:pt x="9274" y="3637"/>
                  </a:cubicBezTo>
                  <a:cubicBezTo>
                    <a:pt x="7606" y="5438"/>
                    <a:pt x="6472" y="7673"/>
                    <a:pt x="5972" y="10075"/>
                  </a:cubicBezTo>
                  <a:lnTo>
                    <a:pt x="5872" y="10609"/>
                  </a:lnTo>
                  <a:cubicBezTo>
                    <a:pt x="5838" y="10775"/>
                    <a:pt x="5838" y="10942"/>
                    <a:pt x="5805" y="11109"/>
                  </a:cubicBezTo>
                  <a:cubicBezTo>
                    <a:pt x="5772" y="11476"/>
                    <a:pt x="5738" y="11809"/>
                    <a:pt x="5738" y="12176"/>
                  </a:cubicBezTo>
                  <a:cubicBezTo>
                    <a:pt x="5705" y="12910"/>
                    <a:pt x="5738" y="13644"/>
                    <a:pt x="5772" y="14378"/>
                  </a:cubicBezTo>
                  <a:cubicBezTo>
                    <a:pt x="5805" y="15879"/>
                    <a:pt x="5905" y="17447"/>
                    <a:pt x="5571" y="18981"/>
                  </a:cubicBezTo>
                  <a:cubicBezTo>
                    <a:pt x="5438" y="19715"/>
                    <a:pt x="5138" y="20449"/>
                    <a:pt x="4737" y="21116"/>
                  </a:cubicBezTo>
                  <a:cubicBezTo>
                    <a:pt x="4337" y="21750"/>
                    <a:pt x="3870" y="22317"/>
                    <a:pt x="3336" y="22851"/>
                  </a:cubicBezTo>
                  <a:cubicBezTo>
                    <a:pt x="2336" y="23951"/>
                    <a:pt x="1235" y="24952"/>
                    <a:pt x="601" y="26186"/>
                  </a:cubicBezTo>
                  <a:cubicBezTo>
                    <a:pt x="301" y="26787"/>
                    <a:pt x="101" y="27454"/>
                    <a:pt x="34" y="28154"/>
                  </a:cubicBezTo>
                  <a:cubicBezTo>
                    <a:pt x="1" y="28455"/>
                    <a:pt x="34" y="28788"/>
                    <a:pt x="67" y="29122"/>
                  </a:cubicBezTo>
                  <a:cubicBezTo>
                    <a:pt x="134" y="29422"/>
                    <a:pt x="268" y="29722"/>
                    <a:pt x="401" y="30022"/>
                  </a:cubicBezTo>
                  <a:cubicBezTo>
                    <a:pt x="701" y="30523"/>
                    <a:pt x="1102" y="30990"/>
                    <a:pt x="1569" y="31357"/>
                  </a:cubicBezTo>
                  <a:cubicBezTo>
                    <a:pt x="2002" y="31724"/>
                    <a:pt x="2469" y="32024"/>
                    <a:pt x="2903" y="32324"/>
                  </a:cubicBezTo>
                  <a:cubicBezTo>
                    <a:pt x="3670" y="32824"/>
                    <a:pt x="4304" y="33525"/>
                    <a:pt x="4737" y="34326"/>
                  </a:cubicBezTo>
                  <a:cubicBezTo>
                    <a:pt x="4904" y="34659"/>
                    <a:pt x="4971" y="35059"/>
                    <a:pt x="4971" y="35426"/>
                  </a:cubicBezTo>
                  <a:cubicBezTo>
                    <a:pt x="4938" y="35727"/>
                    <a:pt x="4838" y="36027"/>
                    <a:pt x="4704" y="36327"/>
                  </a:cubicBezTo>
                  <a:cubicBezTo>
                    <a:pt x="4571" y="36527"/>
                    <a:pt x="4404" y="36727"/>
                    <a:pt x="4237" y="36894"/>
                  </a:cubicBezTo>
                  <a:cubicBezTo>
                    <a:pt x="4070" y="37027"/>
                    <a:pt x="3904" y="37094"/>
                    <a:pt x="3737" y="37161"/>
                  </a:cubicBezTo>
                  <a:cubicBezTo>
                    <a:pt x="3603" y="37194"/>
                    <a:pt x="3437" y="37194"/>
                    <a:pt x="3270" y="37228"/>
                  </a:cubicBezTo>
                  <a:lnTo>
                    <a:pt x="3370" y="37228"/>
                  </a:lnTo>
                  <a:cubicBezTo>
                    <a:pt x="3503" y="37228"/>
                    <a:pt x="3603" y="37194"/>
                    <a:pt x="3737" y="37194"/>
                  </a:cubicBezTo>
                  <a:cubicBezTo>
                    <a:pt x="3904" y="37128"/>
                    <a:pt x="4070" y="37061"/>
                    <a:pt x="4237" y="36927"/>
                  </a:cubicBezTo>
                  <a:cubicBezTo>
                    <a:pt x="4437" y="36761"/>
                    <a:pt x="4604" y="36560"/>
                    <a:pt x="4737" y="36327"/>
                  </a:cubicBezTo>
                  <a:cubicBezTo>
                    <a:pt x="4904" y="36060"/>
                    <a:pt x="5004" y="35727"/>
                    <a:pt x="5038" y="35426"/>
                  </a:cubicBezTo>
                  <a:cubicBezTo>
                    <a:pt x="5071" y="35026"/>
                    <a:pt x="5004" y="34626"/>
                    <a:pt x="4838" y="34259"/>
                  </a:cubicBezTo>
                  <a:cubicBezTo>
                    <a:pt x="4404" y="33425"/>
                    <a:pt x="3737" y="32691"/>
                    <a:pt x="2970" y="32191"/>
                  </a:cubicBezTo>
                  <a:cubicBezTo>
                    <a:pt x="2536" y="31857"/>
                    <a:pt x="2069" y="31557"/>
                    <a:pt x="1669" y="31190"/>
                  </a:cubicBezTo>
                  <a:cubicBezTo>
                    <a:pt x="1202" y="30823"/>
                    <a:pt x="835" y="30389"/>
                    <a:pt x="534" y="29889"/>
                  </a:cubicBezTo>
                  <a:cubicBezTo>
                    <a:pt x="401" y="29622"/>
                    <a:pt x="301" y="29355"/>
                    <a:pt x="234" y="29055"/>
                  </a:cubicBezTo>
                  <a:cubicBezTo>
                    <a:pt x="168" y="28755"/>
                    <a:pt x="168" y="28455"/>
                    <a:pt x="201" y="28121"/>
                  </a:cubicBezTo>
                  <a:cubicBezTo>
                    <a:pt x="268" y="27487"/>
                    <a:pt x="468" y="26854"/>
                    <a:pt x="768" y="26253"/>
                  </a:cubicBezTo>
                  <a:cubicBezTo>
                    <a:pt x="1402" y="25052"/>
                    <a:pt x="2436" y="24085"/>
                    <a:pt x="3470" y="22984"/>
                  </a:cubicBezTo>
                  <a:cubicBezTo>
                    <a:pt x="4004" y="22450"/>
                    <a:pt x="4504" y="21850"/>
                    <a:pt x="4904" y="21216"/>
                  </a:cubicBezTo>
                  <a:cubicBezTo>
                    <a:pt x="5305" y="20516"/>
                    <a:pt x="5605" y="19782"/>
                    <a:pt x="5772" y="19015"/>
                  </a:cubicBezTo>
                  <a:cubicBezTo>
                    <a:pt x="6105" y="17413"/>
                    <a:pt x="6005" y="15846"/>
                    <a:pt x="5972" y="14378"/>
                  </a:cubicBezTo>
                  <a:cubicBezTo>
                    <a:pt x="5938" y="13644"/>
                    <a:pt x="5938" y="12910"/>
                    <a:pt x="5938" y="12176"/>
                  </a:cubicBezTo>
                  <a:cubicBezTo>
                    <a:pt x="5938" y="11843"/>
                    <a:pt x="5972" y="11476"/>
                    <a:pt x="6005" y="11142"/>
                  </a:cubicBezTo>
                  <a:cubicBezTo>
                    <a:pt x="6005" y="10975"/>
                    <a:pt x="6038" y="10809"/>
                    <a:pt x="6072" y="10609"/>
                  </a:cubicBezTo>
                  <a:cubicBezTo>
                    <a:pt x="6105" y="10442"/>
                    <a:pt x="6105" y="10275"/>
                    <a:pt x="6138" y="10108"/>
                  </a:cubicBezTo>
                  <a:cubicBezTo>
                    <a:pt x="6639" y="7740"/>
                    <a:pt x="7740" y="5538"/>
                    <a:pt x="9341" y="3737"/>
                  </a:cubicBezTo>
                  <a:cubicBezTo>
                    <a:pt x="9975" y="3036"/>
                    <a:pt x="10675" y="2436"/>
                    <a:pt x="11409" y="1869"/>
                  </a:cubicBezTo>
                  <a:cubicBezTo>
                    <a:pt x="11742" y="1635"/>
                    <a:pt x="12043" y="1402"/>
                    <a:pt x="12343" y="1235"/>
                  </a:cubicBezTo>
                  <a:cubicBezTo>
                    <a:pt x="12643" y="1035"/>
                    <a:pt x="12910" y="868"/>
                    <a:pt x="13177" y="735"/>
                  </a:cubicBezTo>
                  <a:lnTo>
                    <a:pt x="13877" y="401"/>
                  </a:lnTo>
                  <a:cubicBezTo>
                    <a:pt x="14077" y="335"/>
                    <a:pt x="14244" y="268"/>
                    <a:pt x="14411" y="201"/>
                  </a:cubicBezTo>
                  <a:lnTo>
                    <a:pt x="14711" y="68"/>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4"/>
            <p:cNvSpPr/>
            <p:nvPr/>
          </p:nvSpPr>
          <p:spPr>
            <a:xfrm>
              <a:off x="2725450" y="2112800"/>
              <a:ext cx="427825" cy="1103300"/>
            </a:xfrm>
            <a:custGeom>
              <a:avLst/>
              <a:gdLst/>
              <a:ahLst/>
              <a:cxnLst/>
              <a:rect l="l" t="t" r="r" b="b"/>
              <a:pathLst>
                <a:path w="17113" h="44132" extrusionOk="0">
                  <a:moveTo>
                    <a:pt x="16979" y="0"/>
                  </a:moveTo>
                  <a:lnTo>
                    <a:pt x="16579" y="100"/>
                  </a:lnTo>
                  <a:cubicBezTo>
                    <a:pt x="16412" y="167"/>
                    <a:pt x="16179" y="200"/>
                    <a:pt x="15945" y="267"/>
                  </a:cubicBezTo>
                  <a:lnTo>
                    <a:pt x="15111" y="567"/>
                  </a:lnTo>
                  <a:cubicBezTo>
                    <a:pt x="14811" y="634"/>
                    <a:pt x="14444" y="801"/>
                    <a:pt x="14077" y="967"/>
                  </a:cubicBezTo>
                  <a:cubicBezTo>
                    <a:pt x="13710" y="1134"/>
                    <a:pt x="13310" y="1368"/>
                    <a:pt x="12910" y="1601"/>
                  </a:cubicBezTo>
                  <a:cubicBezTo>
                    <a:pt x="11976" y="2135"/>
                    <a:pt x="11108" y="2802"/>
                    <a:pt x="10308" y="3536"/>
                  </a:cubicBezTo>
                  <a:cubicBezTo>
                    <a:pt x="8240" y="5437"/>
                    <a:pt x="6739" y="7906"/>
                    <a:pt x="6005" y="10641"/>
                  </a:cubicBezTo>
                  <a:cubicBezTo>
                    <a:pt x="5871" y="11008"/>
                    <a:pt x="5805" y="11408"/>
                    <a:pt x="5738" y="11808"/>
                  </a:cubicBezTo>
                  <a:lnTo>
                    <a:pt x="5638" y="12409"/>
                  </a:lnTo>
                  <a:lnTo>
                    <a:pt x="5571" y="13043"/>
                  </a:lnTo>
                  <a:cubicBezTo>
                    <a:pt x="5504" y="13877"/>
                    <a:pt x="5471" y="14711"/>
                    <a:pt x="5471" y="15578"/>
                  </a:cubicBezTo>
                  <a:cubicBezTo>
                    <a:pt x="5471" y="17312"/>
                    <a:pt x="5538" y="19080"/>
                    <a:pt x="5238" y="20882"/>
                  </a:cubicBezTo>
                  <a:cubicBezTo>
                    <a:pt x="5104" y="21782"/>
                    <a:pt x="4871" y="22616"/>
                    <a:pt x="4504" y="23450"/>
                  </a:cubicBezTo>
                  <a:cubicBezTo>
                    <a:pt x="4103" y="24217"/>
                    <a:pt x="3603" y="24918"/>
                    <a:pt x="3003" y="25518"/>
                  </a:cubicBezTo>
                  <a:cubicBezTo>
                    <a:pt x="2402" y="26152"/>
                    <a:pt x="1768" y="26719"/>
                    <a:pt x="1235" y="27353"/>
                  </a:cubicBezTo>
                  <a:cubicBezTo>
                    <a:pt x="668" y="27953"/>
                    <a:pt x="267" y="28721"/>
                    <a:pt x="101" y="29521"/>
                  </a:cubicBezTo>
                  <a:cubicBezTo>
                    <a:pt x="1" y="30322"/>
                    <a:pt x="101" y="31122"/>
                    <a:pt x="434" y="31856"/>
                  </a:cubicBezTo>
                  <a:cubicBezTo>
                    <a:pt x="734" y="32523"/>
                    <a:pt x="1068" y="33157"/>
                    <a:pt x="1502" y="33758"/>
                  </a:cubicBezTo>
                  <a:cubicBezTo>
                    <a:pt x="1902" y="34358"/>
                    <a:pt x="2302" y="34892"/>
                    <a:pt x="2636" y="35425"/>
                  </a:cubicBezTo>
                  <a:cubicBezTo>
                    <a:pt x="2969" y="35959"/>
                    <a:pt x="3270" y="36526"/>
                    <a:pt x="3470" y="37093"/>
                  </a:cubicBezTo>
                  <a:cubicBezTo>
                    <a:pt x="3703" y="37627"/>
                    <a:pt x="3803" y="38194"/>
                    <a:pt x="3803" y="38728"/>
                  </a:cubicBezTo>
                  <a:cubicBezTo>
                    <a:pt x="3803" y="39228"/>
                    <a:pt x="3670" y="39728"/>
                    <a:pt x="3470" y="40195"/>
                  </a:cubicBezTo>
                  <a:cubicBezTo>
                    <a:pt x="3036" y="40996"/>
                    <a:pt x="2502" y="41697"/>
                    <a:pt x="2402" y="42397"/>
                  </a:cubicBezTo>
                  <a:cubicBezTo>
                    <a:pt x="2302" y="42897"/>
                    <a:pt x="2469" y="43431"/>
                    <a:pt x="2803" y="43865"/>
                  </a:cubicBezTo>
                  <a:cubicBezTo>
                    <a:pt x="2903" y="43965"/>
                    <a:pt x="3003" y="44032"/>
                    <a:pt x="3136" y="44098"/>
                  </a:cubicBezTo>
                  <a:cubicBezTo>
                    <a:pt x="3169" y="44098"/>
                    <a:pt x="3203" y="44132"/>
                    <a:pt x="3270" y="44132"/>
                  </a:cubicBezTo>
                  <a:cubicBezTo>
                    <a:pt x="3103" y="44065"/>
                    <a:pt x="2936" y="43965"/>
                    <a:pt x="2836" y="43831"/>
                  </a:cubicBezTo>
                  <a:cubicBezTo>
                    <a:pt x="2502" y="43431"/>
                    <a:pt x="2369" y="42897"/>
                    <a:pt x="2469" y="42397"/>
                  </a:cubicBezTo>
                  <a:cubicBezTo>
                    <a:pt x="2569" y="41730"/>
                    <a:pt x="3103" y="41063"/>
                    <a:pt x="3536" y="40229"/>
                  </a:cubicBezTo>
                  <a:cubicBezTo>
                    <a:pt x="3803" y="39762"/>
                    <a:pt x="3937" y="39261"/>
                    <a:pt x="3937" y="38761"/>
                  </a:cubicBezTo>
                  <a:cubicBezTo>
                    <a:pt x="3937" y="38161"/>
                    <a:pt x="3837" y="37594"/>
                    <a:pt x="3603" y="37060"/>
                  </a:cubicBezTo>
                  <a:cubicBezTo>
                    <a:pt x="3403" y="36459"/>
                    <a:pt x="3103" y="35892"/>
                    <a:pt x="2769" y="35392"/>
                  </a:cubicBezTo>
                  <a:cubicBezTo>
                    <a:pt x="2402" y="34825"/>
                    <a:pt x="2002" y="34291"/>
                    <a:pt x="1602" y="33724"/>
                  </a:cubicBezTo>
                  <a:cubicBezTo>
                    <a:pt x="1201" y="33124"/>
                    <a:pt x="868" y="32490"/>
                    <a:pt x="568" y="31823"/>
                  </a:cubicBezTo>
                  <a:cubicBezTo>
                    <a:pt x="267" y="31122"/>
                    <a:pt x="167" y="30355"/>
                    <a:pt x="267" y="29621"/>
                  </a:cubicBezTo>
                  <a:cubicBezTo>
                    <a:pt x="434" y="28821"/>
                    <a:pt x="801" y="28120"/>
                    <a:pt x="1335" y="27520"/>
                  </a:cubicBezTo>
                  <a:cubicBezTo>
                    <a:pt x="1869" y="26919"/>
                    <a:pt x="2502" y="26352"/>
                    <a:pt x="3103" y="25718"/>
                  </a:cubicBezTo>
                  <a:cubicBezTo>
                    <a:pt x="3737" y="25085"/>
                    <a:pt x="4270" y="24384"/>
                    <a:pt x="4671" y="23584"/>
                  </a:cubicBezTo>
                  <a:cubicBezTo>
                    <a:pt x="5037" y="22750"/>
                    <a:pt x="5304" y="21849"/>
                    <a:pt x="5438" y="20948"/>
                  </a:cubicBezTo>
                  <a:cubicBezTo>
                    <a:pt x="5638" y="19180"/>
                    <a:pt x="5705" y="17412"/>
                    <a:pt x="5638" y="15611"/>
                  </a:cubicBezTo>
                  <a:cubicBezTo>
                    <a:pt x="5638" y="14777"/>
                    <a:pt x="5671" y="13943"/>
                    <a:pt x="5738" y="13109"/>
                  </a:cubicBezTo>
                  <a:lnTo>
                    <a:pt x="5805" y="12509"/>
                  </a:lnTo>
                  <a:lnTo>
                    <a:pt x="5905" y="11909"/>
                  </a:lnTo>
                  <a:cubicBezTo>
                    <a:pt x="5971" y="11508"/>
                    <a:pt x="6038" y="11141"/>
                    <a:pt x="6172" y="10741"/>
                  </a:cubicBezTo>
                  <a:cubicBezTo>
                    <a:pt x="6905" y="8039"/>
                    <a:pt x="8373" y="5571"/>
                    <a:pt x="10408" y="3669"/>
                  </a:cubicBezTo>
                  <a:cubicBezTo>
                    <a:pt x="11209" y="2935"/>
                    <a:pt x="12042" y="2268"/>
                    <a:pt x="12943" y="1701"/>
                  </a:cubicBezTo>
                  <a:cubicBezTo>
                    <a:pt x="13377" y="1501"/>
                    <a:pt x="13744" y="1234"/>
                    <a:pt x="14111" y="1067"/>
                  </a:cubicBezTo>
                  <a:cubicBezTo>
                    <a:pt x="14478" y="934"/>
                    <a:pt x="14811" y="734"/>
                    <a:pt x="15145" y="634"/>
                  </a:cubicBezTo>
                  <a:lnTo>
                    <a:pt x="15979" y="334"/>
                  </a:lnTo>
                  <a:cubicBezTo>
                    <a:pt x="16212" y="267"/>
                    <a:pt x="16412" y="200"/>
                    <a:pt x="16579" y="133"/>
                  </a:cubicBezTo>
                  <a:lnTo>
                    <a:pt x="16979" y="33"/>
                  </a:lnTo>
                  <a:cubicBezTo>
                    <a:pt x="17013" y="33"/>
                    <a:pt x="17079" y="0"/>
                    <a:pt x="17113"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4"/>
            <p:cNvSpPr/>
            <p:nvPr/>
          </p:nvSpPr>
          <p:spPr>
            <a:xfrm>
              <a:off x="3174950" y="2114400"/>
              <a:ext cx="366950" cy="349500"/>
            </a:xfrm>
            <a:custGeom>
              <a:avLst/>
              <a:gdLst/>
              <a:ahLst/>
              <a:cxnLst/>
              <a:rect l="l" t="t" r="r" b="b"/>
              <a:pathLst>
                <a:path w="14678" h="13980" extrusionOk="0">
                  <a:moveTo>
                    <a:pt x="1624" y="0"/>
                  </a:moveTo>
                  <a:cubicBezTo>
                    <a:pt x="1348" y="0"/>
                    <a:pt x="1072" y="22"/>
                    <a:pt x="801" y="69"/>
                  </a:cubicBezTo>
                  <a:cubicBezTo>
                    <a:pt x="600" y="103"/>
                    <a:pt x="400" y="136"/>
                    <a:pt x="200" y="203"/>
                  </a:cubicBezTo>
                  <a:cubicBezTo>
                    <a:pt x="133" y="236"/>
                    <a:pt x="67" y="236"/>
                    <a:pt x="0" y="303"/>
                  </a:cubicBezTo>
                  <a:cubicBezTo>
                    <a:pt x="0" y="303"/>
                    <a:pt x="300" y="203"/>
                    <a:pt x="834" y="136"/>
                  </a:cubicBezTo>
                  <a:cubicBezTo>
                    <a:pt x="1020" y="120"/>
                    <a:pt x="1204" y="112"/>
                    <a:pt x="1387" y="112"/>
                  </a:cubicBezTo>
                  <a:cubicBezTo>
                    <a:pt x="1957" y="112"/>
                    <a:pt x="2513" y="193"/>
                    <a:pt x="3069" y="370"/>
                  </a:cubicBezTo>
                  <a:cubicBezTo>
                    <a:pt x="4170" y="670"/>
                    <a:pt x="5137" y="1237"/>
                    <a:pt x="6004" y="1971"/>
                  </a:cubicBezTo>
                  <a:cubicBezTo>
                    <a:pt x="7005" y="2905"/>
                    <a:pt x="7906" y="3939"/>
                    <a:pt x="8673" y="5106"/>
                  </a:cubicBezTo>
                  <a:lnTo>
                    <a:pt x="12876" y="11411"/>
                  </a:lnTo>
                  <a:cubicBezTo>
                    <a:pt x="13410" y="12178"/>
                    <a:pt x="13843" y="12812"/>
                    <a:pt x="14177" y="13312"/>
                  </a:cubicBezTo>
                  <a:lnTo>
                    <a:pt x="14544" y="13813"/>
                  </a:lnTo>
                  <a:cubicBezTo>
                    <a:pt x="14577" y="13879"/>
                    <a:pt x="14610" y="13913"/>
                    <a:pt x="14677" y="13979"/>
                  </a:cubicBezTo>
                  <a:cubicBezTo>
                    <a:pt x="14644" y="13913"/>
                    <a:pt x="14644" y="13846"/>
                    <a:pt x="14577" y="13779"/>
                  </a:cubicBezTo>
                  <a:lnTo>
                    <a:pt x="14277" y="13246"/>
                  </a:lnTo>
                  <a:cubicBezTo>
                    <a:pt x="13943" y="12779"/>
                    <a:pt x="13510" y="12111"/>
                    <a:pt x="13009" y="11311"/>
                  </a:cubicBezTo>
                  <a:cubicBezTo>
                    <a:pt x="11942" y="9710"/>
                    <a:pt x="10508" y="7441"/>
                    <a:pt x="8840" y="4973"/>
                  </a:cubicBezTo>
                  <a:cubicBezTo>
                    <a:pt x="8072" y="3805"/>
                    <a:pt x="7172" y="2738"/>
                    <a:pt x="6104" y="1804"/>
                  </a:cubicBezTo>
                  <a:cubicBezTo>
                    <a:pt x="5237" y="1070"/>
                    <a:pt x="4203" y="503"/>
                    <a:pt x="3102" y="203"/>
                  </a:cubicBezTo>
                  <a:cubicBezTo>
                    <a:pt x="2628" y="74"/>
                    <a:pt x="2127" y="0"/>
                    <a:pt x="1624"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4"/>
            <p:cNvSpPr/>
            <p:nvPr/>
          </p:nvSpPr>
          <p:spPr>
            <a:xfrm>
              <a:off x="3099050" y="3075975"/>
              <a:ext cx="252700" cy="605450"/>
            </a:xfrm>
            <a:custGeom>
              <a:avLst/>
              <a:gdLst/>
              <a:ahLst/>
              <a:cxnLst/>
              <a:rect l="l" t="t" r="r" b="b"/>
              <a:pathLst>
                <a:path w="10108" h="24218" extrusionOk="0">
                  <a:moveTo>
                    <a:pt x="6338" y="1"/>
                  </a:moveTo>
                  <a:lnTo>
                    <a:pt x="1" y="1068"/>
                  </a:lnTo>
                  <a:lnTo>
                    <a:pt x="5371" y="24218"/>
                  </a:lnTo>
                  <a:lnTo>
                    <a:pt x="10108" y="23384"/>
                  </a:lnTo>
                  <a:lnTo>
                    <a:pt x="633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4"/>
            <p:cNvSpPr/>
            <p:nvPr/>
          </p:nvSpPr>
          <p:spPr>
            <a:xfrm>
              <a:off x="3061525" y="2818600"/>
              <a:ext cx="207675" cy="209875"/>
            </a:xfrm>
            <a:custGeom>
              <a:avLst/>
              <a:gdLst/>
              <a:ahLst/>
              <a:cxnLst/>
              <a:rect l="l" t="t" r="r" b="b"/>
              <a:pathLst>
                <a:path w="8307" h="8395" extrusionOk="0">
                  <a:moveTo>
                    <a:pt x="4350" y="1"/>
                  </a:moveTo>
                  <a:cubicBezTo>
                    <a:pt x="2838" y="1"/>
                    <a:pt x="1437" y="816"/>
                    <a:pt x="734" y="2190"/>
                  </a:cubicBezTo>
                  <a:cubicBezTo>
                    <a:pt x="0" y="3691"/>
                    <a:pt x="201" y="5459"/>
                    <a:pt x="1235" y="6760"/>
                  </a:cubicBezTo>
                  <a:cubicBezTo>
                    <a:pt x="2106" y="7795"/>
                    <a:pt x="3401" y="8385"/>
                    <a:pt x="4736" y="8385"/>
                  </a:cubicBezTo>
                  <a:cubicBezTo>
                    <a:pt x="5036" y="8385"/>
                    <a:pt x="5338" y="8355"/>
                    <a:pt x="5638" y="8294"/>
                  </a:cubicBezTo>
                  <a:lnTo>
                    <a:pt x="6338" y="8394"/>
                  </a:lnTo>
                  <a:cubicBezTo>
                    <a:pt x="7873" y="7894"/>
                    <a:pt x="8306" y="5159"/>
                    <a:pt x="8306" y="3524"/>
                  </a:cubicBezTo>
                  <a:cubicBezTo>
                    <a:pt x="8306" y="1323"/>
                    <a:pt x="6372" y="255"/>
                    <a:pt x="4771" y="22"/>
                  </a:cubicBezTo>
                  <a:cubicBezTo>
                    <a:pt x="4630" y="7"/>
                    <a:pt x="4489" y="1"/>
                    <a:pt x="435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4"/>
            <p:cNvSpPr/>
            <p:nvPr/>
          </p:nvSpPr>
          <p:spPr>
            <a:xfrm>
              <a:off x="3011500" y="2950050"/>
              <a:ext cx="391950" cy="291075"/>
            </a:xfrm>
            <a:custGeom>
              <a:avLst/>
              <a:gdLst/>
              <a:ahLst/>
              <a:cxnLst/>
              <a:rect l="l" t="t" r="r" b="b"/>
              <a:pathLst>
                <a:path w="15678" h="11643" extrusionOk="0">
                  <a:moveTo>
                    <a:pt x="13143" y="1"/>
                  </a:moveTo>
                  <a:lnTo>
                    <a:pt x="0" y="2069"/>
                  </a:lnTo>
                  <a:lnTo>
                    <a:pt x="1234" y="11642"/>
                  </a:lnTo>
                  <a:lnTo>
                    <a:pt x="15678" y="8573"/>
                  </a:lnTo>
                  <a:lnTo>
                    <a:pt x="13143"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4"/>
            <p:cNvSpPr/>
            <p:nvPr/>
          </p:nvSpPr>
          <p:spPr>
            <a:xfrm>
              <a:off x="3099050" y="3010100"/>
              <a:ext cx="284400" cy="132625"/>
            </a:xfrm>
            <a:custGeom>
              <a:avLst/>
              <a:gdLst/>
              <a:ahLst/>
              <a:cxnLst/>
              <a:rect l="l" t="t" r="r" b="b"/>
              <a:pathLst>
                <a:path w="11376" h="5305" extrusionOk="0">
                  <a:moveTo>
                    <a:pt x="10341" y="0"/>
                  </a:moveTo>
                  <a:lnTo>
                    <a:pt x="1" y="1368"/>
                  </a:lnTo>
                  <a:lnTo>
                    <a:pt x="1101" y="5304"/>
                  </a:lnTo>
                  <a:lnTo>
                    <a:pt x="11375" y="3436"/>
                  </a:lnTo>
                  <a:lnTo>
                    <a:pt x="10341" y="0"/>
                  </a:ln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4"/>
            <p:cNvSpPr/>
            <p:nvPr/>
          </p:nvSpPr>
          <p:spPr>
            <a:xfrm>
              <a:off x="3067350" y="2912525"/>
              <a:ext cx="201850" cy="15050"/>
            </a:xfrm>
            <a:custGeom>
              <a:avLst/>
              <a:gdLst/>
              <a:ahLst/>
              <a:cxnLst/>
              <a:rect l="l" t="t" r="r" b="b"/>
              <a:pathLst>
                <a:path w="8074" h="602" extrusionOk="0">
                  <a:moveTo>
                    <a:pt x="8073" y="1"/>
                  </a:moveTo>
                  <a:cubicBezTo>
                    <a:pt x="7673" y="1"/>
                    <a:pt x="7306" y="1"/>
                    <a:pt x="6906" y="67"/>
                  </a:cubicBezTo>
                  <a:cubicBezTo>
                    <a:pt x="6172" y="134"/>
                    <a:pt x="5171" y="201"/>
                    <a:pt x="4037" y="301"/>
                  </a:cubicBezTo>
                  <a:cubicBezTo>
                    <a:pt x="2936" y="368"/>
                    <a:pt x="1936" y="401"/>
                    <a:pt x="1202" y="434"/>
                  </a:cubicBezTo>
                  <a:cubicBezTo>
                    <a:pt x="802" y="434"/>
                    <a:pt x="401" y="468"/>
                    <a:pt x="1" y="534"/>
                  </a:cubicBezTo>
                  <a:cubicBezTo>
                    <a:pt x="401" y="601"/>
                    <a:pt x="802" y="601"/>
                    <a:pt x="1202" y="601"/>
                  </a:cubicBezTo>
                  <a:cubicBezTo>
                    <a:pt x="1936" y="601"/>
                    <a:pt x="2936" y="568"/>
                    <a:pt x="4071" y="501"/>
                  </a:cubicBezTo>
                  <a:cubicBezTo>
                    <a:pt x="5171" y="434"/>
                    <a:pt x="6205" y="334"/>
                    <a:pt x="6906" y="234"/>
                  </a:cubicBezTo>
                  <a:cubicBezTo>
                    <a:pt x="7306" y="201"/>
                    <a:pt x="7706" y="134"/>
                    <a:pt x="8073"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4"/>
            <p:cNvSpPr/>
            <p:nvPr/>
          </p:nvSpPr>
          <p:spPr>
            <a:xfrm>
              <a:off x="3127400" y="3191050"/>
              <a:ext cx="148475" cy="42575"/>
            </a:xfrm>
            <a:custGeom>
              <a:avLst/>
              <a:gdLst/>
              <a:ahLst/>
              <a:cxnLst/>
              <a:rect l="l" t="t" r="r" b="b"/>
              <a:pathLst>
                <a:path w="5939" h="1703" extrusionOk="0">
                  <a:moveTo>
                    <a:pt x="5938" y="1"/>
                  </a:moveTo>
                  <a:lnTo>
                    <a:pt x="1" y="1268"/>
                  </a:lnTo>
                  <a:lnTo>
                    <a:pt x="101" y="1702"/>
                  </a:lnTo>
                  <a:lnTo>
                    <a:pt x="5938" y="601"/>
                  </a:lnTo>
                  <a:lnTo>
                    <a:pt x="5938"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4"/>
            <p:cNvSpPr/>
            <p:nvPr/>
          </p:nvSpPr>
          <p:spPr>
            <a:xfrm>
              <a:off x="2885575" y="3205950"/>
              <a:ext cx="466175" cy="462975"/>
            </a:xfrm>
            <a:custGeom>
              <a:avLst/>
              <a:gdLst/>
              <a:ahLst/>
              <a:cxnLst/>
              <a:rect l="l" t="t" r="r" b="b"/>
              <a:pathLst>
                <a:path w="18647" h="18519" extrusionOk="0">
                  <a:moveTo>
                    <a:pt x="16623" y="1"/>
                  </a:moveTo>
                  <a:cubicBezTo>
                    <a:pt x="16554" y="1"/>
                    <a:pt x="16483" y="13"/>
                    <a:pt x="16412" y="39"/>
                  </a:cubicBezTo>
                  <a:cubicBezTo>
                    <a:pt x="14477" y="606"/>
                    <a:pt x="8973" y="2240"/>
                    <a:pt x="8006" y="2641"/>
                  </a:cubicBezTo>
                  <a:cubicBezTo>
                    <a:pt x="6805" y="3108"/>
                    <a:pt x="2569" y="12181"/>
                    <a:pt x="2569" y="12181"/>
                  </a:cubicBezTo>
                  <a:lnTo>
                    <a:pt x="0" y="13548"/>
                  </a:lnTo>
                  <a:lnTo>
                    <a:pt x="1301" y="18519"/>
                  </a:lnTo>
                  <a:lnTo>
                    <a:pt x="6605" y="16851"/>
                  </a:lnTo>
                  <a:cubicBezTo>
                    <a:pt x="7672" y="16517"/>
                    <a:pt x="8573" y="15850"/>
                    <a:pt x="9207" y="14916"/>
                  </a:cubicBezTo>
                  <a:lnTo>
                    <a:pt x="12142" y="10580"/>
                  </a:lnTo>
                  <a:lnTo>
                    <a:pt x="17579" y="9445"/>
                  </a:lnTo>
                  <a:cubicBezTo>
                    <a:pt x="17980" y="9345"/>
                    <a:pt x="18213" y="8978"/>
                    <a:pt x="18180" y="8611"/>
                  </a:cubicBezTo>
                  <a:cubicBezTo>
                    <a:pt x="18117" y="8234"/>
                    <a:pt x="17787" y="7975"/>
                    <a:pt x="17441" y="7975"/>
                  </a:cubicBezTo>
                  <a:cubicBezTo>
                    <a:pt x="17421" y="7975"/>
                    <a:pt x="17400" y="7976"/>
                    <a:pt x="17379" y="7978"/>
                  </a:cubicBezTo>
                  <a:lnTo>
                    <a:pt x="12075" y="8445"/>
                  </a:lnTo>
                  <a:lnTo>
                    <a:pt x="11775" y="8078"/>
                  </a:lnTo>
                  <a:cubicBezTo>
                    <a:pt x="11775" y="8078"/>
                    <a:pt x="16612" y="6743"/>
                    <a:pt x="17112" y="6510"/>
                  </a:cubicBezTo>
                  <a:cubicBezTo>
                    <a:pt x="18647" y="5843"/>
                    <a:pt x="18080" y="5242"/>
                    <a:pt x="18080" y="5242"/>
                  </a:cubicBezTo>
                  <a:cubicBezTo>
                    <a:pt x="18024" y="5095"/>
                    <a:pt x="17765" y="5049"/>
                    <a:pt x="17494" y="5049"/>
                  </a:cubicBezTo>
                  <a:cubicBezTo>
                    <a:pt x="17274" y="5049"/>
                    <a:pt x="17046" y="5079"/>
                    <a:pt x="16912" y="5109"/>
                  </a:cubicBezTo>
                  <a:lnTo>
                    <a:pt x="11175" y="6043"/>
                  </a:lnTo>
                  <a:lnTo>
                    <a:pt x="11075" y="5709"/>
                  </a:lnTo>
                  <a:lnTo>
                    <a:pt x="16445" y="3808"/>
                  </a:lnTo>
                  <a:cubicBezTo>
                    <a:pt x="18350" y="3040"/>
                    <a:pt x="17850" y="2187"/>
                    <a:pt x="17238" y="2187"/>
                  </a:cubicBezTo>
                  <a:cubicBezTo>
                    <a:pt x="17185" y="2187"/>
                    <a:pt x="17132" y="2194"/>
                    <a:pt x="17079" y="2207"/>
                  </a:cubicBezTo>
                  <a:lnTo>
                    <a:pt x="10574" y="4142"/>
                  </a:lnTo>
                  <a:lnTo>
                    <a:pt x="10441" y="3608"/>
                  </a:lnTo>
                  <a:lnTo>
                    <a:pt x="16845" y="1340"/>
                  </a:lnTo>
                  <a:cubicBezTo>
                    <a:pt x="17179" y="1206"/>
                    <a:pt x="17379" y="839"/>
                    <a:pt x="17279" y="506"/>
                  </a:cubicBezTo>
                  <a:cubicBezTo>
                    <a:pt x="17172" y="210"/>
                    <a:pt x="16912" y="1"/>
                    <a:pt x="16623" y="1"/>
                  </a:cubicBezTo>
                  <a:close/>
                </a:path>
              </a:pathLst>
            </a:custGeom>
            <a:solidFill>
              <a:srgbClr val="FFB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4"/>
            <p:cNvSpPr/>
            <p:nvPr/>
          </p:nvSpPr>
          <p:spPr>
            <a:xfrm>
              <a:off x="2949775" y="3206900"/>
              <a:ext cx="346100" cy="303575"/>
            </a:xfrm>
            <a:custGeom>
              <a:avLst/>
              <a:gdLst/>
              <a:ahLst/>
              <a:cxnLst/>
              <a:rect l="l" t="t" r="r" b="b"/>
              <a:pathLst>
                <a:path w="13844" h="12143" extrusionOk="0">
                  <a:moveTo>
                    <a:pt x="13844" y="1"/>
                  </a:moveTo>
                  <a:cubicBezTo>
                    <a:pt x="13777" y="1"/>
                    <a:pt x="13710" y="1"/>
                    <a:pt x="13644" y="34"/>
                  </a:cubicBezTo>
                  <a:lnTo>
                    <a:pt x="13077" y="167"/>
                  </a:lnTo>
                  <a:lnTo>
                    <a:pt x="11042" y="768"/>
                  </a:lnTo>
                  <a:lnTo>
                    <a:pt x="8006" y="1702"/>
                  </a:lnTo>
                  <a:lnTo>
                    <a:pt x="6238" y="2236"/>
                  </a:lnTo>
                  <a:lnTo>
                    <a:pt x="5771" y="2369"/>
                  </a:lnTo>
                  <a:lnTo>
                    <a:pt x="5538" y="2469"/>
                  </a:lnTo>
                  <a:cubicBezTo>
                    <a:pt x="5438" y="2469"/>
                    <a:pt x="5338" y="2502"/>
                    <a:pt x="5271" y="2569"/>
                  </a:cubicBezTo>
                  <a:cubicBezTo>
                    <a:pt x="4971" y="2769"/>
                    <a:pt x="4737" y="3003"/>
                    <a:pt x="4537" y="3303"/>
                  </a:cubicBezTo>
                  <a:cubicBezTo>
                    <a:pt x="3803" y="4370"/>
                    <a:pt x="3136" y="5505"/>
                    <a:pt x="2569" y="6639"/>
                  </a:cubicBezTo>
                  <a:cubicBezTo>
                    <a:pt x="2002" y="7706"/>
                    <a:pt x="1535" y="8674"/>
                    <a:pt x="1168" y="9474"/>
                  </a:cubicBezTo>
                  <a:cubicBezTo>
                    <a:pt x="768" y="10308"/>
                    <a:pt x="468" y="10942"/>
                    <a:pt x="267" y="11409"/>
                  </a:cubicBezTo>
                  <a:lnTo>
                    <a:pt x="34" y="11943"/>
                  </a:lnTo>
                  <a:cubicBezTo>
                    <a:pt x="1" y="12009"/>
                    <a:pt x="1" y="12076"/>
                    <a:pt x="1" y="12143"/>
                  </a:cubicBezTo>
                  <a:cubicBezTo>
                    <a:pt x="1" y="12143"/>
                    <a:pt x="1" y="12109"/>
                    <a:pt x="101" y="11976"/>
                  </a:cubicBezTo>
                  <a:cubicBezTo>
                    <a:pt x="167" y="11842"/>
                    <a:pt x="234" y="11676"/>
                    <a:pt x="334" y="11442"/>
                  </a:cubicBezTo>
                  <a:lnTo>
                    <a:pt x="1302" y="9541"/>
                  </a:lnTo>
                  <a:cubicBezTo>
                    <a:pt x="1702" y="8740"/>
                    <a:pt x="2169" y="7773"/>
                    <a:pt x="2736" y="6739"/>
                  </a:cubicBezTo>
                  <a:cubicBezTo>
                    <a:pt x="3303" y="5605"/>
                    <a:pt x="3970" y="4504"/>
                    <a:pt x="4704" y="3436"/>
                  </a:cubicBezTo>
                  <a:cubicBezTo>
                    <a:pt x="4904" y="3170"/>
                    <a:pt x="5104" y="2936"/>
                    <a:pt x="5371" y="2736"/>
                  </a:cubicBezTo>
                  <a:cubicBezTo>
                    <a:pt x="5438" y="2703"/>
                    <a:pt x="5505" y="2669"/>
                    <a:pt x="5605" y="2669"/>
                  </a:cubicBezTo>
                  <a:lnTo>
                    <a:pt x="5838" y="2603"/>
                  </a:lnTo>
                  <a:lnTo>
                    <a:pt x="6305" y="2436"/>
                  </a:lnTo>
                  <a:lnTo>
                    <a:pt x="8073" y="1869"/>
                  </a:lnTo>
                  <a:lnTo>
                    <a:pt x="11075" y="935"/>
                  </a:lnTo>
                  <a:lnTo>
                    <a:pt x="13110" y="268"/>
                  </a:lnTo>
                  <a:lnTo>
                    <a:pt x="13677" y="67"/>
                  </a:lnTo>
                  <a:cubicBezTo>
                    <a:pt x="13777" y="34"/>
                    <a:pt x="13844" y="1"/>
                    <a:pt x="13844"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4"/>
            <p:cNvSpPr/>
            <p:nvPr/>
          </p:nvSpPr>
          <p:spPr>
            <a:xfrm>
              <a:off x="2060800" y="3415375"/>
              <a:ext cx="1015750" cy="1036575"/>
            </a:xfrm>
            <a:custGeom>
              <a:avLst/>
              <a:gdLst/>
              <a:ahLst/>
              <a:cxnLst/>
              <a:rect l="l" t="t" r="r" b="b"/>
              <a:pathLst>
                <a:path w="40630" h="41463" extrusionOk="0">
                  <a:moveTo>
                    <a:pt x="32624" y="1"/>
                  </a:moveTo>
                  <a:lnTo>
                    <a:pt x="4371" y="24685"/>
                  </a:lnTo>
                  <a:cubicBezTo>
                    <a:pt x="134" y="28388"/>
                    <a:pt x="1" y="34926"/>
                    <a:pt x="4070" y="38829"/>
                  </a:cubicBezTo>
                  <a:cubicBezTo>
                    <a:pt x="5928" y="40594"/>
                    <a:pt x="8302" y="41463"/>
                    <a:pt x="10668" y="41463"/>
                  </a:cubicBezTo>
                  <a:cubicBezTo>
                    <a:pt x="13442" y="41463"/>
                    <a:pt x="16205" y="40269"/>
                    <a:pt x="18114" y="37928"/>
                  </a:cubicBezTo>
                  <a:lnTo>
                    <a:pt x="40630" y="10175"/>
                  </a:lnTo>
                  <a:lnTo>
                    <a:pt x="32624"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4"/>
            <p:cNvSpPr/>
            <p:nvPr/>
          </p:nvSpPr>
          <p:spPr>
            <a:xfrm>
              <a:off x="2150875" y="3411225"/>
              <a:ext cx="929025" cy="924000"/>
            </a:xfrm>
            <a:custGeom>
              <a:avLst/>
              <a:gdLst/>
              <a:ahLst/>
              <a:cxnLst/>
              <a:rect l="l" t="t" r="r" b="b"/>
              <a:pathLst>
                <a:path w="37161" h="36960" extrusionOk="0">
                  <a:moveTo>
                    <a:pt x="29055" y="0"/>
                  </a:moveTo>
                  <a:lnTo>
                    <a:pt x="28954" y="67"/>
                  </a:lnTo>
                  <a:cubicBezTo>
                    <a:pt x="20715" y="7305"/>
                    <a:pt x="13577" y="13944"/>
                    <a:pt x="8373" y="18647"/>
                  </a:cubicBezTo>
                  <a:lnTo>
                    <a:pt x="2235" y="24218"/>
                  </a:lnTo>
                  <a:lnTo>
                    <a:pt x="568" y="25685"/>
                  </a:lnTo>
                  <a:lnTo>
                    <a:pt x="134" y="26086"/>
                  </a:lnTo>
                  <a:cubicBezTo>
                    <a:pt x="34" y="26186"/>
                    <a:pt x="0" y="26219"/>
                    <a:pt x="0" y="26219"/>
                  </a:cubicBezTo>
                  <a:lnTo>
                    <a:pt x="167" y="26086"/>
                  </a:lnTo>
                  <a:lnTo>
                    <a:pt x="601" y="25719"/>
                  </a:lnTo>
                  <a:lnTo>
                    <a:pt x="2269" y="24251"/>
                  </a:lnTo>
                  <a:cubicBezTo>
                    <a:pt x="3736" y="22983"/>
                    <a:pt x="5838" y="21115"/>
                    <a:pt x="8440" y="18780"/>
                  </a:cubicBezTo>
                  <a:cubicBezTo>
                    <a:pt x="13656" y="14096"/>
                    <a:pt x="20791" y="7525"/>
                    <a:pt x="28989" y="320"/>
                  </a:cubicBezTo>
                  <a:lnTo>
                    <a:pt x="28989" y="320"/>
                  </a:lnTo>
                  <a:lnTo>
                    <a:pt x="31390" y="3369"/>
                  </a:lnTo>
                  <a:lnTo>
                    <a:pt x="36887" y="10324"/>
                  </a:lnTo>
                  <a:lnTo>
                    <a:pt x="21816" y="29288"/>
                  </a:lnTo>
                  <a:lnTo>
                    <a:pt x="17413" y="34892"/>
                  </a:lnTo>
                  <a:lnTo>
                    <a:pt x="16212" y="36426"/>
                  </a:lnTo>
                  <a:cubicBezTo>
                    <a:pt x="16079" y="36593"/>
                    <a:pt x="15979" y="36726"/>
                    <a:pt x="15912" y="36793"/>
                  </a:cubicBezTo>
                  <a:cubicBezTo>
                    <a:pt x="15845" y="36893"/>
                    <a:pt x="15812" y="36960"/>
                    <a:pt x="15812" y="36960"/>
                  </a:cubicBezTo>
                  <a:lnTo>
                    <a:pt x="15912" y="36827"/>
                  </a:lnTo>
                  <a:lnTo>
                    <a:pt x="16245" y="36460"/>
                  </a:lnTo>
                  <a:lnTo>
                    <a:pt x="17446" y="34959"/>
                  </a:lnTo>
                  <a:lnTo>
                    <a:pt x="21949" y="29388"/>
                  </a:lnTo>
                  <a:lnTo>
                    <a:pt x="37094" y="10408"/>
                  </a:lnTo>
                  <a:lnTo>
                    <a:pt x="37160" y="10341"/>
                  </a:lnTo>
                  <a:lnTo>
                    <a:pt x="37094" y="10274"/>
                  </a:lnTo>
                  <a:lnTo>
                    <a:pt x="31590" y="3202"/>
                  </a:lnTo>
                  <a:lnTo>
                    <a:pt x="29121" y="100"/>
                  </a:lnTo>
                  <a:lnTo>
                    <a:pt x="29055"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4"/>
            <p:cNvSpPr/>
            <p:nvPr/>
          </p:nvSpPr>
          <p:spPr>
            <a:xfrm>
              <a:off x="2106675" y="4185350"/>
              <a:ext cx="512050" cy="89225"/>
            </a:xfrm>
            <a:custGeom>
              <a:avLst/>
              <a:gdLst/>
              <a:ahLst/>
              <a:cxnLst/>
              <a:rect l="l" t="t" r="r" b="b"/>
              <a:pathLst>
                <a:path w="20482" h="3569" extrusionOk="0">
                  <a:moveTo>
                    <a:pt x="7357" y="1"/>
                  </a:moveTo>
                  <a:cubicBezTo>
                    <a:pt x="6919" y="1"/>
                    <a:pt x="6478" y="31"/>
                    <a:pt x="6038" y="91"/>
                  </a:cubicBezTo>
                  <a:cubicBezTo>
                    <a:pt x="4837" y="224"/>
                    <a:pt x="3703" y="591"/>
                    <a:pt x="2636" y="1125"/>
                  </a:cubicBezTo>
                  <a:cubicBezTo>
                    <a:pt x="1902" y="1492"/>
                    <a:pt x="1235" y="1959"/>
                    <a:pt x="634" y="2492"/>
                  </a:cubicBezTo>
                  <a:cubicBezTo>
                    <a:pt x="401" y="2659"/>
                    <a:pt x="267" y="2826"/>
                    <a:pt x="167" y="2959"/>
                  </a:cubicBezTo>
                  <a:cubicBezTo>
                    <a:pt x="67" y="3060"/>
                    <a:pt x="1" y="3093"/>
                    <a:pt x="34" y="3126"/>
                  </a:cubicBezTo>
                  <a:cubicBezTo>
                    <a:pt x="34" y="3126"/>
                    <a:pt x="267" y="2926"/>
                    <a:pt x="668" y="2559"/>
                  </a:cubicBezTo>
                  <a:cubicBezTo>
                    <a:pt x="1301" y="2059"/>
                    <a:pt x="1969" y="1625"/>
                    <a:pt x="2702" y="1258"/>
                  </a:cubicBezTo>
                  <a:cubicBezTo>
                    <a:pt x="3737" y="758"/>
                    <a:pt x="4904" y="424"/>
                    <a:pt x="6072" y="291"/>
                  </a:cubicBezTo>
                  <a:cubicBezTo>
                    <a:pt x="6470" y="245"/>
                    <a:pt x="6868" y="221"/>
                    <a:pt x="7265" y="221"/>
                  </a:cubicBezTo>
                  <a:cubicBezTo>
                    <a:pt x="8298" y="221"/>
                    <a:pt x="9320" y="378"/>
                    <a:pt x="10308" y="691"/>
                  </a:cubicBezTo>
                  <a:cubicBezTo>
                    <a:pt x="11776" y="1158"/>
                    <a:pt x="13010" y="2025"/>
                    <a:pt x="14177" y="2626"/>
                  </a:cubicBezTo>
                  <a:cubicBezTo>
                    <a:pt x="14744" y="2926"/>
                    <a:pt x="15345" y="3193"/>
                    <a:pt x="15979" y="3360"/>
                  </a:cubicBezTo>
                  <a:cubicBezTo>
                    <a:pt x="16423" y="3499"/>
                    <a:pt x="16891" y="3568"/>
                    <a:pt x="17363" y="3568"/>
                  </a:cubicBezTo>
                  <a:cubicBezTo>
                    <a:pt x="17457" y="3568"/>
                    <a:pt x="17552" y="3565"/>
                    <a:pt x="17646" y="3560"/>
                  </a:cubicBezTo>
                  <a:cubicBezTo>
                    <a:pt x="18447" y="3560"/>
                    <a:pt x="19248" y="3293"/>
                    <a:pt x="19881" y="2793"/>
                  </a:cubicBezTo>
                  <a:cubicBezTo>
                    <a:pt x="20148" y="2593"/>
                    <a:pt x="20315" y="2392"/>
                    <a:pt x="20482" y="2126"/>
                  </a:cubicBezTo>
                  <a:lnTo>
                    <a:pt x="20482" y="2126"/>
                  </a:lnTo>
                  <a:cubicBezTo>
                    <a:pt x="20282" y="2326"/>
                    <a:pt x="20082" y="2526"/>
                    <a:pt x="19848" y="2726"/>
                  </a:cubicBezTo>
                  <a:cubicBezTo>
                    <a:pt x="19218" y="3135"/>
                    <a:pt x="18500" y="3396"/>
                    <a:pt x="17748" y="3396"/>
                  </a:cubicBezTo>
                  <a:cubicBezTo>
                    <a:pt x="17703" y="3396"/>
                    <a:pt x="17658" y="3395"/>
                    <a:pt x="17613" y="3393"/>
                  </a:cubicBezTo>
                  <a:cubicBezTo>
                    <a:pt x="17079" y="3393"/>
                    <a:pt x="16546" y="3326"/>
                    <a:pt x="16012" y="3193"/>
                  </a:cubicBezTo>
                  <a:cubicBezTo>
                    <a:pt x="15412" y="2993"/>
                    <a:pt x="14844" y="2759"/>
                    <a:pt x="14277" y="2426"/>
                  </a:cubicBezTo>
                  <a:cubicBezTo>
                    <a:pt x="13110" y="1825"/>
                    <a:pt x="11876" y="958"/>
                    <a:pt x="10375" y="491"/>
                  </a:cubicBezTo>
                  <a:cubicBezTo>
                    <a:pt x="9394" y="164"/>
                    <a:pt x="8381" y="1"/>
                    <a:pt x="7357"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4"/>
            <p:cNvSpPr/>
            <p:nvPr/>
          </p:nvSpPr>
          <p:spPr>
            <a:xfrm>
              <a:off x="2408550" y="3805150"/>
              <a:ext cx="487875" cy="108675"/>
            </a:xfrm>
            <a:custGeom>
              <a:avLst/>
              <a:gdLst/>
              <a:ahLst/>
              <a:cxnLst/>
              <a:rect l="l" t="t" r="r" b="b"/>
              <a:pathLst>
                <a:path w="19515" h="4347" extrusionOk="0">
                  <a:moveTo>
                    <a:pt x="4647" y="0"/>
                  </a:moveTo>
                  <a:cubicBezTo>
                    <a:pt x="4063" y="0"/>
                    <a:pt x="3478" y="50"/>
                    <a:pt x="2903" y="155"/>
                  </a:cubicBezTo>
                  <a:cubicBezTo>
                    <a:pt x="2169" y="288"/>
                    <a:pt x="1435" y="488"/>
                    <a:pt x="735" y="755"/>
                  </a:cubicBezTo>
                  <a:cubicBezTo>
                    <a:pt x="535" y="822"/>
                    <a:pt x="368" y="922"/>
                    <a:pt x="168" y="989"/>
                  </a:cubicBezTo>
                  <a:cubicBezTo>
                    <a:pt x="68" y="1055"/>
                    <a:pt x="1" y="1089"/>
                    <a:pt x="1" y="1122"/>
                  </a:cubicBezTo>
                  <a:cubicBezTo>
                    <a:pt x="1" y="1122"/>
                    <a:pt x="268" y="1022"/>
                    <a:pt x="768" y="822"/>
                  </a:cubicBezTo>
                  <a:cubicBezTo>
                    <a:pt x="1469" y="588"/>
                    <a:pt x="2169" y="421"/>
                    <a:pt x="2903" y="321"/>
                  </a:cubicBezTo>
                  <a:cubicBezTo>
                    <a:pt x="3453" y="238"/>
                    <a:pt x="4004" y="196"/>
                    <a:pt x="4550" y="196"/>
                  </a:cubicBezTo>
                  <a:cubicBezTo>
                    <a:pt x="5096" y="196"/>
                    <a:pt x="5638" y="238"/>
                    <a:pt x="6172" y="321"/>
                  </a:cubicBezTo>
                  <a:cubicBezTo>
                    <a:pt x="7506" y="488"/>
                    <a:pt x="8807" y="922"/>
                    <a:pt x="9975" y="1589"/>
                  </a:cubicBezTo>
                  <a:cubicBezTo>
                    <a:pt x="11209" y="2289"/>
                    <a:pt x="12276" y="3157"/>
                    <a:pt x="13410" y="3690"/>
                  </a:cubicBezTo>
                  <a:cubicBezTo>
                    <a:pt x="14259" y="4115"/>
                    <a:pt x="15203" y="4347"/>
                    <a:pt x="16162" y="4347"/>
                  </a:cubicBezTo>
                  <a:cubicBezTo>
                    <a:pt x="16334" y="4347"/>
                    <a:pt x="16507" y="4339"/>
                    <a:pt x="16679" y="4324"/>
                  </a:cubicBezTo>
                  <a:cubicBezTo>
                    <a:pt x="17413" y="4224"/>
                    <a:pt x="18147" y="4024"/>
                    <a:pt x="18814" y="3690"/>
                  </a:cubicBezTo>
                  <a:cubicBezTo>
                    <a:pt x="19014" y="3590"/>
                    <a:pt x="19181" y="3490"/>
                    <a:pt x="19348" y="3357"/>
                  </a:cubicBezTo>
                  <a:cubicBezTo>
                    <a:pt x="19481" y="3290"/>
                    <a:pt x="19515" y="3223"/>
                    <a:pt x="19515" y="3223"/>
                  </a:cubicBezTo>
                  <a:lnTo>
                    <a:pt x="19515" y="3223"/>
                  </a:lnTo>
                  <a:cubicBezTo>
                    <a:pt x="19515" y="3224"/>
                    <a:pt x="19281" y="3390"/>
                    <a:pt x="18781" y="3590"/>
                  </a:cubicBezTo>
                  <a:cubicBezTo>
                    <a:pt x="18114" y="3924"/>
                    <a:pt x="17413" y="4091"/>
                    <a:pt x="16679" y="4157"/>
                  </a:cubicBezTo>
                  <a:cubicBezTo>
                    <a:pt x="16543" y="4166"/>
                    <a:pt x="16406" y="4170"/>
                    <a:pt x="16270" y="4170"/>
                  </a:cubicBezTo>
                  <a:cubicBezTo>
                    <a:pt x="15308" y="4170"/>
                    <a:pt x="14358" y="3962"/>
                    <a:pt x="13510" y="3524"/>
                  </a:cubicBezTo>
                  <a:cubicBezTo>
                    <a:pt x="12410" y="2990"/>
                    <a:pt x="11342" y="2123"/>
                    <a:pt x="10075" y="1389"/>
                  </a:cubicBezTo>
                  <a:cubicBezTo>
                    <a:pt x="8907" y="722"/>
                    <a:pt x="7573" y="288"/>
                    <a:pt x="6239" y="121"/>
                  </a:cubicBezTo>
                  <a:cubicBezTo>
                    <a:pt x="5713" y="42"/>
                    <a:pt x="5180" y="0"/>
                    <a:pt x="4647"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4"/>
            <p:cNvSpPr/>
            <p:nvPr/>
          </p:nvSpPr>
          <p:spPr>
            <a:xfrm>
              <a:off x="4375800" y="3250275"/>
              <a:ext cx="92575" cy="158100"/>
            </a:xfrm>
            <a:custGeom>
              <a:avLst/>
              <a:gdLst/>
              <a:ahLst/>
              <a:cxnLst/>
              <a:rect l="l" t="t" r="r" b="b"/>
              <a:pathLst>
                <a:path w="3703" h="6324" extrusionOk="0">
                  <a:moveTo>
                    <a:pt x="2202" y="0"/>
                  </a:moveTo>
                  <a:cubicBezTo>
                    <a:pt x="2102" y="134"/>
                    <a:pt x="2002" y="300"/>
                    <a:pt x="1935" y="467"/>
                  </a:cubicBezTo>
                  <a:lnTo>
                    <a:pt x="1368" y="1701"/>
                  </a:lnTo>
                  <a:lnTo>
                    <a:pt x="534" y="3536"/>
                  </a:lnTo>
                  <a:cubicBezTo>
                    <a:pt x="334" y="3903"/>
                    <a:pt x="200" y="4270"/>
                    <a:pt x="67" y="4670"/>
                  </a:cubicBezTo>
                  <a:cubicBezTo>
                    <a:pt x="0" y="4904"/>
                    <a:pt x="0" y="5104"/>
                    <a:pt x="34" y="5337"/>
                  </a:cubicBezTo>
                  <a:cubicBezTo>
                    <a:pt x="67" y="5571"/>
                    <a:pt x="167" y="5804"/>
                    <a:pt x="334" y="5971"/>
                  </a:cubicBezTo>
                  <a:cubicBezTo>
                    <a:pt x="497" y="6206"/>
                    <a:pt x="747" y="6324"/>
                    <a:pt x="1001" y="6324"/>
                  </a:cubicBezTo>
                  <a:cubicBezTo>
                    <a:pt x="1216" y="6324"/>
                    <a:pt x="1433" y="6239"/>
                    <a:pt x="1601" y="6071"/>
                  </a:cubicBezTo>
                  <a:cubicBezTo>
                    <a:pt x="1902" y="5771"/>
                    <a:pt x="2135" y="5437"/>
                    <a:pt x="2302" y="5037"/>
                  </a:cubicBezTo>
                  <a:cubicBezTo>
                    <a:pt x="2636" y="4370"/>
                    <a:pt x="2902" y="3736"/>
                    <a:pt x="3103" y="3203"/>
                  </a:cubicBezTo>
                  <a:cubicBezTo>
                    <a:pt x="3336" y="2635"/>
                    <a:pt x="3469" y="2202"/>
                    <a:pt x="3570" y="1902"/>
                  </a:cubicBezTo>
                  <a:cubicBezTo>
                    <a:pt x="3636" y="1735"/>
                    <a:pt x="3670" y="1568"/>
                    <a:pt x="3703" y="1401"/>
                  </a:cubicBezTo>
                  <a:lnTo>
                    <a:pt x="3703" y="1401"/>
                  </a:lnTo>
                  <a:cubicBezTo>
                    <a:pt x="3603" y="1535"/>
                    <a:pt x="3503" y="1701"/>
                    <a:pt x="3436" y="1868"/>
                  </a:cubicBezTo>
                  <a:cubicBezTo>
                    <a:pt x="3336" y="2135"/>
                    <a:pt x="3136" y="2569"/>
                    <a:pt x="2936" y="3102"/>
                  </a:cubicBezTo>
                  <a:cubicBezTo>
                    <a:pt x="2702" y="3636"/>
                    <a:pt x="2435" y="4270"/>
                    <a:pt x="2102" y="4937"/>
                  </a:cubicBezTo>
                  <a:cubicBezTo>
                    <a:pt x="1935" y="5304"/>
                    <a:pt x="1702" y="5604"/>
                    <a:pt x="1435" y="5904"/>
                  </a:cubicBezTo>
                  <a:cubicBezTo>
                    <a:pt x="1316" y="6023"/>
                    <a:pt x="1158" y="6082"/>
                    <a:pt x="998" y="6082"/>
                  </a:cubicBezTo>
                  <a:cubicBezTo>
                    <a:pt x="799" y="6082"/>
                    <a:pt x="597" y="5990"/>
                    <a:pt x="467" y="5804"/>
                  </a:cubicBezTo>
                  <a:cubicBezTo>
                    <a:pt x="334" y="5671"/>
                    <a:pt x="234" y="5471"/>
                    <a:pt x="200" y="5271"/>
                  </a:cubicBezTo>
                  <a:cubicBezTo>
                    <a:pt x="200" y="5071"/>
                    <a:pt x="200" y="4904"/>
                    <a:pt x="234" y="4704"/>
                  </a:cubicBezTo>
                  <a:cubicBezTo>
                    <a:pt x="367" y="4303"/>
                    <a:pt x="501" y="3936"/>
                    <a:pt x="667" y="3603"/>
                  </a:cubicBezTo>
                  <a:cubicBezTo>
                    <a:pt x="1001" y="2902"/>
                    <a:pt x="1268" y="2235"/>
                    <a:pt x="1501" y="1735"/>
                  </a:cubicBezTo>
                  <a:cubicBezTo>
                    <a:pt x="1702" y="1234"/>
                    <a:pt x="1868" y="834"/>
                    <a:pt x="2035" y="501"/>
                  </a:cubicBezTo>
                  <a:cubicBezTo>
                    <a:pt x="2102" y="334"/>
                    <a:pt x="2169" y="167"/>
                    <a:pt x="2202" y="0"/>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4"/>
            <p:cNvSpPr/>
            <p:nvPr/>
          </p:nvSpPr>
          <p:spPr>
            <a:xfrm>
              <a:off x="4333275" y="3316975"/>
              <a:ext cx="95075" cy="128450"/>
            </a:xfrm>
            <a:custGeom>
              <a:avLst/>
              <a:gdLst/>
              <a:ahLst/>
              <a:cxnLst/>
              <a:rect l="l" t="t" r="r" b="b"/>
              <a:pathLst>
                <a:path w="3803" h="5138" extrusionOk="0">
                  <a:moveTo>
                    <a:pt x="33" y="1"/>
                  </a:moveTo>
                  <a:cubicBezTo>
                    <a:pt x="0" y="34"/>
                    <a:pt x="200" y="401"/>
                    <a:pt x="434" y="1068"/>
                  </a:cubicBezTo>
                  <a:cubicBezTo>
                    <a:pt x="767" y="1936"/>
                    <a:pt x="967" y="2836"/>
                    <a:pt x="1034" y="3770"/>
                  </a:cubicBezTo>
                  <a:cubicBezTo>
                    <a:pt x="1068" y="4170"/>
                    <a:pt x="1068" y="4537"/>
                    <a:pt x="1034" y="4938"/>
                  </a:cubicBezTo>
                  <a:lnTo>
                    <a:pt x="1034" y="5138"/>
                  </a:lnTo>
                  <a:lnTo>
                    <a:pt x="1201" y="5038"/>
                  </a:lnTo>
                  <a:cubicBezTo>
                    <a:pt x="1690" y="4701"/>
                    <a:pt x="2264" y="4533"/>
                    <a:pt x="2870" y="4533"/>
                  </a:cubicBezTo>
                  <a:cubicBezTo>
                    <a:pt x="2925" y="4533"/>
                    <a:pt x="2980" y="4535"/>
                    <a:pt x="3036" y="4537"/>
                  </a:cubicBezTo>
                  <a:cubicBezTo>
                    <a:pt x="3436" y="4537"/>
                    <a:pt x="3714" y="4611"/>
                    <a:pt x="3785" y="4611"/>
                  </a:cubicBezTo>
                  <a:cubicBezTo>
                    <a:pt x="3797" y="4611"/>
                    <a:pt x="3803" y="4609"/>
                    <a:pt x="3803" y="4604"/>
                  </a:cubicBezTo>
                  <a:cubicBezTo>
                    <a:pt x="3569" y="4471"/>
                    <a:pt x="3302" y="4404"/>
                    <a:pt x="3069" y="4404"/>
                  </a:cubicBezTo>
                  <a:cubicBezTo>
                    <a:pt x="2936" y="4385"/>
                    <a:pt x="2803" y="4376"/>
                    <a:pt x="2671" y="4376"/>
                  </a:cubicBezTo>
                  <a:cubicBezTo>
                    <a:pt x="2179" y="4376"/>
                    <a:pt x="1700" y="4506"/>
                    <a:pt x="1281" y="4755"/>
                  </a:cubicBezTo>
                  <a:lnTo>
                    <a:pt x="1281" y="4755"/>
                  </a:lnTo>
                  <a:cubicBezTo>
                    <a:pt x="1300" y="4415"/>
                    <a:pt x="1296" y="4076"/>
                    <a:pt x="1268" y="3737"/>
                  </a:cubicBezTo>
                  <a:cubicBezTo>
                    <a:pt x="1201" y="2803"/>
                    <a:pt x="967" y="1869"/>
                    <a:pt x="601" y="1002"/>
                  </a:cubicBezTo>
                  <a:cubicBezTo>
                    <a:pt x="467" y="635"/>
                    <a:pt x="267" y="301"/>
                    <a:pt x="33"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4"/>
            <p:cNvSpPr/>
            <p:nvPr/>
          </p:nvSpPr>
          <p:spPr>
            <a:xfrm>
              <a:off x="4424175" y="3293625"/>
              <a:ext cx="79225" cy="136275"/>
            </a:xfrm>
            <a:custGeom>
              <a:avLst/>
              <a:gdLst/>
              <a:ahLst/>
              <a:cxnLst/>
              <a:rect l="l" t="t" r="r" b="b"/>
              <a:pathLst>
                <a:path w="3169" h="5451" extrusionOk="0">
                  <a:moveTo>
                    <a:pt x="1768" y="1"/>
                  </a:moveTo>
                  <a:cubicBezTo>
                    <a:pt x="1701" y="134"/>
                    <a:pt x="1635" y="234"/>
                    <a:pt x="1568" y="368"/>
                  </a:cubicBezTo>
                  <a:lnTo>
                    <a:pt x="1034" y="1335"/>
                  </a:lnTo>
                  <a:cubicBezTo>
                    <a:pt x="767" y="1835"/>
                    <a:pt x="534" y="2336"/>
                    <a:pt x="367" y="2836"/>
                  </a:cubicBezTo>
                  <a:cubicBezTo>
                    <a:pt x="234" y="3170"/>
                    <a:pt x="167" y="3470"/>
                    <a:pt x="100" y="3804"/>
                  </a:cubicBezTo>
                  <a:cubicBezTo>
                    <a:pt x="0" y="4170"/>
                    <a:pt x="33" y="4537"/>
                    <a:pt x="133" y="4871"/>
                  </a:cubicBezTo>
                  <a:cubicBezTo>
                    <a:pt x="200" y="5071"/>
                    <a:pt x="334" y="5238"/>
                    <a:pt x="500" y="5338"/>
                  </a:cubicBezTo>
                  <a:cubicBezTo>
                    <a:pt x="625" y="5413"/>
                    <a:pt x="769" y="5451"/>
                    <a:pt x="918" y="5451"/>
                  </a:cubicBezTo>
                  <a:cubicBezTo>
                    <a:pt x="967" y="5451"/>
                    <a:pt x="1017" y="5446"/>
                    <a:pt x="1067" y="5438"/>
                  </a:cubicBezTo>
                  <a:cubicBezTo>
                    <a:pt x="1401" y="5405"/>
                    <a:pt x="1735" y="5205"/>
                    <a:pt x="1935" y="4904"/>
                  </a:cubicBezTo>
                  <a:cubicBezTo>
                    <a:pt x="2102" y="4637"/>
                    <a:pt x="2235" y="4371"/>
                    <a:pt x="2335" y="4104"/>
                  </a:cubicBezTo>
                  <a:lnTo>
                    <a:pt x="2635" y="3403"/>
                  </a:lnTo>
                  <a:cubicBezTo>
                    <a:pt x="2835" y="2970"/>
                    <a:pt x="2969" y="2603"/>
                    <a:pt x="3069" y="2369"/>
                  </a:cubicBezTo>
                  <a:cubicBezTo>
                    <a:pt x="3102" y="2236"/>
                    <a:pt x="3169" y="2136"/>
                    <a:pt x="3169" y="2002"/>
                  </a:cubicBezTo>
                  <a:lnTo>
                    <a:pt x="3169" y="2002"/>
                  </a:lnTo>
                  <a:cubicBezTo>
                    <a:pt x="3102" y="2102"/>
                    <a:pt x="3036" y="2202"/>
                    <a:pt x="3002" y="2336"/>
                  </a:cubicBezTo>
                  <a:cubicBezTo>
                    <a:pt x="2902" y="2569"/>
                    <a:pt x="2735" y="2903"/>
                    <a:pt x="2535" y="3303"/>
                  </a:cubicBezTo>
                  <a:lnTo>
                    <a:pt x="2202" y="4004"/>
                  </a:lnTo>
                  <a:cubicBezTo>
                    <a:pt x="2102" y="4271"/>
                    <a:pt x="1968" y="4537"/>
                    <a:pt x="1801" y="4771"/>
                  </a:cubicBezTo>
                  <a:cubicBezTo>
                    <a:pt x="1635" y="5004"/>
                    <a:pt x="1368" y="5171"/>
                    <a:pt x="1067" y="5238"/>
                  </a:cubicBezTo>
                  <a:cubicBezTo>
                    <a:pt x="1042" y="5241"/>
                    <a:pt x="1017" y="5242"/>
                    <a:pt x="991" y="5242"/>
                  </a:cubicBezTo>
                  <a:cubicBezTo>
                    <a:pt x="718" y="5242"/>
                    <a:pt x="459" y="5079"/>
                    <a:pt x="367" y="4804"/>
                  </a:cubicBezTo>
                  <a:cubicBezTo>
                    <a:pt x="267" y="4504"/>
                    <a:pt x="267" y="4170"/>
                    <a:pt x="334" y="3837"/>
                  </a:cubicBezTo>
                  <a:cubicBezTo>
                    <a:pt x="367" y="3537"/>
                    <a:pt x="467" y="3203"/>
                    <a:pt x="567" y="2903"/>
                  </a:cubicBezTo>
                  <a:cubicBezTo>
                    <a:pt x="767" y="2336"/>
                    <a:pt x="1001" y="1835"/>
                    <a:pt x="1201" y="1402"/>
                  </a:cubicBezTo>
                  <a:cubicBezTo>
                    <a:pt x="1434" y="968"/>
                    <a:pt x="1635" y="501"/>
                    <a:pt x="1768" y="1"/>
                  </a:cubicBezTo>
                  <a:close/>
                </a:path>
              </a:pathLst>
            </a:custGeom>
            <a:solidFill>
              <a:srgbClr val="EB99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6" name="Google Shape;3566;p64"/>
          <p:cNvSpPr/>
          <p:nvPr/>
        </p:nvSpPr>
        <p:spPr>
          <a:xfrm>
            <a:off x="9565725" y="1996400"/>
            <a:ext cx="25875" cy="24925"/>
          </a:xfrm>
          <a:custGeom>
            <a:avLst/>
            <a:gdLst/>
            <a:ahLst/>
            <a:cxnLst/>
            <a:rect l="l" t="t" r="r" b="b"/>
            <a:pathLst>
              <a:path w="1035" h="997" extrusionOk="0">
                <a:moveTo>
                  <a:pt x="485" y="0"/>
                </a:moveTo>
                <a:cubicBezTo>
                  <a:pt x="417" y="0"/>
                  <a:pt x="332" y="21"/>
                  <a:pt x="234" y="83"/>
                </a:cubicBezTo>
                <a:cubicBezTo>
                  <a:pt x="101" y="149"/>
                  <a:pt x="1" y="316"/>
                  <a:pt x="1" y="483"/>
                </a:cubicBezTo>
                <a:cubicBezTo>
                  <a:pt x="1" y="791"/>
                  <a:pt x="261" y="997"/>
                  <a:pt x="535" y="997"/>
                </a:cubicBezTo>
                <a:cubicBezTo>
                  <a:pt x="676" y="997"/>
                  <a:pt x="821" y="942"/>
                  <a:pt x="935" y="816"/>
                </a:cubicBezTo>
                <a:cubicBezTo>
                  <a:pt x="1035" y="683"/>
                  <a:pt x="1035" y="516"/>
                  <a:pt x="1001" y="349"/>
                </a:cubicBezTo>
                <a:cubicBezTo>
                  <a:pt x="921" y="136"/>
                  <a:pt x="777" y="72"/>
                  <a:pt x="723" y="72"/>
                </a:cubicBezTo>
                <a:cubicBezTo>
                  <a:pt x="709" y="72"/>
                  <a:pt x="701" y="76"/>
                  <a:pt x="701" y="83"/>
                </a:cubicBezTo>
                <a:cubicBezTo>
                  <a:pt x="668" y="116"/>
                  <a:pt x="801" y="183"/>
                  <a:pt x="835" y="383"/>
                </a:cubicBezTo>
                <a:cubicBezTo>
                  <a:pt x="868" y="483"/>
                  <a:pt x="835" y="583"/>
                  <a:pt x="768" y="683"/>
                </a:cubicBezTo>
                <a:cubicBezTo>
                  <a:pt x="706" y="735"/>
                  <a:pt x="634" y="758"/>
                  <a:pt x="564" y="758"/>
                </a:cubicBezTo>
                <a:cubicBezTo>
                  <a:pt x="407" y="758"/>
                  <a:pt x="257" y="644"/>
                  <a:pt x="234" y="483"/>
                </a:cubicBezTo>
                <a:cubicBezTo>
                  <a:pt x="234" y="383"/>
                  <a:pt x="267" y="283"/>
                  <a:pt x="334" y="216"/>
                </a:cubicBezTo>
                <a:cubicBezTo>
                  <a:pt x="501" y="83"/>
                  <a:pt x="668" y="83"/>
                  <a:pt x="668" y="83"/>
                </a:cubicBezTo>
                <a:cubicBezTo>
                  <a:pt x="668" y="61"/>
                  <a:pt x="601" y="0"/>
                  <a:pt x="485"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67" name="Google Shape;3567;p64"/>
          <p:cNvGrpSpPr/>
          <p:nvPr/>
        </p:nvGrpSpPr>
        <p:grpSpPr>
          <a:xfrm>
            <a:off x="5531375" y="1321863"/>
            <a:ext cx="2333350" cy="1639525"/>
            <a:chOff x="10312925" y="928525"/>
            <a:chExt cx="2333350" cy="1639525"/>
          </a:xfrm>
        </p:grpSpPr>
        <p:sp>
          <p:nvSpPr>
            <p:cNvPr id="3568" name="Google Shape;3568;p64"/>
            <p:cNvSpPr/>
            <p:nvPr/>
          </p:nvSpPr>
          <p:spPr>
            <a:xfrm>
              <a:off x="10312925" y="928525"/>
              <a:ext cx="2333350" cy="1639525"/>
            </a:xfrm>
            <a:custGeom>
              <a:avLst/>
              <a:gdLst/>
              <a:ahLst/>
              <a:cxnLst/>
              <a:rect l="l" t="t" r="r" b="b"/>
              <a:pathLst>
                <a:path w="93334" h="65581" extrusionOk="0">
                  <a:moveTo>
                    <a:pt x="1" y="0"/>
                  </a:moveTo>
                  <a:lnTo>
                    <a:pt x="1" y="65581"/>
                  </a:lnTo>
                  <a:lnTo>
                    <a:pt x="93334" y="65581"/>
                  </a:lnTo>
                  <a:lnTo>
                    <a:pt x="93334"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4"/>
            <p:cNvSpPr/>
            <p:nvPr/>
          </p:nvSpPr>
          <p:spPr>
            <a:xfrm>
              <a:off x="10371300" y="1002750"/>
              <a:ext cx="2214950" cy="1491075"/>
            </a:xfrm>
            <a:custGeom>
              <a:avLst/>
              <a:gdLst/>
              <a:ahLst/>
              <a:cxnLst/>
              <a:rect l="l" t="t" r="r" b="b"/>
              <a:pathLst>
                <a:path w="88598" h="59643" extrusionOk="0">
                  <a:moveTo>
                    <a:pt x="1" y="0"/>
                  </a:moveTo>
                  <a:lnTo>
                    <a:pt x="1" y="59643"/>
                  </a:lnTo>
                  <a:lnTo>
                    <a:pt x="88597" y="59643"/>
                  </a:lnTo>
                  <a:lnTo>
                    <a:pt x="88597" y="0"/>
                  </a:ln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4"/>
            <p:cNvSpPr/>
            <p:nvPr/>
          </p:nvSpPr>
          <p:spPr>
            <a:xfrm>
              <a:off x="10369625" y="997725"/>
              <a:ext cx="2219125" cy="1496950"/>
            </a:xfrm>
            <a:custGeom>
              <a:avLst/>
              <a:gdLst/>
              <a:ahLst/>
              <a:cxnLst/>
              <a:rect l="l" t="t" r="r" b="b"/>
              <a:pathLst>
                <a:path w="88765" h="59878" extrusionOk="0">
                  <a:moveTo>
                    <a:pt x="1" y="1"/>
                  </a:moveTo>
                  <a:lnTo>
                    <a:pt x="1" y="134"/>
                  </a:lnTo>
                  <a:lnTo>
                    <a:pt x="1" y="59777"/>
                  </a:lnTo>
                  <a:lnTo>
                    <a:pt x="1" y="59877"/>
                  </a:lnTo>
                  <a:lnTo>
                    <a:pt x="101" y="59877"/>
                  </a:lnTo>
                  <a:lnTo>
                    <a:pt x="63980" y="59810"/>
                  </a:lnTo>
                  <a:lnTo>
                    <a:pt x="82160" y="59810"/>
                  </a:lnTo>
                  <a:lnTo>
                    <a:pt x="63947" y="59777"/>
                  </a:lnTo>
                  <a:lnTo>
                    <a:pt x="201" y="59710"/>
                  </a:lnTo>
                  <a:lnTo>
                    <a:pt x="201" y="59710"/>
                  </a:lnTo>
                  <a:lnTo>
                    <a:pt x="201" y="268"/>
                  </a:lnTo>
                  <a:lnTo>
                    <a:pt x="88597" y="268"/>
                  </a:lnTo>
                  <a:cubicBezTo>
                    <a:pt x="88598" y="18384"/>
                    <a:pt x="88631" y="33271"/>
                    <a:pt x="88631" y="43632"/>
                  </a:cubicBezTo>
                  <a:cubicBezTo>
                    <a:pt x="88664" y="48803"/>
                    <a:pt x="88664" y="52872"/>
                    <a:pt x="88664" y="55607"/>
                  </a:cubicBezTo>
                  <a:lnTo>
                    <a:pt x="88664" y="58776"/>
                  </a:lnTo>
                  <a:lnTo>
                    <a:pt x="88664" y="59844"/>
                  </a:lnTo>
                  <a:cubicBezTo>
                    <a:pt x="88664" y="59844"/>
                    <a:pt x="88698" y="59410"/>
                    <a:pt x="88698" y="58710"/>
                  </a:cubicBezTo>
                  <a:lnTo>
                    <a:pt x="88698" y="55574"/>
                  </a:lnTo>
                  <a:cubicBezTo>
                    <a:pt x="88698" y="52839"/>
                    <a:pt x="88698" y="48803"/>
                    <a:pt x="88698" y="43599"/>
                  </a:cubicBezTo>
                  <a:cubicBezTo>
                    <a:pt x="88731" y="33225"/>
                    <a:pt x="88731" y="18314"/>
                    <a:pt x="88764" y="134"/>
                  </a:cubicBezTo>
                  <a:lnTo>
                    <a:pt x="88764" y="34"/>
                  </a:lnTo>
                  <a:lnTo>
                    <a:pt x="88664" y="34"/>
                  </a:lnTo>
                  <a:lnTo>
                    <a:pt x="101"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4"/>
            <p:cNvSpPr/>
            <p:nvPr/>
          </p:nvSpPr>
          <p:spPr>
            <a:xfrm>
              <a:off x="10419675" y="1561475"/>
              <a:ext cx="493700" cy="776400"/>
            </a:xfrm>
            <a:custGeom>
              <a:avLst/>
              <a:gdLst/>
              <a:ahLst/>
              <a:cxnLst/>
              <a:rect l="l" t="t" r="r" b="b"/>
              <a:pathLst>
                <a:path w="19748" h="31056" extrusionOk="0">
                  <a:moveTo>
                    <a:pt x="0" y="0"/>
                  </a:moveTo>
                  <a:lnTo>
                    <a:pt x="67" y="31056"/>
                  </a:lnTo>
                  <a:lnTo>
                    <a:pt x="19748" y="31056"/>
                  </a:lnTo>
                  <a:lnTo>
                    <a:pt x="19648"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4"/>
            <p:cNvSpPr/>
            <p:nvPr/>
          </p:nvSpPr>
          <p:spPr>
            <a:xfrm>
              <a:off x="10664850" y="1561475"/>
              <a:ext cx="246025" cy="776400"/>
            </a:xfrm>
            <a:custGeom>
              <a:avLst/>
              <a:gdLst/>
              <a:ahLst/>
              <a:cxnLst/>
              <a:rect l="l" t="t" r="r" b="b"/>
              <a:pathLst>
                <a:path w="9841" h="31056" extrusionOk="0">
                  <a:moveTo>
                    <a:pt x="0" y="0"/>
                  </a:moveTo>
                  <a:lnTo>
                    <a:pt x="0" y="31056"/>
                  </a:lnTo>
                  <a:lnTo>
                    <a:pt x="9841" y="31056"/>
                  </a:lnTo>
                  <a:lnTo>
                    <a:pt x="9841"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4"/>
            <p:cNvSpPr/>
            <p:nvPr/>
          </p:nvSpPr>
          <p:spPr>
            <a:xfrm>
              <a:off x="10475550" y="1408025"/>
              <a:ext cx="173475" cy="153475"/>
            </a:xfrm>
            <a:custGeom>
              <a:avLst/>
              <a:gdLst/>
              <a:ahLst/>
              <a:cxnLst/>
              <a:rect l="l" t="t" r="r" b="b"/>
              <a:pathLst>
                <a:path w="6939" h="6139" extrusionOk="0">
                  <a:moveTo>
                    <a:pt x="0" y="1"/>
                  </a:moveTo>
                  <a:lnTo>
                    <a:pt x="0" y="6138"/>
                  </a:lnTo>
                  <a:lnTo>
                    <a:pt x="6939" y="6138"/>
                  </a:lnTo>
                  <a:lnTo>
                    <a:pt x="6939"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4"/>
            <p:cNvSpPr/>
            <p:nvPr/>
          </p:nvSpPr>
          <p:spPr>
            <a:xfrm>
              <a:off x="10607300" y="1408025"/>
              <a:ext cx="41725" cy="153475"/>
            </a:xfrm>
            <a:custGeom>
              <a:avLst/>
              <a:gdLst/>
              <a:ahLst/>
              <a:cxnLst/>
              <a:rect l="l" t="t" r="r" b="b"/>
              <a:pathLst>
                <a:path w="1669" h="6139" extrusionOk="0">
                  <a:moveTo>
                    <a:pt x="1" y="1"/>
                  </a:moveTo>
                  <a:lnTo>
                    <a:pt x="1" y="6138"/>
                  </a:lnTo>
                  <a:lnTo>
                    <a:pt x="1669" y="6138"/>
                  </a:lnTo>
                  <a:lnTo>
                    <a:pt x="1669"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4"/>
            <p:cNvSpPr/>
            <p:nvPr/>
          </p:nvSpPr>
          <p:spPr>
            <a:xfrm>
              <a:off x="10377975" y="1552300"/>
              <a:ext cx="547075" cy="9200"/>
            </a:xfrm>
            <a:custGeom>
              <a:avLst/>
              <a:gdLst/>
              <a:ahLst/>
              <a:cxnLst/>
              <a:rect l="l" t="t" r="r" b="b"/>
              <a:pathLst>
                <a:path w="21883" h="368" extrusionOk="0">
                  <a:moveTo>
                    <a:pt x="0" y="0"/>
                  </a:moveTo>
                  <a:lnTo>
                    <a:pt x="0" y="367"/>
                  </a:lnTo>
                  <a:lnTo>
                    <a:pt x="21883" y="367"/>
                  </a:lnTo>
                  <a:lnTo>
                    <a:pt x="21883"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4"/>
            <p:cNvSpPr/>
            <p:nvPr/>
          </p:nvSpPr>
          <p:spPr>
            <a:xfrm>
              <a:off x="10516400" y="1628175"/>
              <a:ext cx="41725" cy="87600"/>
            </a:xfrm>
            <a:custGeom>
              <a:avLst/>
              <a:gdLst/>
              <a:ahLst/>
              <a:cxnLst/>
              <a:rect l="l" t="t" r="r" b="b"/>
              <a:pathLst>
                <a:path w="1669" h="3504" extrusionOk="0">
                  <a:moveTo>
                    <a:pt x="1" y="1"/>
                  </a:moveTo>
                  <a:lnTo>
                    <a:pt x="1" y="3503"/>
                  </a:lnTo>
                  <a:lnTo>
                    <a:pt x="1669" y="3503"/>
                  </a:lnTo>
                  <a:lnTo>
                    <a:pt x="16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4"/>
            <p:cNvSpPr/>
            <p:nvPr/>
          </p:nvSpPr>
          <p:spPr>
            <a:xfrm>
              <a:off x="10419675" y="1748275"/>
              <a:ext cx="245200" cy="3350"/>
            </a:xfrm>
            <a:custGeom>
              <a:avLst/>
              <a:gdLst/>
              <a:ahLst/>
              <a:cxnLst/>
              <a:rect l="l" t="t" r="r" b="b"/>
              <a:pathLst>
                <a:path w="9808" h="134" extrusionOk="0">
                  <a:moveTo>
                    <a:pt x="4904" y="0"/>
                  </a:moveTo>
                  <a:cubicBezTo>
                    <a:pt x="2202" y="0"/>
                    <a:pt x="0" y="34"/>
                    <a:pt x="0" y="67"/>
                  </a:cubicBezTo>
                  <a:cubicBezTo>
                    <a:pt x="0" y="100"/>
                    <a:pt x="2202" y="134"/>
                    <a:pt x="4904" y="134"/>
                  </a:cubicBezTo>
                  <a:cubicBezTo>
                    <a:pt x="7606" y="134"/>
                    <a:pt x="9807" y="100"/>
                    <a:pt x="9807" y="67"/>
                  </a:cubicBezTo>
                  <a:cubicBezTo>
                    <a:pt x="9807" y="34"/>
                    <a:pt x="7606" y="0"/>
                    <a:pt x="4904"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4"/>
            <p:cNvSpPr/>
            <p:nvPr/>
          </p:nvSpPr>
          <p:spPr>
            <a:xfrm>
              <a:off x="10764075" y="1628175"/>
              <a:ext cx="41725" cy="87600"/>
            </a:xfrm>
            <a:custGeom>
              <a:avLst/>
              <a:gdLst/>
              <a:ahLst/>
              <a:cxnLst/>
              <a:rect l="l" t="t" r="r" b="b"/>
              <a:pathLst>
                <a:path w="1669" h="3504" extrusionOk="0">
                  <a:moveTo>
                    <a:pt x="1" y="1"/>
                  </a:moveTo>
                  <a:lnTo>
                    <a:pt x="1" y="3503"/>
                  </a:lnTo>
                  <a:lnTo>
                    <a:pt x="1669" y="3503"/>
                  </a:lnTo>
                  <a:lnTo>
                    <a:pt x="1669"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4"/>
            <p:cNvSpPr/>
            <p:nvPr/>
          </p:nvSpPr>
          <p:spPr>
            <a:xfrm>
              <a:off x="10667350" y="1748275"/>
              <a:ext cx="246025" cy="3350"/>
            </a:xfrm>
            <a:custGeom>
              <a:avLst/>
              <a:gdLst/>
              <a:ahLst/>
              <a:cxnLst/>
              <a:rect l="l" t="t" r="r" b="b"/>
              <a:pathLst>
                <a:path w="9841" h="134" extrusionOk="0">
                  <a:moveTo>
                    <a:pt x="4904" y="0"/>
                  </a:moveTo>
                  <a:cubicBezTo>
                    <a:pt x="2202" y="0"/>
                    <a:pt x="0" y="34"/>
                    <a:pt x="0" y="67"/>
                  </a:cubicBezTo>
                  <a:cubicBezTo>
                    <a:pt x="0" y="100"/>
                    <a:pt x="2202" y="134"/>
                    <a:pt x="4904" y="134"/>
                  </a:cubicBezTo>
                  <a:cubicBezTo>
                    <a:pt x="7639" y="134"/>
                    <a:pt x="9841" y="100"/>
                    <a:pt x="9841" y="67"/>
                  </a:cubicBezTo>
                  <a:cubicBezTo>
                    <a:pt x="9841" y="34"/>
                    <a:pt x="7639" y="0"/>
                    <a:pt x="490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4"/>
            <p:cNvSpPr/>
            <p:nvPr/>
          </p:nvSpPr>
          <p:spPr>
            <a:xfrm>
              <a:off x="10764075" y="1802475"/>
              <a:ext cx="41725" cy="87600"/>
            </a:xfrm>
            <a:custGeom>
              <a:avLst/>
              <a:gdLst/>
              <a:ahLst/>
              <a:cxnLst/>
              <a:rect l="l" t="t" r="r" b="b"/>
              <a:pathLst>
                <a:path w="1669" h="3504" extrusionOk="0">
                  <a:moveTo>
                    <a:pt x="1" y="1"/>
                  </a:moveTo>
                  <a:lnTo>
                    <a:pt x="1" y="3503"/>
                  </a:lnTo>
                  <a:lnTo>
                    <a:pt x="1669" y="3503"/>
                  </a:lnTo>
                  <a:lnTo>
                    <a:pt x="1669"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4"/>
            <p:cNvSpPr/>
            <p:nvPr/>
          </p:nvSpPr>
          <p:spPr>
            <a:xfrm>
              <a:off x="10667350" y="1922575"/>
              <a:ext cx="246025" cy="3350"/>
            </a:xfrm>
            <a:custGeom>
              <a:avLst/>
              <a:gdLst/>
              <a:ahLst/>
              <a:cxnLst/>
              <a:rect l="l" t="t" r="r" b="b"/>
              <a:pathLst>
                <a:path w="9841" h="134" extrusionOk="0">
                  <a:moveTo>
                    <a:pt x="4904" y="0"/>
                  </a:moveTo>
                  <a:cubicBezTo>
                    <a:pt x="2202" y="0"/>
                    <a:pt x="0" y="33"/>
                    <a:pt x="0" y="67"/>
                  </a:cubicBezTo>
                  <a:cubicBezTo>
                    <a:pt x="0" y="100"/>
                    <a:pt x="2202" y="133"/>
                    <a:pt x="4904" y="133"/>
                  </a:cubicBezTo>
                  <a:cubicBezTo>
                    <a:pt x="7639" y="133"/>
                    <a:pt x="9841" y="100"/>
                    <a:pt x="9841" y="67"/>
                  </a:cubicBezTo>
                  <a:cubicBezTo>
                    <a:pt x="9841" y="33"/>
                    <a:pt x="7639" y="0"/>
                    <a:pt x="4904"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4"/>
            <p:cNvSpPr/>
            <p:nvPr/>
          </p:nvSpPr>
          <p:spPr>
            <a:xfrm>
              <a:off x="10764075" y="1981775"/>
              <a:ext cx="41725" cy="87575"/>
            </a:xfrm>
            <a:custGeom>
              <a:avLst/>
              <a:gdLst/>
              <a:ahLst/>
              <a:cxnLst/>
              <a:rect l="l" t="t" r="r" b="b"/>
              <a:pathLst>
                <a:path w="1669" h="3503" extrusionOk="0">
                  <a:moveTo>
                    <a:pt x="1" y="0"/>
                  </a:moveTo>
                  <a:lnTo>
                    <a:pt x="1" y="3503"/>
                  </a:lnTo>
                  <a:lnTo>
                    <a:pt x="1669" y="3503"/>
                  </a:lnTo>
                  <a:lnTo>
                    <a:pt x="1669"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4"/>
            <p:cNvSpPr/>
            <p:nvPr/>
          </p:nvSpPr>
          <p:spPr>
            <a:xfrm>
              <a:off x="10667350" y="2101850"/>
              <a:ext cx="246025" cy="3375"/>
            </a:xfrm>
            <a:custGeom>
              <a:avLst/>
              <a:gdLst/>
              <a:ahLst/>
              <a:cxnLst/>
              <a:rect l="l" t="t" r="r" b="b"/>
              <a:pathLst>
                <a:path w="9841" h="135" extrusionOk="0">
                  <a:moveTo>
                    <a:pt x="4904" y="1"/>
                  </a:moveTo>
                  <a:cubicBezTo>
                    <a:pt x="2202" y="1"/>
                    <a:pt x="0" y="34"/>
                    <a:pt x="0" y="68"/>
                  </a:cubicBezTo>
                  <a:cubicBezTo>
                    <a:pt x="0" y="101"/>
                    <a:pt x="2202" y="134"/>
                    <a:pt x="4904" y="134"/>
                  </a:cubicBezTo>
                  <a:cubicBezTo>
                    <a:pt x="7639" y="134"/>
                    <a:pt x="9841" y="101"/>
                    <a:pt x="9841" y="68"/>
                  </a:cubicBezTo>
                  <a:cubicBezTo>
                    <a:pt x="9841" y="34"/>
                    <a:pt x="7639" y="1"/>
                    <a:pt x="490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4"/>
            <p:cNvSpPr/>
            <p:nvPr/>
          </p:nvSpPr>
          <p:spPr>
            <a:xfrm>
              <a:off x="10764075" y="2161075"/>
              <a:ext cx="41725" cy="87575"/>
            </a:xfrm>
            <a:custGeom>
              <a:avLst/>
              <a:gdLst/>
              <a:ahLst/>
              <a:cxnLst/>
              <a:rect l="l" t="t" r="r" b="b"/>
              <a:pathLst>
                <a:path w="1669" h="3503" extrusionOk="0">
                  <a:moveTo>
                    <a:pt x="1" y="0"/>
                  </a:moveTo>
                  <a:lnTo>
                    <a:pt x="1" y="3503"/>
                  </a:lnTo>
                  <a:lnTo>
                    <a:pt x="1669" y="3503"/>
                  </a:lnTo>
                  <a:lnTo>
                    <a:pt x="1669"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4"/>
            <p:cNvSpPr/>
            <p:nvPr/>
          </p:nvSpPr>
          <p:spPr>
            <a:xfrm>
              <a:off x="10667350" y="2281150"/>
              <a:ext cx="246025" cy="3375"/>
            </a:xfrm>
            <a:custGeom>
              <a:avLst/>
              <a:gdLst/>
              <a:ahLst/>
              <a:cxnLst/>
              <a:rect l="l" t="t" r="r" b="b"/>
              <a:pathLst>
                <a:path w="9841" h="135" extrusionOk="0">
                  <a:moveTo>
                    <a:pt x="4904" y="1"/>
                  </a:moveTo>
                  <a:cubicBezTo>
                    <a:pt x="2202" y="1"/>
                    <a:pt x="0" y="34"/>
                    <a:pt x="0" y="67"/>
                  </a:cubicBezTo>
                  <a:cubicBezTo>
                    <a:pt x="0" y="101"/>
                    <a:pt x="2202" y="134"/>
                    <a:pt x="4904" y="134"/>
                  </a:cubicBezTo>
                  <a:cubicBezTo>
                    <a:pt x="7639" y="134"/>
                    <a:pt x="9841" y="101"/>
                    <a:pt x="9841" y="67"/>
                  </a:cubicBezTo>
                  <a:cubicBezTo>
                    <a:pt x="9841" y="34"/>
                    <a:pt x="7639" y="1"/>
                    <a:pt x="4904"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4"/>
            <p:cNvSpPr/>
            <p:nvPr/>
          </p:nvSpPr>
          <p:spPr>
            <a:xfrm>
              <a:off x="10516400" y="1804975"/>
              <a:ext cx="41725" cy="87600"/>
            </a:xfrm>
            <a:custGeom>
              <a:avLst/>
              <a:gdLst/>
              <a:ahLst/>
              <a:cxnLst/>
              <a:rect l="l" t="t" r="r" b="b"/>
              <a:pathLst>
                <a:path w="1669" h="3504" extrusionOk="0">
                  <a:moveTo>
                    <a:pt x="1" y="1"/>
                  </a:moveTo>
                  <a:lnTo>
                    <a:pt x="1" y="3503"/>
                  </a:lnTo>
                  <a:lnTo>
                    <a:pt x="1669" y="3503"/>
                  </a:lnTo>
                  <a:lnTo>
                    <a:pt x="16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4"/>
            <p:cNvSpPr/>
            <p:nvPr/>
          </p:nvSpPr>
          <p:spPr>
            <a:xfrm>
              <a:off x="10419675" y="1925075"/>
              <a:ext cx="245200" cy="3350"/>
            </a:xfrm>
            <a:custGeom>
              <a:avLst/>
              <a:gdLst/>
              <a:ahLst/>
              <a:cxnLst/>
              <a:rect l="l" t="t" r="r" b="b"/>
              <a:pathLst>
                <a:path w="9808" h="134" extrusionOk="0">
                  <a:moveTo>
                    <a:pt x="4904" y="0"/>
                  </a:moveTo>
                  <a:cubicBezTo>
                    <a:pt x="2202" y="0"/>
                    <a:pt x="0" y="33"/>
                    <a:pt x="0" y="67"/>
                  </a:cubicBezTo>
                  <a:cubicBezTo>
                    <a:pt x="0" y="100"/>
                    <a:pt x="2202" y="134"/>
                    <a:pt x="4904" y="134"/>
                  </a:cubicBezTo>
                  <a:cubicBezTo>
                    <a:pt x="7606" y="134"/>
                    <a:pt x="9807" y="100"/>
                    <a:pt x="9807" y="67"/>
                  </a:cubicBezTo>
                  <a:cubicBezTo>
                    <a:pt x="9807" y="67"/>
                    <a:pt x="7606" y="0"/>
                    <a:pt x="4904"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4"/>
            <p:cNvSpPr/>
            <p:nvPr/>
          </p:nvSpPr>
          <p:spPr>
            <a:xfrm>
              <a:off x="10516400" y="1981775"/>
              <a:ext cx="41725" cy="87575"/>
            </a:xfrm>
            <a:custGeom>
              <a:avLst/>
              <a:gdLst/>
              <a:ahLst/>
              <a:cxnLst/>
              <a:rect l="l" t="t" r="r" b="b"/>
              <a:pathLst>
                <a:path w="1669" h="3503" extrusionOk="0">
                  <a:moveTo>
                    <a:pt x="1" y="0"/>
                  </a:moveTo>
                  <a:lnTo>
                    <a:pt x="1" y="3503"/>
                  </a:lnTo>
                  <a:lnTo>
                    <a:pt x="1669" y="3503"/>
                  </a:lnTo>
                  <a:lnTo>
                    <a:pt x="16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4"/>
            <p:cNvSpPr/>
            <p:nvPr/>
          </p:nvSpPr>
          <p:spPr>
            <a:xfrm>
              <a:off x="10419675" y="2101850"/>
              <a:ext cx="245200" cy="3375"/>
            </a:xfrm>
            <a:custGeom>
              <a:avLst/>
              <a:gdLst/>
              <a:ahLst/>
              <a:cxnLst/>
              <a:rect l="l" t="t" r="r" b="b"/>
              <a:pathLst>
                <a:path w="9808" h="135" extrusionOk="0">
                  <a:moveTo>
                    <a:pt x="4904" y="1"/>
                  </a:moveTo>
                  <a:cubicBezTo>
                    <a:pt x="2202" y="1"/>
                    <a:pt x="0" y="34"/>
                    <a:pt x="0" y="68"/>
                  </a:cubicBezTo>
                  <a:cubicBezTo>
                    <a:pt x="0" y="101"/>
                    <a:pt x="2202" y="134"/>
                    <a:pt x="4904" y="134"/>
                  </a:cubicBezTo>
                  <a:cubicBezTo>
                    <a:pt x="7606" y="134"/>
                    <a:pt x="9807" y="101"/>
                    <a:pt x="9807" y="68"/>
                  </a:cubicBezTo>
                  <a:cubicBezTo>
                    <a:pt x="9807" y="34"/>
                    <a:pt x="7606" y="1"/>
                    <a:pt x="4904"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4"/>
            <p:cNvSpPr/>
            <p:nvPr/>
          </p:nvSpPr>
          <p:spPr>
            <a:xfrm>
              <a:off x="10516400" y="2158575"/>
              <a:ext cx="41725" cy="87575"/>
            </a:xfrm>
            <a:custGeom>
              <a:avLst/>
              <a:gdLst/>
              <a:ahLst/>
              <a:cxnLst/>
              <a:rect l="l" t="t" r="r" b="b"/>
              <a:pathLst>
                <a:path w="1669" h="3503" extrusionOk="0">
                  <a:moveTo>
                    <a:pt x="1" y="0"/>
                  </a:moveTo>
                  <a:lnTo>
                    <a:pt x="1" y="3503"/>
                  </a:lnTo>
                  <a:lnTo>
                    <a:pt x="1669" y="3503"/>
                  </a:lnTo>
                  <a:lnTo>
                    <a:pt x="16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4"/>
            <p:cNvSpPr/>
            <p:nvPr/>
          </p:nvSpPr>
          <p:spPr>
            <a:xfrm>
              <a:off x="10419675" y="2278650"/>
              <a:ext cx="245200" cy="4200"/>
            </a:xfrm>
            <a:custGeom>
              <a:avLst/>
              <a:gdLst/>
              <a:ahLst/>
              <a:cxnLst/>
              <a:rect l="l" t="t" r="r" b="b"/>
              <a:pathLst>
                <a:path w="9808" h="168" extrusionOk="0">
                  <a:moveTo>
                    <a:pt x="4904" y="1"/>
                  </a:moveTo>
                  <a:cubicBezTo>
                    <a:pt x="2202" y="1"/>
                    <a:pt x="0" y="34"/>
                    <a:pt x="0" y="101"/>
                  </a:cubicBezTo>
                  <a:cubicBezTo>
                    <a:pt x="0" y="134"/>
                    <a:pt x="2202" y="167"/>
                    <a:pt x="4904" y="167"/>
                  </a:cubicBezTo>
                  <a:cubicBezTo>
                    <a:pt x="7606" y="167"/>
                    <a:pt x="9807" y="134"/>
                    <a:pt x="9807" y="101"/>
                  </a:cubicBezTo>
                  <a:cubicBezTo>
                    <a:pt x="9807" y="34"/>
                    <a:pt x="7606" y="1"/>
                    <a:pt x="4904"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4"/>
            <p:cNvSpPr/>
            <p:nvPr/>
          </p:nvSpPr>
          <p:spPr>
            <a:xfrm>
              <a:off x="11683900" y="1413025"/>
              <a:ext cx="330275" cy="863975"/>
            </a:xfrm>
            <a:custGeom>
              <a:avLst/>
              <a:gdLst/>
              <a:ahLst/>
              <a:cxnLst/>
              <a:rect l="l" t="t" r="r" b="b"/>
              <a:pathLst>
                <a:path w="13211" h="34559" extrusionOk="0">
                  <a:moveTo>
                    <a:pt x="1" y="1"/>
                  </a:moveTo>
                  <a:lnTo>
                    <a:pt x="1" y="34559"/>
                  </a:lnTo>
                  <a:lnTo>
                    <a:pt x="13210" y="34559"/>
                  </a:lnTo>
                  <a:lnTo>
                    <a:pt x="13210"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4"/>
            <p:cNvSpPr/>
            <p:nvPr/>
          </p:nvSpPr>
          <p:spPr>
            <a:xfrm>
              <a:off x="11849025" y="1413025"/>
              <a:ext cx="165150" cy="863975"/>
            </a:xfrm>
            <a:custGeom>
              <a:avLst/>
              <a:gdLst/>
              <a:ahLst/>
              <a:cxnLst/>
              <a:rect l="l" t="t" r="r" b="b"/>
              <a:pathLst>
                <a:path w="6606" h="34559" extrusionOk="0">
                  <a:moveTo>
                    <a:pt x="0" y="1"/>
                  </a:moveTo>
                  <a:lnTo>
                    <a:pt x="0" y="34559"/>
                  </a:lnTo>
                  <a:lnTo>
                    <a:pt x="6605" y="34559"/>
                  </a:lnTo>
                  <a:lnTo>
                    <a:pt x="6605"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4"/>
            <p:cNvSpPr/>
            <p:nvPr/>
          </p:nvSpPr>
          <p:spPr>
            <a:xfrm>
              <a:off x="11721425" y="1310450"/>
              <a:ext cx="116775" cy="102600"/>
            </a:xfrm>
            <a:custGeom>
              <a:avLst/>
              <a:gdLst/>
              <a:ahLst/>
              <a:cxnLst/>
              <a:rect l="l" t="t" r="r" b="b"/>
              <a:pathLst>
                <a:path w="4671" h="4104" extrusionOk="0">
                  <a:moveTo>
                    <a:pt x="1" y="1"/>
                  </a:moveTo>
                  <a:lnTo>
                    <a:pt x="1" y="4104"/>
                  </a:lnTo>
                  <a:lnTo>
                    <a:pt x="4671" y="4104"/>
                  </a:lnTo>
                  <a:lnTo>
                    <a:pt x="4671"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4"/>
            <p:cNvSpPr/>
            <p:nvPr/>
          </p:nvSpPr>
          <p:spPr>
            <a:xfrm>
              <a:off x="11809825" y="1310450"/>
              <a:ext cx="28375" cy="102600"/>
            </a:xfrm>
            <a:custGeom>
              <a:avLst/>
              <a:gdLst/>
              <a:ahLst/>
              <a:cxnLst/>
              <a:rect l="l" t="t" r="r" b="b"/>
              <a:pathLst>
                <a:path w="1135" h="4104" extrusionOk="0">
                  <a:moveTo>
                    <a:pt x="1" y="1"/>
                  </a:moveTo>
                  <a:lnTo>
                    <a:pt x="1" y="4104"/>
                  </a:lnTo>
                  <a:lnTo>
                    <a:pt x="1135" y="4104"/>
                  </a:lnTo>
                  <a:lnTo>
                    <a:pt x="1135"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4"/>
            <p:cNvSpPr/>
            <p:nvPr/>
          </p:nvSpPr>
          <p:spPr>
            <a:xfrm>
              <a:off x="11656375" y="1407200"/>
              <a:ext cx="366975" cy="5850"/>
            </a:xfrm>
            <a:custGeom>
              <a:avLst/>
              <a:gdLst/>
              <a:ahLst/>
              <a:cxnLst/>
              <a:rect l="l" t="t" r="r" b="b"/>
              <a:pathLst>
                <a:path w="14679" h="234" extrusionOk="0">
                  <a:moveTo>
                    <a:pt x="1" y="0"/>
                  </a:moveTo>
                  <a:lnTo>
                    <a:pt x="1" y="234"/>
                  </a:lnTo>
                  <a:lnTo>
                    <a:pt x="14678" y="234"/>
                  </a:lnTo>
                  <a:lnTo>
                    <a:pt x="14678"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4"/>
            <p:cNvSpPr/>
            <p:nvPr/>
          </p:nvSpPr>
          <p:spPr>
            <a:xfrm>
              <a:off x="11748950" y="1458075"/>
              <a:ext cx="28375" cy="59225"/>
            </a:xfrm>
            <a:custGeom>
              <a:avLst/>
              <a:gdLst/>
              <a:ahLst/>
              <a:cxnLst/>
              <a:rect l="l" t="t" r="r" b="b"/>
              <a:pathLst>
                <a:path w="1135" h="2369" extrusionOk="0">
                  <a:moveTo>
                    <a:pt x="1" y="0"/>
                  </a:moveTo>
                  <a:lnTo>
                    <a:pt x="1" y="2368"/>
                  </a:lnTo>
                  <a:lnTo>
                    <a:pt x="1135" y="2368"/>
                  </a:lnTo>
                  <a:lnTo>
                    <a:pt x="11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4"/>
            <p:cNvSpPr/>
            <p:nvPr/>
          </p:nvSpPr>
          <p:spPr>
            <a:xfrm>
              <a:off x="11683900" y="1538950"/>
              <a:ext cx="165150" cy="2525"/>
            </a:xfrm>
            <a:custGeom>
              <a:avLst/>
              <a:gdLst/>
              <a:ahLst/>
              <a:cxnLst/>
              <a:rect l="l" t="t" r="r" b="b"/>
              <a:pathLst>
                <a:path w="6606" h="101" extrusionOk="0">
                  <a:moveTo>
                    <a:pt x="3303" y="1"/>
                  </a:moveTo>
                  <a:cubicBezTo>
                    <a:pt x="1468" y="1"/>
                    <a:pt x="1" y="1"/>
                    <a:pt x="1" y="34"/>
                  </a:cubicBezTo>
                  <a:cubicBezTo>
                    <a:pt x="1" y="101"/>
                    <a:pt x="1468" y="101"/>
                    <a:pt x="3303" y="101"/>
                  </a:cubicBezTo>
                  <a:cubicBezTo>
                    <a:pt x="5104" y="101"/>
                    <a:pt x="6605" y="67"/>
                    <a:pt x="6605" y="34"/>
                  </a:cubicBezTo>
                  <a:cubicBezTo>
                    <a:pt x="6605" y="34"/>
                    <a:pt x="5104" y="1"/>
                    <a:pt x="3303"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4"/>
            <p:cNvSpPr/>
            <p:nvPr/>
          </p:nvSpPr>
          <p:spPr>
            <a:xfrm>
              <a:off x="11915750" y="1458075"/>
              <a:ext cx="27525" cy="59225"/>
            </a:xfrm>
            <a:custGeom>
              <a:avLst/>
              <a:gdLst/>
              <a:ahLst/>
              <a:cxnLst/>
              <a:rect l="l" t="t" r="r" b="b"/>
              <a:pathLst>
                <a:path w="1101" h="2369" extrusionOk="0">
                  <a:moveTo>
                    <a:pt x="0" y="0"/>
                  </a:moveTo>
                  <a:lnTo>
                    <a:pt x="0" y="2368"/>
                  </a:lnTo>
                  <a:lnTo>
                    <a:pt x="1101" y="2368"/>
                  </a:lnTo>
                  <a:lnTo>
                    <a:pt x="1101"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4"/>
            <p:cNvSpPr/>
            <p:nvPr/>
          </p:nvSpPr>
          <p:spPr>
            <a:xfrm>
              <a:off x="11850700" y="1538950"/>
              <a:ext cx="164300" cy="2525"/>
            </a:xfrm>
            <a:custGeom>
              <a:avLst/>
              <a:gdLst/>
              <a:ahLst/>
              <a:cxnLst/>
              <a:rect l="l" t="t" r="r" b="b"/>
              <a:pathLst>
                <a:path w="6572" h="101" extrusionOk="0">
                  <a:moveTo>
                    <a:pt x="3269" y="1"/>
                  </a:moveTo>
                  <a:cubicBezTo>
                    <a:pt x="1468" y="1"/>
                    <a:pt x="0" y="1"/>
                    <a:pt x="0" y="34"/>
                  </a:cubicBezTo>
                  <a:cubicBezTo>
                    <a:pt x="0" y="101"/>
                    <a:pt x="1468" y="101"/>
                    <a:pt x="3269" y="101"/>
                  </a:cubicBezTo>
                  <a:cubicBezTo>
                    <a:pt x="5104" y="101"/>
                    <a:pt x="6572" y="67"/>
                    <a:pt x="6572" y="34"/>
                  </a:cubicBezTo>
                  <a:cubicBezTo>
                    <a:pt x="6572" y="34"/>
                    <a:pt x="5104" y="1"/>
                    <a:pt x="326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4"/>
            <p:cNvSpPr/>
            <p:nvPr/>
          </p:nvSpPr>
          <p:spPr>
            <a:xfrm>
              <a:off x="11915750" y="1574825"/>
              <a:ext cx="27525" cy="59225"/>
            </a:xfrm>
            <a:custGeom>
              <a:avLst/>
              <a:gdLst/>
              <a:ahLst/>
              <a:cxnLst/>
              <a:rect l="l" t="t" r="r" b="b"/>
              <a:pathLst>
                <a:path w="1101" h="2369" extrusionOk="0">
                  <a:moveTo>
                    <a:pt x="0" y="0"/>
                  </a:moveTo>
                  <a:lnTo>
                    <a:pt x="0" y="2368"/>
                  </a:lnTo>
                  <a:lnTo>
                    <a:pt x="1101" y="2368"/>
                  </a:lnTo>
                  <a:lnTo>
                    <a:pt x="1101"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4"/>
            <p:cNvSpPr/>
            <p:nvPr/>
          </p:nvSpPr>
          <p:spPr>
            <a:xfrm>
              <a:off x="11850700" y="1655700"/>
              <a:ext cx="164300" cy="2525"/>
            </a:xfrm>
            <a:custGeom>
              <a:avLst/>
              <a:gdLst/>
              <a:ahLst/>
              <a:cxnLst/>
              <a:rect l="l" t="t" r="r" b="b"/>
              <a:pathLst>
                <a:path w="6572" h="101" extrusionOk="0">
                  <a:moveTo>
                    <a:pt x="3269" y="1"/>
                  </a:moveTo>
                  <a:cubicBezTo>
                    <a:pt x="1468" y="1"/>
                    <a:pt x="0" y="34"/>
                    <a:pt x="0" y="67"/>
                  </a:cubicBezTo>
                  <a:cubicBezTo>
                    <a:pt x="0" y="67"/>
                    <a:pt x="1468" y="101"/>
                    <a:pt x="3269" y="101"/>
                  </a:cubicBezTo>
                  <a:cubicBezTo>
                    <a:pt x="5104" y="101"/>
                    <a:pt x="6572" y="67"/>
                    <a:pt x="6572" y="67"/>
                  </a:cubicBezTo>
                  <a:cubicBezTo>
                    <a:pt x="6572" y="34"/>
                    <a:pt x="5104" y="1"/>
                    <a:pt x="326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4"/>
            <p:cNvSpPr/>
            <p:nvPr/>
          </p:nvSpPr>
          <p:spPr>
            <a:xfrm>
              <a:off x="11915750" y="1695725"/>
              <a:ext cx="27525" cy="58400"/>
            </a:xfrm>
            <a:custGeom>
              <a:avLst/>
              <a:gdLst/>
              <a:ahLst/>
              <a:cxnLst/>
              <a:rect l="l" t="t" r="r" b="b"/>
              <a:pathLst>
                <a:path w="1101" h="2336" extrusionOk="0">
                  <a:moveTo>
                    <a:pt x="0" y="1"/>
                  </a:moveTo>
                  <a:lnTo>
                    <a:pt x="0" y="2336"/>
                  </a:lnTo>
                  <a:lnTo>
                    <a:pt x="1101" y="2336"/>
                  </a:lnTo>
                  <a:lnTo>
                    <a:pt x="1101"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4"/>
            <p:cNvSpPr/>
            <p:nvPr/>
          </p:nvSpPr>
          <p:spPr>
            <a:xfrm>
              <a:off x="11850700" y="1776625"/>
              <a:ext cx="164300" cy="1700"/>
            </a:xfrm>
            <a:custGeom>
              <a:avLst/>
              <a:gdLst/>
              <a:ahLst/>
              <a:cxnLst/>
              <a:rect l="l" t="t" r="r" b="b"/>
              <a:pathLst>
                <a:path w="6572" h="68" extrusionOk="0">
                  <a:moveTo>
                    <a:pt x="3269" y="1"/>
                  </a:moveTo>
                  <a:cubicBezTo>
                    <a:pt x="1468" y="1"/>
                    <a:pt x="0" y="1"/>
                    <a:pt x="0" y="34"/>
                  </a:cubicBezTo>
                  <a:cubicBezTo>
                    <a:pt x="0" y="67"/>
                    <a:pt x="1468" y="67"/>
                    <a:pt x="3269" y="67"/>
                  </a:cubicBezTo>
                  <a:cubicBezTo>
                    <a:pt x="5104" y="67"/>
                    <a:pt x="6572" y="67"/>
                    <a:pt x="6572" y="34"/>
                  </a:cubicBezTo>
                  <a:cubicBezTo>
                    <a:pt x="6572" y="1"/>
                    <a:pt x="5104" y="1"/>
                    <a:pt x="326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4"/>
            <p:cNvSpPr/>
            <p:nvPr/>
          </p:nvSpPr>
          <p:spPr>
            <a:xfrm>
              <a:off x="11915750" y="1815825"/>
              <a:ext cx="27525" cy="59225"/>
            </a:xfrm>
            <a:custGeom>
              <a:avLst/>
              <a:gdLst/>
              <a:ahLst/>
              <a:cxnLst/>
              <a:rect l="l" t="t" r="r" b="b"/>
              <a:pathLst>
                <a:path w="1101" h="2369" extrusionOk="0">
                  <a:moveTo>
                    <a:pt x="0" y="0"/>
                  </a:moveTo>
                  <a:lnTo>
                    <a:pt x="0" y="2369"/>
                  </a:lnTo>
                  <a:lnTo>
                    <a:pt x="1101" y="2369"/>
                  </a:lnTo>
                  <a:lnTo>
                    <a:pt x="1101"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4"/>
            <p:cNvSpPr/>
            <p:nvPr/>
          </p:nvSpPr>
          <p:spPr>
            <a:xfrm>
              <a:off x="11850700" y="1896700"/>
              <a:ext cx="164300" cy="2550"/>
            </a:xfrm>
            <a:custGeom>
              <a:avLst/>
              <a:gdLst/>
              <a:ahLst/>
              <a:cxnLst/>
              <a:rect l="l" t="t" r="r" b="b"/>
              <a:pathLst>
                <a:path w="6572" h="102" extrusionOk="0">
                  <a:moveTo>
                    <a:pt x="3269" y="1"/>
                  </a:moveTo>
                  <a:cubicBezTo>
                    <a:pt x="1468" y="1"/>
                    <a:pt x="0" y="1"/>
                    <a:pt x="0" y="68"/>
                  </a:cubicBezTo>
                  <a:cubicBezTo>
                    <a:pt x="0" y="101"/>
                    <a:pt x="1468" y="101"/>
                    <a:pt x="3269" y="101"/>
                  </a:cubicBezTo>
                  <a:cubicBezTo>
                    <a:pt x="5104" y="101"/>
                    <a:pt x="6572" y="68"/>
                    <a:pt x="6572" y="68"/>
                  </a:cubicBezTo>
                  <a:cubicBezTo>
                    <a:pt x="6572" y="34"/>
                    <a:pt x="5104" y="1"/>
                    <a:pt x="326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4"/>
            <p:cNvSpPr/>
            <p:nvPr/>
          </p:nvSpPr>
          <p:spPr>
            <a:xfrm>
              <a:off x="11915750" y="1932575"/>
              <a:ext cx="27525" cy="59225"/>
            </a:xfrm>
            <a:custGeom>
              <a:avLst/>
              <a:gdLst/>
              <a:ahLst/>
              <a:cxnLst/>
              <a:rect l="l" t="t" r="r" b="b"/>
              <a:pathLst>
                <a:path w="1101" h="2369" extrusionOk="0">
                  <a:moveTo>
                    <a:pt x="0" y="0"/>
                  </a:moveTo>
                  <a:lnTo>
                    <a:pt x="0" y="2369"/>
                  </a:lnTo>
                  <a:lnTo>
                    <a:pt x="1101" y="2369"/>
                  </a:lnTo>
                  <a:lnTo>
                    <a:pt x="1101"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4"/>
            <p:cNvSpPr/>
            <p:nvPr/>
          </p:nvSpPr>
          <p:spPr>
            <a:xfrm>
              <a:off x="11850700" y="2013450"/>
              <a:ext cx="164300" cy="2550"/>
            </a:xfrm>
            <a:custGeom>
              <a:avLst/>
              <a:gdLst/>
              <a:ahLst/>
              <a:cxnLst/>
              <a:rect l="l" t="t" r="r" b="b"/>
              <a:pathLst>
                <a:path w="6572" h="102" extrusionOk="0">
                  <a:moveTo>
                    <a:pt x="3269" y="1"/>
                  </a:moveTo>
                  <a:cubicBezTo>
                    <a:pt x="1468" y="1"/>
                    <a:pt x="0" y="34"/>
                    <a:pt x="0" y="68"/>
                  </a:cubicBezTo>
                  <a:cubicBezTo>
                    <a:pt x="0" y="68"/>
                    <a:pt x="1468" y="101"/>
                    <a:pt x="3269" y="101"/>
                  </a:cubicBezTo>
                  <a:cubicBezTo>
                    <a:pt x="5104" y="101"/>
                    <a:pt x="6572" y="101"/>
                    <a:pt x="6572" y="68"/>
                  </a:cubicBezTo>
                  <a:cubicBezTo>
                    <a:pt x="6572" y="34"/>
                    <a:pt x="5104" y="1"/>
                    <a:pt x="3269"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4"/>
            <p:cNvSpPr/>
            <p:nvPr/>
          </p:nvSpPr>
          <p:spPr>
            <a:xfrm>
              <a:off x="11915750" y="2050150"/>
              <a:ext cx="27525" cy="59250"/>
            </a:xfrm>
            <a:custGeom>
              <a:avLst/>
              <a:gdLst/>
              <a:ahLst/>
              <a:cxnLst/>
              <a:rect l="l" t="t" r="r" b="b"/>
              <a:pathLst>
                <a:path w="1101" h="2370" extrusionOk="0">
                  <a:moveTo>
                    <a:pt x="0" y="1"/>
                  </a:moveTo>
                  <a:lnTo>
                    <a:pt x="0" y="2369"/>
                  </a:lnTo>
                  <a:lnTo>
                    <a:pt x="1101" y="2369"/>
                  </a:lnTo>
                  <a:lnTo>
                    <a:pt x="1101"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4"/>
            <p:cNvSpPr/>
            <p:nvPr/>
          </p:nvSpPr>
          <p:spPr>
            <a:xfrm>
              <a:off x="11915750" y="2169400"/>
              <a:ext cx="27525" cy="59250"/>
            </a:xfrm>
            <a:custGeom>
              <a:avLst/>
              <a:gdLst/>
              <a:ahLst/>
              <a:cxnLst/>
              <a:rect l="l" t="t" r="r" b="b"/>
              <a:pathLst>
                <a:path w="1101" h="2370" extrusionOk="0">
                  <a:moveTo>
                    <a:pt x="0" y="1"/>
                  </a:moveTo>
                  <a:lnTo>
                    <a:pt x="0" y="2369"/>
                  </a:lnTo>
                  <a:lnTo>
                    <a:pt x="1101" y="2369"/>
                  </a:lnTo>
                  <a:lnTo>
                    <a:pt x="1101"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4"/>
            <p:cNvSpPr/>
            <p:nvPr/>
          </p:nvSpPr>
          <p:spPr>
            <a:xfrm>
              <a:off x="11850700" y="2131050"/>
              <a:ext cx="164300" cy="2525"/>
            </a:xfrm>
            <a:custGeom>
              <a:avLst/>
              <a:gdLst/>
              <a:ahLst/>
              <a:cxnLst/>
              <a:rect l="l" t="t" r="r" b="b"/>
              <a:pathLst>
                <a:path w="6572" h="101" extrusionOk="0">
                  <a:moveTo>
                    <a:pt x="3269" y="0"/>
                  </a:moveTo>
                  <a:cubicBezTo>
                    <a:pt x="1468" y="0"/>
                    <a:pt x="0" y="0"/>
                    <a:pt x="0" y="67"/>
                  </a:cubicBezTo>
                  <a:cubicBezTo>
                    <a:pt x="0" y="100"/>
                    <a:pt x="1468" y="100"/>
                    <a:pt x="3269" y="100"/>
                  </a:cubicBezTo>
                  <a:cubicBezTo>
                    <a:pt x="5104" y="100"/>
                    <a:pt x="6572" y="100"/>
                    <a:pt x="6572" y="67"/>
                  </a:cubicBezTo>
                  <a:cubicBezTo>
                    <a:pt x="6572" y="34"/>
                    <a:pt x="5104" y="0"/>
                    <a:pt x="326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4"/>
            <p:cNvSpPr/>
            <p:nvPr/>
          </p:nvSpPr>
          <p:spPr>
            <a:xfrm>
              <a:off x="11748950" y="1576475"/>
              <a:ext cx="28375" cy="59250"/>
            </a:xfrm>
            <a:custGeom>
              <a:avLst/>
              <a:gdLst/>
              <a:ahLst/>
              <a:cxnLst/>
              <a:rect l="l" t="t" r="r" b="b"/>
              <a:pathLst>
                <a:path w="1135" h="2370" extrusionOk="0">
                  <a:moveTo>
                    <a:pt x="1" y="1"/>
                  </a:moveTo>
                  <a:lnTo>
                    <a:pt x="1" y="2369"/>
                  </a:lnTo>
                  <a:lnTo>
                    <a:pt x="1135" y="2369"/>
                  </a:lnTo>
                  <a:lnTo>
                    <a:pt x="113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4"/>
            <p:cNvSpPr/>
            <p:nvPr/>
          </p:nvSpPr>
          <p:spPr>
            <a:xfrm>
              <a:off x="11683900" y="1657375"/>
              <a:ext cx="165150" cy="2525"/>
            </a:xfrm>
            <a:custGeom>
              <a:avLst/>
              <a:gdLst/>
              <a:ahLst/>
              <a:cxnLst/>
              <a:rect l="l" t="t" r="r" b="b"/>
              <a:pathLst>
                <a:path w="6606" h="101" extrusionOk="0">
                  <a:moveTo>
                    <a:pt x="3303" y="0"/>
                  </a:moveTo>
                  <a:cubicBezTo>
                    <a:pt x="1468" y="0"/>
                    <a:pt x="1" y="34"/>
                    <a:pt x="1" y="67"/>
                  </a:cubicBezTo>
                  <a:cubicBezTo>
                    <a:pt x="1" y="67"/>
                    <a:pt x="1468" y="101"/>
                    <a:pt x="3303" y="101"/>
                  </a:cubicBezTo>
                  <a:cubicBezTo>
                    <a:pt x="5104" y="101"/>
                    <a:pt x="6605" y="67"/>
                    <a:pt x="6605" y="67"/>
                  </a:cubicBezTo>
                  <a:cubicBezTo>
                    <a:pt x="6605" y="34"/>
                    <a:pt x="5104" y="0"/>
                    <a:pt x="3303"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4"/>
            <p:cNvSpPr/>
            <p:nvPr/>
          </p:nvSpPr>
          <p:spPr>
            <a:xfrm>
              <a:off x="11748950" y="1695725"/>
              <a:ext cx="28375" cy="58400"/>
            </a:xfrm>
            <a:custGeom>
              <a:avLst/>
              <a:gdLst/>
              <a:ahLst/>
              <a:cxnLst/>
              <a:rect l="l" t="t" r="r" b="b"/>
              <a:pathLst>
                <a:path w="1135" h="2336" extrusionOk="0">
                  <a:moveTo>
                    <a:pt x="1" y="1"/>
                  </a:moveTo>
                  <a:lnTo>
                    <a:pt x="1" y="2336"/>
                  </a:lnTo>
                  <a:lnTo>
                    <a:pt x="1135" y="2336"/>
                  </a:lnTo>
                  <a:lnTo>
                    <a:pt x="113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4"/>
            <p:cNvSpPr/>
            <p:nvPr/>
          </p:nvSpPr>
          <p:spPr>
            <a:xfrm>
              <a:off x="11683900" y="1776625"/>
              <a:ext cx="165150" cy="1700"/>
            </a:xfrm>
            <a:custGeom>
              <a:avLst/>
              <a:gdLst/>
              <a:ahLst/>
              <a:cxnLst/>
              <a:rect l="l" t="t" r="r" b="b"/>
              <a:pathLst>
                <a:path w="6606" h="68" extrusionOk="0">
                  <a:moveTo>
                    <a:pt x="3303" y="1"/>
                  </a:moveTo>
                  <a:cubicBezTo>
                    <a:pt x="1468" y="1"/>
                    <a:pt x="1" y="1"/>
                    <a:pt x="1" y="34"/>
                  </a:cubicBezTo>
                  <a:cubicBezTo>
                    <a:pt x="1" y="67"/>
                    <a:pt x="1468" y="67"/>
                    <a:pt x="3303" y="67"/>
                  </a:cubicBezTo>
                  <a:cubicBezTo>
                    <a:pt x="5104" y="67"/>
                    <a:pt x="6605" y="67"/>
                    <a:pt x="6605" y="34"/>
                  </a:cubicBezTo>
                  <a:cubicBezTo>
                    <a:pt x="6605" y="1"/>
                    <a:pt x="5104" y="1"/>
                    <a:pt x="3303"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4"/>
            <p:cNvSpPr/>
            <p:nvPr/>
          </p:nvSpPr>
          <p:spPr>
            <a:xfrm>
              <a:off x="11748950" y="1814150"/>
              <a:ext cx="28375" cy="59225"/>
            </a:xfrm>
            <a:custGeom>
              <a:avLst/>
              <a:gdLst/>
              <a:ahLst/>
              <a:cxnLst/>
              <a:rect l="l" t="t" r="r" b="b"/>
              <a:pathLst>
                <a:path w="1135" h="2369" extrusionOk="0">
                  <a:moveTo>
                    <a:pt x="1" y="1"/>
                  </a:moveTo>
                  <a:lnTo>
                    <a:pt x="1" y="2369"/>
                  </a:lnTo>
                  <a:lnTo>
                    <a:pt x="1135" y="2369"/>
                  </a:lnTo>
                  <a:lnTo>
                    <a:pt x="113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4"/>
            <p:cNvSpPr/>
            <p:nvPr/>
          </p:nvSpPr>
          <p:spPr>
            <a:xfrm>
              <a:off x="11683900" y="1895050"/>
              <a:ext cx="165150" cy="2525"/>
            </a:xfrm>
            <a:custGeom>
              <a:avLst/>
              <a:gdLst/>
              <a:ahLst/>
              <a:cxnLst/>
              <a:rect l="l" t="t" r="r" b="b"/>
              <a:pathLst>
                <a:path w="6606" h="101" extrusionOk="0">
                  <a:moveTo>
                    <a:pt x="3303" y="0"/>
                  </a:moveTo>
                  <a:cubicBezTo>
                    <a:pt x="1468" y="0"/>
                    <a:pt x="1" y="34"/>
                    <a:pt x="1" y="34"/>
                  </a:cubicBezTo>
                  <a:cubicBezTo>
                    <a:pt x="1" y="67"/>
                    <a:pt x="1468" y="100"/>
                    <a:pt x="3303" y="100"/>
                  </a:cubicBezTo>
                  <a:cubicBezTo>
                    <a:pt x="5104" y="100"/>
                    <a:pt x="6605" y="67"/>
                    <a:pt x="6605" y="34"/>
                  </a:cubicBezTo>
                  <a:cubicBezTo>
                    <a:pt x="6605" y="34"/>
                    <a:pt x="5104" y="0"/>
                    <a:pt x="3303"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4"/>
            <p:cNvSpPr/>
            <p:nvPr/>
          </p:nvSpPr>
          <p:spPr>
            <a:xfrm>
              <a:off x="11748950" y="1932575"/>
              <a:ext cx="28375" cy="59225"/>
            </a:xfrm>
            <a:custGeom>
              <a:avLst/>
              <a:gdLst/>
              <a:ahLst/>
              <a:cxnLst/>
              <a:rect l="l" t="t" r="r" b="b"/>
              <a:pathLst>
                <a:path w="1135" h="2369" extrusionOk="0">
                  <a:moveTo>
                    <a:pt x="1" y="0"/>
                  </a:moveTo>
                  <a:lnTo>
                    <a:pt x="1" y="2369"/>
                  </a:lnTo>
                  <a:lnTo>
                    <a:pt x="1135" y="2369"/>
                  </a:lnTo>
                  <a:lnTo>
                    <a:pt x="11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4"/>
            <p:cNvSpPr/>
            <p:nvPr/>
          </p:nvSpPr>
          <p:spPr>
            <a:xfrm>
              <a:off x="11683900" y="2013450"/>
              <a:ext cx="165150" cy="2550"/>
            </a:xfrm>
            <a:custGeom>
              <a:avLst/>
              <a:gdLst/>
              <a:ahLst/>
              <a:cxnLst/>
              <a:rect l="l" t="t" r="r" b="b"/>
              <a:pathLst>
                <a:path w="6606" h="102" extrusionOk="0">
                  <a:moveTo>
                    <a:pt x="3303" y="1"/>
                  </a:moveTo>
                  <a:cubicBezTo>
                    <a:pt x="1468" y="1"/>
                    <a:pt x="1" y="34"/>
                    <a:pt x="1" y="68"/>
                  </a:cubicBezTo>
                  <a:cubicBezTo>
                    <a:pt x="1" y="68"/>
                    <a:pt x="1468" y="101"/>
                    <a:pt x="3303" y="101"/>
                  </a:cubicBezTo>
                  <a:cubicBezTo>
                    <a:pt x="5104" y="101"/>
                    <a:pt x="6605" y="101"/>
                    <a:pt x="6605" y="68"/>
                  </a:cubicBezTo>
                  <a:cubicBezTo>
                    <a:pt x="6605" y="34"/>
                    <a:pt x="5104" y="1"/>
                    <a:pt x="3303" y="1"/>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4"/>
            <p:cNvSpPr/>
            <p:nvPr/>
          </p:nvSpPr>
          <p:spPr>
            <a:xfrm>
              <a:off x="11748950" y="2051825"/>
              <a:ext cx="28375" cy="58400"/>
            </a:xfrm>
            <a:custGeom>
              <a:avLst/>
              <a:gdLst/>
              <a:ahLst/>
              <a:cxnLst/>
              <a:rect l="l" t="t" r="r" b="b"/>
              <a:pathLst>
                <a:path w="1135" h="2336" extrusionOk="0">
                  <a:moveTo>
                    <a:pt x="1" y="0"/>
                  </a:moveTo>
                  <a:lnTo>
                    <a:pt x="1" y="2335"/>
                  </a:lnTo>
                  <a:lnTo>
                    <a:pt x="1135" y="2335"/>
                  </a:lnTo>
                  <a:lnTo>
                    <a:pt x="11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4"/>
            <p:cNvSpPr/>
            <p:nvPr/>
          </p:nvSpPr>
          <p:spPr>
            <a:xfrm>
              <a:off x="11683900" y="2132725"/>
              <a:ext cx="165150" cy="2525"/>
            </a:xfrm>
            <a:custGeom>
              <a:avLst/>
              <a:gdLst/>
              <a:ahLst/>
              <a:cxnLst/>
              <a:rect l="l" t="t" r="r" b="b"/>
              <a:pathLst>
                <a:path w="6606" h="101" extrusionOk="0">
                  <a:moveTo>
                    <a:pt x="3303" y="0"/>
                  </a:moveTo>
                  <a:cubicBezTo>
                    <a:pt x="1468" y="0"/>
                    <a:pt x="1" y="0"/>
                    <a:pt x="1" y="33"/>
                  </a:cubicBezTo>
                  <a:cubicBezTo>
                    <a:pt x="1" y="100"/>
                    <a:pt x="1468" y="100"/>
                    <a:pt x="3303" y="100"/>
                  </a:cubicBezTo>
                  <a:cubicBezTo>
                    <a:pt x="5104" y="100"/>
                    <a:pt x="6605" y="67"/>
                    <a:pt x="6605" y="33"/>
                  </a:cubicBezTo>
                  <a:cubicBezTo>
                    <a:pt x="6605" y="33"/>
                    <a:pt x="5104" y="0"/>
                    <a:pt x="3303"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4"/>
            <p:cNvSpPr/>
            <p:nvPr/>
          </p:nvSpPr>
          <p:spPr>
            <a:xfrm>
              <a:off x="11748950" y="2170250"/>
              <a:ext cx="28375" cy="59225"/>
            </a:xfrm>
            <a:custGeom>
              <a:avLst/>
              <a:gdLst/>
              <a:ahLst/>
              <a:cxnLst/>
              <a:rect l="l" t="t" r="r" b="b"/>
              <a:pathLst>
                <a:path w="1135" h="2369" extrusionOk="0">
                  <a:moveTo>
                    <a:pt x="1" y="0"/>
                  </a:moveTo>
                  <a:lnTo>
                    <a:pt x="1" y="2369"/>
                  </a:lnTo>
                  <a:lnTo>
                    <a:pt x="1135" y="2369"/>
                  </a:lnTo>
                  <a:lnTo>
                    <a:pt x="11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4"/>
            <p:cNvSpPr/>
            <p:nvPr/>
          </p:nvSpPr>
          <p:spPr>
            <a:xfrm>
              <a:off x="11925750" y="1233725"/>
              <a:ext cx="553750" cy="1049950"/>
            </a:xfrm>
            <a:custGeom>
              <a:avLst/>
              <a:gdLst/>
              <a:ahLst/>
              <a:cxnLst/>
              <a:rect l="l" t="t" r="r" b="b"/>
              <a:pathLst>
                <a:path w="22150" h="41998" extrusionOk="0">
                  <a:moveTo>
                    <a:pt x="0" y="1"/>
                  </a:moveTo>
                  <a:lnTo>
                    <a:pt x="0" y="41998"/>
                  </a:lnTo>
                  <a:lnTo>
                    <a:pt x="22149" y="41998"/>
                  </a:lnTo>
                  <a:lnTo>
                    <a:pt x="22149"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4"/>
            <p:cNvSpPr/>
            <p:nvPr/>
          </p:nvSpPr>
          <p:spPr>
            <a:xfrm>
              <a:off x="12219300" y="1233725"/>
              <a:ext cx="259375" cy="1049950"/>
            </a:xfrm>
            <a:custGeom>
              <a:avLst/>
              <a:gdLst/>
              <a:ahLst/>
              <a:cxnLst/>
              <a:rect l="l" t="t" r="r" b="b"/>
              <a:pathLst>
                <a:path w="10375" h="41998" extrusionOk="0">
                  <a:moveTo>
                    <a:pt x="0" y="1"/>
                  </a:moveTo>
                  <a:lnTo>
                    <a:pt x="0" y="41998"/>
                  </a:lnTo>
                  <a:lnTo>
                    <a:pt x="10374" y="41998"/>
                  </a:lnTo>
                  <a:lnTo>
                    <a:pt x="10374"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4"/>
            <p:cNvSpPr/>
            <p:nvPr/>
          </p:nvSpPr>
          <p:spPr>
            <a:xfrm>
              <a:off x="12041650" y="1332975"/>
              <a:ext cx="50075" cy="120950"/>
            </a:xfrm>
            <a:custGeom>
              <a:avLst/>
              <a:gdLst/>
              <a:ahLst/>
              <a:cxnLst/>
              <a:rect l="l" t="t" r="r" b="b"/>
              <a:pathLst>
                <a:path w="2003" h="4838" extrusionOk="0">
                  <a:moveTo>
                    <a:pt x="1" y="1"/>
                  </a:moveTo>
                  <a:lnTo>
                    <a:pt x="1" y="4837"/>
                  </a:lnTo>
                  <a:lnTo>
                    <a:pt x="2002" y="4837"/>
                  </a:lnTo>
                  <a:lnTo>
                    <a:pt x="2002" y="1"/>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4"/>
            <p:cNvSpPr/>
            <p:nvPr/>
          </p:nvSpPr>
          <p:spPr>
            <a:xfrm>
              <a:off x="12041650" y="1805825"/>
              <a:ext cx="50075" cy="120925"/>
            </a:xfrm>
            <a:custGeom>
              <a:avLst/>
              <a:gdLst/>
              <a:ahLst/>
              <a:cxnLst/>
              <a:rect l="l" t="t" r="r" b="b"/>
              <a:pathLst>
                <a:path w="2003" h="4837" extrusionOk="0">
                  <a:moveTo>
                    <a:pt x="1" y="0"/>
                  </a:moveTo>
                  <a:lnTo>
                    <a:pt x="1" y="4837"/>
                  </a:lnTo>
                  <a:lnTo>
                    <a:pt x="2002" y="4837"/>
                  </a:lnTo>
                  <a:lnTo>
                    <a:pt x="2002"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4"/>
            <p:cNvSpPr/>
            <p:nvPr/>
          </p:nvSpPr>
          <p:spPr>
            <a:xfrm>
              <a:off x="11925750" y="1498925"/>
              <a:ext cx="294400" cy="4200"/>
            </a:xfrm>
            <a:custGeom>
              <a:avLst/>
              <a:gdLst/>
              <a:ahLst/>
              <a:cxnLst/>
              <a:rect l="l" t="t" r="r" b="b"/>
              <a:pathLst>
                <a:path w="11776" h="168" extrusionOk="0">
                  <a:moveTo>
                    <a:pt x="5905" y="1"/>
                  </a:moveTo>
                  <a:cubicBezTo>
                    <a:pt x="2636" y="1"/>
                    <a:pt x="0" y="34"/>
                    <a:pt x="0" y="67"/>
                  </a:cubicBezTo>
                  <a:cubicBezTo>
                    <a:pt x="0" y="134"/>
                    <a:pt x="2636" y="167"/>
                    <a:pt x="5871" y="167"/>
                  </a:cubicBezTo>
                  <a:cubicBezTo>
                    <a:pt x="9140" y="167"/>
                    <a:pt x="11775" y="134"/>
                    <a:pt x="11775" y="67"/>
                  </a:cubicBezTo>
                  <a:cubicBezTo>
                    <a:pt x="11775" y="34"/>
                    <a:pt x="9140" y="1"/>
                    <a:pt x="5905"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4"/>
            <p:cNvSpPr/>
            <p:nvPr/>
          </p:nvSpPr>
          <p:spPr>
            <a:xfrm>
              <a:off x="12041650" y="1570650"/>
              <a:ext cx="50075" cy="120950"/>
            </a:xfrm>
            <a:custGeom>
              <a:avLst/>
              <a:gdLst/>
              <a:ahLst/>
              <a:cxnLst/>
              <a:rect l="l" t="t" r="r" b="b"/>
              <a:pathLst>
                <a:path w="2003" h="4838" extrusionOk="0">
                  <a:moveTo>
                    <a:pt x="1" y="0"/>
                  </a:moveTo>
                  <a:lnTo>
                    <a:pt x="1" y="4837"/>
                  </a:lnTo>
                  <a:lnTo>
                    <a:pt x="2002" y="4837"/>
                  </a:lnTo>
                  <a:lnTo>
                    <a:pt x="2002"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4"/>
            <p:cNvSpPr/>
            <p:nvPr/>
          </p:nvSpPr>
          <p:spPr>
            <a:xfrm>
              <a:off x="11925750" y="1737425"/>
              <a:ext cx="294400" cy="3375"/>
            </a:xfrm>
            <a:custGeom>
              <a:avLst/>
              <a:gdLst/>
              <a:ahLst/>
              <a:cxnLst/>
              <a:rect l="l" t="t" r="r" b="b"/>
              <a:pathLst>
                <a:path w="11776" h="135" extrusionOk="0">
                  <a:moveTo>
                    <a:pt x="5871" y="1"/>
                  </a:moveTo>
                  <a:cubicBezTo>
                    <a:pt x="2636" y="1"/>
                    <a:pt x="0" y="34"/>
                    <a:pt x="0" y="67"/>
                  </a:cubicBezTo>
                  <a:cubicBezTo>
                    <a:pt x="0" y="101"/>
                    <a:pt x="2636" y="134"/>
                    <a:pt x="5871" y="134"/>
                  </a:cubicBezTo>
                  <a:cubicBezTo>
                    <a:pt x="9140" y="134"/>
                    <a:pt x="11775" y="101"/>
                    <a:pt x="11775" y="67"/>
                  </a:cubicBezTo>
                  <a:cubicBezTo>
                    <a:pt x="11775" y="67"/>
                    <a:pt x="9140" y="1"/>
                    <a:pt x="5871" y="1"/>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4"/>
            <p:cNvSpPr/>
            <p:nvPr/>
          </p:nvSpPr>
          <p:spPr>
            <a:xfrm>
              <a:off x="12275150" y="1332975"/>
              <a:ext cx="49250" cy="120950"/>
            </a:xfrm>
            <a:custGeom>
              <a:avLst/>
              <a:gdLst/>
              <a:ahLst/>
              <a:cxnLst/>
              <a:rect l="l" t="t" r="r" b="b"/>
              <a:pathLst>
                <a:path w="1970" h="4838" extrusionOk="0">
                  <a:moveTo>
                    <a:pt x="1" y="1"/>
                  </a:moveTo>
                  <a:lnTo>
                    <a:pt x="1" y="4837"/>
                  </a:lnTo>
                  <a:lnTo>
                    <a:pt x="1969" y="4837"/>
                  </a:lnTo>
                  <a:lnTo>
                    <a:pt x="1969"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4"/>
            <p:cNvSpPr/>
            <p:nvPr/>
          </p:nvSpPr>
          <p:spPr>
            <a:xfrm>
              <a:off x="12382750" y="1332975"/>
              <a:ext cx="50050" cy="120950"/>
            </a:xfrm>
            <a:custGeom>
              <a:avLst/>
              <a:gdLst/>
              <a:ahLst/>
              <a:cxnLst/>
              <a:rect l="l" t="t" r="r" b="b"/>
              <a:pathLst>
                <a:path w="2002" h="4838" extrusionOk="0">
                  <a:moveTo>
                    <a:pt x="0" y="1"/>
                  </a:moveTo>
                  <a:lnTo>
                    <a:pt x="0" y="4837"/>
                  </a:lnTo>
                  <a:lnTo>
                    <a:pt x="2001" y="4837"/>
                  </a:lnTo>
                  <a:lnTo>
                    <a:pt x="200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4"/>
            <p:cNvSpPr/>
            <p:nvPr/>
          </p:nvSpPr>
          <p:spPr>
            <a:xfrm>
              <a:off x="12275150" y="1561475"/>
              <a:ext cx="49250" cy="120950"/>
            </a:xfrm>
            <a:custGeom>
              <a:avLst/>
              <a:gdLst/>
              <a:ahLst/>
              <a:cxnLst/>
              <a:rect l="l" t="t" r="r" b="b"/>
              <a:pathLst>
                <a:path w="1970" h="4838" extrusionOk="0">
                  <a:moveTo>
                    <a:pt x="1" y="0"/>
                  </a:moveTo>
                  <a:lnTo>
                    <a:pt x="1" y="4837"/>
                  </a:lnTo>
                  <a:lnTo>
                    <a:pt x="1969" y="4837"/>
                  </a:lnTo>
                  <a:lnTo>
                    <a:pt x="1969"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4"/>
            <p:cNvSpPr/>
            <p:nvPr/>
          </p:nvSpPr>
          <p:spPr>
            <a:xfrm>
              <a:off x="12382750" y="1561475"/>
              <a:ext cx="50050" cy="120950"/>
            </a:xfrm>
            <a:custGeom>
              <a:avLst/>
              <a:gdLst/>
              <a:ahLst/>
              <a:cxnLst/>
              <a:rect l="l" t="t" r="r" b="b"/>
              <a:pathLst>
                <a:path w="2002" h="4838" extrusionOk="0">
                  <a:moveTo>
                    <a:pt x="0" y="0"/>
                  </a:moveTo>
                  <a:lnTo>
                    <a:pt x="0" y="4837"/>
                  </a:lnTo>
                  <a:lnTo>
                    <a:pt x="2001" y="4837"/>
                  </a:lnTo>
                  <a:lnTo>
                    <a:pt x="2001"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4"/>
            <p:cNvSpPr/>
            <p:nvPr/>
          </p:nvSpPr>
          <p:spPr>
            <a:xfrm>
              <a:off x="12275150" y="1790800"/>
              <a:ext cx="49250" cy="120950"/>
            </a:xfrm>
            <a:custGeom>
              <a:avLst/>
              <a:gdLst/>
              <a:ahLst/>
              <a:cxnLst/>
              <a:rect l="l" t="t" r="r" b="b"/>
              <a:pathLst>
                <a:path w="1970" h="4838" extrusionOk="0">
                  <a:moveTo>
                    <a:pt x="1" y="1"/>
                  </a:moveTo>
                  <a:lnTo>
                    <a:pt x="1" y="4837"/>
                  </a:lnTo>
                  <a:lnTo>
                    <a:pt x="1969" y="4837"/>
                  </a:lnTo>
                  <a:lnTo>
                    <a:pt x="1969"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4"/>
            <p:cNvSpPr/>
            <p:nvPr/>
          </p:nvSpPr>
          <p:spPr>
            <a:xfrm>
              <a:off x="12382750" y="1790800"/>
              <a:ext cx="50050" cy="120950"/>
            </a:xfrm>
            <a:custGeom>
              <a:avLst/>
              <a:gdLst/>
              <a:ahLst/>
              <a:cxnLst/>
              <a:rect l="l" t="t" r="r" b="b"/>
              <a:pathLst>
                <a:path w="2002" h="4838" extrusionOk="0">
                  <a:moveTo>
                    <a:pt x="0" y="1"/>
                  </a:moveTo>
                  <a:lnTo>
                    <a:pt x="0" y="4837"/>
                  </a:lnTo>
                  <a:lnTo>
                    <a:pt x="2001" y="4837"/>
                  </a:lnTo>
                  <a:lnTo>
                    <a:pt x="2001" y="1"/>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4"/>
            <p:cNvSpPr/>
            <p:nvPr/>
          </p:nvSpPr>
          <p:spPr>
            <a:xfrm>
              <a:off x="11884050" y="1208725"/>
              <a:ext cx="637150" cy="25875"/>
            </a:xfrm>
            <a:custGeom>
              <a:avLst/>
              <a:gdLst/>
              <a:ahLst/>
              <a:cxnLst/>
              <a:rect l="l" t="t" r="r" b="b"/>
              <a:pathLst>
                <a:path w="25486" h="1035" extrusionOk="0">
                  <a:moveTo>
                    <a:pt x="0" y="0"/>
                  </a:moveTo>
                  <a:lnTo>
                    <a:pt x="0" y="1034"/>
                  </a:lnTo>
                  <a:lnTo>
                    <a:pt x="25485" y="1034"/>
                  </a:lnTo>
                  <a:lnTo>
                    <a:pt x="25485" y="0"/>
                  </a:ln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4"/>
            <p:cNvSpPr/>
            <p:nvPr/>
          </p:nvSpPr>
          <p:spPr>
            <a:xfrm>
              <a:off x="11930750" y="1235400"/>
              <a:ext cx="552075" cy="3375"/>
            </a:xfrm>
            <a:custGeom>
              <a:avLst/>
              <a:gdLst/>
              <a:ahLst/>
              <a:cxnLst/>
              <a:rect l="l" t="t" r="r" b="b"/>
              <a:pathLst>
                <a:path w="22083" h="135" extrusionOk="0">
                  <a:moveTo>
                    <a:pt x="11042" y="1"/>
                  </a:moveTo>
                  <a:cubicBezTo>
                    <a:pt x="4937" y="1"/>
                    <a:pt x="0" y="34"/>
                    <a:pt x="0" y="67"/>
                  </a:cubicBezTo>
                  <a:cubicBezTo>
                    <a:pt x="0" y="101"/>
                    <a:pt x="4937" y="134"/>
                    <a:pt x="11042" y="134"/>
                  </a:cubicBezTo>
                  <a:cubicBezTo>
                    <a:pt x="17146" y="134"/>
                    <a:pt x="22083" y="101"/>
                    <a:pt x="22083" y="67"/>
                  </a:cubicBezTo>
                  <a:cubicBezTo>
                    <a:pt x="22083" y="34"/>
                    <a:pt x="17146" y="1"/>
                    <a:pt x="11042"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4"/>
            <p:cNvSpPr/>
            <p:nvPr/>
          </p:nvSpPr>
          <p:spPr>
            <a:xfrm>
              <a:off x="10371300" y="2204425"/>
              <a:ext cx="522900" cy="289400"/>
            </a:xfrm>
            <a:custGeom>
              <a:avLst/>
              <a:gdLst/>
              <a:ahLst/>
              <a:cxnLst/>
              <a:rect l="l" t="t" r="r" b="b"/>
              <a:pathLst>
                <a:path w="20916" h="11576" extrusionOk="0">
                  <a:moveTo>
                    <a:pt x="1" y="1"/>
                  </a:moveTo>
                  <a:lnTo>
                    <a:pt x="1" y="11576"/>
                  </a:lnTo>
                  <a:lnTo>
                    <a:pt x="20916" y="11576"/>
                  </a:lnTo>
                  <a:lnTo>
                    <a:pt x="20916"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4"/>
            <p:cNvSpPr/>
            <p:nvPr/>
          </p:nvSpPr>
          <p:spPr>
            <a:xfrm>
              <a:off x="10544750" y="1152850"/>
              <a:ext cx="42575" cy="56725"/>
            </a:xfrm>
            <a:custGeom>
              <a:avLst/>
              <a:gdLst/>
              <a:ahLst/>
              <a:cxnLst/>
              <a:rect l="l" t="t" r="r" b="b"/>
              <a:pathLst>
                <a:path w="1703" h="2269" extrusionOk="0">
                  <a:moveTo>
                    <a:pt x="1" y="0"/>
                  </a:moveTo>
                  <a:lnTo>
                    <a:pt x="34" y="2269"/>
                  </a:lnTo>
                  <a:lnTo>
                    <a:pt x="1702" y="2269"/>
                  </a:lnTo>
                  <a:lnTo>
                    <a:pt x="1702" y="1835"/>
                  </a:lnTo>
                  <a:lnTo>
                    <a:pt x="535" y="1835"/>
                  </a:lnTo>
                  <a:lnTo>
                    <a:pt x="535" y="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4"/>
            <p:cNvSpPr/>
            <p:nvPr/>
          </p:nvSpPr>
          <p:spPr>
            <a:xfrm>
              <a:off x="10592300" y="1145200"/>
              <a:ext cx="15875" cy="64375"/>
            </a:xfrm>
            <a:custGeom>
              <a:avLst/>
              <a:gdLst/>
              <a:ahLst/>
              <a:cxnLst/>
              <a:rect l="l" t="t" r="r" b="b"/>
              <a:pathLst>
                <a:path w="635" h="2575" extrusionOk="0">
                  <a:moveTo>
                    <a:pt x="0" y="273"/>
                  </a:moveTo>
                  <a:lnTo>
                    <a:pt x="0" y="306"/>
                  </a:lnTo>
                  <a:cubicBezTo>
                    <a:pt x="0" y="298"/>
                    <a:pt x="0" y="289"/>
                    <a:pt x="1" y="281"/>
                  </a:cubicBezTo>
                  <a:lnTo>
                    <a:pt x="1" y="281"/>
                  </a:lnTo>
                  <a:cubicBezTo>
                    <a:pt x="1" y="278"/>
                    <a:pt x="0" y="276"/>
                    <a:pt x="0" y="273"/>
                  </a:cubicBezTo>
                  <a:close/>
                  <a:moveTo>
                    <a:pt x="352" y="1"/>
                  </a:moveTo>
                  <a:cubicBezTo>
                    <a:pt x="335" y="1"/>
                    <a:pt x="318" y="3"/>
                    <a:pt x="300" y="6"/>
                  </a:cubicBezTo>
                  <a:cubicBezTo>
                    <a:pt x="141" y="6"/>
                    <a:pt x="12" y="98"/>
                    <a:pt x="1" y="281"/>
                  </a:cubicBezTo>
                  <a:lnTo>
                    <a:pt x="1" y="281"/>
                  </a:lnTo>
                  <a:cubicBezTo>
                    <a:pt x="21" y="476"/>
                    <a:pt x="161" y="573"/>
                    <a:pt x="305" y="573"/>
                  </a:cubicBezTo>
                  <a:cubicBezTo>
                    <a:pt x="451" y="573"/>
                    <a:pt x="601" y="473"/>
                    <a:pt x="634" y="273"/>
                  </a:cubicBezTo>
                  <a:cubicBezTo>
                    <a:pt x="604" y="124"/>
                    <a:pt x="494" y="1"/>
                    <a:pt x="352" y="1"/>
                  </a:cubicBezTo>
                  <a:close/>
                  <a:moveTo>
                    <a:pt x="34" y="840"/>
                  </a:moveTo>
                  <a:lnTo>
                    <a:pt x="34" y="2575"/>
                  </a:lnTo>
                  <a:lnTo>
                    <a:pt x="567" y="2575"/>
                  </a:lnTo>
                  <a:lnTo>
                    <a:pt x="567" y="840"/>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4"/>
            <p:cNvSpPr/>
            <p:nvPr/>
          </p:nvSpPr>
          <p:spPr>
            <a:xfrm>
              <a:off x="10611475" y="1165350"/>
              <a:ext cx="50050" cy="44225"/>
            </a:xfrm>
            <a:custGeom>
              <a:avLst/>
              <a:gdLst/>
              <a:ahLst/>
              <a:cxnLst/>
              <a:rect l="l" t="t" r="r" b="b"/>
              <a:pathLst>
                <a:path w="2002" h="1769" extrusionOk="0">
                  <a:moveTo>
                    <a:pt x="0" y="1"/>
                  </a:moveTo>
                  <a:lnTo>
                    <a:pt x="734" y="1769"/>
                  </a:lnTo>
                  <a:lnTo>
                    <a:pt x="1268" y="1769"/>
                  </a:lnTo>
                  <a:lnTo>
                    <a:pt x="2002" y="1"/>
                  </a:lnTo>
                  <a:lnTo>
                    <a:pt x="1535" y="1"/>
                  </a:lnTo>
                  <a:lnTo>
                    <a:pt x="1035" y="1202"/>
                  </a:lnTo>
                  <a:lnTo>
                    <a:pt x="534"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4"/>
            <p:cNvSpPr/>
            <p:nvPr/>
          </p:nvSpPr>
          <p:spPr>
            <a:xfrm>
              <a:off x="10662350" y="1165300"/>
              <a:ext cx="47550" cy="45025"/>
            </a:xfrm>
            <a:custGeom>
              <a:avLst/>
              <a:gdLst/>
              <a:ahLst/>
              <a:cxnLst/>
              <a:rect l="l" t="t" r="r" b="b"/>
              <a:pathLst>
                <a:path w="1902" h="1801" extrusionOk="0">
                  <a:moveTo>
                    <a:pt x="951" y="386"/>
                  </a:moveTo>
                  <a:cubicBezTo>
                    <a:pt x="1151" y="386"/>
                    <a:pt x="1351" y="503"/>
                    <a:pt x="1401" y="737"/>
                  </a:cubicBezTo>
                  <a:lnTo>
                    <a:pt x="501" y="737"/>
                  </a:lnTo>
                  <a:cubicBezTo>
                    <a:pt x="551" y="503"/>
                    <a:pt x="751" y="386"/>
                    <a:pt x="951" y="386"/>
                  </a:cubicBezTo>
                  <a:close/>
                  <a:moveTo>
                    <a:pt x="906" y="1"/>
                  </a:moveTo>
                  <a:cubicBezTo>
                    <a:pt x="401" y="1"/>
                    <a:pt x="0" y="390"/>
                    <a:pt x="0" y="903"/>
                  </a:cubicBezTo>
                  <a:cubicBezTo>
                    <a:pt x="66" y="1453"/>
                    <a:pt x="539" y="1800"/>
                    <a:pt x="1025" y="1800"/>
                  </a:cubicBezTo>
                  <a:cubicBezTo>
                    <a:pt x="1276" y="1800"/>
                    <a:pt x="1530" y="1708"/>
                    <a:pt x="1735" y="1504"/>
                  </a:cubicBezTo>
                  <a:lnTo>
                    <a:pt x="1468" y="1237"/>
                  </a:lnTo>
                  <a:cubicBezTo>
                    <a:pt x="1368" y="1337"/>
                    <a:pt x="1201" y="1404"/>
                    <a:pt x="1034" y="1404"/>
                  </a:cubicBezTo>
                  <a:cubicBezTo>
                    <a:pt x="801" y="1404"/>
                    <a:pt x="601" y="1270"/>
                    <a:pt x="534" y="1037"/>
                  </a:cubicBezTo>
                  <a:lnTo>
                    <a:pt x="1868" y="1037"/>
                  </a:lnTo>
                  <a:cubicBezTo>
                    <a:pt x="1868" y="1003"/>
                    <a:pt x="1868" y="937"/>
                    <a:pt x="1902" y="903"/>
                  </a:cubicBezTo>
                  <a:cubicBezTo>
                    <a:pt x="1902" y="421"/>
                    <a:pt x="1499" y="1"/>
                    <a:pt x="1022" y="1"/>
                  </a:cubicBezTo>
                  <a:cubicBezTo>
                    <a:pt x="1004" y="1"/>
                    <a:pt x="986" y="1"/>
                    <a:pt x="968" y="3"/>
                  </a:cubicBezTo>
                  <a:cubicBezTo>
                    <a:pt x="947" y="1"/>
                    <a:pt x="926" y="1"/>
                    <a:pt x="906"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4"/>
            <p:cNvSpPr/>
            <p:nvPr/>
          </p:nvSpPr>
          <p:spPr>
            <a:xfrm>
              <a:off x="10506400" y="1125325"/>
              <a:ext cx="226850" cy="112600"/>
            </a:xfrm>
            <a:custGeom>
              <a:avLst/>
              <a:gdLst/>
              <a:ahLst/>
              <a:cxnLst/>
              <a:rect l="l" t="t" r="r" b="b"/>
              <a:pathLst>
                <a:path w="9074" h="4504" extrusionOk="0">
                  <a:moveTo>
                    <a:pt x="8740" y="301"/>
                  </a:moveTo>
                  <a:lnTo>
                    <a:pt x="8740" y="4204"/>
                  </a:lnTo>
                  <a:lnTo>
                    <a:pt x="301" y="4204"/>
                  </a:lnTo>
                  <a:lnTo>
                    <a:pt x="301" y="301"/>
                  </a:lnTo>
                  <a:close/>
                  <a:moveTo>
                    <a:pt x="0" y="1"/>
                  </a:moveTo>
                  <a:lnTo>
                    <a:pt x="0" y="4504"/>
                  </a:lnTo>
                  <a:lnTo>
                    <a:pt x="9074" y="4504"/>
                  </a:lnTo>
                  <a:lnTo>
                    <a:pt x="9074"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4"/>
            <p:cNvSpPr/>
            <p:nvPr/>
          </p:nvSpPr>
          <p:spPr>
            <a:xfrm>
              <a:off x="10593125" y="2349525"/>
              <a:ext cx="234350" cy="75925"/>
            </a:xfrm>
            <a:custGeom>
              <a:avLst/>
              <a:gdLst/>
              <a:ahLst/>
              <a:cxnLst/>
              <a:rect l="l" t="t" r="r" b="b"/>
              <a:pathLst>
                <a:path w="9374" h="3037" extrusionOk="0">
                  <a:moveTo>
                    <a:pt x="1" y="1"/>
                  </a:moveTo>
                  <a:lnTo>
                    <a:pt x="1" y="3036"/>
                  </a:lnTo>
                  <a:lnTo>
                    <a:pt x="9374" y="3036"/>
                  </a:lnTo>
                  <a:lnTo>
                    <a:pt x="93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4"/>
            <p:cNvSpPr/>
            <p:nvPr/>
          </p:nvSpPr>
          <p:spPr>
            <a:xfrm>
              <a:off x="10498900" y="2266150"/>
              <a:ext cx="55050" cy="59225"/>
            </a:xfrm>
            <a:custGeom>
              <a:avLst/>
              <a:gdLst/>
              <a:ahLst/>
              <a:cxnLst/>
              <a:rect l="l" t="t" r="r" b="b"/>
              <a:pathLst>
                <a:path w="2202" h="2369" extrusionOk="0">
                  <a:moveTo>
                    <a:pt x="0" y="0"/>
                  </a:moveTo>
                  <a:lnTo>
                    <a:pt x="0" y="2369"/>
                  </a:lnTo>
                  <a:lnTo>
                    <a:pt x="567" y="2369"/>
                  </a:lnTo>
                  <a:lnTo>
                    <a:pt x="567" y="934"/>
                  </a:lnTo>
                  <a:lnTo>
                    <a:pt x="1768" y="2369"/>
                  </a:lnTo>
                  <a:lnTo>
                    <a:pt x="2202" y="2369"/>
                  </a:lnTo>
                  <a:lnTo>
                    <a:pt x="2202" y="0"/>
                  </a:lnTo>
                  <a:lnTo>
                    <a:pt x="1635" y="0"/>
                  </a:lnTo>
                  <a:lnTo>
                    <a:pt x="1635" y="1435"/>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4"/>
            <p:cNvSpPr/>
            <p:nvPr/>
          </p:nvSpPr>
          <p:spPr>
            <a:xfrm>
              <a:off x="10568100" y="2266150"/>
              <a:ext cx="46725" cy="59225"/>
            </a:xfrm>
            <a:custGeom>
              <a:avLst/>
              <a:gdLst/>
              <a:ahLst/>
              <a:cxnLst/>
              <a:rect l="l" t="t" r="r" b="b"/>
              <a:pathLst>
                <a:path w="1869" h="2369" extrusionOk="0">
                  <a:moveTo>
                    <a:pt x="1" y="0"/>
                  </a:moveTo>
                  <a:lnTo>
                    <a:pt x="1" y="2369"/>
                  </a:lnTo>
                  <a:lnTo>
                    <a:pt x="1869" y="2369"/>
                  </a:lnTo>
                  <a:lnTo>
                    <a:pt x="1869" y="1935"/>
                  </a:lnTo>
                  <a:lnTo>
                    <a:pt x="568" y="1935"/>
                  </a:lnTo>
                  <a:lnTo>
                    <a:pt x="568" y="1368"/>
                  </a:lnTo>
                  <a:lnTo>
                    <a:pt x="1669" y="1368"/>
                  </a:lnTo>
                  <a:lnTo>
                    <a:pt x="1669" y="934"/>
                  </a:lnTo>
                  <a:lnTo>
                    <a:pt x="568" y="934"/>
                  </a:lnTo>
                  <a:lnTo>
                    <a:pt x="568" y="434"/>
                  </a:lnTo>
                  <a:lnTo>
                    <a:pt x="1836" y="434"/>
                  </a:lnTo>
                  <a:lnTo>
                    <a:pt x="18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4"/>
            <p:cNvSpPr/>
            <p:nvPr/>
          </p:nvSpPr>
          <p:spPr>
            <a:xfrm>
              <a:off x="10619825" y="2266150"/>
              <a:ext cx="95925" cy="59225"/>
            </a:xfrm>
            <a:custGeom>
              <a:avLst/>
              <a:gdLst/>
              <a:ahLst/>
              <a:cxnLst/>
              <a:rect l="l" t="t" r="r" b="b"/>
              <a:pathLst>
                <a:path w="3837" h="2369" extrusionOk="0">
                  <a:moveTo>
                    <a:pt x="0" y="0"/>
                  </a:moveTo>
                  <a:lnTo>
                    <a:pt x="801" y="2369"/>
                  </a:lnTo>
                  <a:lnTo>
                    <a:pt x="1368" y="2369"/>
                  </a:lnTo>
                  <a:lnTo>
                    <a:pt x="1935" y="767"/>
                  </a:lnTo>
                  <a:lnTo>
                    <a:pt x="2435" y="2369"/>
                  </a:lnTo>
                  <a:lnTo>
                    <a:pt x="3036" y="2369"/>
                  </a:lnTo>
                  <a:lnTo>
                    <a:pt x="3836" y="0"/>
                  </a:lnTo>
                  <a:lnTo>
                    <a:pt x="3302" y="0"/>
                  </a:lnTo>
                  <a:lnTo>
                    <a:pt x="2769" y="1668"/>
                  </a:lnTo>
                  <a:lnTo>
                    <a:pt x="2202" y="0"/>
                  </a:lnTo>
                  <a:lnTo>
                    <a:pt x="1701" y="0"/>
                  </a:lnTo>
                  <a:lnTo>
                    <a:pt x="1134" y="1668"/>
                  </a:lnTo>
                  <a:lnTo>
                    <a:pt x="6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4"/>
            <p:cNvSpPr/>
            <p:nvPr/>
          </p:nvSpPr>
          <p:spPr>
            <a:xfrm>
              <a:off x="10718225" y="2264475"/>
              <a:ext cx="50050" cy="62575"/>
            </a:xfrm>
            <a:custGeom>
              <a:avLst/>
              <a:gdLst/>
              <a:ahLst/>
              <a:cxnLst/>
              <a:rect l="l" t="t" r="r" b="b"/>
              <a:pathLst>
                <a:path w="2002" h="2503" extrusionOk="0">
                  <a:moveTo>
                    <a:pt x="1068" y="1"/>
                  </a:moveTo>
                  <a:cubicBezTo>
                    <a:pt x="400" y="1"/>
                    <a:pt x="67" y="334"/>
                    <a:pt x="67" y="768"/>
                  </a:cubicBezTo>
                  <a:cubicBezTo>
                    <a:pt x="67" y="1635"/>
                    <a:pt x="1468" y="1335"/>
                    <a:pt x="1468" y="1802"/>
                  </a:cubicBezTo>
                  <a:cubicBezTo>
                    <a:pt x="1468" y="1935"/>
                    <a:pt x="1334" y="2035"/>
                    <a:pt x="1001" y="2035"/>
                  </a:cubicBezTo>
                  <a:cubicBezTo>
                    <a:pt x="701" y="2035"/>
                    <a:pt x="434" y="1969"/>
                    <a:pt x="200" y="1802"/>
                  </a:cubicBezTo>
                  <a:lnTo>
                    <a:pt x="0" y="2202"/>
                  </a:lnTo>
                  <a:cubicBezTo>
                    <a:pt x="300" y="2402"/>
                    <a:pt x="634" y="2502"/>
                    <a:pt x="1001" y="2502"/>
                  </a:cubicBezTo>
                  <a:cubicBezTo>
                    <a:pt x="1668" y="2502"/>
                    <a:pt x="2002" y="2169"/>
                    <a:pt x="2002" y="1735"/>
                  </a:cubicBezTo>
                  <a:cubicBezTo>
                    <a:pt x="2002" y="868"/>
                    <a:pt x="601" y="1168"/>
                    <a:pt x="601" y="734"/>
                  </a:cubicBezTo>
                  <a:cubicBezTo>
                    <a:pt x="601" y="568"/>
                    <a:pt x="734" y="468"/>
                    <a:pt x="1068" y="468"/>
                  </a:cubicBezTo>
                  <a:cubicBezTo>
                    <a:pt x="1301" y="468"/>
                    <a:pt x="1535" y="534"/>
                    <a:pt x="1735" y="634"/>
                  </a:cubicBezTo>
                  <a:lnTo>
                    <a:pt x="1902" y="234"/>
                  </a:lnTo>
                  <a:cubicBezTo>
                    <a:pt x="1635" y="67"/>
                    <a:pt x="1368" y="1"/>
                    <a:pt x="10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4"/>
            <p:cNvSpPr/>
            <p:nvPr/>
          </p:nvSpPr>
          <p:spPr>
            <a:xfrm>
              <a:off x="10464700" y="2367050"/>
              <a:ext cx="29225" cy="40050"/>
            </a:xfrm>
            <a:custGeom>
              <a:avLst/>
              <a:gdLst/>
              <a:ahLst/>
              <a:cxnLst/>
              <a:rect l="l" t="t" r="r" b="b"/>
              <a:pathLst>
                <a:path w="1169" h="1602" extrusionOk="0">
                  <a:moveTo>
                    <a:pt x="1" y="0"/>
                  </a:moveTo>
                  <a:lnTo>
                    <a:pt x="1" y="1602"/>
                  </a:lnTo>
                  <a:lnTo>
                    <a:pt x="1168" y="1602"/>
                  </a:lnTo>
                  <a:lnTo>
                    <a:pt x="1168" y="1301"/>
                  </a:lnTo>
                  <a:lnTo>
                    <a:pt x="368" y="1301"/>
                  </a:lnTo>
                  <a:lnTo>
                    <a:pt x="3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4"/>
            <p:cNvSpPr/>
            <p:nvPr/>
          </p:nvSpPr>
          <p:spPr>
            <a:xfrm>
              <a:off x="10498050" y="2362050"/>
              <a:ext cx="10875" cy="45050"/>
            </a:xfrm>
            <a:custGeom>
              <a:avLst/>
              <a:gdLst/>
              <a:ahLst/>
              <a:cxnLst/>
              <a:rect l="l" t="t" r="r" b="b"/>
              <a:pathLst>
                <a:path w="435" h="1802" extrusionOk="0">
                  <a:moveTo>
                    <a:pt x="201" y="0"/>
                  </a:moveTo>
                  <a:cubicBezTo>
                    <a:pt x="101" y="0"/>
                    <a:pt x="1" y="100"/>
                    <a:pt x="1" y="200"/>
                  </a:cubicBezTo>
                  <a:cubicBezTo>
                    <a:pt x="1" y="351"/>
                    <a:pt x="109" y="426"/>
                    <a:pt x="218" y="426"/>
                  </a:cubicBezTo>
                  <a:cubicBezTo>
                    <a:pt x="326" y="426"/>
                    <a:pt x="435" y="351"/>
                    <a:pt x="435" y="200"/>
                  </a:cubicBezTo>
                  <a:cubicBezTo>
                    <a:pt x="435" y="67"/>
                    <a:pt x="334" y="0"/>
                    <a:pt x="201" y="0"/>
                  </a:cubicBezTo>
                  <a:close/>
                  <a:moveTo>
                    <a:pt x="34" y="567"/>
                  </a:moveTo>
                  <a:lnTo>
                    <a:pt x="34" y="1802"/>
                  </a:lnTo>
                  <a:lnTo>
                    <a:pt x="401" y="1802"/>
                  </a:lnTo>
                  <a:lnTo>
                    <a:pt x="401" y="567"/>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4"/>
            <p:cNvSpPr/>
            <p:nvPr/>
          </p:nvSpPr>
          <p:spPr>
            <a:xfrm>
              <a:off x="10511400" y="2376225"/>
              <a:ext cx="35050" cy="30875"/>
            </a:xfrm>
            <a:custGeom>
              <a:avLst/>
              <a:gdLst/>
              <a:ahLst/>
              <a:cxnLst/>
              <a:rect l="l" t="t" r="r" b="b"/>
              <a:pathLst>
                <a:path w="1402" h="1235" extrusionOk="0">
                  <a:moveTo>
                    <a:pt x="1" y="0"/>
                  </a:moveTo>
                  <a:lnTo>
                    <a:pt x="534" y="1235"/>
                  </a:lnTo>
                  <a:lnTo>
                    <a:pt x="901" y="1235"/>
                  </a:lnTo>
                  <a:lnTo>
                    <a:pt x="1402" y="0"/>
                  </a:lnTo>
                  <a:lnTo>
                    <a:pt x="1068" y="0"/>
                  </a:lnTo>
                  <a:lnTo>
                    <a:pt x="701" y="834"/>
                  </a:lnTo>
                  <a:lnTo>
                    <a:pt x="3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4"/>
            <p:cNvSpPr/>
            <p:nvPr/>
          </p:nvSpPr>
          <p:spPr>
            <a:xfrm>
              <a:off x="10547250" y="2376150"/>
              <a:ext cx="32550" cy="31850"/>
            </a:xfrm>
            <a:custGeom>
              <a:avLst/>
              <a:gdLst/>
              <a:ahLst/>
              <a:cxnLst/>
              <a:rect l="l" t="t" r="r" b="b"/>
              <a:pathLst>
                <a:path w="1302" h="1274" extrusionOk="0">
                  <a:moveTo>
                    <a:pt x="651" y="254"/>
                  </a:moveTo>
                  <a:cubicBezTo>
                    <a:pt x="793" y="254"/>
                    <a:pt x="935" y="337"/>
                    <a:pt x="968" y="504"/>
                  </a:cubicBezTo>
                  <a:lnTo>
                    <a:pt x="335" y="504"/>
                  </a:lnTo>
                  <a:cubicBezTo>
                    <a:pt x="368" y="337"/>
                    <a:pt x="510" y="254"/>
                    <a:pt x="651" y="254"/>
                  </a:cubicBezTo>
                  <a:close/>
                  <a:moveTo>
                    <a:pt x="612" y="1"/>
                  </a:moveTo>
                  <a:cubicBezTo>
                    <a:pt x="271" y="1"/>
                    <a:pt x="1" y="289"/>
                    <a:pt x="1" y="637"/>
                  </a:cubicBezTo>
                  <a:cubicBezTo>
                    <a:pt x="1" y="985"/>
                    <a:pt x="301" y="1273"/>
                    <a:pt x="646" y="1273"/>
                  </a:cubicBezTo>
                  <a:cubicBezTo>
                    <a:pt x="664" y="1273"/>
                    <a:pt x="683" y="1273"/>
                    <a:pt x="701" y="1271"/>
                  </a:cubicBezTo>
                  <a:cubicBezTo>
                    <a:pt x="902" y="1271"/>
                    <a:pt x="1068" y="1204"/>
                    <a:pt x="1202" y="1071"/>
                  </a:cubicBezTo>
                  <a:lnTo>
                    <a:pt x="1002" y="837"/>
                  </a:lnTo>
                  <a:cubicBezTo>
                    <a:pt x="935" y="937"/>
                    <a:pt x="835" y="971"/>
                    <a:pt x="701" y="971"/>
                  </a:cubicBezTo>
                  <a:cubicBezTo>
                    <a:pt x="684" y="974"/>
                    <a:pt x="667" y="976"/>
                    <a:pt x="650" y="976"/>
                  </a:cubicBezTo>
                  <a:cubicBezTo>
                    <a:pt x="508" y="976"/>
                    <a:pt x="398" y="857"/>
                    <a:pt x="368" y="737"/>
                  </a:cubicBezTo>
                  <a:lnTo>
                    <a:pt x="1302" y="737"/>
                  </a:lnTo>
                  <a:cubicBezTo>
                    <a:pt x="1302" y="704"/>
                    <a:pt x="1302" y="671"/>
                    <a:pt x="1302" y="637"/>
                  </a:cubicBezTo>
                  <a:cubicBezTo>
                    <a:pt x="1302" y="289"/>
                    <a:pt x="1032" y="1"/>
                    <a:pt x="719" y="1"/>
                  </a:cubicBezTo>
                  <a:cubicBezTo>
                    <a:pt x="702" y="1"/>
                    <a:pt x="685" y="2"/>
                    <a:pt x="668" y="3"/>
                  </a:cubicBezTo>
                  <a:cubicBezTo>
                    <a:pt x="649" y="2"/>
                    <a:pt x="631" y="1"/>
                    <a:pt x="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4"/>
            <p:cNvSpPr/>
            <p:nvPr/>
          </p:nvSpPr>
          <p:spPr>
            <a:xfrm>
              <a:off x="10605625" y="2375400"/>
              <a:ext cx="27550" cy="31700"/>
            </a:xfrm>
            <a:custGeom>
              <a:avLst/>
              <a:gdLst/>
              <a:ahLst/>
              <a:cxnLst/>
              <a:rect l="l" t="t" r="r" b="b"/>
              <a:pathLst>
                <a:path w="1102" h="1268" extrusionOk="0">
                  <a:moveTo>
                    <a:pt x="568" y="0"/>
                  </a:moveTo>
                  <a:cubicBezTo>
                    <a:pt x="234" y="0"/>
                    <a:pt x="1" y="200"/>
                    <a:pt x="1" y="434"/>
                  </a:cubicBezTo>
                  <a:cubicBezTo>
                    <a:pt x="1" y="901"/>
                    <a:pt x="768" y="701"/>
                    <a:pt x="768" y="901"/>
                  </a:cubicBezTo>
                  <a:cubicBezTo>
                    <a:pt x="768" y="967"/>
                    <a:pt x="701" y="1034"/>
                    <a:pt x="535" y="1034"/>
                  </a:cubicBezTo>
                  <a:cubicBezTo>
                    <a:pt x="368" y="1034"/>
                    <a:pt x="234" y="967"/>
                    <a:pt x="101" y="901"/>
                  </a:cubicBezTo>
                  <a:lnTo>
                    <a:pt x="1" y="1168"/>
                  </a:lnTo>
                  <a:cubicBezTo>
                    <a:pt x="134" y="1234"/>
                    <a:pt x="335" y="1268"/>
                    <a:pt x="501" y="1268"/>
                  </a:cubicBezTo>
                  <a:cubicBezTo>
                    <a:pt x="868" y="1268"/>
                    <a:pt x="1102" y="1101"/>
                    <a:pt x="1102" y="901"/>
                  </a:cubicBezTo>
                  <a:cubicBezTo>
                    <a:pt x="1102" y="400"/>
                    <a:pt x="368" y="600"/>
                    <a:pt x="368" y="400"/>
                  </a:cubicBezTo>
                  <a:cubicBezTo>
                    <a:pt x="368" y="334"/>
                    <a:pt x="435" y="267"/>
                    <a:pt x="568" y="267"/>
                  </a:cubicBezTo>
                  <a:cubicBezTo>
                    <a:pt x="701" y="267"/>
                    <a:pt x="835" y="300"/>
                    <a:pt x="935" y="367"/>
                  </a:cubicBezTo>
                  <a:lnTo>
                    <a:pt x="1068" y="100"/>
                  </a:lnTo>
                  <a:cubicBezTo>
                    <a:pt x="902" y="33"/>
                    <a:pt x="735" y="0"/>
                    <a:pt x="568"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4"/>
            <p:cNvSpPr/>
            <p:nvPr/>
          </p:nvSpPr>
          <p:spPr>
            <a:xfrm>
              <a:off x="10634825" y="2369550"/>
              <a:ext cx="24200" cy="38475"/>
            </a:xfrm>
            <a:custGeom>
              <a:avLst/>
              <a:gdLst/>
              <a:ahLst/>
              <a:cxnLst/>
              <a:rect l="l" t="t" r="r" b="b"/>
              <a:pathLst>
                <a:path w="968" h="1539" extrusionOk="0">
                  <a:moveTo>
                    <a:pt x="201" y="1"/>
                  </a:moveTo>
                  <a:lnTo>
                    <a:pt x="201" y="301"/>
                  </a:lnTo>
                  <a:lnTo>
                    <a:pt x="0" y="301"/>
                  </a:lnTo>
                  <a:lnTo>
                    <a:pt x="0" y="568"/>
                  </a:lnTo>
                  <a:lnTo>
                    <a:pt x="201" y="568"/>
                  </a:lnTo>
                  <a:lnTo>
                    <a:pt x="201" y="1101"/>
                  </a:lnTo>
                  <a:cubicBezTo>
                    <a:pt x="169" y="1320"/>
                    <a:pt x="372" y="1538"/>
                    <a:pt x="616" y="1538"/>
                  </a:cubicBezTo>
                  <a:cubicBezTo>
                    <a:pt x="633" y="1538"/>
                    <a:pt x="650" y="1537"/>
                    <a:pt x="668" y="1535"/>
                  </a:cubicBezTo>
                  <a:cubicBezTo>
                    <a:pt x="768" y="1535"/>
                    <a:pt x="868" y="1502"/>
                    <a:pt x="968" y="1468"/>
                  </a:cubicBezTo>
                  <a:lnTo>
                    <a:pt x="868" y="1201"/>
                  </a:lnTo>
                  <a:cubicBezTo>
                    <a:pt x="801" y="1235"/>
                    <a:pt x="768" y="1235"/>
                    <a:pt x="701" y="1235"/>
                  </a:cubicBezTo>
                  <a:cubicBezTo>
                    <a:pt x="634" y="1235"/>
                    <a:pt x="534" y="1168"/>
                    <a:pt x="568" y="1068"/>
                  </a:cubicBezTo>
                  <a:lnTo>
                    <a:pt x="568" y="568"/>
                  </a:lnTo>
                  <a:lnTo>
                    <a:pt x="868" y="568"/>
                  </a:lnTo>
                  <a:lnTo>
                    <a:pt x="868" y="301"/>
                  </a:lnTo>
                  <a:lnTo>
                    <a:pt x="568" y="301"/>
                  </a:lnTo>
                  <a:lnTo>
                    <a:pt x="568"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4"/>
            <p:cNvSpPr/>
            <p:nvPr/>
          </p:nvSpPr>
          <p:spPr>
            <a:xfrm>
              <a:off x="10664000" y="2376000"/>
              <a:ext cx="19225" cy="31100"/>
            </a:xfrm>
            <a:custGeom>
              <a:avLst/>
              <a:gdLst/>
              <a:ahLst/>
              <a:cxnLst/>
              <a:rect l="l" t="t" r="r" b="b"/>
              <a:pathLst>
                <a:path w="769" h="1244" extrusionOk="0">
                  <a:moveTo>
                    <a:pt x="683" y="1"/>
                  </a:moveTo>
                  <a:cubicBezTo>
                    <a:pt x="546" y="1"/>
                    <a:pt x="417" y="66"/>
                    <a:pt x="335" y="176"/>
                  </a:cubicBezTo>
                  <a:lnTo>
                    <a:pt x="335" y="9"/>
                  </a:lnTo>
                  <a:lnTo>
                    <a:pt x="1" y="9"/>
                  </a:lnTo>
                  <a:lnTo>
                    <a:pt x="1" y="1244"/>
                  </a:lnTo>
                  <a:lnTo>
                    <a:pt x="335" y="1244"/>
                  </a:lnTo>
                  <a:lnTo>
                    <a:pt x="335" y="677"/>
                  </a:lnTo>
                  <a:cubicBezTo>
                    <a:pt x="304" y="494"/>
                    <a:pt x="441" y="339"/>
                    <a:pt x="617" y="339"/>
                  </a:cubicBezTo>
                  <a:cubicBezTo>
                    <a:pt x="634" y="339"/>
                    <a:pt x="651" y="340"/>
                    <a:pt x="668" y="343"/>
                  </a:cubicBezTo>
                  <a:lnTo>
                    <a:pt x="768" y="343"/>
                  </a:lnTo>
                  <a:lnTo>
                    <a:pt x="768" y="9"/>
                  </a:lnTo>
                  <a:cubicBezTo>
                    <a:pt x="740" y="4"/>
                    <a:pt x="711" y="1"/>
                    <a:pt x="683"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4"/>
            <p:cNvSpPr/>
            <p:nvPr/>
          </p:nvSpPr>
          <p:spPr>
            <a:xfrm>
              <a:off x="10685700" y="2376150"/>
              <a:ext cx="32550" cy="31575"/>
            </a:xfrm>
            <a:custGeom>
              <a:avLst/>
              <a:gdLst/>
              <a:ahLst/>
              <a:cxnLst/>
              <a:rect l="l" t="t" r="r" b="b"/>
              <a:pathLst>
                <a:path w="1302" h="1263" extrusionOk="0">
                  <a:moveTo>
                    <a:pt x="655" y="254"/>
                  </a:moveTo>
                  <a:cubicBezTo>
                    <a:pt x="792" y="254"/>
                    <a:pt x="934" y="337"/>
                    <a:pt x="968" y="504"/>
                  </a:cubicBezTo>
                  <a:lnTo>
                    <a:pt x="367" y="504"/>
                  </a:lnTo>
                  <a:cubicBezTo>
                    <a:pt x="384" y="337"/>
                    <a:pt x="517" y="254"/>
                    <a:pt x="655" y="254"/>
                  </a:cubicBezTo>
                  <a:close/>
                  <a:moveTo>
                    <a:pt x="612" y="1"/>
                  </a:moveTo>
                  <a:cubicBezTo>
                    <a:pt x="271" y="1"/>
                    <a:pt x="0" y="289"/>
                    <a:pt x="0" y="637"/>
                  </a:cubicBezTo>
                  <a:cubicBezTo>
                    <a:pt x="45" y="1017"/>
                    <a:pt x="374" y="1262"/>
                    <a:pt x="717" y="1262"/>
                  </a:cubicBezTo>
                  <a:cubicBezTo>
                    <a:pt x="886" y="1262"/>
                    <a:pt x="1058" y="1203"/>
                    <a:pt x="1201" y="1071"/>
                  </a:cubicBezTo>
                  <a:lnTo>
                    <a:pt x="1001" y="837"/>
                  </a:lnTo>
                  <a:cubicBezTo>
                    <a:pt x="934" y="937"/>
                    <a:pt x="834" y="971"/>
                    <a:pt x="701" y="971"/>
                  </a:cubicBezTo>
                  <a:cubicBezTo>
                    <a:pt x="683" y="974"/>
                    <a:pt x="666" y="976"/>
                    <a:pt x="649" y="976"/>
                  </a:cubicBezTo>
                  <a:cubicBezTo>
                    <a:pt x="507" y="976"/>
                    <a:pt x="397" y="857"/>
                    <a:pt x="367" y="737"/>
                  </a:cubicBezTo>
                  <a:lnTo>
                    <a:pt x="1301" y="737"/>
                  </a:lnTo>
                  <a:cubicBezTo>
                    <a:pt x="1301" y="704"/>
                    <a:pt x="1301" y="671"/>
                    <a:pt x="1301" y="637"/>
                  </a:cubicBezTo>
                  <a:cubicBezTo>
                    <a:pt x="1301" y="289"/>
                    <a:pt x="1031" y="1"/>
                    <a:pt x="718" y="1"/>
                  </a:cubicBezTo>
                  <a:cubicBezTo>
                    <a:pt x="701" y="1"/>
                    <a:pt x="684" y="2"/>
                    <a:pt x="667" y="3"/>
                  </a:cubicBezTo>
                  <a:cubicBezTo>
                    <a:pt x="649" y="2"/>
                    <a:pt x="630" y="1"/>
                    <a:pt x="612"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4"/>
            <p:cNvSpPr/>
            <p:nvPr/>
          </p:nvSpPr>
          <p:spPr>
            <a:xfrm>
              <a:off x="10721550" y="2376225"/>
              <a:ext cx="29225" cy="31700"/>
            </a:xfrm>
            <a:custGeom>
              <a:avLst/>
              <a:gdLst/>
              <a:ahLst/>
              <a:cxnLst/>
              <a:rect l="l" t="t" r="r" b="b"/>
              <a:pathLst>
                <a:path w="1169" h="1268" extrusionOk="0">
                  <a:moveTo>
                    <a:pt x="801" y="734"/>
                  </a:moveTo>
                  <a:lnTo>
                    <a:pt x="801" y="868"/>
                  </a:lnTo>
                  <a:cubicBezTo>
                    <a:pt x="774" y="950"/>
                    <a:pt x="679" y="1010"/>
                    <a:pt x="590" y="1010"/>
                  </a:cubicBezTo>
                  <a:cubicBezTo>
                    <a:pt x="571" y="1010"/>
                    <a:pt x="552" y="1007"/>
                    <a:pt x="534" y="1001"/>
                  </a:cubicBezTo>
                  <a:cubicBezTo>
                    <a:pt x="401" y="1001"/>
                    <a:pt x="334" y="934"/>
                    <a:pt x="334" y="868"/>
                  </a:cubicBezTo>
                  <a:cubicBezTo>
                    <a:pt x="334" y="768"/>
                    <a:pt x="401" y="734"/>
                    <a:pt x="568" y="734"/>
                  </a:cubicBezTo>
                  <a:close/>
                  <a:moveTo>
                    <a:pt x="568" y="0"/>
                  </a:moveTo>
                  <a:cubicBezTo>
                    <a:pt x="368" y="0"/>
                    <a:pt x="201" y="34"/>
                    <a:pt x="34" y="134"/>
                  </a:cubicBezTo>
                  <a:lnTo>
                    <a:pt x="167" y="401"/>
                  </a:lnTo>
                  <a:cubicBezTo>
                    <a:pt x="267" y="301"/>
                    <a:pt x="401" y="267"/>
                    <a:pt x="501" y="267"/>
                  </a:cubicBezTo>
                  <a:cubicBezTo>
                    <a:pt x="701" y="267"/>
                    <a:pt x="801" y="367"/>
                    <a:pt x="801" y="534"/>
                  </a:cubicBezTo>
                  <a:lnTo>
                    <a:pt x="501" y="534"/>
                  </a:lnTo>
                  <a:cubicBezTo>
                    <a:pt x="134" y="534"/>
                    <a:pt x="1" y="668"/>
                    <a:pt x="1" y="901"/>
                  </a:cubicBezTo>
                  <a:cubicBezTo>
                    <a:pt x="1" y="1101"/>
                    <a:pt x="167" y="1268"/>
                    <a:pt x="434" y="1268"/>
                  </a:cubicBezTo>
                  <a:cubicBezTo>
                    <a:pt x="601" y="1268"/>
                    <a:pt x="734" y="1201"/>
                    <a:pt x="835" y="1101"/>
                  </a:cubicBezTo>
                  <a:lnTo>
                    <a:pt x="835" y="1235"/>
                  </a:lnTo>
                  <a:lnTo>
                    <a:pt x="1168" y="1235"/>
                  </a:lnTo>
                  <a:lnTo>
                    <a:pt x="1168" y="534"/>
                  </a:lnTo>
                  <a:cubicBezTo>
                    <a:pt x="1168" y="167"/>
                    <a:pt x="935" y="0"/>
                    <a:pt x="568"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4"/>
            <p:cNvSpPr/>
            <p:nvPr/>
          </p:nvSpPr>
          <p:spPr>
            <a:xfrm>
              <a:off x="10759075" y="2376000"/>
              <a:ext cx="52575" cy="31100"/>
            </a:xfrm>
            <a:custGeom>
              <a:avLst/>
              <a:gdLst/>
              <a:ahLst/>
              <a:cxnLst/>
              <a:rect l="l" t="t" r="r" b="b"/>
              <a:pathLst>
                <a:path w="2103" h="1244" extrusionOk="0">
                  <a:moveTo>
                    <a:pt x="633" y="1"/>
                  </a:moveTo>
                  <a:cubicBezTo>
                    <a:pt x="523" y="1"/>
                    <a:pt x="417" y="66"/>
                    <a:pt x="334" y="176"/>
                  </a:cubicBezTo>
                  <a:lnTo>
                    <a:pt x="334" y="9"/>
                  </a:lnTo>
                  <a:lnTo>
                    <a:pt x="1" y="9"/>
                  </a:lnTo>
                  <a:lnTo>
                    <a:pt x="1" y="1244"/>
                  </a:lnTo>
                  <a:lnTo>
                    <a:pt x="334" y="1244"/>
                  </a:lnTo>
                  <a:lnTo>
                    <a:pt x="334" y="643"/>
                  </a:lnTo>
                  <a:cubicBezTo>
                    <a:pt x="334" y="410"/>
                    <a:pt x="468" y="310"/>
                    <a:pt x="634" y="310"/>
                  </a:cubicBezTo>
                  <a:cubicBezTo>
                    <a:pt x="768" y="310"/>
                    <a:pt x="868" y="410"/>
                    <a:pt x="868" y="610"/>
                  </a:cubicBezTo>
                  <a:lnTo>
                    <a:pt x="868" y="1244"/>
                  </a:lnTo>
                  <a:lnTo>
                    <a:pt x="1168" y="1244"/>
                  </a:lnTo>
                  <a:lnTo>
                    <a:pt x="1168" y="643"/>
                  </a:lnTo>
                  <a:cubicBezTo>
                    <a:pt x="1168" y="410"/>
                    <a:pt x="1302" y="310"/>
                    <a:pt x="1468" y="310"/>
                  </a:cubicBezTo>
                  <a:cubicBezTo>
                    <a:pt x="1602" y="310"/>
                    <a:pt x="1702" y="410"/>
                    <a:pt x="1702" y="610"/>
                  </a:cubicBezTo>
                  <a:lnTo>
                    <a:pt x="1702" y="1244"/>
                  </a:lnTo>
                  <a:lnTo>
                    <a:pt x="2069" y="1244"/>
                  </a:lnTo>
                  <a:lnTo>
                    <a:pt x="2069" y="543"/>
                  </a:lnTo>
                  <a:cubicBezTo>
                    <a:pt x="2102" y="243"/>
                    <a:pt x="1869" y="9"/>
                    <a:pt x="1568" y="9"/>
                  </a:cubicBezTo>
                  <a:cubicBezTo>
                    <a:pt x="1547" y="5"/>
                    <a:pt x="1525" y="3"/>
                    <a:pt x="1503" y="3"/>
                  </a:cubicBezTo>
                  <a:cubicBezTo>
                    <a:pt x="1359" y="3"/>
                    <a:pt x="1222" y="94"/>
                    <a:pt x="1135" y="210"/>
                  </a:cubicBezTo>
                  <a:cubicBezTo>
                    <a:pt x="1048" y="94"/>
                    <a:pt x="911" y="3"/>
                    <a:pt x="767" y="3"/>
                  </a:cubicBezTo>
                  <a:cubicBezTo>
                    <a:pt x="745" y="3"/>
                    <a:pt x="723" y="5"/>
                    <a:pt x="701" y="9"/>
                  </a:cubicBezTo>
                  <a:cubicBezTo>
                    <a:pt x="678" y="4"/>
                    <a:pt x="655" y="1"/>
                    <a:pt x="633"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4"/>
            <p:cNvSpPr/>
            <p:nvPr/>
          </p:nvSpPr>
          <p:spPr>
            <a:xfrm>
              <a:off x="10438025" y="2347875"/>
              <a:ext cx="158475" cy="79250"/>
            </a:xfrm>
            <a:custGeom>
              <a:avLst/>
              <a:gdLst/>
              <a:ahLst/>
              <a:cxnLst/>
              <a:rect l="l" t="t" r="r" b="b"/>
              <a:pathLst>
                <a:path w="6339" h="3170" extrusionOk="0">
                  <a:moveTo>
                    <a:pt x="6105" y="234"/>
                  </a:moveTo>
                  <a:lnTo>
                    <a:pt x="6105" y="2936"/>
                  </a:lnTo>
                  <a:lnTo>
                    <a:pt x="200" y="2936"/>
                  </a:lnTo>
                  <a:lnTo>
                    <a:pt x="200" y="234"/>
                  </a:lnTo>
                  <a:close/>
                  <a:moveTo>
                    <a:pt x="0" y="0"/>
                  </a:moveTo>
                  <a:lnTo>
                    <a:pt x="0" y="3169"/>
                  </a:lnTo>
                  <a:lnTo>
                    <a:pt x="6338" y="3169"/>
                  </a:lnTo>
                  <a:lnTo>
                    <a:pt x="6338"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4"/>
            <p:cNvSpPr/>
            <p:nvPr/>
          </p:nvSpPr>
          <p:spPr>
            <a:xfrm>
              <a:off x="10894175" y="2376225"/>
              <a:ext cx="1692075" cy="117600"/>
            </a:xfrm>
            <a:custGeom>
              <a:avLst/>
              <a:gdLst/>
              <a:ahLst/>
              <a:cxnLst/>
              <a:rect l="l" t="t" r="r" b="b"/>
              <a:pathLst>
                <a:path w="67683" h="4704" extrusionOk="0">
                  <a:moveTo>
                    <a:pt x="1" y="0"/>
                  </a:moveTo>
                  <a:lnTo>
                    <a:pt x="1" y="4704"/>
                  </a:lnTo>
                  <a:lnTo>
                    <a:pt x="67682" y="4704"/>
                  </a:lnTo>
                  <a:lnTo>
                    <a:pt x="67682"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4"/>
            <p:cNvSpPr/>
            <p:nvPr/>
          </p:nvSpPr>
          <p:spPr>
            <a:xfrm>
              <a:off x="11043450" y="2418750"/>
              <a:ext cx="1411025" cy="5875"/>
            </a:xfrm>
            <a:custGeom>
              <a:avLst/>
              <a:gdLst/>
              <a:ahLst/>
              <a:cxnLst/>
              <a:rect l="l" t="t" r="r" b="b"/>
              <a:pathLst>
                <a:path w="56441" h="235" extrusionOk="0">
                  <a:moveTo>
                    <a:pt x="28221" y="1"/>
                  </a:moveTo>
                  <a:cubicBezTo>
                    <a:pt x="12643" y="1"/>
                    <a:pt x="0" y="67"/>
                    <a:pt x="0" y="101"/>
                  </a:cubicBezTo>
                  <a:cubicBezTo>
                    <a:pt x="0" y="167"/>
                    <a:pt x="12643" y="234"/>
                    <a:pt x="28221" y="234"/>
                  </a:cubicBezTo>
                  <a:cubicBezTo>
                    <a:pt x="43798" y="234"/>
                    <a:pt x="56441" y="167"/>
                    <a:pt x="56441" y="101"/>
                  </a:cubicBezTo>
                  <a:cubicBezTo>
                    <a:pt x="56441" y="67"/>
                    <a:pt x="43832" y="1"/>
                    <a:pt x="282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4"/>
            <p:cNvSpPr/>
            <p:nvPr/>
          </p:nvSpPr>
          <p:spPr>
            <a:xfrm>
              <a:off x="11040950" y="2444600"/>
              <a:ext cx="1411875" cy="5875"/>
            </a:xfrm>
            <a:custGeom>
              <a:avLst/>
              <a:gdLst/>
              <a:ahLst/>
              <a:cxnLst/>
              <a:rect l="l" t="t" r="r" b="b"/>
              <a:pathLst>
                <a:path w="56475" h="235" extrusionOk="0">
                  <a:moveTo>
                    <a:pt x="28254" y="1"/>
                  </a:moveTo>
                  <a:cubicBezTo>
                    <a:pt x="12643" y="1"/>
                    <a:pt x="0" y="67"/>
                    <a:pt x="0" y="134"/>
                  </a:cubicBezTo>
                  <a:cubicBezTo>
                    <a:pt x="0" y="167"/>
                    <a:pt x="12643" y="234"/>
                    <a:pt x="28254" y="234"/>
                  </a:cubicBezTo>
                  <a:cubicBezTo>
                    <a:pt x="43832" y="234"/>
                    <a:pt x="56474" y="167"/>
                    <a:pt x="56474" y="134"/>
                  </a:cubicBezTo>
                  <a:cubicBezTo>
                    <a:pt x="56474" y="34"/>
                    <a:pt x="43832" y="1"/>
                    <a:pt x="282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4"/>
            <p:cNvSpPr/>
            <p:nvPr/>
          </p:nvSpPr>
          <p:spPr>
            <a:xfrm>
              <a:off x="11915750" y="1415800"/>
              <a:ext cx="191925" cy="261625"/>
            </a:xfrm>
            <a:custGeom>
              <a:avLst/>
              <a:gdLst/>
              <a:ahLst/>
              <a:cxnLst/>
              <a:rect l="l" t="t" r="r" b="b"/>
              <a:pathLst>
                <a:path w="7677" h="10465" extrusionOk="0">
                  <a:moveTo>
                    <a:pt x="4430" y="1"/>
                  </a:moveTo>
                  <a:cubicBezTo>
                    <a:pt x="4403" y="1"/>
                    <a:pt x="4372" y="8"/>
                    <a:pt x="4336" y="23"/>
                  </a:cubicBezTo>
                  <a:cubicBezTo>
                    <a:pt x="4070" y="157"/>
                    <a:pt x="4070" y="557"/>
                    <a:pt x="4070" y="557"/>
                  </a:cubicBezTo>
                  <a:cubicBezTo>
                    <a:pt x="3903" y="590"/>
                    <a:pt x="3769" y="690"/>
                    <a:pt x="3736" y="857"/>
                  </a:cubicBezTo>
                  <a:cubicBezTo>
                    <a:pt x="3736" y="857"/>
                    <a:pt x="1935" y="5927"/>
                    <a:pt x="1468" y="6695"/>
                  </a:cubicBezTo>
                  <a:cubicBezTo>
                    <a:pt x="1001" y="7328"/>
                    <a:pt x="534" y="7962"/>
                    <a:pt x="0" y="8529"/>
                  </a:cubicBezTo>
                  <a:lnTo>
                    <a:pt x="2068" y="10464"/>
                  </a:lnTo>
                  <a:lnTo>
                    <a:pt x="3402" y="8963"/>
                  </a:lnTo>
                  <a:lnTo>
                    <a:pt x="4970" y="7829"/>
                  </a:lnTo>
                  <a:cubicBezTo>
                    <a:pt x="4970" y="7829"/>
                    <a:pt x="7472" y="4827"/>
                    <a:pt x="7605" y="4493"/>
                  </a:cubicBezTo>
                  <a:cubicBezTo>
                    <a:pt x="7677" y="4280"/>
                    <a:pt x="7411" y="3898"/>
                    <a:pt x="6964" y="3898"/>
                  </a:cubicBezTo>
                  <a:cubicBezTo>
                    <a:pt x="6782" y="3898"/>
                    <a:pt x="6570" y="3962"/>
                    <a:pt x="6338" y="4126"/>
                  </a:cubicBezTo>
                  <a:cubicBezTo>
                    <a:pt x="5633" y="4655"/>
                    <a:pt x="4980" y="5546"/>
                    <a:pt x="4697" y="5546"/>
                  </a:cubicBezTo>
                  <a:cubicBezTo>
                    <a:pt x="4659" y="5546"/>
                    <a:pt x="4627" y="5530"/>
                    <a:pt x="4603" y="5494"/>
                  </a:cubicBezTo>
                  <a:cubicBezTo>
                    <a:pt x="4370" y="5194"/>
                    <a:pt x="4737" y="2358"/>
                    <a:pt x="4737" y="2358"/>
                  </a:cubicBezTo>
                  <a:cubicBezTo>
                    <a:pt x="4737" y="2358"/>
                    <a:pt x="5404" y="857"/>
                    <a:pt x="5170" y="390"/>
                  </a:cubicBezTo>
                  <a:lnTo>
                    <a:pt x="4637" y="390"/>
                  </a:lnTo>
                  <a:cubicBezTo>
                    <a:pt x="4637" y="390"/>
                    <a:pt x="4637" y="1"/>
                    <a:pt x="4430" y="1"/>
                  </a:cubicBezTo>
                  <a:close/>
                </a:path>
              </a:pathLst>
            </a:custGeom>
            <a:solidFill>
              <a:srgbClr val="D69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4"/>
            <p:cNvSpPr/>
            <p:nvPr/>
          </p:nvSpPr>
          <p:spPr>
            <a:xfrm>
              <a:off x="11191050" y="1282550"/>
              <a:ext cx="272725" cy="497500"/>
            </a:xfrm>
            <a:custGeom>
              <a:avLst/>
              <a:gdLst/>
              <a:ahLst/>
              <a:cxnLst/>
              <a:rect l="l" t="t" r="r" b="b"/>
              <a:pathLst>
                <a:path w="10909" h="19900" extrusionOk="0">
                  <a:moveTo>
                    <a:pt x="7501" y="1"/>
                  </a:moveTo>
                  <a:cubicBezTo>
                    <a:pt x="7415" y="1"/>
                    <a:pt x="7328" y="6"/>
                    <a:pt x="7239" y="16"/>
                  </a:cubicBezTo>
                  <a:lnTo>
                    <a:pt x="1068" y="1584"/>
                  </a:lnTo>
                  <a:cubicBezTo>
                    <a:pt x="468" y="1651"/>
                    <a:pt x="1" y="2184"/>
                    <a:pt x="34" y="2785"/>
                  </a:cubicBezTo>
                  <a:lnTo>
                    <a:pt x="701" y="17028"/>
                  </a:lnTo>
                  <a:cubicBezTo>
                    <a:pt x="734" y="18841"/>
                    <a:pt x="3311" y="19900"/>
                    <a:pt x="5262" y="19900"/>
                  </a:cubicBezTo>
                  <a:cubicBezTo>
                    <a:pt x="5321" y="19900"/>
                    <a:pt x="5380" y="19899"/>
                    <a:pt x="5438" y="19897"/>
                  </a:cubicBezTo>
                  <a:cubicBezTo>
                    <a:pt x="7473" y="19430"/>
                    <a:pt x="7840" y="18296"/>
                    <a:pt x="7740" y="16528"/>
                  </a:cubicBezTo>
                  <a:cubicBezTo>
                    <a:pt x="7706" y="15694"/>
                    <a:pt x="7573" y="14526"/>
                    <a:pt x="7606" y="14526"/>
                  </a:cubicBezTo>
                  <a:lnTo>
                    <a:pt x="7606" y="14526"/>
                  </a:lnTo>
                  <a:cubicBezTo>
                    <a:pt x="7606" y="14528"/>
                    <a:pt x="7609" y="14528"/>
                    <a:pt x="7614" y="14528"/>
                  </a:cubicBezTo>
                  <a:cubicBezTo>
                    <a:pt x="7771" y="14528"/>
                    <a:pt x="10158" y="14016"/>
                    <a:pt x="10642" y="10790"/>
                  </a:cubicBezTo>
                  <a:cubicBezTo>
                    <a:pt x="10908" y="9123"/>
                    <a:pt x="10808" y="6421"/>
                    <a:pt x="10675" y="4219"/>
                  </a:cubicBezTo>
                  <a:cubicBezTo>
                    <a:pt x="10547" y="2338"/>
                    <a:pt x="9354" y="1"/>
                    <a:pt x="7501" y="1"/>
                  </a:cubicBezTo>
                  <a:close/>
                </a:path>
              </a:pathLst>
            </a:custGeom>
            <a:solidFill>
              <a:srgbClr val="D69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4"/>
            <p:cNvSpPr/>
            <p:nvPr/>
          </p:nvSpPr>
          <p:spPr>
            <a:xfrm>
              <a:off x="11408700" y="1432950"/>
              <a:ext cx="21725" cy="19400"/>
            </a:xfrm>
            <a:custGeom>
              <a:avLst/>
              <a:gdLst/>
              <a:ahLst/>
              <a:cxnLst/>
              <a:rect l="l" t="t" r="r" b="b"/>
              <a:pathLst>
                <a:path w="869" h="776" extrusionOk="0">
                  <a:moveTo>
                    <a:pt x="493" y="0"/>
                  </a:moveTo>
                  <a:cubicBezTo>
                    <a:pt x="474" y="0"/>
                    <a:pt x="455" y="2"/>
                    <a:pt x="435" y="4"/>
                  </a:cubicBezTo>
                  <a:cubicBezTo>
                    <a:pt x="201" y="4"/>
                    <a:pt x="1" y="171"/>
                    <a:pt x="1" y="405"/>
                  </a:cubicBezTo>
                  <a:cubicBezTo>
                    <a:pt x="31" y="618"/>
                    <a:pt x="201" y="776"/>
                    <a:pt x="409" y="776"/>
                  </a:cubicBezTo>
                  <a:cubicBezTo>
                    <a:pt x="428" y="776"/>
                    <a:pt x="448" y="774"/>
                    <a:pt x="468" y="772"/>
                  </a:cubicBezTo>
                  <a:cubicBezTo>
                    <a:pt x="668" y="772"/>
                    <a:pt x="868" y="605"/>
                    <a:pt x="868" y="371"/>
                  </a:cubicBezTo>
                  <a:cubicBezTo>
                    <a:pt x="838" y="158"/>
                    <a:pt x="696" y="0"/>
                    <a:pt x="49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4"/>
            <p:cNvSpPr/>
            <p:nvPr/>
          </p:nvSpPr>
          <p:spPr>
            <a:xfrm>
              <a:off x="11400375" y="1414700"/>
              <a:ext cx="43375" cy="11775"/>
            </a:xfrm>
            <a:custGeom>
              <a:avLst/>
              <a:gdLst/>
              <a:ahLst/>
              <a:cxnLst/>
              <a:rect l="l" t="t" r="r" b="b"/>
              <a:pathLst>
                <a:path w="1735" h="471" extrusionOk="0">
                  <a:moveTo>
                    <a:pt x="901" y="1"/>
                  </a:moveTo>
                  <a:cubicBezTo>
                    <a:pt x="667" y="1"/>
                    <a:pt x="434" y="67"/>
                    <a:pt x="234" y="201"/>
                  </a:cubicBezTo>
                  <a:cubicBezTo>
                    <a:pt x="100" y="334"/>
                    <a:pt x="0" y="401"/>
                    <a:pt x="67" y="434"/>
                  </a:cubicBezTo>
                  <a:cubicBezTo>
                    <a:pt x="71" y="442"/>
                    <a:pt x="80" y="446"/>
                    <a:pt x="93" y="446"/>
                  </a:cubicBezTo>
                  <a:cubicBezTo>
                    <a:pt x="186" y="446"/>
                    <a:pt x="492" y="267"/>
                    <a:pt x="901" y="267"/>
                  </a:cubicBezTo>
                  <a:cubicBezTo>
                    <a:pt x="1306" y="267"/>
                    <a:pt x="1623" y="471"/>
                    <a:pt x="1718" y="471"/>
                  </a:cubicBezTo>
                  <a:cubicBezTo>
                    <a:pt x="1725" y="471"/>
                    <a:pt x="1730" y="470"/>
                    <a:pt x="1735" y="468"/>
                  </a:cubicBezTo>
                  <a:cubicBezTo>
                    <a:pt x="1735" y="468"/>
                    <a:pt x="1702" y="334"/>
                    <a:pt x="1568" y="234"/>
                  </a:cubicBezTo>
                  <a:cubicBezTo>
                    <a:pt x="1368" y="67"/>
                    <a:pt x="1134" y="1"/>
                    <a:pt x="9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4"/>
            <p:cNvSpPr/>
            <p:nvPr/>
          </p:nvSpPr>
          <p:spPr>
            <a:xfrm>
              <a:off x="11297800" y="1433875"/>
              <a:ext cx="21700" cy="20050"/>
            </a:xfrm>
            <a:custGeom>
              <a:avLst/>
              <a:gdLst/>
              <a:ahLst/>
              <a:cxnLst/>
              <a:rect l="l" t="t" r="r" b="b"/>
              <a:pathLst>
                <a:path w="868" h="802" extrusionOk="0">
                  <a:moveTo>
                    <a:pt x="434" y="1"/>
                  </a:moveTo>
                  <a:cubicBezTo>
                    <a:pt x="201" y="1"/>
                    <a:pt x="0" y="168"/>
                    <a:pt x="0" y="401"/>
                  </a:cubicBezTo>
                  <a:cubicBezTo>
                    <a:pt x="34" y="635"/>
                    <a:pt x="234" y="801"/>
                    <a:pt x="467" y="801"/>
                  </a:cubicBezTo>
                  <a:cubicBezTo>
                    <a:pt x="701" y="801"/>
                    <a:pt x="868" y="601"/>
                    <a:pt x="868" y="368"/>
                  </a:cubicBezTo>
                  <a:cubicBezTo>
                    <a:pt x="868" y="168"/>
                    <a:pt x="668" y="1"/>
                    <a:pt x="4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4"/>
            <p:cNvSpPr/>
            <p:nvPr/>
          </p:nvSpPr>
          <p:spPr>
            <a:xfrm>
              <a:off x="11286950" y="1414700"/>
              <a:ext cx="43400" cy="11775"/>
            </a:xfrm>
            <a:custGeom>
              <a:avLst/>
              <a:gdLst/>
              <a:ahLst/>
              <a:cxnLst/>
              <a:rect l="l" t="t" r="r" b="b"/>
              <a:pathLst>
                <a:path w="1736" h="471" extrusionOk="0">
                  <a:moveTo>
                    <a:pt x="901" y="1"/>
                  </a:moveTo>
                  <a:cubicBezTo>
                    <a:pt x="668" y="1"/>
                    <a:pt x="434" y="67"/>
                    <a:pt x="234" y="201"/>
                  </a:cubicBezTo>
                  <a:cubicBezTo>
                    <a:pt x="67" y="334"/>
                    <a:pt x="1" y="401"/>
                    <a:pt x="67" y="434"/>
                  </a:cubicBezTo>
                  <a:cubicBezTo>
                    <a:pt x="72" y="442"/>
                    <a:pt x="81" y="446"/>
                    <a:pt x="94" y="446"/>
                  </a:cubicBezTo>
                  <a:cubicBezTo>
                    <a:pt x="186" y="446"/>
                    <a:pt x="493" y="267"/>
                    <a:pt x="901" y="267"/>
                  </a:cubicBezTo>
                  <a:cubicBezTo>
                    <a:pt x="1306" y="267"/>
                    <a:pt x="1624" y="471"/>
                    <a:pt x="1718" y="471"/>
                  </a:cubicBezTo>
                  <a:cubicBezTo>
                    <a:pt x="1725" y="471"/>
                    <a:pt x="1731" y="470"/>
                    <a:pt x="1735" y="468"/>
                  </a:cubicBezTo>
                  <a:cubicBezTo>
                    <a:pt x="1735" y="468"/>
                    <a:pt x="1702" y="334"/>
                    <a:pt x="1569" y="234"/>
                  </a:cubicBezTo>
                  <a:cubicBezTo>
                    <a:pt x="1368" y="67"/>
                    <a:pt x="1135" y="1"/>
                    <a:pt x="9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4"/>
            <p:cNvSpPr/>
            <p:nvPr/>
          </p:nvSpPr>
          <p:spPr>
            <a:xfrm>
              <a:off x="11367025" y="1415525"/>
              <a:ext cx="35050" cy="95725"/>
            </a:xfrm>
            <a:custGeom>
              <a:avLst/>
              <a:gdLst/>
              <a:ahLst/>
              <a:cxnLst/>
              <a:rect l="l" t="t" r="r" b="b"/>
              <a:pathLst>
                <a:path w="1402" h="3829" extrusionOk="0">
                  <a:moveTo>
                    <a:pt x="0" y="1"/>
                  </a:moveTo>
                  <a:cubicBezTo>
                    <a:pt x="200" y="801"/>
                    <a:pt x="467" y="1569"/>
                    <a:pt x="801" y="2303"/>
                  </a:cubicBezTo>
                  <a:cubicBezTo>
                    <a:pt x="901" y="2636"/>
                    <a:pt x="1034" y="2936"/>
                    <a:pt x="1134" y="3203"/>
                  </a:cubicBezTo>
                  <a:cubicBezTo>
                    <a:pt x="1201" y="3303"/>
                    <a:pt x="1234" y="3437"/>
                    <a:pt x="1201" y="3537"/>
                  </a:cubicBezTo>
                  <a:cubicBezTo>
                    <a:pt x="1201" y="3637"/>
                    <a:pt x="1101" y="3670"/>
                    <a:pt x="967" y="3670"/>
                  </a:cubicBezTo>
                  <a:cubicBezTo>
                    <a:pt x="701" y="3670"/>
                    <a:pt x="467" y="3737"/>
                    <a:pt x="234" y="3804"/>
                  </a:cubicBezTo>
                  <a:cubicBezTo>
                    <a:pt x="350" y="3820"/>
                    <a:pt x="475" y="3829"/>
                    <a:pt x="600" y="3829"/>
                  </a:cubicBezTo>
                  <a:cubicBezTo>
                    <a:pt x="726" y="3829"/>
                    <a:pt x="851" y="3820"/>
                    <a:pt x="967" y="3804"/>
                  </a:cubicBezTo>
                  <a:cubicBezTo>
                    <a:pt x="1034" y="3804"/>
                    <a:pt x="1101" y="3804"/>
                    <a:pt x="1168" y="3770"/>
                  </a:cubicBezTo>
                  <a:cubicBezTo>
                    <a:pt x="1268" y="3770"/>
                    <a:pt x="1334" y="3704"/>
                    <a:pt x="1368" y="3603"/>
                  </a:cubicBezTo>
                  <a:cubicBezTo>
                    <a:pt x="1401" y="3437"/>
                    <a:pt x="1368" y="3303"/>
                    <a:pt x="1301" y="3136"/>
                  </a:cubicBezTo>
                  <a:cubicBezTo>
                    <a:pt x="1201" y="2870"/>
                    <a:pt x="1101" y="2569"/>
                    <a:pt x="967" y="2269"/>
                  </a:cubicBezTo>
                  <a:cubicBezTo>
                    <a:pt x="701" y="1469"/>
                    <a:pt x="400" y="735"/>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4"/>
            <p:cNvSpPr/>
            <p:nvPr/>
          </p:nvSpPr>
          <p:spPr>
            <a:xfrm>
              <a:off x="11270275" y="1616500"/>
              <a:ext cx="113450" cy="50875"/>
            </a:xfrm>
            <a:custGeom>
              <a:avLst/>
              <a:gdLst/>
              <a:ahLst/>
              <a:cxnLst/>
              <a:rect l="l" t="t" r="r" b="b"/>
              <a:pathLst>
                <a:path w="4538" h="2035" extrusionOk="0">
                  <a:moveTo>
                    <a:pt x="1" y="1"/>
                  </a:moveTo>
                  <a:lnTo>
                    <a:pt x="1" y="1"/>
                  </a:lnTo>
                  <a:cubicBezTo>
                    <a:pt x="1" y="1"/>
                    <a:pt x="1047" y="2035"/>
                    <a:pt x="3898" y="2035"/>
                  </a:cubicBezTo>
                  <a:cubicBezTo>
                    <a:pt x="4102" y="2035"/>
                    <a:pt x="4315" y="2025"/>
                    <a:pt x="4537" y="2002"/>
                  </a:cubicBezTo>
                  <a:lnTo>
                    <a:pt x="4437" y="1168"/>
                  </a:lnTo>
                  <a:cubicBezTo>
                    <a:pt x="4377" y="1170"/>
                    <a:pt x="4316" y="1170"/>
                    <a:pt x="4256" y="1170"/>
                  </a:cubicBezTo>
                  <a:cubicBezTo>
                    <a:pt x="2751" y="1170"/>
                    <a:pt x="1284" y="771"/>
                    <a:pt x="1" y="1"/>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4"/>
            <p:cNvSpPr/>
            <p:nvPr/>
          </p:nvSpPr>
          <p:spPr>
            <a:xfrm>
              <a:off x="11333650" y="1523825"/>
              <a:ext cx="39225" cy="34475"/>
            </a:xfrm>
            <a:custGeom>
              <a:avLst/>
              <a:gdLst/>
              <a:ahLst/>
              <a:cxnLst/>
              <a:rect l="l" t="t" r="r" b="b"/>
              <a:pathLst>
                <a:path w="1569" h="1379" extrusionOk="0">
                  <a:moveTo>
                    <a:pt x="539" y="0"/>
                  </a:moveTo>
                  <a:cubicBezTo>
                    <a:pt x="361" y="0"/>
                    <a:pt x="191" y="126"/>
                    <a:pt x="101" y="306"/>
                  </a:cubicBezTo>
                  <a:cubicBezTo>
                    <a:pt x="1" y="539"/>
                    <a:pt x="34" y="806"/>
                    <a:pt x="168" y="1039"/>
                  </a:cubicBezTo>
                  <a:cubicBezTo>
                    <a:pt x="287" y="1249"/>
                    <a:pt x="515" y="1378"/>
                    <a:pt x="777" y="1378"/>
                  </a:cubicBezTo>
                  <a:cubicBezTo>
                    <a:pt x="807" y="1378"/>
                    <a:pt x="837" y="1376"/>
                    <a:pt x="868" y="1373"/>
                  </a:cubicBezTo>
                  <a:cubicBezTo>
                    <a:pt x="1068" y="1306"/>
                    <a:pt x="1268" y="1206"/>
                    <a:pt x="1435" y="1006"/>
                  </a:cubicBezTo>
                  <a:cubicBezTo>
                    <a:pt x="1468" y="973"/>
                    <a:pt x="1535" y="906"/>
                    <a:pt x="1535" y="839"/>
                  </a:cubicBezTo>
                  <a:cubicBezTo>
                    <a:pt x="1569" y="773"/>
                    <a:pt x="1569" y="672"/>
                    <a:pt x="1502" y="606"/>
                  </a:cubicBezTo>
                  <a:lnTo>
                    <a:pt x="1502" y="572"/>
                  </a:lnTo>
                  <a:cubicBezTo>
                    <a:pt x="1302" y="272"/>
                    <a:pt x="968" y="39"/>
                    <a:pt x="601" y="5"/>
                  </a:cubicBezTo>
                  <a:cubicBezTo>
                    <a:pt x="581" y="2"/>
                    <a:pt x="560" y="0"/>
                    <a:pt x="539"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4"/>
            <p:cNvSpPr/>
            <p:nvPr/>
          </p:nvSpPr>
          <p:spPr>
            <a:xfrm>
              <a:off x="11337000" y="1518950"/>
              <a:ext cx="38375" cy="32550"/>
            </a:xfrm>
            <a:custGeom>
              <a:avLst/>
              <a:gdLst/>
              <a:ahLst/>
              <a:cxnLst/>
              <a:rect l="l" t="t" r="r" b="b"/>
              <a:pathLst>
                <a:path w="1535" h="1302" extrusionOk="0">
                  <a:moveTo>
                    <a:pt x="67" y="0"/>
                  </a:moveTo>
                  <a:cubicBezTo>
                    <a:pt x="34" y="0"/>
                    <a:pt x="0" y="100"/>
                    <a:pt x="0" y="300"/>
                  </a:cubicBezTo>
                  <a:cubicBezTo>
                    <a:pt x="34" y="567"/>
                    <a:pt x="200" y="834"/>
                    <a:pt x="400" y="1001"/>
                  </a:cubicBezTo>
                  <a:cubicBezTo>
                    <a:pt x="634" y="1201"/>
                    <a:pt x="901" y="1301"/>
                    <a:pt x="1201" y="1301"/>
                  </a:cubicBezTo>
                  <a:cubicBezTo>
                    <a:pt x="1435" y="1268"/>
                    <a:pt x="1535" y="1234"/>
                    <a:pt x="1535" y="1168"/>
                  </a:cubicBezTo>
                  <a:cubicBezTo>
                    <a:pt x="1535" y="1101"/>
                    <a:pt x="1001" y="1168"/>
                    <a:pt x="601" y="834"/>
                  </a:cubicBezTo>
                  <a:cubicBezTo>
                    <a:pt x="167" y="467"/>
                    <a:pt x="167" y="0"/>
                    <a:pt x="6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4"/>
            <p:cNvSpPr/>
            <p:nvPr/>
          </p:nvSpPr>
          <p:spPr>
            <a:xfrm>
              <a:off x="11283625" y="1389475"/>
              <a:ext cx="53400" cy="12750"/>
            </a:xfrm>
            <a:custGeom>
              <a:avLst/>
              <a:gdLst/>
              <a:ahLst/>
              <a:cxnLst/>
              <a:rect l="l" t="t" r="r" b="b"/>
              <a:pathLst>
                <a:path w="2136" h="510" extrusionOk="0">
                  <a:moveTo>
                    <a:pt x="1068" y="0"/>
                  </a:moveTo>
                  <a:cubicBezTo>
                    <a:pt x="793" y="0"/>
                    <a:pt x="517" y="59"/>
                    <a:pt x="267" y="176"/>
                  </a:cubicBezTo>
                  <a:cubicBezTo>
                    <a:pt x="67" y="309"/>
                    <a:pt x="0" y="409"/>
                    <a:pt x="34" y="442"/>
                  </a:cubicBezTo>
                  <a:cubicBezTo>
                    <a:pt x="46" y="493"/>
                    <a:pt x="121" y="510"/>
                    <a:pt x="237" y="510"/>
                  </a:cubicBezTo>
                  <a:cubicBezTo>
                    <a:pt x="429" y="510"/>
                    <a:pt x="735" y="463"/>
                    <a:pt x="1068" y="442"/>
                  </a:cubicBezTo>
                  <a:cubicBezTo>
                    <a:pt x="1424" y="442"/>
                    <a:pt x="1750" y="487"/>
                    <a:pt x="1938" y="487"/>
                  </a:cubicBezTo>
                  <a:cubicBezTo>
                    <a:pt x="2031" y="487"/>
                    <a:pt x="2091" y="476"/>
                    <a:pt x="2102" y="442"/>
                  </a:cubicBezTo>
                  <a:cubicBezTo>
                    <a:pt x="2135" y="376"/>
                    <a:pt x="2035" y="276"/>
                    <a:pt x="1868" y="176"/>
                  </a:cubicBezTo>
                  <a:cubicBezTo>
                    <a:pt x="1618" y="59"/>
                    <a:pt x="1343" y="0"/>
                    <a:pt x="106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4"/>
            <p:cNvSpPr/>
            <p:nvPr/>
          </p:nvSpPr>
          <p:spPr>
            <a:xfrm>
              <a:off x="11392025" y="1395925"/>
              <a:ext cx="51725" cy="12775"/>
            </a:xfrm>
            <a:custGeom>
              <a:avLst/>
              <a:gdLst/>
              <a:ahLst/>
              <a:cxnLst/>
              <a:rect l="l" t="t" r="r" b="b"/>
              <a:pathLst>
                <a:path w="2069" h="511" extrusionOk="0">
                  <a:moveTo>
                    <a:pt x="1018" y="0"/>
                  </a:moveTo>
                  <a:cubicBezTo>
                    <a:pt x="768" y="0"/>
                    <a:pt x="520" y="59"/>
                    <a:pt x="301" y="184"/>
                  </a:cubicBezTo>
                  <a:cubicBezTo>
                    <a:pt x="101" y="251"/>
                    <a:pt x="1" y="318"/>
                    <a:pt x="101" y="418"/>
                  </a:cubicBezTo>
                  <a:cubicBezTo>
                    <a:pt x="129" y="461"/>
                    <a:pt x="219" y="473"/>
                    <a:pt x="352" y="473"/>
                  </a:cubicBezTo>
                  <a:cubicBezTo>
                    <a:pt x="529" y="473"/>
                    <a:pt x="782" y="451"/>
                    <a:pt x="1068" y="451"/>
                  </a:cubicBezTo>
                  <a:cubicBezTo>
                    <a:pt x="1380" y="451"/>
                    <a:pt x="1646" y="511"/>
                    <a:pt x="1819" y="511"/>
                  </a:cubicBezTo>
                  <a:cubicBezTo>
                    <a:pt x="1906" y="511"/>
                    <a:pt x="1969" y="496"/>
                    <a:pt x="2002" y="451"/>
                  </a:cubicBezTo>
                  <a:cubicBezTo>
                    <a:pt x="2069" y="418"/>
                    <a:pt x="2002" y="318"/>
                    <a:pt x="1835" y="218"/>
                  </a:cubicBezTo>
                  <a:cubicBezTo>
                    <a:pt x="1587" y="76"/>
                    <a:pt x="1302" y="0"/>
                    <a:pt x="1018"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4"/>
            <p:cNvSpPr/>
            <p:nvPr/>
          </p:nvSpPr>
          <p:spPr>
            <a:xfrm>
              <a:off x="11050950" y="1104325"/>
              <a:ext cx="322750" cy="272075"/>
            </a:xfrm>
            <a:custGeom>
              <a:avLst/>
              <a:gdLst/>
              <a:ahLst/>
              <a:cxnLst/>
              <a:rect l="l" t="t" r="r" b="b"/>
              <a:pathLst>
                <a:path w="12910" h="10883" extrusionOk="0">
                  <a:moveTo>
                    <a:pt x="7751" y="0"/>
                  </a:moveTo>
                  <a:cubicBezTo>
                    <a:pt x="7556" y="0"/>
                    <a:pt x="7389" y="95"/>
                    <a:pt x="7273" y="240"/>
                  </a:cubicBezTo>
                  <a:cubicBezTo>
                    <a:pt x="7172" y="440"/>
                    <a:pt x="7273" y="707"/>
                    <a:pt x="7473" y="774"/>
                  </a:cubicBezTo>
                  <a:cubicBezTo>
                    <a:pt x="7239" y="907"/>
                    <a:pt x="7172" y="1207"/>
                    <a:pt x="7273" y="1474"/>
                  </a:cubicBezTo>
                  <a:cubicBezTo>
                    <a:pt x="7143" y="1345"/>
                    <a:pt x="6972" y="1271"/>
                    <a:pt x="6805" y="1271"/>
                  </a:cubicBezTo>
                  <a:cubicBezTo>
                    <a:pt x="6712" y="1271"/>
                    <a:pt x="6621" y="1294"/>
                    <a:pt x="6539" y="1341"/>
                  </a:cubicBezTo>
                  <a:cubicBezTo>
                    <a:pt x="6233" y="1202"/>
                    <a:pt x="5881" y="1132"/>
                    <a:pt x="5540" y="1132"/>
                  </a:cubicBezTo>
                  <a:cubicBezTo>
                    <a:pt x="5472" y="1132"/>
                    <a:pt x="5405" y="1135"/>
                    <a:pt x="5338" y="1141"/>
                  </a:cubicBezTo>
                  <a:cubicBezTo>
                    <a:pt x="5238" y="1141"/>
                    <a:pt x="5138" y="1174"/>
                    <a:pt x="5038" y="1241"/>
                  </a:cubicBezTo>
                  <a:cubicBezTo>
                    <a:pt x="4971" y="1308"/>
                    <a:pt x="4938" y="1374"/>
                    <a:pt x="4871" y="1441"/>
                  </a:cubicBezTo>
                  <a:cubicBezTo>
                    <a:pt x="4771" y="1474"/>
                    <a:pt x="4671" y="1508"/>
                    <a:pt x="4537" y="1508"/>
                  </a:cubicBezTo>
                  <a:cubicBezTo>
                    <a:pt x="4270" y="1508"/>
                    <a:pt x="4037" y="1608"/>
                    <a:pt x="3803" y="1775"/>
                  </a:cubicBezTo>
                  <a:cubicBezTo>
                    <a:pt x="3603" y="1941"/>
                    <a:pt x="3537" y="2242"/>
                    <a:pt x="3637" y="2475"/>
                  </a:cubicBezTo>
                  <a:cubicBezTo>
                    <a:pt x="3556" y="2500"/>
                    <a:pt x="3477" y="2511"/>
                    <a:pt x="3398" y="2511"/>
                  </a:cubicBezTo>
                  <a:cubicBezTo>
                    <a:pt x="2906" y="2511"/>
                    <a:pt x="2432" y="2091"/>
                    <a:pt x="1961" y="2091"/>
                  </a:cubicBezTo>
                  <a:cubicBezTo>
                    <a:pt x="1908" y="2091"/>
                    <a:pt x="1855" y="2096"/>
                    <a:pt x="1802" y="2108"/>
                  </a:cubicBezTo>
                  <a:cubicBezTo>
                    <a:pt x="1435" y="2208"/>
                    <a:pt x="1135" y="2508"/>
                    <a:pt x="1001" y="2842"/>
                  </a:cubicBezTo>
                  <a:cubicBezTo>
                    <a:pt x="1278" y="2953"/>
                    <a:pt x="1554" y="3017"/>
                    <a:pt x="1830" y="3017"/>
                  </a:cubicBezTo>
                  <a:cubicBezTo>
                    <a:pt x="1888" y="3017"/>
                    <a:pt x="1945" y="3015"/>
                    <a:pt x="2002" y="3009"/>
                  </a:cubicBezTo>
                  <a:cubicBezTo>
                    <a:pt x="2035" y="3176"/>
                    <a:pt x="2202" y="3309"/>
                    <a:pt x="2402" y="3309"/>
                  </a:cubicBezTo>
                  <a:cubicBezTo>
                    <a:pt x="2302" y="3442"/>
                    <a:pt x="2369" y="3643"/>
                    <a:pt x="2536" y="3709"/>
                  </a:cubicBezTo>
                  <a:cubicBezTo>
                    <a:pt x="2352" y="3643"/>
                    <a:pt x="2161" y="3609"/>
                    <a:pt x="1965" y="3609"/>
                  </a:cubicBezTo>
                  <a:cubicBezTo>
                    <a:pt x="1769" y="3609"/>
                    <a:pt x="1568" y="3643"/>
                    <a:pt x="1368" y="3709"/>
                  </a:cubicBezTo>
                  <a:cubicBezTo>
                    <a:pt x="801" y="3843"/>
                    <a:pt x="167" y="4143"/>
                    <a:pt x="34" y="4743"/>
                  </a:cubicBezTo>
                  <a:cubicBezTo>
                    <a:pt x="1" y="4943"/>
                    <a:pt x="1" y="5144"/>
                    <a:pt x="34" y="5344"/>
                  </a:cubicBezTo>
                  <a:cubicBezTo>
                    <a:pt x="66" y="5664"/>
                    <a:pt x="221" y="6046"/>
                    <a:pt x="500" y="6046"/>
                  </a:cubicBezTo>
                  <a:cubicBezTo>
                    <a:pt x="511" y="6046"/>
                    <a:pt x="523" y="6046"/>
                    <a:pt x="534" y="6044"/>
                  </a:cubicBezTo>
                  <a:cubicBezTo>
                    <a:pt x="735" y="5978"/>
                    <a:pt x="835" y="5777"/>
                    <a:pt x="968" y="5611"/>
                  </a:cubicBezTo>
                  <a:cubicBezTo>
                    <a:pt x="1168" y="5244"/>
                    <a:pt x="1535" y="4977"/>
                    <a:pt x="1969" y="4877"/>
                  </a:cubicBezTo>
                  <a:lnTo>
                    <a:pt x="1969" y="4877"/>
                  </a:lnTo>
                  <a:cubicBezTo>
                    <a:pt x="2102" y="5010"/>
                    <a:pt x="1835" y="5210"/>
                    <a:pt x="1735" y="5377"/>
                  </a:cubicBezTo>
                  <a:cubicBezTo>
                    <a:pt x="1602" y="5544"/>
                    <a:pt x="1635" y="5777"/>
                    <a:pt x="1635" y="5978"/>
                  </a:cubicBezTo>
                  <a:cubicBezTo>
                    <a:pt x="1535" y="6278"/>
                    <a:pt x="1368" y="6545"/>
                    <a:pt x="1202" y="6811"/>
                  </a:cubicBezTo>
                  <a:cubicBezTo>
                    <a:pt x="901" y="7412"/>
                    <a:pt x="1068" y="8146"/>
                    <a:pt x="1202" y="8780"/>
                  </a:cubicBezTo>
                  <a:cubicBezTo>
                    <a:pt x="1224" y="8914"/>
                    <a:pt x="1321" y="9063"/>
                    <a:pt x="1423" y="9097"/>
                  </a:cubicBezTo>
                  <a:lnTo>
                    <a:pt x="1423" y="9097"/>
                  </a:lnTo>
                  <a:cubicBezTo>
                    <a:pt x="1270" y="9184"/>
                    <a:pt x="1176" y="9365"/>
                    <a:pt x="1202" y="9547"/>
                  </a:cubicBezTo>
                  <a:cubicBezTo>
                    <a:pt x="1202" y="9780"/>
                    <a:pt x="1268" y="9980"/>
                    <a:pt x="1402" y="10181"/>
                  </a:cubicBezTo>
                  <a:cubicBezTo>
                    <a:pt x="1435" y="10281"/>
                    <a:pt x="1502" y="10347"/>
                    <a:pt x="1602" y="10381"/>
                  </a:cubicBezTo>
                  <a:cubicBezTo>
                    <a:pt x="1616" y="10384"/>
                    <a:pt x="1630" y="10386"/>
                    <a:pt x="1643" y="10386"/>
                  </a:cubicBezTo>
                  <a:cubicBezTo>
                    <a:pt x="1756" y="10386"/>
                    <a:pt x="1842" y="10267"/>
                    <a:pt x="1902" y="10147"/>
                  </a:cubicBezTo>
                  <a:lnTo>
                    <a:pt x="2502" y="9180"/>
                  </a:lnTo>
                  <a:lnTo>
                    <a:pt x="2502" y="9180"/>
                  </a:lnTo>
                  <a:cubicBezTo>
                    <a:pt x="2469" y="9413"/>
                    <a:pt x="2469" y="9647"/>
                    <a:pt x="2502" y="9847"/>
                  </a:cubicBezTo>
                  <a:cubicBezTo>
                    <a:pt x="2569" y="10314"/>
                    <a:pt x="2869" y="10681"/>
                    <a:pt x="3270" y="10848"/>
                  </a:cubicBezTo>
                  <a:cubicBezTo>
                    <a:pt x="3376" y="10871"/>
                    <a:pt x="3482" y="10882"/>
                    <a:pt x="3589" y="10882"/>
                  </a:cubicBezTo>
                  <a:cubicBezTo>
                    <a:pt x="3783" y="10882"/>
                    <a:pt x="3976" y="10846"/>
                    <a:pt x="4170" y="10781"/>
                  </a:cubicBezTo>
                  <a:lnTo>
                    <a:pt x="12343" y="5210"/>
                  </a:lnTo>
                  <a:cubicBezTo>
                    <a:pt x="12776" y="4943"/>
                    <a:pt x="12910" y="4410"/>
                    <a:pt x="12710" y="3943"/>
                  </a:cubicBezTo>
                  <a:cubicBezTo>
                    <a:pt x="12843" y="3743"/>
                    <a:pt x="12676" y="3476"/>
                    <a:pt x="12476" y="3376"/>
                  </a:cubicBezTo>
                  <a:cubicBezTo>
                    <a:pt x="12391" y="3363"/>
                    <a:pt x="12301" y="3356"/>
                    <a:pt x="12210" y="3356"/>
                  </a:cubicBezTo>
                  <a:cubicBezTo>
                    <a:pt x="12052" y="3356"/>
                    <a:pt x="11890" y="3379"/>
                    <a:pt x="11742" y="3442"/>
                  </a:cubicBezTo>
                  <a:cubicBezTo>
                    <a:pt x="11809" y="3309"/>
                    <a:pt x="11642" y="3242"/>
                    <a:pt x="11542" y="3209"/>
                  </a:cubicBezTo>
                  <a:lnTo>
                    <a:pt x="10642" y="3075"/>
                  </a:lnTo>
                  <a:cubicBezTo>
                    <a:pt x="11075" y="2942"/>
                    <a:pt x="11409" y="2675"/>
                    <a:pt x="11576" y="2275"/>
                  </a:cubicBezTo>
                  <a:cubicBezTo>
                    <a:pt x="11742" y="1908"/>
                    <a:pt x="11776" y="1474"/>
                    <a:pt x="11709" y="1074"/>
                  </a:cubicBezTo>
                  <a:cubicBezTo>
                    <a:pt x="11676" y="941"/>
                    <a:pt x="11642" y="841"/>
                    <a:pt x="11542" y="740"/>
                  </a:cubicBezTo>
                  <a:cubicBezTo>
                    <a:pt x="11275" y="1041"/>
                    <a:pt x="11075" y="1408"/>
                    <a:pt x="10942" y="1775"/>
                  </a:cubicBezTo>
                  <a:cubicBezTo>
                    <a:pt x="10675" y="1775"/>
                    <a:pt x="10441" y="1908"/>
                    <a:pt x="10308" y="2108"/>
                  </a:cubicBezTo>
                  <a:cubicBezTo>
                    <a:pt x="10262" y="1994"/>
                    <a:pt x="10170" y="1942"/>
                    <a:pt x="10074" y="1942"/>
                  </a:cubicBezTo>
                  <a:cubicBezTo>
                    <a:pt x="10029" y="1942"/>
                    <a:pt x="9983" y="1954"/>
                    <a:pt x="9941" y="1975"/>
                  </a:cubicBezTo>
                  <a:cubicBezTo>
                    <a:pt x="9741" y="1474"/>
                    <a:pt x="9407" y="941"/>
                    <a:pt x="8840" y="874"/>
                  </a:cubicBezTo>
                  <a:cubicBezTo>
                    <a:pt x="9040" y="607"/>
                    <a:pt x="8707" y="340"/>
                    <a:pt x="8440" y="207"/>
                  </a:cubicBezTo>
                  <a:cubicBezTo>
                    <a:pt x="8240" y="107"/>
                    <a:pt x="8040" y="7"/>
                    <a:pt x="7840" y="7"/>
                  </a:cubicBezTo>
                  <a:cubicBezTo>
                    <a:pt x="7809" y="2"/>
                    <a:pt x="7780" y="0"/>
                    <a:pt x="775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4"/>
            <p:cNvSpPr/>
            <p:nvPr/>
          </p:nvSpPr>
          <p:spPr>
            <a:xfrm>
              <a:off x="11164375" y="1237575"/>
              <a:ext cx="296900" cy="256600"/>
            </a:xfrm>
            <a:custGeom>
              <a:avLst/>
              <a:gdLst/>
              <a:ahLst/>
              <a:cxnLst/>
              <a:rect l="l" t="t" r="r" b="b"/>
              <a:pathLst>
                <a:path w="11876" h="10264" extrusionOk="0">
                  <a:moveTo>
                    <a:pt x="5622" y="1"/>
                  </a:moveTo>
                  <a:cubicBezTo>
                    <a:pt x="2604" y="1"/>
                    <a:pt x="1116" y="1840"/>
                    <a:pt x="501" y="3216"/>
                  </a:cubicBezTo>
                  <a:cubicBezTo>
                    <a:pt x="100" y="4417"/>
                    <a:pt x="0" y="5718"/>
                    <a:pt x="200" y="6985"/>
                  </a:cubicBezTo>
                  <a:cubicBezTo>
                    <a:pt x="367" y="8120"/>
                    <a:pt x="734" y="9187"/>
                    <a:pt x="1301" y="10188"/>
                  </a:cubicBezTo>
                  <a:cubicBezTo>
                    <a:pt x="1319" y="10179"/>
                    <a:pt x="1342" y="10175"/>
                    <a:pt x="1370" y="10175"/>
                  </a:cubicBezTo>
                  <a:cubicBezTo>
                    <a:pt x="1508" y="10175"/>
                    <a:pt x="1756" y="10263"/>
                    <a:pt x="1912" y="10263"/>
                  </a:cubicBezTo>
                  <a:cubicBezTo>
                    <a:pt x="1968" y="10263"/>
                    <a:pt x="2012" y="10252"/>
                    <a:pt x="2035" y="10221"/>
                  </a:cubicBezTo>
                  <a:cubicBezTo>
                    <a:pt x="2435" y="9654"/>
                    <a:pt x="2702" y="8053"/>
                    <a:pt x="2802" y="7352"/>
                  </a:cubicBezTo>
                  <a:cubicBezTo>
                    <a:pt x="2902" y="6652"/>
                    <a:pt x="2469" y="5885"/>
                    <a:pt x="2535" y="5184"/>
                  </a:cubicBezTo>
                  <a:cubicBezTo>
                    <a:pt x="2535" y="4584"/>
                    <a:pt x="2736" y="4050"/>
                    <a:pt x="3069" y="3583"/>
                  </a:cubicBezTo>
                  <a:cubicBezTo>
                    <a:pt x="3303" y="3316"/>
                    <a:pt x="3603" y="3149"/>
                    <a:pt x="3936" y="3049"/>
                  </a:cubicBezTo>
                  <a:cubicBezTo>
                    <a:pt x="4303" y="2915"/>
                    <a:pt x="4688" y="2847"/>
                    <a:pt x="5071" y="2847"/>
                  </a:cubicBezTo>
                  <a:cubicBezTo>
                    <a:pt x="5733" y="2847"/>
                    <a:pt x="6389" y="3048"/>
                    <a:pt x="6939" y="3450"/>
                  </a:cubicBezTo>
                  <a:cubicBezTo>
                    <a:pt x="7239" y="3750"/>
                    <a:pt x="7639" y="3983"/>
                    <a:pt x="8073" y="4083"/>
                  </a:cubicBezTo>
                  <a:cubicBezTo>
                    <a:pt x="8473" y="4050"/>
                    <a:pt x="8907" y="3883"/>
                    <a:pt x="9240" y="3616"/>
                  </a:cubicBezTo>
                  <a:cubicBezTo>
                    <a:pt x="9488" y="3414"/>
                    <a:pt x="9782" y="3317"/>
                    <a:pt x="10080" y="3317"/>
                  </a:cubicBezTo>
                  <a:cubicBezTo>
                    <a:pt x="10223" y="3317"/>
                    <a:pt x="10367" y="3340"/>
                    <a:pt x="10508" y="3383"/>
                  </a:cubicBezTo>
                  <a:cubicBezTo>
                    <a:pt x="10641" y="3450"/>
                    <a:pt x="10775" y="3550"/>
                    <a:pt x="10875" y="3683"/>
                  </a:cubicBezTo>
                  <a:cubicBezTo>
                    <a:pt x="11308" y="4350"/>
                    <a:pt x="11575" y="5117"/>
                    <a:pt x="11709" y="5885"/>
                  </a:cubicBezTo>
                  <a:cubicBezTo>
                    <a:pt x="11875" y="5084"/>
                    <a:pt x="11809" y="4250"/>
                    <a:pt x="11508" y="3483"/>
                  </a:cubicBezTo>
                  <a:cubicBezTo>
                    <a:pt x="10675" y="1648"/>
                    <a:pt x="8973" y="381"/>
                    <a:pt x="6972" y="114"/>
                  </a:cubicBezTo>
                  <a:cubicBezTo>
                    <a:pt x="6491" y="36"/>
                    <a:pt x="6042" y="1"/>
                    <a:pt x="562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4"/>
            <p:cNvSpPr/>
            <p:nvPr/>
          </p:nvSpPr>
          <p:spPr>
            <a:xfrm>
              <a:off x="11169375" y="1233650"/>
              <a:ext cx="165150" cy="98525"/>
            </a:xfrm>
            <a:custGeom>
              <a:avLst/>
              <a:gdLst/>
              <a:ahLst/>
              <a:cxnLst/>
              <a:rect l="l" t="t" r="r" b="b"/>
              <a:pathLst>
                <a:path w="6606" h="3941" extrusionOk="0">
                  <a:moveTo>
                    <a:pt x="4570" y="1"/>
                  </a:moveTo>
                  <a:cubicBezTo>
                    <a:pt x="4393" y="1"/>
                    <a:pt x="4215" y="12"/>
                    <a:pt x="4037" y="37"/>
                  </a:cubicBezTo>
                  <a:cubicBezTo>
                    <a:pt x="3470" y="104"/>
                    <a:pt x="2936" y="271"/>
                    <a:pt x="2435" y="538"/>
                  </a:cubicBezTo>
                  <a:cubicBezTo>
                    <a:pt x="1935" y="805"/>
                    <a:pt x="1501" y="1171"/>
                    <a:pt x="1135" y="1605"/>
                  </a:cubicBezTo>
                  <a:cubicBezTo>
                    <a:pt x="868" y="1972"/>
                    <a:pt x="601" y="2339"/>
                    <a:pt x="401" y="2739"/>
                  </a:cubicBezTo>
                  <a:cubicBezTo>
                    <a:pt x="67" y="3440"/>
                    <a:pt x="0" y="3907"/>
                    <a:pt x="34" y="3940"/>
                  </a:cubicBezTo>
                  <a:cubicBezTo>
                    <a:pt x="267" y="3607"/>
                    <a:pt x="467" y="3240"/>
                    <a:pt x="634" y="2906"/>
                  </a:cubicBezTo>
                  <a:cubicBezTo>
                    <a:pt x="868" y="2539"/>
                    <a:pt x="1135" y="2172"/>
                    <a:pt x="1435" y="1872"/>
                  </a:cubicBezTo>
                  <a:cubicBezTo>
                    <a:pt x="1768" y="1472"/>
                    <a:pt x="2169" y="1138"/>
                    <a:pt x="2636" y="871"/>
                  </a:cubicBezTo>
                  <a:cubicBezTo>
                    <a:pt x="3069" y="638"/>
                    <a:pt x="3570" y="471"/>
                    <a:pt x="4103" y="404"/>
                  </a:cubicBezTo>
                  <a:cubicBezTo>
                    <a:pt x="4396" y="355"/>
                    <a:pt x="4707" y="324"/>
                    <a:pt x="5023" y="324"/>
                  </a:cubicBezTo>
                  <a:cubicBezTo>
                    <a:pt x="5139" y="324"/>
                    <a:pt x="5255" y="329"/>
                    <a:pt x="5371" y="338"/>
                  </a:cubicBezTo>
                  <a:cubicBezTo>
                    <a:pt x="6039" y="398"/>
                    <a:pt x="6459" y="542"/>
                    <a:pt x="6553" y="542"/>
                  </a:cubicBezTo>
                  <a:cubicBezTo>
                    <a:pt x="6563" y="542"/>
                    <a:pt x="6569" y="541"/>
                    <a:pt x="6572" y="538"/>
                  </a:cubicBezTo>
                  <a:cubicBezTo>
                    <a:pt x="6605" y="471"/>
                    <a:pt x="6472" y="438"/>
                    <a:pt x="6305" y="338"/>
                  </a:cubicBezTo>
                  <a:cubicBezTo>
                    <a:pt x="6005" y="204"/>
                    <a:pt x="5704" y="137"/>
                    <a:pt x="5404" y="71"/>
                  </a:cubicBezTo>
                  <a:cubicBezTo>
                    <a:pt x="5136" y="29"/>
                    <a:pt x="4856" y="1"/>
                    <a:pt x="4570"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4"/>
            <p:cNvSpPr/>
            <p:nvPr/>
          </p:nvSpPr>
          <p:spPr>
            <a:xfrm>
              <a:off x="11271950" y="1247075"/>
              <a:ext cx="104250" cy="87600"/>
            </a:xfrm>
            <a:custGeom>
              <a:avLst/>
              <a:gdLst/>
              <a:ahLst/>
              <a:cxnLst/>
              <a:rect l="l" t="t" r="r" b="b"/>
              <a:pathLst>
                <a:path w="4170" h="3504" extrusionOk="0">
                  <a:moveTo>
                    <a:pt x="0" y="1"/>
                  </a:moveTo>
                  <a:cubicBezTo>
                    <a:pt x="200" y="34"/>
                    <a:pt x="434" y="67"/>
                    <a:pt x="634" y="134"/>
                  </a:cubicBezTo>
                  <a:cubicBezTo>
                    <a:pt x="2035" y="434"/>
                    <a:pt x="3236" y="1368"/>
                    <a:pt x="3870" y="2669"/>
                  </a:cubicBezTo>
                  <a:cubicBezTo>
                    <a:pt x="3936" y="2869"/>
                    <a:pt x="4037" y="3070"/>
                    <a:pt x="4103" y="3270"/>
                  </a:cubicBezTo>
                  <a:cubicBezTo>
                    <a:pt x="4137" y="3370"/>
                    <a:pt x="4137" y="3437"/>
                    <a:pt x="4170" y="3503"/>
                  </a:cubicBezTo>
                  <a:lnTo>
                    <a:pt x="4170" y="3437"/>
                  </a:lnTo>
                  <a:cubicBezTo>
                    <a:pt x="4170" y="3370"/>
                    <a:pt x="4170" y="3336"/>
                    <a:pt x="4137" y="3270"/>
                  </a:cubicBezTo>
                  <a:cubicBezTo>
                    <a:pt x="4070" y="3070"/>
                    <a:pt x="4003" y="2869"/>
                    <a:pt x="3903" y="2669"/>
                  </a:cubicBezTo>
                  <a:cubicBezTo>
                    <a:pt x="3303" y="1335"/>
                    <a:pt x="2102" y="368"/>
                    <a:pt x="667" y="67"/>
                  </a:cubicBezTo>
                  <a:cubicBezTo>
                    <a:pt x="434" y="34"/>
                    <a:pt x="234" y="1"/>
                    <a:pt x="0"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4"/>
            <p:cNvSpPr/>
            <p:nvPr/>
          </p:nvSpPr>
          <p:spPr>
            <a:xfrm>
              <a:off x="11240250" y="1258750"/>
              <a:ext cx="72575" cy="50900"/>
            </a:xfrm>
            <a:custGeom>
              <a:avLst/>
              <a:gdLst/>
              <a:ahLst/>
              <a:cxnLst/>
              <a:rect l="l" t="t" r="r" b="b"/>
              <a:pathLst>
                <a:path w="2903" h="2036" extrusionOk="0">
                  <a:moveTo>
                    <a:pt x="1" y="1"/>
                  </a:moveTo>
                  <a:cubicBezTo>
                    <a:pt x="134" y="101"/>
                    <a:pt x="301" y="167"/>
                    <a:pt x="434" y="234"/>
                  </a:cubicBezTo>
                  <a:cubicBezTo>
                    <a:pt x="801" y="434"/>
                    <a:pt x="1168" y="668"/>
                    <a:pt x="1502" y="901"/>
                  </a:cubicBezTo>
                  <a:cubicBezTo>
                    <a:pt x="1869" y="1135"/>
                    <a:pt x="2202" y="1402"/>
                    <a:pt x="2503" y="1702"/>
                  </a:cubicBezTo>
                  <a:cubicBezTo>
                    <a:pt x="2736" y="1902"/>
                    <a:pt x="2869" y="2036"/>
                    <a:pt x="2903" y="2036"/>
                  </a:cubicBezTo>
                  <a:cubicBezTo>
                    <a:pt x="2869" y="2002"/>
                    <a:pt x="2836" y="1935"/>
                    <a:pt x="2803" y="1935"/>
                  </a:cubicBezTo>
                  <a:cubicBezTo>
                    <a:pt x="2736" y="1869"/>
                    <a:pt x="2669" y="1769"/>
                    <a:pt x="2536" y="1635"/>
                  </a:cubicBezTo>
                  <a:cubicBezTo>
                    <a:pt x="2236" y="1335"/>
                    <a:pt x="1902" y="1068"/>
                    <a:pt x="1569" y="835"/>
                  </a:cubicBezTo>
                  <a:cubicBezTo>
                    <a:pt x="1202" y="601"/>
                    <a:pt x="835" y="368"/>
                    <a:pt x="468" y="201"/>
                  </a:cubicBezTo>
                  <a:cubicBezTo>
                    <a:pt x="334" y="134"/>
                    <a:pt x="201" y="67"/>
                    <a:pt x="134" y="34"/>
                  </a:cubicBezTo>
                  <a:cubicBezTo>
                    <a:pt x="67" y="1"/>
                    <a:pt x="34" y="1"/>
                    <a:pt x="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4"/>
            <p:cNvSpPr/>
            <p:nvPr/>
          </p:nvSpPr>
          <p:spPr>
            <a:xfrm>
              <a:off x="11186875" y="1302950"/>
              <a:ext cx="32550" cy="75075"/>
            </a:xfrm>
            <a:custGeom>
              <a:avLst/>
              <a:gdLst/>
              <a:ahLst/>
              <a:cxnLst/>
              <a:rect l="l" t="t" r="r" b="b"/>
              <a:pathLst>
                <a:path w="1302" h="3003" extrusionOk="0">
                  <a:moveTo>
                    <a:pt x="1" y="1"/>
                  </a:moveTo>
                  <a:cubicBezTo>
                    <a:pt x="1" y="34"/>
                    <a:pt x="1" y="67"/>
                    <a:pt x="1" y="101"/>
                  </a:cubicBezTo>
                  <a:cubicBezTo>
                    <a:pt x="1" y="234"/>
                    <a:pt x="34" y="334"/>
                    <a:pt x="68" y="468"/>
                  </a:cubicBezTo>
                  <a:cubicBezTo>
                    <a:pt x="134" y="835"/>
                    <a:pt x="268" y="1235"/>
                    <a:pt x="435" y="1602"/>
                  </a:cubicBezTo>
                  <a:cubicBezTo>
                    <a:pt x="568" y="1935"/>
                    <a:pt x="768" y="2302"/>
                    <a:pt x="1002" y="2603"/>
                  </a:cubicBezTo>
                  <a:cubicBezTo>
                    <a:pt x="1102" y="2736"/>
                    <a:pt x="1168" y="2836"/>
                    <a:pt x="1202" y="2903"/>
                  </a:cubicBezTo>
                  <a:cubicBezTo>
                    <a:pt x="1268" y="2969"/>
                    <a:pt x="1302" y="3003"/>
                    <a:pt x="1302" y="3003"/>
                  </a:cubicBezTo>
                  <a:cubicBezTo>
                    <a:pt x="1235" y="2836"/>
                    <a:pt x="1135" y="2703"/>
                    <a:pt x="1035" y="2569"/>
                  </a:cubicBezTo>
                  <a:cubicBezTo>
                    <a:pt x="835" y="2236"/>
                    <a:pt x="635" y="1902"/>
                    <a:pt x="501" y="1535"/>
                  </a:cubicBezTo>
                  <a:cubicBezTo>
                    <a:pt x="334" y="1202"/>
                    <a:pt x="201" y="835"/>
                    <a:pt x="101" y="434"/>
                  </a:cubicBezTo>
                  <a:cubicBezTo>
                    <a:pt x="68" y="301"/>
                    <a:pt x="34" y="134"/>
                    <a:pt x="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4"/>
            <p:cNvSpPr/>
            <p:nvPr/>
          </p:nvSpPr>
          <p:spPr>
            <a:xfrm>
              <a:off x="11178550" y="1317975"/>
              <a:ext cx="35875" cy="103425"/>
            </a:xfrm>
            <a:custGeom>
              <a:avLst/>
              <a:gdLst/>
              <a:ahLst/>
              <a:cxnLst/>
              <a:rect l="l" t="t" r="r" b="b"/>
              <a:pathLst>
                <a:path w="1435" h="4137" extrusionOk="0">
                  <a:moveTo>
                    <a:pt x="67" y="0"/>
                  </a:moveTo>
                  <a:cubicBezTo>
                    <a:pt x="67" y="67"/>
                    <a:pt x="34" y="134"/>
                    <a:pt x="34" y="200"/>
                  </a:cubicBezTo>
                  <a:cubicBezTo>
                    <a:pt x="34" y="334"/>
                    <a:pt x="0" y="500"/>
                    <a:pt x="0" y="667"/>
                  </a:cubicBezTo>
                  <a:cubicBezTo>
                    <a:pt x="0" y="901"/>
                    <a:pt x="34" y="1134"/>
                    <a:pt x="67" y="1368"/>
                  </a:cubicBezTo>
                  <a:cubicBezTo>
                    <a:pt x="100" y="1668"/>
                    <a:pt x="167" y="1935"/>
                    <a:pt x="267" y="2202"/>
                  </a:cubicBezTo>
                  <a:cubicBezTo>
                    <a:pt x="367" y="2502"/>
                    <a:pt x="467" y="2769"/>
                    <a:pt x="601" y="3036"/>
                  </a:cubicBezTo>
                  <a:cubicBezTo>
                    <a:pt x="734" y="3236"/>
                    <a:pt x="868" y="3436"/>
                    <a:pt x="1001" y="3636"/>
                  </a:cubicBezTo>
                  <a:cubicBezTo>
                    <a:pt x="1101" y="3769"/>
                    <a:pt x="1201" y="3870"/>
                    <a:pt x="1301" y="4003"/>
                  </a:cubicBezTo>
                  <a:cubicBezTo>
                    <a:pt x="1335" y="4036"/>
                    <a:pt x="1368" y="4070"/>
                    <a:pt x="1435" y="4136"/>
                  </a:cubicBezTo>
                  <a:cubicBezTo>
                    <a:pt x="1435" y="4136"/>
                    <a:pt x="1268" y="3936"/>
                    <a:pt x="1034" y="3603"/>
                  </a:cubicBezTo>
                  <a:cubicBezTo>
                    <a:pt x="901" y="3403"/>
                    <a:pt x="801" y="3202"/>
                    <a:pt x="667" y="3002"/>
                  </a:cubicBezTo>
                  <a:cubicBezTo>
                    <a:pt x="534" y="2735"/>
                    <a:pt x="434" y="2469"/>
                    <a:pt x="334" y="2202"/>
                  </a:cubicBezTo>
                  <a:cubicBezTo>
                    <a:pt x="267" y="1935"/>
                    <a:pt x="200" y="1635"/>
                    <a:pt x="134" y="1368"/>
                  </a:cubicBezTo>
                  <a:cubicBezTo>
                    <a:pt x="100" y="1134"/>
                    <a:pt x="67" y="901"/>
                    <a:pt x="67" y="667"/>
                  </a:cubicBezTo>
                  <a:lnTo>
                    <a:pt x="67"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4"/>
            <p:cNvSpPr/>
            <p:nvPr/>
          </p:nvSpPr>
          <p:spPr>
            <a:xfrm>
              <a:off x="11024275" y="1235400"/>
              <a:ext cx="84250" cy="75625"/>
            </a:xfrm>
            <a:custGeom>
              <a:avLst/>
              <a:gdLst/>
              <a:ahLst/>
              <a:cxnLst/>
              <a:rect l="l" t="t" r="r" b="b"/>
              <a:pathLst>
                <a:path w="3370" h="3025" extrusionOk="0">
                  <a:moveTo>
                    <a:pt x="1351" y="1202"/>
                  </a:moveTo>
                  <a:cubicBezTo>
                    <a:pt x="1493" y="1202"/>
                    <a:pt x="1635" y="1235"/>
                    <a:pt x="1768" y="1302"/>
                  </a:cubicBezTo>
                  <a:cubicBezTo>
                    <a:pt x="1957" y="1409"/>
                    <a:pt x="2080" y="1604"/>
                    <a:pt x="2120" y="1815"/>
                  </a:cubicBezTo>
                  <a:lnTo>
                    <a:pt x="2120" y="1815"/>
                  </a:lnTo>
                  <a:cubicBezTo>
                    <a:pt x="2007" y="1867"/>
                    <a:pt x="1889" y="1908"/>
                    <a:pt x="1768" y="1935"/>
                  </a:cubicBezTo>
                  <a:cubicBezTo>
                    <a:pt x="1635" y="1969"/>
                    <a:pt x="1501" y="2002"/>
                    <a:pt x="1368" y="2002"/>
                  </a:cubicBezTo>
                  <a:cubicBezTo>
                    <a:pt x="1332" y="2011"/>
                    <a:pt x="1296" y="2015"/>
                    <a:pt x="1261" y="2015"/>
                  </a:cubicBezTo>
                  <a:cubicBezTo>
                    <a:pt x="1163" y="2015"/>
                    <a:pt x="1065" y="1984"/>
                    <a:pt x="968" y="1935"/>
                  </a:cubicBezTo>
                  <a:cubicBezTo>
                    <a:pt x="834" y="1902"/>
                    <a:pt x="734" y="1769"/>
                    <a:pt x="734" y="1635"/>
                  </a:cubicBezTo>
                  <a:cubicBezTo>
                    <a:pt x="734" y="1502"/>
                    <a:pt x="834" y="1368"/>
                    <a:pt x="934" y="1302"/>
                  </a:cubicBezTo>
                  <a:cubicBezTo>
                    <a:pt x="1068" y="1235"/>
                    <a:pt x="1209" y="1202"/>
                    <a:pt x="1351" y="1202"/>
                  </a:cubicBezTo>
                  <a:close/>
                  <a:moveTo>
                    <a:pt x="3336" y="1"/>
                  </a:moveTo>
                  <a:cubicBezTo>
                    <a:pt x="3336" y="134"/>
                    <a:pt x="3303" y="234"/>
                    <a:pt x="3303" y="368"/>
                  </a:cubicBezTo>
                  <a:cubicBezTo>
                    <a:pt x="3236" y="668"/>
                    <a:pt x="3102" y="935"/>
                    <a:pt x="2902" y="1202"/>
                  </a:cubicBezTo>
                  <a:cubicBezTo>
                    <a:pt x="2708" y="1440"/>
                    <a:pt x="2471" y="1636"/>
                    <a:pt x="2210" y="1771"/>
                  </a:cubicBezTo>
                  <a:lnTo>
                    <a:pt x="2210" y="1771"/>
                  </a:lnTo>
                  <a:cubicBezTo>
                    <a:pt x="2193" y="1701"/>
                    <a:pt x="2168" y="1635"/>
                    <a:pt x="2135" y="1568"/>
                  </a:cubicBezTo>
                  <a:cubicBezTo>
                    <a:pt x="2068" y="1435"/>
                    <a:pt x="1968" y="1335"/>
                    <a:pt x="1835" y="1235"/>
                  </a:cubicBezTo>
                  <a:cubicBezTo>
                    <a:pt x="1701" y="1168"/>
                    <a:pt x="1551" y="1135"/>
                    <a:pt x="1397" y="1135"/>
                  </a:cubicBezTo>
                  <a:cubicBezTo>
                    <a:pt x="1243" y="1135"/>
                    <a:pt x="1084" y="1168"/>
                    <a:pt x="934" y="1235"/>
                  </a:cubicBezTo>
                  <a:cubicBezTo>
                    <a:pt x="601" y="1402"/>
                    <a:pt x="601" y="1869"/>
                    <a:pt x="934" y="2036"/>
                  </a:cubicBezTo>
                  <a:cubicBezTo>
                    <a:pt x="1068" y="2069"/>
                    <a:pt x="1234" y="2102"/>
                    <a:pt x="1368" y="2102"/>
                  </a:cubicBezTo>
                  <a:cubicBezTo>
                    <a:pt x="1501" y="2069"/>
                    <a:pt x="1635" y="2069"/>
                    <a:pt x="1768" y="2036"/>
                  </a:cubicBezTo>
                  <a:cubicBezTo>
                    <a:pt x="1893" y="2000"/>
                    <a:pt x="2015" y="1953"/>
                    <a:pt x="2132" y="1895"/>
                  </a:cubicBezTo>
                  <a:lnTo>
                    <a:pt x="2132" y="1895"/>
                  </a:lnTo>
                  <a:cubicBezTo>
                    <a:pt x="2134" y="1920"/>
                    <a:pt x="2135" y="1944"/>
                    <a:pt x="2135" y="1969"/>
                  </a:cubicBezTo>
                  <a:cubicBezTo>
                    <a:pt x="2102" y="2202"/>
                    <a:pt x="2002" y="2436"/>
                    <a:pt x="1802" y="2603"/>
                  </a:cubicBezTo>
                  <a:cubicBezTo>
                    <a:pt x="1635" y="2736"/>
                    <a:pt x="1468" y="2836"/>
                    <a:pt x="1234" y="2903"/>
                  </a:cubicBezTo>
                  <a:cubicBezTo>
                    <a:pt x="1015" y="2952"/>
                    <a:pt x="795" y="2983"/>
                    <a:pt x="562" y="2983"/>
                  </a:cubicBezTo>
                  <a:cubicBezTo>
                    <a:pt x="477" y="2983"/>
                    <a:pt x="390" y="2978"/>
                    <a:pt x="300" y="2970"/>
                  </a:cubicBezTo>
                  <a:lnTo>
                    <a:pt x="67" y="2936"/>
                  </a:lnTo>
                  <a:cubicBezTo>
                    <a:pt x="34" y="2936"/>
                    <a:pt x="0" y="2970"/>
                    <a:pt x="0" y="2970"/>
                  </a:cubicBezTo>
                  <a:lnTo>
                    <a:pt x="67" y="2970"/>
                  </a:lnTo>
                  <a:lnTo>
                    <a:pt x="334" y="3003"/>
                  </a:lnTo>
                  <a:cubicBezTo>
                    <a:pt x="472" y="3017"/>
                    <a:pt x="604" y="3025"/>
                    <a:pt x="736" y="3025"/>
                  </a:cubicBezTo>
                  <a:cubicBezTo>
                    <a:pt x="922" y="3025"/>
                    <a:pt x="1106" y="3009"/>
                    <a:pt x="1301" y="2970"/>
                  </a:cubicBezTo>
                  <a:cubicBezTo>
                    <a:pt x="1501" y="2903"/>
                    <a:pt x="1701" y="2803"/>
                    <a:pt x="1868" y="2669"/>
                  </a:cubicBezTo>
                  <a:cubicBezTo>
                    <a:pt x="2068" y="2503"/>
                    <a:pt x="2202" y="2236"/>
                    <a:pt x="2235" y="2002"/>
                  </a:cubicBezTo>
                  <a:cubicBezTo>
                    <a:pt x="2235" y="1947"/>
                    <a:pt x="2232" y="1896"/>
                    <a:pt x="2224" y="1847"/>
                  </a:cubicBezTo>
                  <a:lnTo>
                    <a:pt x="2224" y="1847"/>
                  </a:lnTo>
                  <a:cubicBezTo>
                    <a:pt x="2509" y="1692"/>
                    <a:pt x="2759" y="1478"/>
                    <a:pt x="2936" y="1235"/>
                  </a:cubicBezTo>
                  <a:cubicBezTo>
                    <a:pt x="3136" y="968"/>
                    <a:pt x="3269" y="668"/>
                    <a:pt x="3336" y="368"/>
                  </a:cubicBezTo>
                  <a:cubicBezTo>
                    <a:pt x="3336" y="268"/>
                    <a:pt x="3336" y="201"/>
                    <a:pt x="3336" y="101"/>
                  </a:cubicBezTo>
                  <a:cubicBezTo>
                    <a:pt x="3369" y="67"/>
                    <a:pt x="3369" y="34"/>
                    <a:pt x="33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4"/>
            <p:cNvSpPr/>
            <p:nvPr/>
          </p:nvSpPr>
          <p:spPr>
            <a:xfrm>
              <a:off x="11309475" y="1130325"/>
              <a:ext cx="101750" cy="55375"/>
            </a:xfrm>
            <a:custGeom>
              <a:avLst/>
              <a:gdLst/>
              <a:ahLst/>
              <a:cxnLst/>
              <a:rect l="l" t="t" r="r" b="b"/>
              <a:pathLst>
                <a:path w="4070" h="2215" extrusionOk="0">
                  <a:moveTo>
                    <a:pt x="2370" y="522"/>
                  </a:moveTo>
                  <a:cubicBezTo>
                    <a:pt x="2402" y="522"/>
                    <a:pt x="2435" y="526"/>
                    <a:pt x="2469" y="534"/>
                  </a:cubicBezTo>
                  <a:cubicBezTo>
                    <a:pt x="2602" y="568"/>
                    <a:pt x="2702" y="634"/>
                    <a:pt x="2736" y="768"/>
                  </a:cubicBezTo>
                  <a:cubicBezTo>
                    <a:pt x="2802" y="868"/>
                    <a:pt x="2802" y="1001"/>
                    <a:pt x="2736" y="1135"/>
                  </a:cubicBezTo>
                  <a:cubicBezTo>
                    <a:pt x="2691" y="1239"/>
                    <a:pt x="2640" y="1336"/>
                    <a:pt x="2579" y="1424"/>
                  </a:cubicBezTo>
                  <a:lnTo>
                    <a:pt x="2579" y="1424"/>
                  </a:lnTo>
                  <a:cubicBezTo>
                    <a:pt x="2370" y="1374"/>
                    <a:pt x="2194" y="1216"/>
                    <a:pt x="2102" y="1001"/>
                  </a:cubicBezTo>
                  <a:cubicBezTo>
                    <a:pt x="2069" y="868"/>
                    <a:pt x="2069" y="768"/>
                    <a:pt x="2135" y="634"/>
                  </a:cubicBezTo>
                  <a:cubicBezTo>
                    <a:pt x="2185" y="559"/>
                    <a:pt x="2273" y="522"/>
                    <a:pt x="2370" y="522"/>
                  </a:cubicBezTo>
                  <a:close/>
                  <a:moveTo>
                    <a:pt x="0" y="1969"/>
                  </a:moveTo>
                  <a:cubicBezTo>
                    <a:pt x="0" y="2002"/>
                    <a:pt x="33" y="2002"/>
                    <a:pt x="66" y="2002"/>
                  </a:cubicBezTo>
                  <a:lnTo>
                    <a:pt x="66" y="2002"/>
                  </a:lnTo>
                  <a:cubicBezTo>
                    <a:pt x="22" y="1983"/>
                    <a:pt x="0" y="1969"/>
                    <a:pt x="0" y="1969"/>
                  </a:cubicBezTo>
                  <a:close/>
                  <a:moveTo>
                    <a:pt x="66" y="2002"/>
                  </a:moveTo>
                  <a:lnTo>
                    <a:pt x="66" y="2002"/>
                  </a:lnTo>
                  <a:cubicBezTo>
                    <a:pt x="69" y="2004"/>
                    <a:pt x="72" y="2005"/>
                    <a:pt x="75" y="2006"/>
                  </a:cubicBezTo>
                  <a:lnTo>
                    <a:pt x="75" y="2006"/>
                  </a:lnTo>
                  <a:cubicBezTo>
                    <a:pt x="73" y="2005"/>
                    <a:pt x="70" y="2004"/>
                    <a:pt x="67" y="2002"/>
                  </a:cubicBezTo>
                  <a:cubicBezTo>
                    <a:pt x="67" y="2002"/>
                    <a:pt x="66" y="2002"/>
                    <a:pt x="66" y="2002"/>
                  </a:cubicBezTo>
                  <a:close/>
                  <a:moveTo>
                    <a:pt x="3903" y="1"/>
                  </a:moveTo>
                  <a:lnTo>
                    <a:pt x="3903" y="1"/>
                  </a:lnTo>
                  <a:cubicBezTo>
                    <a:pt x="3937" y="101"/>
                    <a:pt x="3970" y="201"/>
                    <a:pt x="4003" y="301"/>
                  </a:cubicBezTo>
                  <a:cubicBezTo>
                    <a:pt x="4037" y="601"/>
                    <a:pt x="3937" y="868"/>
                    <a:pt x="3770" y="1101"/>
                  </a:cubicBezTo>
                  <a:cubicBezTo>
                    <a:pt x="3543" y="1353"/>
                    <a:pt x="3240" y="1472"/>
                    <a:pt x="2933" y="1472"/>
                  </a:cubicBezTo>
                  <a:cubicBezTo>
                    <a:pt x="2846" y="1472"/>
                    <a:pt x="2757" y="1462"/>
                    <a:pt x="2671" y="1443"/>
                  </a:cubicBezTo>
                  <a:lnTo>
                    <a:pt x="2671" y="1443"/>
                  </a:lnTo>
                  <a:cubicBezTo>
                    <a:pt x="2738" y="1351"/>
                    <a:pt x="2793" y="1249"/>
                    <a:pt x="2836" y="1135"/>
                  </a:cubicBezTo>
                  <a:cubicBezTo>
                    <a:pt x="2869" y="1001"/>
                    <a:pt x="2869" y="868"/>
                    <a:pt x="2836" y="735"/>
                  </a:cubicBezTo>
                  <a:cubicBezTo>
                    <a:pt x="2769" y="601"/>
                    <a:pt x="2669" y="468"/>
                    <a:pt x="2502" y="434"/>
                  </a:cubicBezTo>
                  <a:cubicBezTo>
                    <a:pt x="2474" y="429"/>
                    <a:pt x="2445" y="426"/>
                    <a:pt x="2417" y="426"/>
                  </a:cubicBezTo>
                  <a:cubicBezTo>
                    <a:pt x="2281" y="426"/>
                    <a:pt x="2157" y="491"/>
                    <a:pt x="2102" y="601"/>
                  </a:cubicBezTo>
                  <a:cubicBezTo>
                    <a:pt x="2002" y="735"/>
                    <a:pt x="2002" y="868"/>
                    <a:pt x="2035" y="1035"/>
                  </a:cubicBezTo>
                  <a:cubicBezTo>
                    <a:pt x="2069" y="1168"/>
                    <a:pt x="2135" y="1268"/>
                    <a:pt x="2269" y="1368"/>
                  </a:cubicBezTo>
                  <a:cubicBezTo>
                    <a:pt x="2348" y="1421"/>
                    <a:pt x="2449" y="1453"/>
                    <a:pt x="2537" y="1481"/>
                  </a:cubicBezTo>
                  <a:lnTo>
                    <a:pt x="2537" y="1481"/>
                  </a:lnTo>
                  <a:cubicBezTo>
                    <a:pt x="2471" y="1566"/>
                    <a:pt x="2393" y="1641"/>
                    <a:pt x="2302" y="1702"/>
                  </a:cubicBezTo>
                  <a:cubicBezTo>
                    <a:pt x="1968" y="1969"/>
                    <a:pt x="1535" y="2102"/>
                    <a:pt x="1135" y="2169"/>
                  </a:cubicBezTo>
                  <a:cubicBezTo>
                    <a:pt x="834" y="2169"/>
                    <a:pt x="567" y="2136"/>
                    <a:pt x="301" y="2069"/>
                  </a:cubicBezTo>
                  <a:cubicBezTo>
                    <a:pt x="201" y="2052"/>
                    <a:pt x="125" y="2027"/>
                    <a:pt x="75" y="2006"/>
                  </a:cubicBezTo>
                  <a:lnTo>
                    <a:pt x="75" y="2006"/>
                  </a:lnTo>
                  <a:cubicBezTo>
                    <a:pt x="139" y="2038"/>
                    <a:pt x="203" y="2070"/>
                    <a:pt x="267" y="2102"/>
                  </a:cubicBezTo>
                  <a:cubicBezTo>
                    <a:pt x="492" y="2177"/>
                    <a:pt x="718" y="2215"/>
                    <a:pt x="929" y="2215"/>
                  </a:cubicBezTo>
                  <a:cubicBezTo>
                    <a:pt x="999" y="2215"/>
                    <a:pt x="1068" y="2211"/>
                    <a:pt x="1135" y="2202"/>
                  </a:cubicBezTo>
                  <a:cubicBezTo>
                    <a:pt x="1568" y="2169"/>
                    <a:pt x="2002" y="2002"/>
                    <a:pt x="2335" y="1769"/>
                  </a:cubicBezTo>
                  <a:cubicBezTo>
                    <a:pt x="2445" y="1690"/>
                    <a:pt x="2541" y="1604"/>
                    <a:pt x="2621" y="1507"/>
                  </a:cubicBezTo>
                  <a:lnTo>
                    <a:pt x="2621" y="1507"/>
                  </a:lnTo>
                  <a:cubicBezTo>
                    <a:pt x="2717" y="1535"/>
                    <a:pt x="2814" y="1548"/>
                    <a:pt x="2910" y="1548"/>
                  </a:cubicBezTo>
                  <a:cubicBezTo>
                    <a:pt x="3246" y="1548"/>
                    <a:pt x="3573" y="1390"/>
                    <a:pt x="3803" y="1135"/>
                  </a:cubicBezTo>
                  <a:cubicBezTo>
                    <a:pt x="4003" y="901"/>
                    <a:pt x="4070" y="601"/>
                    <a:pt x="4037" y="301"/>
                  </a:cubicBezTo>
                  <a:cubicBezTo>
                    <a:pt x="4003" y="234"/>
                    <a:pt x="4003" y="167"/>
                    <a:pt x="3937" y="67"/>
                  </a:cubicBezTo>
                  <a:cubicBezTo>
                    <a:pt x="3937" y="67"/>
                    <a:pt x="3937" y="34"/>
                    <a:pt x="3903"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4"/>
            <p:cNvSpPr/>
            <p:nvPr/>
          </p:nvSpPr>
          <p:spPr>
            <a:xfrm>
              <a:off x="11164375" y="1456050"/>
              <a:ext cx="55050" cy="77575"/>
            </a:xfrm>
            <a:custGeom>
              <a:avLst/>
              <a:gdLst/>
              <a:ahLst/>
              <a:cxnLst/>
              <a:rect l="l" t="t" r="r" b="b"/>
              <a:pathLst>
                <a:path w="2202" h="3103" extrusionOk="0">
                  <a:moveTo>
                    <a:pt x="1095" y="0"/>
                  </a:moveTo>
                  <a:cubicBezTo>
                    <a:pt x="940" y="0"/>
                    <a:pt x="782" y="36"/>
                    <a:pt x="634" y="114"/>
                  </a:cubicBezTo>
                  <a:cubicBezTo>
                    <a:pt x="267" y="315"/>
                    <a:pt x="0" y="715"/>
                    <a:pt x="34" y="1515"/>
                  </a:cubicBezTo>
                  <a:cubicBezTo>
                    <a:pt x="98" y="2853"/>
                    <a:pt x="987" y="3102"/>
                    <a:pt x="1606" y="3102"/>
                  </a:cubicBezTo>
                  <a:cubicBezTo>
                    <a:pt x="1944" y="3102"/>
                    <a:pt x="2202" y="3028"/>
                    <a:pt x="2202" y="3017"/>
                  </a:cubicBezTo>
                  <a:cubicBezTo>
                    <a:pt x="2202" y="2950"/>
                    <a:pt x="2168" y="1816"/>
                    <a:pt x="2102" y="948"/>
                  </a:cubicBezTo>
                  <a:cubicBezTo>
                    <a:pt x="2076" y="386"/>
                    <a:pt x="1601" y="0"/>
                    <a:pt x="1095" y="0"/>
                  </a:cubicBezTo>
                  <a:close/>
                </a:path>
              </a:pathLst>
            </a:custGeom>
            <a:solidFill>
              <a:srgbClr val="D69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4"/>
            <p:cNvSpPr/>
            <p:nvPr/>
          </p:nvSpPr>
          <p:spPr>
            <a:xfrm>
              <a:off x="11178550" y="1470575"/>
              <a:ext cx="24200" cy="45375"/>
            </a:xfrm>
            <a:custGeom>
              <a:avLst/>
              <a:gdLst/>
              <a:ahLst/>
              <a:cxnLst/>
              <a:rect l="l" t="t" r="r" b="b"/>
              <a:pathLst>
                <a:path w="968" h="1815" extrusionOk="0">
                  <a:moveTo>
                    <a:pt x="467" y="0"/>
                  </a:moveTo>
                  <a:cubicBezTo>
                    <a:pt x="301" y="34"/>
                    <a:pt x="167" y="167"/>
                    <a:pt x="100" y="334"/>
                  </a:cubicBezTo>
                  <a:cubicBezTo>
                    <a:pt x="34" y="534"/>
                    <a:pt x="0" y="734"/>
                    <a:pt x="0" y="934"/>
                  </a:cubicBezTo>
                  <a:cubicBezTo>
                    <a:pt x="0" y="1301"/>
                    <a:pt x="234" y="1635"/>
                    <a:pt x="567" y="1802"/>
                  </a:cubicBezTo>
                  <a:cubicBezTo>
                    <a:pt x="603" y="1811"/>
                    <a:pt x="637" y="1815"/>
                    <a:pt x="668" y="1815"/>
                  </a:cubicBezTo>
                  <a:cubicBezTo>
                    <a:pt x="754" y="1815"/>
                    <a:pt x="828" y="1784"/>
                    <a:pt x="901" y="1735"/>
                  </a:cubicBezTo>
                  <a:cubicBezTo>
                    <a:pt x="968" y="1702"/>
                    <a:pt x="968" y="1635"/>
                    <a:pt x="968" y="1635"/>
                  </a:cubicBezTo>
                  <a:lnTo>
                    <a:pt x="968" y="1635"/>
                  </a:lnTo>
                  <a:cubicBezTo>
                    <a:pt x="968" y="1635"/>
                    <a:pt x="934" y="1668"/>
                    <a:pt x="868" y="1702"/>
                  </a:cubicBezTo>
                  <a:cubicBezTo>
                    <a:pt x="834" y="1718"/>
                    <a:pt x="793" y="1727"/>
                    <a:pt x="747" y="1727"/>
                  </a:cubicBezTo>
                  <a:cubicBezTo>
                    <a:pt x="701" y="1727"/>
                    <a:pt x="651" y="1718"/>
                    <a:pt x="601" y="1702"/>
                  </a:cubicBezTo>
                  <a:cubicBezTo>
                    <a:pt x="334" y="1535"/>
                    <a:pt x="167" y="1235"/>
                    <a:pt x="167" y="901"/>
                  </a:cubicBezTo>
                  <a:cubicBezTo>
                    <a:pt x="134" y="734"/>
                    <a:pt x="167" y="568"/>
                    <a:pt x="234" y="401"/>
                  </a:cubicBezTo>
                  <a:cubicBezTo>
                    <a:pt x="267" y="267"/>
                    <a:pt x="367" y="167"/>
                    <a:pt x="501" y="101"/>
                  </a:cubicBezTo>
                  <a:cubicBezTo>
                    <a:pt x="517" y="92"/>
                    <a:pt x="536" y="88"/>
                    <a:pt x="555" y="88"/>
                  </a:cubicBezTo>
                  <a:cubicBezTo>
                    <a:pt x="613" y="88"/>
                    <a:pt x="676" y="126"/>
                    <a:pt x="701" y="201"/>
                  </a:cubicBezTo>
                  <a:cubicBezTo>
                    <a:pt x="734" y="267"/>
                    <a:pt x="701" y="301"/>
                    <a:pt x="734" y="301"/>
                  </a:cubicBezTo>
                  <a:cubicBezTo>
                    <a:pt x="768" y="301"/>
                    <a:pt x="801" y="267"/>
                    <a:pt x="768" y="167"/>
                  </a:cubicBezTo>
                  <a:cubicBezTo>
                    <a:pt x="768" y="134"/>
                    <a:pt x="734" y="67"/>
                    <a:pt x="667" y="34"/>
                  </a:cubicBezTo>
                  <a:cubicBezTo>
                    <a:pt x="601" y="0"/>
                    <a:pt x="534" y="0"/>
                    <a:pt x="467"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4"/>
            <p:cNvSpPr/>
            <p:nvPr/>
          </p:nvSpPr>
          <p:spPr>
            <a:xfrm>
              <a:off x="11490425" y="1625675"/>
              <a:ext cx="483725" cy="343125"/>
            </a:xfrm>
            <a:custGeom>
              <a:avLst/>
              <a:gdLst/>
              <a:ahLst/>
              <a:cxnLst/>
              <a:rect l="l" t="t" r="r" b="b"/>
              <a:pathLst>
                <a:path w="19349" h="13725" extrusionOk="0">
                  <a:moveTo>
                    <a:pt x="17046" y="1"/>
                  </a:moveTo>
                  <a:lnTo>
                    <a:pt x="9007" y="6739"/>
                  </a:lnTo>
                  <a:cubicBezTo>
                    <a:pt x="9007" y="6739"/>
                    <a:pt x="4838" y="4971"/>
                    <a:pt x="3170" y="4037"/>
                  </a:cubicBezTo>
                  <a:cubicBezTo>
                    <a:pt x="1635" y="3170"/>
                    <a:pt x="1" y="2269"/>
                    <a:pt x="1" y="2269"/>
                  </a:cubicBezTo>
                  <a:lnTo>
                    <a:pt x="1" y="2269"/>
                  </a:lnTo>
                  <a:lnTo>
                    <a:pt x="3070" y="11242"/>
                  </a:lnTo>
                  <a:cubicBezTo>
                    <a:pt x="3070" y="11242"/>
                    <a:pt x="8127" y="13725"/>
                    <a:pt x="10368" y="13725"/>
                  </a:cubicBezTo>
                  <a:cubicBezTo>
                    <a:pt x="10465" y="13725"/>
                    <a:pt x="10556" y="13720"/>
                    <a:pt x="10642" y="13711"/>
                  </a:cubicBezTo>
                  <a:cubicBezTo>
                    <a:pt x="12677" y="13477"/>
                    <a:pt x="19348" y="2336"/>
                    <a:pt x="19348" y="2336"/>
                  </a:cubicBezTo>
                  <a:lnTo>
                    <a:pt x="17046"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4"/>
            <p:cNvSpPr/>
            <p:nvPr/>
          </p:nvSpPr>
          <p:spPr>
            <a:xfrm>
              <a:off x="11047625" y="1674050"/>
              <a:ext cx="527900" cy="707200"/>
            </a:xfrm>
            <a:custGeom>
              <a:avLst/>
              <a:gdLst/>
              <a:ahLst/>
              <a:cxnLst/>
              <a:rect l="l" t="t" r="r" b="b"/>
              <a:pathLst>
                <a:path w="21116" h="28288" extrusionOk="0">
                  <a:moveTo>
                    <a:pt x="6405" y="1"/>
                  </a:moveTo>
                  <a:lnTo>
                    <a:pt x="5538" y="768"/>
                  </a:lnTo>
                  <a:cubicBezTo>
                    <a:pt x="5538" y="768"/>
                    <a:pt x="734" y="4370"/>
                    <a:pt x="367" y="5071"/>
                  </a:cubicBezTo>
                  <a:cubicBezTo>
                    <a:pt x="0" y="5738"/>
                    <a:pt x="5204" y="17413"/>
                    <a:pt x="5404" y="18981"/>
                  </a:cubicBezTo>
                  <a:cubicBezTo>
                    <a:pt x="5604" y="20549"/>
                    <a:pt x="3569" y="27554"/>
                    <a:pt x="4036" y="28288"/>
                  </a:cubicBezTo>
                  <a:lnTo>
                    <a:pt x="20848" y="28288"/>
                  </a:lnTo>
                  <a:lnTo>
                    <a:pt x="21115" y="23317"/>
                  </a:lnTo>
                  <a:cubicBezTo>
                    <a:pt x="21115" y="23317"/>
                    <a:pt x="21049" y="8673"/>
                    <a:pt x="20848" y="7773"/>
                  </a:cubicBezTo>
                  <a:cubicBezTo>
                    <a:pt x="20648" y="6872"/>
                    <a:pt x="17713" y="334"/>
                    <a:pt x="17713" y="334"/>
                  </a:cubicBezTo>
                  <a:lnTo>
                    <a:pt x="13443" y="1"/>
                  </a:lnTo>
                  <a:lnTo>
                    <a:pt x="13443" y="1"/>
                  </a:lnTo>
                  <a:cubicBezTo>
                    <a:pt x="13443" y="1"/>
                    <a:pt x="13621" y="2847"/>
                    <a:pt x="11536" y="2847"/>
                  </a:cubicBezTo>
                  <a:cubicBezTo>
                    <a:pt x="10493" y="2847"/>
                    <a:pt x="8884" y="2135"/>
                    <a:pt x="6405" y="1"/>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4"/>
            <p:cNvSpPr/>
            <p:nvPr/>
          </p:nvSpPr>
          <p:spPr>
            <a:xfrm>
              <a:off x="10986750" y="1790475"/>
              <a:ext cx="390300" cy="585775"/>
            </a:xfrm>
            <a:custGeom>
              <a:avLst/>
              <a:gdLst/>
              <a:ahLst/>
              <a:cxnLst/>
              <a:rect l="l" t="t" r="r" b="b"/>
              <a:pathLst>
                <a:path w="15612" h="23431" extrusionOk="0">
                  <a:moveTo>
                    <a:pt x="4415" y="0"/>
                  </a:moveTo>
                  <a:cubicBezTo>
                    <a:pt x="3733" y="0"/>
                    <a:pt x="3108" y="233"/>
                    <a:pt x="2802" y="414"/>
                  </a:cubicBezTo>
                  <a:cubicBezTo>
                    <a:pt x="1902" y="1315"/>
                    <a:pt x="1268" y="2482"/>
                    <a:pt x="1034" y="3750"/>
                  </a:cubicBezTo>
                  <a:cubicBezTo>
                    <a:pt x="968" y="4283"/>
                    <a:pt x="100" y="13223"/>
                    <a:pt x="67" y="18193"/>
                  </a:cubicBezTo>
                  <a:cubicBezTo>
                    <a:pt x="0" y="23197"/>
                    <a:pt x="3636" y="23430"/>
                    <a:pt x="3636" y="23430"/>
                  </a:cubicBezTo>
                  <a:cubicBezTo>
                    <a:pt x="7105" y="23430"/>
                    <a:pt x="15611" y="15825"/>
                    <a:pt x="15611" y="15825"/>
                  </a:cubicBezTo>
                  <a:lnTo>
                    <a:pt x="14310" y="11855"/>
                  </a:lnTo>
                  <a:lnTo>
                    <a:pt x="6772" y="15625"/>
                  </a:lnTo>
                  <a:lnTo>
                    <a:pt x="7506" y="7919"/>
                  </a:lnTo>
                  <a:cubicBezTo>
                    <a:pt x="7572" y="5985"/>
                    <a:pt x="7372" y="4016"/>
                    <a:pt x="6905" y="2148"/>
                  </a:cubicBezTo>
                  <a:cubicBezTo>
                    <a:pt x="6438" y="456"/>
                    <a:pt x="5370" y="0"/>
                    <a:pt x="4415"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4"/>
            <p:cNvSpPr/>
            <p:nvPr/>
          </p:nvSpPr>
          <p:spPr>
            <a:xfrm>
              <a:off x="10985075" y="1885025"/>
              <a:ext cx="395300" cy="493725"/>
            </a:xfrm>
            <a:custGeom>
              <a:avLst/>
              <a:gdLst/>
              <a:ahLst/>
              <a:cxnLst/>
              <a:rect l="l" t="t" r="r" b="b"/>
              <a:pathLst>
                <a:path w="15812" h="19749" extrusionOk="0">
                  <a:moveTo>
                    <a:pt x="1101" y="1"/>
                  </a:moveTo>
                  <a:cubicBezTo>
                    <a:pt x="1101" y="34"/>
                    <a:pt x="1068" y="68"/>
                    <a:pt x="1068" y="134"/>
                  </a:cubicBezTo>
                  <a:lnTo>
                    <a:pt x="1001" y="535"/>
                  </a:lnTo>
                  <a:cubicBezTo>
                    <a:pt x="968" y="935"/>
                    <a:pt x="901" y="1502"/>
                    <a:pt x="834" y="2203"/>
                  </a:cubicBezTo>
                  <a:cubicBezTo>
                    <a:pt x="701" y="3670"/>
                    <a:pt x="501" y="5772"/>
                    <a:pt x="301" y="8340"/>
                  </a:cubicBezTo>
                  <a:cubicBezTo>
                    <a:pt x="234" y="9641"/>
                    <a:pt x="134" y="11076"/>
                    <a:pt x="67" y="12610"/>
                  </a:cubicBezTo>
                  <a:cubicBezTo>
                    <a:pt x="67" y="12977"/>
                    <a:pt x="34" y="13377"/>
                    <a:pt x="34" y="13778"/>
                  </a:cubicBezTo>
                  <a:cubicBezTo>
                    <a:pt x="34" y="13944"/>
                    <a:pt x="0" y="14178"/>
                    <a:pt x="34" y="14378"/>
                  </a:cubicBezTo>
                  <a:cubicBezTo>
                    <a:pt x="67" y="14578"/>
                    <a:pt x="67" y="14778"/>
                    <a:pt x="67" y="14978"/>
                  </a:cubicBezTo>
                  <a:cubicBezTo>
                    <a:pt x="67" y="15846"/>
                    <a:pt x="267" y="16680"/>
                    <a:pt x="601" y="17447"/>
                  </a:cubicBezTo>
                  <a:cubicBezTo>
                    <a:pt x="1001" y="18281"/>
                    <a:pt x="1668" y="18948"/>
                    <a:pt x="2469" y="19382"/>
                  </a:cubicBezTo>
                  <a:cubicBezTo>
                    <a:pt x="2869" y="19582"/>
                    <a:pt x="3336" y="19715"/>
                    <a:pt x="3837" y="19748"/>
                  </a:cubicBezTo>
                  <a:cubicBezTo>
                    <a:pt x="4304" y="19715"/>
                    <a:pt x="4771" y="19615"/>
                    <a:pt x="5204" y="19415"/>
                  </a:cubicBezTo>
                  <a:cubicBezTo>
                    <a:pt x="6105" y="19081"/>
                    <a:pt x="6972" y="18648"/>
                    <a:pt x="7773" y="18147"/>
                  </a:cubicBezTo>
                  <a:cubicBezTo>
                    <a:pt x="8607" y="17647"/>
                    <a:pt x="9441" y="17113"/>
                    <a:pt x="10241" y="16546"/>
                  </a:cubicBezTo>
                  <a:cubicBezTo>
                    <a:pt x="12243" y="15112"/>
                    <a:pt x="14077" y="13644"/>
                    <a:pt x="15778" y="12143"/>
                  </a:cubicBezTo>
                  <a:lnTo>
                    <a:pt x="15812" y="12110"/>
                  </a:lnTo>
                  <a:lnTo>
                    <a:pt x="15812" y="12043"/>
                  </a:lnTo>
                  <a:cubicBezTo>
                    <a:pt x="15345" y="10675"/>
                    <a:pt x="14911" y="9341"/>
                    <a:pt x="14477" y="8073"/>
                  </a:cubicBezTo>
                  <a:lnTo>
                    <a:pt x="14444" y="7973"/>
                  </a:lnTo>
                  <a:lnTo>
                    <a:pt x="14344" y="8007"/>
                  </a:lnTo>
                  <a:lnTo>
                    <a:pt x="7047" y="11639"/>
                  </a:lnTo>
                  <a:lnTo>
                    <a:pt x="7047" y="11639"/>
                  </a:lnTo>
                  <a:cubicBezTo>
                    <a:pt x="7210" y="8866"/>
                    <a:pt x="7341" y="6613"/>
                    <a:pt x="7439" y="5005"/>
                  </a:cubicBezTo>
                  <a:cubicBezTo>
                    <a:pt x="7506" y="4237"/>
                    <a:pt x="7539" y="3604"/>
                    <a:pt x="7539" y="3170"/>
                  </a:cubicBezTo>
                  <a:cubicBezTo>
                    <a:pt x="7573" y="2970"/>
                    <a:pt x="7573" y="2803"/>
                    <a:pt x="7573" y="2703"/>
                  </a:cubicBezTo>
                  <a:cubicBezTo>
                    <a:pt x="7573" y="2636"/>
                    <a:pt x="7573" y="2569"/>
                    <a:pt x="7573" y="2536"/>
                  </a:cubicBezTo>
                  <a:cubicBezTo>
                    <a:pt x="7573" y="2536"/>
                    <a:pt x="7573" y="2569"/>
                    <a:pt x="7539" y="2703"/>
                  </a:cubicBezTo>
                  <a:cubicBezTo>
                    <a:pt x="7539" y="2803"/>
                    <a:pt x="7506" y="2970"/>
                    <a:pt x="7506" y="3170"/>
                  </a:cubicBezTo>
                  <a:cubicBezTo>
                    <a:pt x="7472" y="3604"/>
                    <a:pt x="7439" y="4204"/>
                    <a:pt x="7372" y="5005"/>
                  </a:cubicBezTo>
                  <a:cubicBezTo>
                    <a:pt x="7239" y="6606"/>
                    <a:pt x="7072" y="8907"/>
                    <a:pt x="6872" y="11776"/>
                  </a:cubicBezTo>
                  <a:lnTo>
                    <a:pt x="6872" y="11910"/>
                  </a:lnTo>
                  <a:lnTo>
                    <a:pt x="7005" y="11843"/>
                  </a:lnTo>
                  <a:lnTo>
                    <a:pt x="14306" y="8225"/>
                  </a:lnTo>
                  <a:lnTo>
                    <a:pt x="14306" y="8225"/>
                  </a:lnTo>
                  <a:cubicBezTo>
                    <a:pt x="14725" y="9450"/>
                    <a:pt x="15143" y="10737"/>
                    <a:pt x="15593" y="12055"/>
                  </a:cubicBezTo>
                  <a:lnTo>
                    <a:pt x="15593" y="12055"/>
                  </a:lnTo>
                  <a:cubicBezTo>
                    <a:pt x="13906" y="13507"/>
                    <a:pt x="12089" y="14959"/>
                    <a:pt x="10141" y="16346"/>
                  </a:cubicBezTo>
                  <a:cubicBezTo>
                    <a:pt x="9307" y="16946"/>
                    <a:pt x="8507" y="17480"/>
                    <a:pt x="7673" y="17981"/>
                  </a:cubicBezTo>
                  <a:cubicBezTo>
                    <a:pt x="6872" y="18481"/>
                    <a:pt x="6005" y="18881"/>
                    <a:pt x="5137" y="19215"/>
                  </a:cubicBezTo>
                  <a:cubicBezTo>
                    <a:pt x="4704" y="19382"/>
                    <a:pt x="4270" y="19482"/>
                    <a:pt x="3837" y="19515"/>
                  </a:cubicBezTo>
                  <a:cubicBezTo>
                    <a:pt x="3370" y="19515"/>
                    <a:pt x="2969" y="19382"/>
                    <a:pt x="2569" y="19181"/>
                  </a:cubicBezTo>
                  <a:cubicBezTo>
                    <a:pt x="1802" y="18781"/>
                    <a:pt x="1168" y="18147"/>
                    <a:pt x="801" y="17380"/>
                  </a:cubicBezTo>
                  <a:cubicBezTo>
                    <a:pt x="467" y="16613"/>
                    <a:pt x="267" y="15812"/>
                    <a:pt x="234" y="14978"/>
                  </a:cubicBezTo>
                  <a:cubicBezTo>
                    <a:pt x="234" y="14778"/>
                    <a:pt x="234" y="14578"/>
                    <a:pt x="234" y="14378"/>
                  </a:cubicBezTo>
                  <a:lnTo>
                    <a:pt x="234" y="13778"/>
                  </a:lnTo>
                  <a:cubicBezTo>
                    <a:pt x="267" y="13377"/>
                    <a:pt x="267" y="13010"/>
                    <a:pt x="267" y="12610"/>
                  </a:cubicBezTo>
                  <a:cubicBezTo>
                    <a:pt x="301" y="11076"/>
                    <a:pt x="401" y="9675"/>
                    <a:pt x="467" y="8374"/>
                  </a:cubicBezTo>
                  <a:cubicBezTo>
                    <a:pt x="634" y="5772"/>
                    <a:pt x="801" y="3670"/>
                    <a:pt x="934" y="2203"/>
                  </a:cubicBezTo>
                  <a:cubicBezTo>
                    <a:pt x="1001" y="1502"/>
                    <a:pt x="1035" y="935"/>
                    <a:pt x="1068" y="535"/>
                  </a:cubicBezTo>
                  <a:cubicBezTo>
                    <a:pt x="1101" y="368"/>
                    <a:pt x="1101" y="234"/>
                    <a:pt x="1101" y="134"/>
                  </a:cubicBezTo>
                  <a:cubicBezTo>
                    <a:pt x="1101" y="68"/>
                    <a:pt x="1101" y="34"/>
                    <a:pt x="110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4"/>
            <p:cNvSpPr/>
            <p:nvPr/>
          </p:nvSpPr>
          <p:spPr>
            <a:xfrm>
              <a:off x="11058450" y="1802475"/>
              <a:ext cx="110950" cy="94250"/>
            </a:xfrm>
            <a:custGeom>
              <a:avLst/>
              <a:gdLst/>
              <a:ahLst/>
              <a:cxnLst/>
              <a:rect l="l" t="t" r="r" b="b"/>
              <a:pathLst>
                <a:path w="4438" h="3770" extrusionOk="0">
                  <a:moveTo>
                    <a:pt x="935" y="1"/>
                  </a:moveTo>
                  <a:cubicBezTo>
                    <a:pt x="635" y="1"/>
                    <a:pt x="301" y="34"/>
                    <a:pt x="1" y="167"/>
                  </a:cubicBezTo>
                  <a:cubicBezTo>
                    <a:pt x="1" y="185"/>
                    <a:pt x="26" y="191"/>
                    <a:pt x="73" y="191"/>
                  </a:cubicBezTo>
                  <a:cubicBezTo>
                    <a:pt x="179" y="191"/>
                    <a:pt x="397" y="160"/>
                    <a:pt x="693" y="160"/>
                  </a:cubicBezTo>
                  <a:cubicBezTo>
                    <a:pt x="769" y="160"/>
                    <a:pt x="850" y="162"/>
                    <a:pt x="935" y="167"/>
                  </a:cubicBezTo>
                  <a:cubicBezTo>
                    <a:pt x="2503" y="234"/>
                    <a:pt x="3837" y="1335"/>
                    <a:pt x="4204" y="2836"/>
                  </a:cubicBezTo>
                  <a:cubicBezTo>
                    <a:pt x="4371" y="3403"/>
                    <a:pt x="4337" y="3770"/>
                    <a:pt x="4371" y="3770"/>
                  </a:cubicBezTo>
                  <a:cubicBezTo>
                    <a:pt x="4437" y="3436"/>
                    <a:pt x="4437" y="3103"/>
                    <a:pt x="4337" y="2769"/>
                  </a:cubicBezTo>
                  <a:cubicBezTo>
                    <a:pt x="4037" y="1135"/>
                    <a:pt x="2603" y="1"/>
                    <a:pt x="9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4"/>
            <p:cNvSpPr/>
            <p:nvPr/>
          </p:nvSpPr>
          <p:spPr>
            <a:xfrm>
              <a:off x="11441225" y="1746100"/>
              <a:ext cx="81750" cy="138950"/>
            </a:xfrm>
            <a:custGeom>
              <a:avLst/>
              <a:gdLst/>
              <a:ahLst/>
              <a:cxnLst/>
              <a:rect l="l" t="t" r="r" b="b"/>
              <a:pathLst>
                <a:path w="3270" h="5558" extrusionOk="0">
                  <a:moveTo>
                    <a:pt x="1817" y="0"/>
                  </a:moveTo>
                  <a:cubicBezTo>
                    <a:pt x="1733" y="0"/>
                    <a:pt x="1650" y="7"/>
                    <a:pt x="1569" y="21"/>
                  </a:cubicBezTo>
                  <a:cubicBezTo>
                    <a:pt x="1135" y="21"/>
                    <a:pt x="701" y="187"/>
                    <a:pt x="368" y="454"/>
                  </a:cubicBezTo>
                  <a:cubicBezTo>
                    <a:pt x="134" y="755"/>
                    <a:pt x="1" y="1088"/>
                    <a:pt x="1" y="1455"/>
                  </a:cubicBezTo>
                  <a:cubicBezTo>
                    <a:pt x="1" y="1822"/>
                    <a:pt x="34" y="2189"/>
                    <a:pt x="134" y="2556"/>
                  </a:cubicBezTo>
                  <a:cubicBezTo>
                    <a:pt x="468" y="3557"/>
                    <a:pt x="868" y="4591"/>
                    <a:pt x="1302" y="5558"/>
                  </a:cubicBezTo>
                  <a:lnTo>
                    <a:pt x="2936" y="5425"/>
                  </a:lnTo>
                  <a:cubicBezTo>
                    <a:pt x="3170" y="4257"/>
                    <a:pt x="3270" y="3123"/>
                    <a:pt x="3270" y="1955"/>
                  </a:cubicBezTo>
                  <a:cubicBezTo>
                    <a:pt x="3270" y="1355"/>
                    <a:pt x="3203" y="654"/>
                    <a:pt x="2769" y="288"/>
                  </a:cubicBezTo>
                  <a:cubicBezTo>
                    <a:pt x="2477" y="102"/>
                    <a:pt x="2143" y="0"/>
                    <a:pt x="1817"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4"/>
            <p:cNvSpPr/>
            <p:nvPr/>
          </p:nvSpPr>
          <p:spPr>
            <a:xfrm>
              <a:off x="11489600" y="1963325"/>
              <a:ext cx="61725" cy="224550"/>
            </a:xfrm>
            <a:custGeom>
              <a:avLst/>
              <a:gdLst/>
              <a:ahLst/>
              <a:cxnLst/>
              <a:rect l="l" t="t" r="r" b="b"/>
              <a:pathLst>
                <a:path w="2469" h="8982" extrusionOk="0">
                  <a:moveTo>
                    <a:pt x="740" y="1"/>
                  </a:moveTo>
                  <a:cubicBezTo>
                    <a:pt x="716" y="1"/>
                    <a:pt x="692" y="2"/>
                    <a:pt x="668" y="5"/>
                  </a:cubicBezTo>
                  <a:lnTo>
                    <a:pt x="534" y="38"/>
                  </a:lnTo>
                  <a:cubicBezTo>
                    <a:pt x="201" y="71"/>
                    <a:pt x="1" y="371"/>
                    <a:pt x="34" y="672"/>
                  </a:cubicBezTo>
                  <a:lnTo>
                    <a:pt x="1168" y="8511"/>
                  </a:lnTo>
                  <a:cubicBezTo>
                    <a:pt x="1199" y="8789"/>
                    <a:pt x="1459" y="8981"/>
                    <a:pt x="1736" y="8981"/>
                  </a:cubicBezTo>
                  <a:cubicBezTo>
                    <a:pt x="1758" y="8981"/>
                    <a:pt x="1780" y="8980"/>
                    <a:pt x="1802" y="8978"/>
                  </a:cubicBezTo>
                  <a:lnTo>
                    <a:pt x="1969" y="8944"/>
                  </a:lnTo>
                  <a:cubicBezTo>
                    <a:pt x="2269" y="8911"/>
                    <a:pt x="2469" y="8644"/>
                    <a:pt x="2436" y="8311"/>
                  </a:cubicBezTo>
                  <a:lnTo>
                    <a:pt x="1301" y="472"/>
                  </a:lnTo>
                  <a:cubicBezTo>
                    <a:pt x="1271" y="193"/>
                    <a:pt x="1039" y="1"/>
                    <a:pt x="74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4"/>
            <p:cNvSpPr/>
            <p:nvPr/>
          </p:nvSpPr>
          <p:spPr>
            <a:xfrm>
              <a:off x="11394525" y="1875875"/>
              <a:ext cx="148475" cy="127600"/>
            </a:xfrm>
            <a:custGeom>
              <a:avLst/>
              <a:gdLst/>
              <a:ahLst/>
              <a:cxnLst/>
              <a:rect l="l" t="t" r="r" b="b"/>
              <a:pathLst>
                <a:path w="5939" h="5104" extrusionOk="0">
                  <a:moveTo>
                    <a:pt x="5371" y="0"/>
                  </a:moveTo>
                  <a:lnTo>
                    <a:pt x="1" y="701"/>
                  </a:lnTo>
                  <a:lnTo>
                    <a:pt x="568" y="5104"/>
                  </a:lnTo>
                  <a:lnTo>
                    <a:pt x="5938" y="4403"/>
                  </a:lnTo>
                  <a:lnTo>
                    <a:pt x="537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4"/>
            <p:cNvSpPr/>
            <p:nvPr/>
          </p:nvSpPr>
          <p:spPr>
            <a:xfrm>
              <a:off x="11442900" y="1774700"/>
              <a:ext cx="74250" cy="13425"/>
            </a:xfrm>
            <a:custGeom>
              <a:avLst/>
              <a:gdLst/>
              <a:ahLst/>
              <a:cxnLst/>
              <a:rect l="l" t="t" r="r" b="b"/>
              <a:pathLst>
                <a:path w="2970" h="537" extrusionOk="0">
                  <a:moveTo>
                    <a:pt x="2937" y="0"/>
                  </a:moveTo>
                  <a:cubicBezTo>
                    <a:pt x="2795" y="0"/>
                    <a:pt x="2214" y="218"/>
                    <a:pt x="1502" y="278"/>
                  </a:cubicBezTo>
                  <a:cubicBezTo>
                    <a:pt x="1255" y="307"/>
                    <a:pt x="1024" y="316"/>
                    <a:pt x="820" y="316"/>
                  </a:cubicBezTo>
                  <a:cubicBezTo>
                    <a:pt x="483" y="316"/>
                    <a:pt x="221" y="291"/>
                    <a:pt x="91" y="291"/>
                  </a:cubicBezTo>
                  <a:cubicBezTo>
                    <a:pt x="32" y="291"/>
                    <a:pt x="1" y="296"/>
                    <a:pt x="1" y="311"/>
                  </a:cubicBezTo>
                  <a:cubicBezTo>
                    <a:pt x="351" y="461"/>
                    <a:pt x="739" y="536"/>
                    <a:pt x="1122" y="536"/>
                  </a:cubicBezTo>
                  <a:cubicBezTo>
                    <a:pt x="1249" y="536"/>
                    <a:pt x="1377" y="528"/>
                    <a:pt x="1502" y="511"/>
                  </a:cubicBezTo>
                  <a:cubicBezTo>
                    <a:pt x="2035" y="478"/>
                    <a:pt x="2536" y="311"/>
                    <a:pt x="2969" y="11"/>
                  </a:cubicBezTo>
                  <a:cubicBezTo>
                    <a:pt x="2966" y="4"/>
                    <a:pt x="2955" y="0"/>
                    <a:pt x="293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4"/>
            <p:cNvSpPr/>
            <p:nvPr/>
          </p:nvSpPr>
          <p:spPr>
            <a:xfrm>
              <a:off x="11446225" y="1801375"/>
              <a:ext cx="71750" cy="13300"/>
            </a:xfrm>
            <a:custGeom>
              <a:avLst/>
              <a:gdLst/>
              <a:ahLst/>
              <a:cxnLst/>
              <a:rect l="l" t="t" r="r" b="b"/>
              <a:pathLst>
                <a:path w="2870" h="532" extrusionOk="0">
                  <a:moveTo>
                    <a:pt x="2839" y="1"/>
                  </a:moveTo>
                  <a:cubicBezTo>
                    <a:pt x="2702" y="1"/>
                    <a:pt x="2148" y="219"/>
                    <a:pt x="1435" y="278"/>
                  </a:cubicBezTo>
                  <a:cubicBezTo>
                    <a:pt x="1269" y="299"/>
                    <a:pt x="1111" y="307"/>
                    <a:pt x="963" y="307"/>
                  </a:cubicBezTo>
                  <a:cubicBezTo>
                    <a:pt x="505" y="307"/>
                    <a:pt x="156" y="231"/>
                    <a:pt x="41" y="231"/>
                  </a:cubicBezTo>
                  <a:cubicBezTo>
                    <a:pt x="15" y="231"/>
                    <a:pt x="1" y="235"/>
                    <a:pt x="1" y="245"/>
                  </a:cubicBezTo>
                  <a:cubicBezTo>
                    <a:pt x="346" y="431"/>
                    <a:pt x="755" y="532"/>
                    <a:pt x="1159" y="532"/>
                  </a:cubicBezTo>
                  <a:cubicBezTo>
                    <a:pt x="1263" y="532"/>
                    <a:pt x="1367" y="525"/>
                    <a:pt x="1469" y="512"/>
                  </a:cubicBezTo>
                  <a:cubicBezTo>
                    <a:pt x="1969" y="512"/>
                    <a:pt x="2469" y="311"/>
                    <a:pt x="2870" y="11"/>
                  </a:cubicBezTo>
                  <a:cubicBezTo>
                    <a:pt x="2866" y="4"/>
                    <a:pt x="2856" y="1"/>
                    <a:pt x="283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4"/>
            <p:cNvSpPr/>
            <p:nvPr/>
          </p:nvSpPr>
          <p:spPr>
            <a:xfrm>
              <a:off x="11433725" y="1868350"/>
              <a:ext cx="149300" cy="128450"/>
            </a:xfrm>
            <a:custGeom>
              <a:avLst/>
              <a:gdLst/>
              <a:ahLst/>
              <a:cxnLst/>
              <a:rect l="l" t="t" r="r" b="b"/>
              <a:pathLst>
                <a:path w="5972" h="5138" extrusionOk="0">
                  <a:moveTo>
                    <a:pt x="5404" y="1"/>
                  </a:moveTo>
                  <a:lnTo>
                    <a:pt x="1" y="735"/>
                  </a:lnTo>
                  <a:lnTo>
                    <a:pt x="601" y="5138"/>
                  </a:lnTo>
                  <a:lnTo>
                    <a:pt x="5972" y="4437"/>
                  </a:lnTo>
                  <a:lnTo>
                    <a:pt x="5404"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4"/>
            <p:cNvSpPr/>
            <p:nvPr/>
          </p:nvSpPr>
          <p:spPr>
            <a:xfrm>
              <a:off x="11491275" y="1912550"/>
              <a:ext cx="40050" cy="40050"/>
            </a:xfrm>
            <a:custGeom>
              <a:avLst/>
              <a:gdLst/>
              <a:ahLst/>
              <a:cxnLst/>
              <a:rect l="l" t="t" r="r" b="b"/>
              <a:pathLst>
                <a:path w="1602" h="1602" extrusionOk="0">
                  <a:moveTo>
                    <a:pt x="1401" y="1"/>
                  </a:moveTo>
                  <a:lnTo>
                    <a:pt x="934" y="67"/>
                  </a:lnTo>
                  <a:lnTo>
                    <a:pt x="1034" y="701"/>
                  </a:lnTo>
                  <a:lnTo>
                    <a:pt x="1034" y="701"/>
                  </a:lnTo>
                  <a:lnTo>
                    <a:pt x="401" y="101"/>
                  </a:lnTo>
                  <a:lnTo>
                    <a:pt x="0" y="168"/>
                  </a:lnTo>
                  <a:lnTo>
                    <a:pt x="167" y="1602"/>
                  </a:lnTo>
                  <a:lnTo>
                    <a:pt x="634" y="1535"/>
                  </a:lnTo>
                  <a:lnTo>
                    <a:pt x="567" y="901"/>
                  </a:lnTo>
                  <a:lnTo>
                    <a:pt x="567" y="901"/>
                  </a:lnTo>
                  <a:lnTo>
                    <a:pt x="1201" y="1468"/>
                  </a:lnTo>
                  <a:lnTo>
                    <a:pt x="1601" y="1435"/>
                  </a:lnTo>
                  <a:lnTo>
                    <a:pt x="140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4"/>
            <p:cNvSpPr/>
            <p:nvPr/>
          </p:nvSpPr>
          <p:spPr>
            <a:xfrm>
              <a:off x="11350325" y="1988150"/>
              <a:ext cx="220200" cy="197950"/>
            </a:xfrm>
            <a:custGeom>
              <a:avLst/>
              <a:gdLst/>
              <a:ahLst/>
              <a:cxnLst/>
              <a:rect l="l" t="t" r="r" b="b"/>
              <a:pathLst>
                <a:path w="8808" h="7918" extrusionOk="0">
                  <a:moveTo>
                    <a:pt x="7054" y="0"/>
                  </a:moveTo>
                  <a:cubicBezTo>
                    <a:pt x="6035" y="0"/>
                    <a:pt x="3904" y="579"/>
                    <a:pt x="3904" y="579"/>
                  </a:cubicBezTo>
                  <a:lnTo>
                    <a:pt x="2303" y="2281"/>
                  </a:lnTo>
                  <a:lnTo>
                    <a:pt x="1" y="4382"/>
                  </a:lnTo>
                  <a:lnTo>
                    <a:pt x="1168" y="7918"/>
                  </a:lnTo>
                  <a:cubicBezTo>
                    <a:pt x="1168" y="7918"/>
                    <a:pt x="3070" y="7217"/>
                    <a:pt x="3470" y="7117"/>
                  </a:cubicBezTo>
                  <a:cubicBezTo>
                    <a:pt x="3904" y="7017"/>
                    <a:pt x="6772" y="5850"/>
                    <a:pt x="6772" y="5850"/>
                  </a:cubicBezTo>
                  <a:cubicBezTo>
                    <a:pt x="6772" y="5850"/>
                    <a:pt x="8073" y="5249"/>
                    <a:pt x="8440" y="5049"/>
                  </a:cubicBezTo>
                  <a:cubicBezTo>
                    <a:pt x="8807" y="4882"/>
                    <a:pt x="8740" y="4382"/>
                    <a:pt x="8607" y="4149"/>
                  </a:cubicBezTo>
                  <a:cubicBezTo>
                    <a:pt x="8540" y="4015"/>
                    <a:pt x="8265" y="3982"/>
                    <a:pt x="8007" y="3982"/>
                  </a:cubicBezTo>
                  <a:cubicBezTo>
                    <a:pt x="7748" y="3982"/>
                    <a:pt x="7506" y="4015"/>
                    <a:pt x="7506" y="4015"/>
                  </a:cubicBezTo>
                  <a:lnTo>
                    <a:pt x="8540" y="3615"/>
                  </a:lnTo>
                  <a:cubicBezTo>
                    <a:pt x="8807" y="3381"/>
                    <a:pt x="8807" y="2948"/>
                    <a:pt x="8540" y="2714"/>
                  </a:cubicBezTo>
                  <a:cubicBezTo>
                    <a:pt x="8374" y="2622"/>
                    <a:pt x="7908" y="2601"/>
                    <a:pt x="7527" y="2601"/>
                  </a:cubicBezTo>
                  <a:cubicBezTo>
                    <a:pt x="7223" y="2601"/>
                    <a:pt x="6973" y="2614"/>
                    <a:pt x="6973" y="2614"/>
                  </a:cubicBezTo>
                  <a:lnTo>
                    <a:pt x="8240" y="2180"/>
                  </a:lnTo>
                  <a:cubicBezTo>
                    <a:pt x="8574" y="1980"/>
                    <a:pt x="8707" y="1513"/>
                    <a:pt x="8507" y="1146"/>
                  </a:cubicBezTo>
                  <a:cubicBezTo>
                    <a:pt x="8398" y="928"/>
                    <a:pt x="8170" y="878"/>
                    <a:pt x="7985" y="878"/>
                  </a:cubicBezTo>
                  <a:cubicBezTo>
                    <a:pt x="7830" y="878"/>
                    <a:pt x="7706" y="913"/>
                    <a:pt x="7706" y="913"/>
                  </a:cubicBezTo>
                  <a:cubicBezTo>
                    <a:pt x="7706" y="913"/>
                    <a:pt x="7907" y="312"/>
                    <a:pt x="7506" y="79"/>
                  </a:cubicBezTo>
                  <a:cubicBezTo>
                    <a:pt x="7417" y="23"/>
                    <a:pt x="7258" y="0"/>
                    <a:pt x="7054" y="0"/>
                  </a:cubicBezTo>
                  <a:close/>
                </a:path>
              </a:pathLst>
            </a:custGeom>
            <a:solidFill>
              <a:srgbClr val="D69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4"/>
            <p:cNvSpPr/>
            <p:nvPr/>
          </p:nvSpPr>
          <p:spPr>
            <a:xfrm>
              <a:off x="11502950" y="2086825"/>
              <a:ext cx="40875" cy="10925"/>
            </a:xfrm>
            <a:custGeom>
              <a:avLst/>
              <a:gdLst/>
              <a:ahLst/>
              <a:cxnLst/>
              <a:rect l="l" t="t" r="r" b="b"/>
              <a:pathLst>
                <a:path w="1635" h="437" extrusionOk="0">
                  <a:moveTo>
                    <a:pt x="1486" y="0"/>
                  </a:moveTo>
                  <a:cubicBezTo>
                    <a:pt x="1333" y="0"/>
                    <a:pt x="1081" y="37"/>
                    <a:pt x="801" y="101"/>
                  </a:cubicBezTo>
                  <a:cubicBezTo>
                    <a:pt x="367" y="202"/>
                    <a:pt x="0" y="335"/>
                    <a:pt x="34" y="402"/>
                  </a:cubicBezTo>
                  <a:cubicBezTo>
                    <a:pt x="45" y="425"/>
                    <a:pt x="99" y="436"/>
                    <a:pt x="183" y="436"/>
                  </a:cubicBezTo>
                  <a:cubicBezTo>
                    <a:pt x="335" y="436"/>
                    <a:pt x="588" y="400"/>
                    <a:pt x="868" y="335"/>
                  </a:cubicBezTo>
                  <a:cubicBezTo>
                    <a:pt x="1301" y="202"/>
                    <a:pt x="1635" y="101"/>
                    <a:pt x="1635" y="35"/>
                  </a:cubicBezTo>
                  <a:cubicBezTo>
                    <a:pt x="1623" y="11"/>
                    <a:pt x="1569" y="0"/>
                    <a:pt x="1486"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4"/>
            <p:cNvSpPr/>
            <p:nvPr/>
          </p:nvSpPr>
          <p:spPr>
            <a:xfrm>
              <a:off x="11494600" y="2010650"/>
              <a:ext cx="47575" cy="9825"/>
            </a:xfrm>
            <a:custGeom>
              <a:avLst/>
              <a:gdLst/>
              <a:ahLst/>
              <a:cxnLst/>
              <a:rect l="l" t="t" r="r" b="b"/>
              <a:pathLst>
                <a:path w="1903" h="393" extrusionOk="0">
                  <a:moveTo>
                    <a:pt x="1652" y="0"/>
                  </a:moveTo>
                  <a:cubicBezTo>
                    <a:pt x="1404" y="0"/>
                    <a:pt x="1160" y="38"/>
                    <a:pt x="935" y="113"/>
                  </a:cubicBezTo>
                  <a:cubicBezTo>
                    <a:pt x="601" y="113"/>
                    <a:pt x="301" y="213"/>
                    <a:pt x="1" y="346"/>
                  </a:cubicBezTo>
                  <a:cubicBezTo>
                    <a:pt x="151" y="376"/>
                    <a:pt x="301" y="393"/>
                    <a:pt x="447" y="393"/>
                  </a:cubicBezTo>
                  <a:cubicBezTo>
                    <a:pt x="627" y="393"/>
                    <a:pt x="803" y="368"/>
                    <a:pt x="968" y="313"/>
                  </a:cubicBezTo>
                  <a:cubicBezTo>
                    <a:pt x="1302" y="280"/>
                    <a:pt x="1635" y="180"/>
                    <a:pt x="1902" y="13"/>
                  </a:cubicBezTo>
                  <a:cubicBezTo>
                    <a:pt x="1819" y="5"/>
                    <a:pt x="1735" y="0"/>
                    <a:pt x="1652"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4"/>
            <p:cNvSpPr/>
            <p:nvPr/>
          </p:nvSpPr>
          <p:spPr>
            <a:xfrm>
              <a:off x="11503775" y="2052250"/>
              <a:ext cx="25875" cy="7525"/>
            </a:xfrm>
            <a:custGeom>
              <a:avLst/>
              <a:gdLst/>
              <a:ahLst/>
              <a:cxnLst/>
              <a:rect l="l" t="t" r="r" b="b"/>
              <a:pathLst>
                <a:path w="1035" h="301" extrusionOk="0">
                  <a:moveTo>
                    <a:pt x="868" y="0"/>
                  </a:moveTo>
                  <a:cubicBezTo>
                    <a:pt x="768" y="0"/>
                    <a:pt x="634" y="17"/>
                    <a:pt x="501" y="50"/>
                  </a:cubicBezTo>
                  <a:cubicBezTo>
                    <a:pt x="201" y="117"/>
                    <a:pt x="1" y="217"/>
                    <a:pt x="1" y="250"/>
                  </a:cubicBezTo>
                  <a:cubicBezTo>
                    <a:pt x="1" y="284"/>
                    <a:pt x="67" y="300"/>
                    <a:pt x="167" y="300"/>
                  </a:cubicBezTo>
                  <a:cubicBezTo>
                    <a:pt x="267" y="300"/>
                    <a:pt x="401" y="284"/>
                    <a:pt x="534" y="250"/>
                  </a:cubicBezTo>
                  <a:cubicBezTo>
                    <a:pt x="835" y="217"/>
                    <a:pt x="1035" y="117"/>
                    <a:pt x="1035" y="50"/>
                  </a:cubicBezTo>
                  <a:cubicBezTo>
                    <a:pt x="1035" y="17"/>
                    <a:pt x="968" y="0"/>
                    <a:pt x="868" y="0"/>
                  </a:cubicBezTo>
                  <a:close/>
                </a:path>
              </a:pathLst>
            </a:custGeom>
            <a:solidFill>
              <a:srgbClr val="AA6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4"/>
            <p:cNvSpPr/>
            <p:nvPr/>
          </p:nvSpPr>
          <p:spPr>
            <a:xfrm>
              <a:off x="12479475" y="2380400"/>
              <a:ext cx="52550" cy="90100"/>
            </a:xfrm>
            <a:custGeom>
              <a:avLst/>
              <a:gdLst/>
              <a:ahLst/>
              <a:cxnLst/>
              <a:rect l="l" t="t" r="r" b="b"/>
              <a:pathLst>
                <a:path w="2102" h="3604" extrusionOk="0">
                  <a:moveTo>
                    <a:pt x="67" y="0"/>
                  </a:moveTo>
                  <a:cubicBezTo>
                    <a:pt x="0" y="34"/>
                    <a:pt x="501" y="801"/>
                    <a:pt x="1101" y="1801"/>
                  </a:cubicBezTo>
                  <a:cubicBezTo>
                    <a:pt x="1658" y="2751"/>
                    <a:pt x="2021" y="3604"/>
                    <a:pt x="2098" y="3604"/>
                  </a:cubicBezTo>
                  <a:cubicBezTo>
                    <a:pt x="2099" y="3604"/>
                    <a:pt x="2101" y="3603"/>
                    <a:pt x="2102" y="3603"/>
                  </a:cubicBezTo>
                  <a:cubicBezTo>
                    <a:pt x="1702" y="2268"/>
                    <a:pt x="1001" y="1034"/>
                    <a:pt x="67"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3" name="Google Shape;3703;p64"/>
          <p:cNvGrpSpPr/>
          <p:nvPr/>
        </p:nvGrpSpPr>
        <p:grpSpPr>
          <a:xfrm rot="-4150107">
            <a:off x="2941233" y="1322507"/>
            <a:ext cx="2035125" cy="1673988"/>
            <a:chOff x="10185100" y="-107800"/>
            <a:chExt cx="3265950" cy="2686400"/>
          </a:xfrm>
        </p:grpSpPr>
        <p:sp>
          <p:nvSpPr>
            <p:cNvPr id="3704" name="Google Shape;3704;p64"/>
            <p:cNvSpPr/>
            <p:nvPr/>
          </p:nvSpPr>
          <p:spPr>
            <a:xfrm>
              <a:off x="13413300" y="1881625"/>
              <a:ext cx="6825" cy="28700"/>
            </a:xfrm>
            <a:custGeom>
              <a:avLst/>
              <a:gdLst/>
              <a:ahLst/>
              <a:cxnLst/>
              <a:rect l="l" t="t" r="r" b="b"/>
              <a:pathLst>
                <a:path w="273" h="1148" extrusionOk="0">
                  <a:moveTo>
                    <a:pt x="1" y="0"/>
                  </a:moveTo>
                  <a:lnTo>
                    <a:pt x="272" y="1147"/>
                  </a:lnTo>
                  <a:lnTo>
                    <a:pt x="272" y="1147"/>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4"/>
            <p:cNvSpPr/>
            <p:nvPr/>
          </p:nvSpPr>
          <p:spPr>
            <a:xfrm>
              <a:off x="13440300" y="1885400"/>
              <a:ext cx="10750" cy="9075"/>
            </a:xfrm>
            <a:custGeom>
              <a:avLst/>
              <a:gdLst/>
              <a:ahLst/>
              <a:cxnLst/>
              <a:rect l="l" t="t" r="r" b="b"/>
              <a:pathLst>
                <a:path w="430" h="363" extrusionOk="0">
                  <a:moveTo>
                    <a:pt x="430" y="0"/>
                  </a:moveTo>
                  <a:cubicBezTo>
                    <a:pt x="429" y="0"/>
                    <a:pt x="309" y="121"/>
                    <a:pt x="188" y="242"/>
                  </a:cubicBezTo>
                  <a:cubicBezTo>
                    <a:pt x="75" y="242"/>
                    <a:pt x="68" y="242"/>
                    <a:pt x="67" y="342"/>
                  </a:cubicBezTo>
                  <a:lnTo>
                    <a:pt x="67" y="342"/>
                  </a:lnTo>
                  <a:cubicBezTo>
                    <a:pt x="116" y="326"/>
                    <a:pt x="200" y="296"/>
                    <a:pt x="309" y="242"/>
                  </a:cubicBezTo>
                  <a:cubicBezTo>
                    <a:pt x="430" y="242"/>
                    <a:pt x="430" y="121"/>
                    <a:pt x="430" y="0"/>
                  </a:cubicBezTo>
                  <a:close/>
                  <a:moveTo>
                    <a:pt x="67" y="342"/>
                  </a:moveTo>
                  <a:lnTo>
                    <a:pt x="67" y="342"/>
                  </a:lnTo>
                  <a:cubicBezTo>
                    <a:pt x="8" y="362"/>
                    <a:pt x="1" y="362"/>
                    <a:pt x="67" y="362"/>
                  </a:cubicBezTo>
                  <a:cubicBezTo>
                    <a:pt x="67" y="355"/>
                    <a:pt x="67" y="349"/>
                    <a:pt x="67" y="342"/>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4"/>
            <p:cNvSpPr/>
            <p:nvPr/>
          </p:nvSpPr>
          <p:spPr>
            <a:xfrm>
              <a:off x="13426125" y="1897475"/>
              <a:ext cx="6075" cy="3025"/>
            </a:xfrm>
            <a:custGeom>
              <a:avLst/>
              <a:gdLst/>
              <a:ahLst/>
              <a:cxnLst/>
              <a:rect l="l" t="t" r="r" b="b"/>
              <a:pathLst>
                <a:path w="243" h="121" extrusionOk="0">
                  <a:moveTo>
                    <a:pt x="121" y="0"/>
                  </a:moveTo>
                  <a:lnTo>
                    <a:pt x="1" y="121"/>
                  </a:lnTo>
                  <a:lnTo>
                    <a:pt x="121" y="121"/>
                  </a:lnTo>
                  <a:cubicBezTo>
                    <a:pt x="242" y="121"/>
                    <a:pt x="242" y="0"/>
                    <a:pt x="2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4"/>
            <p:cNvSpPr/>
            <p:nvPr/>
          </p:nvSpPr>
          <p:spPr>
            <a:xfrm>
              <a:off x="10185100" y="431950"/>
              <a:ext cx="217300" cy="349750"/>
            </a:xfrm>
            <a:custGeom>
              <a:avLst/>
              <a:gdLst/>
              <a:ahLst/>
              <a:cxnLst/>
              <a:rect l="l" t="t" r="r" b="b"/>
              <a:pathLst>
                <a:path w="8692" h="13990" extrusionOk="0">
                  <a:moveTo>
                    <a:pt x="416" y="0"/>
                  </a:moveTo>
                  <a:cubicBezTo>
                    <a:pt x="333" y="0"/>
                    <a:pt x="273" y="89"/>
                    <a:pt x="242" y="289"/>
                  </a:cubicBezTo>
                  <a:cubicBezTo>
                    <a:pt x="1" y="1918"/>
                    <a:pt x="1630" y="11213"/>
                    <a:pt x="2143" y="13476"/>
                  </a:cubicBezTo>
                  <a:lnTo>
                    <a:pt x="2264" y="13989"/>
                  </a:lnTo>
                  <a:lnTo>
                    <a:pt x="8692" y="13114"/>
                  </a:lnTo>
                  <a:lnTo>
                    <a:pt x="7545" y="4815"/>
                  </a:lnTo>
                  <a:lnTo>
                    <a:pt x="3019" y="5328"/>
                  </a:lnTo>
                  <a:cubicBezTo>
                    <a:pt x="3019" y="5328"/>
                    <a:pt x="1053" y="0"/>
                    <a:pt x="416"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4"/>
            <p:cNvSpPr/>
            <p:nvPr/>
          </p:nvSpPr>
          <p:spPr>
            <a:xfrm>
              <a:off x="10232625" y="706225"/>
              <a:ext cx="68700" cy="75475"/>
            </a:xfrm>
            <a:custGeom>
              <a:avLst/>
              <a:gdLst/>
              <a:ahLst/>
              <a:cxnLst/>
              <a:rect l="l" t="t" r="r" b="b"/>
              <a:pathLst>
                <a:path w="2748" h="3019" extrusionOk="0">
                  <a:moveTo>
                    <a:pt x="1" y="0"/>
                  </a:moveTo>
                  <a:lnTo>
                    <a:pt x="481" y="3000"/>
                  </a:lnTo>
                  <a:lnTo>
                    <a:pt x="481" y="3000"/>
                  </a:lnTo>
                  <a:lnTo>
                    <a:pt x="2747" y="2656"/>
                  </a:lnTo>
                  <a:cubicBezTo>
                    <a:pt x="2626" y="2022"/>
                    <a:pt x="2385" y="1268"/>
                    <a:pt x="1872" y="876"/>
                  </a:cubicBezTo>
                  <a:cubicBezTo>
                    <a:pt x="1359" y="393"/>
                    <a:pt x="755" y="121"/>
                    <a:pt x="1" y="0"/>
                  </a:cubicBezTo>
                  <a:close/>
                  <a:moveTo>
                    <a:pt x="481" y="3000"/>
                  </a:moveTo>
                  <a:lnTo>
                    <a:pt x="363" y="3018"/>
                  </a:lnTo>
                  <a:lnTo>
                    <a:pt x="484" y="3018"/>
                  </a:lnTo>
                  <a:lnTo>
                    <a:pt x="481" y="3000"/>
                  </a:ln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4"/>
            <p:cNvSpPr/>
            <p:nvPr/>
          </p:nvSpPr>
          <p:spPr>
            <a:xfrm>
              <a:off x="10191150" y="433125"/>
              <a:ext cx="3800" cy="6050"/>
            </a:xfrm>
            <a:custGeom>
              <a:avLst/>
              <a:gdLst/>
              <a:ahLst/>
              <a:cxnLst/>
              <a:rect l="l" t="t" r="r" b="b"/>
              <a:pathLst>
                <a:path w="152" h="242" extrusionOk="0">
                  <a:moveTo>
                    <a:pt x="0" y="0"/>
                  </a:moveTo>
                  <a:lnTo>
                    <a:pt x="0" y="242"/>
                  </a:lnTo>
                  <a:cubicBezTo>
                    <a:pt x="0" y="121"/>
                    <a:pt x="0" y="0"/>
                    <a:pt x="151" y="0"/>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4"/>
            <p:cNvSpPr/>
            <p:nvPr/>
          </p:nvSpPr>
          <p:spPr>
            <a:xfrm>
              <a:off x="10238675" y="765825"/>
              <a:ext cx="3050" cy="15875"/>
            </a:xfrm>
            <a:custGeom>
              <a:avLst/>
              <a:gdLst/>
              <a:ahLst/>
              <a:cxnLst/>
              <a:rect l="l" t="t" r="r" b="b"/>
              <a:pathLst>
                <a:path w="122" h="635" extrusionOk="0">
                  <a:moveTo>
                    <a:pt x="0" y="0"/>
                  </a:moveTo>
                  <a:lnTo>
                    <a:pt x="0" y="121"/>
                  </a:lnTo>
                  <a:lnTo>
                    <a:pt x="1" y="123"/>
                  </a:lnTo>
                  <a:lnTo>
                    <a:pt x="1" y="123"/>
                  </a:lnTo>
                  <a:cubicBezTo>
                    <a:pt x="0" y="83"/>
                    <a:pt x="0" y="42"/>
                    <a:pt x="0" y="0"/>
                  </a:cubicBezTo>
                  <a:close/>
                  <a:moveTo>
                    <a:pt x="1" y="123"/>
                  </a:moveTo>
                  <a:cubicBezTo>
                    <a:pt x="3" y="343"/>
                    <a:pt x="19" y="532"/>
                    <a:pt x="121" y="634"/>
                  </a:cubicBezTo>
                  <a:lnTo>
                    <a:pt x="1" y="123"/>
                  </a:ln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4"/>
            <p:cNvSpPr/>
            <p:nvPr/>
          </p:nvSpPr>
          <p:spPr>
            <a:xfrm>
              <a:off x="10228875" y="725100"/>
              <a:ext cx="9825" cy="40750"/>
            </a:xfrm>
            <a:custGeom>
              <a:avLst/>
              <a:gdLst/>
              <a:ahLst/>
              <a:cxnLst/>
              <a:rect l="l" t="t" r="r" b="b"/>
              <a:pathLst>
                <a:path w="393" h="1630" extrusionOk="0">
                  <a:moveTo>
                    <a:pt x="0" y="0"/>
                  </a:moveTo>
                  <a:lnTo>
                    <a:pt x="0" y="0"/>
                  </a:lnTo>
                  <a:cubicBezTo>
                    <a:pt x="151" y="634"/>
                    <a:pt x="272" y="1267"/>
                    <a:pt x="392" y="1629"/>
                  </a:cubicBezTo>
                  <a:cubicBezTo>
                    <a:pt x="272" y="1147"/>
                    <a:pt x="151" y="634"/>
                    <a:pt x="0" y="0"/>
                  </a:cubicBezTo>
                  <a:close/>
                </a:path>
              </a:pathLst>
            </a:custGeom>
            <a:solidFill>
              <a:srgbClr val="8D8D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4"/>
            <p:cNvSpPr/>
            <p:nvPr/>
          </p:nvSpPr>
          <p:spPr>
            <a:xfrm>
              <a:off x="10206975" y="587025"/>
              <a:ext cx="21925" cy="138075"/>
            </a:xfrm>
            <a:custGeom>
              <a:avLst/>
              <a:gdLst/>
              <a:ahLst/>
              <a:cxnLst/>
              <a:rect l="l" t="t" r="r" b="b"/>
              <a:pathLst>
                <a:path w="877" h="5523" extrusionOk="0">
                  <a:moveTo>
                    <a:pt x="1" y="0"/>
                  </a:moveTo>
                  <a:cubicBezTo>
                    <a:pt x="46" y="329"/>
                    <a:pt x="93" y="658"/>
                    <a:pt x="142" y="986"/>
                  </a:cubicBezTo>
                  <a:lnTo>
                    <a:pt x="142" y="986"/>
                  </a:lnTo>
                  <a:cubicBezTo>
                    <a:pt x="95" y="657"/>
                    <a:pt x="49" y="328"/>
                    <a:pt x="1" y="0"/>
                  </a:cubicBezTo>
                  <a:close/>
                  <a:moveTo>
                    <a:pt x="142" y="986"/>
                  </a:moveTo>
                  <a:cubicBezTo>
                    <a:pt x="361" y="2533"/>
                    <a:pt x="577" y="4079"/>
                    <a:pt x="876" y="5523"/>
                  </a:cubicBezTo>
                  <a:cubicBezTo>
                    <a:pt x="675" y="4263"/>
                    <a:pt x="389" y="2645"/>
                    <a:pt x="142" y="986"/>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4"/>
            <p:cNvSpPr/>
            <p:nvPr/>
          </p:nvSpPr>
          <p:spPr>
            <a:xfrm>
              <a:off x="10191150" y="433125"/>
              <a:ext cx="50575" cy="348575"/>
            </a:xfrm>
            <a:custGeom>
              <a:avLst/>
              <a:gdLst/>
              <a:ahLst/>
              <a:cxnLst/>
              <a:rect l="l" t="t" r="r" b="b"/>
              <a:pathLst>
                <a:path w="2023" h="13943" extrusionOk="0">
                  <a:moveTo>
                    <a:pt x="151" y="0"/>
                  </a:moveTo>
                  <a:cubicBezTo>
                    <a:pt x="0" y="0"/>
                    <a:pt x="0" y="121"/>
                    <a:pt x="0" y="242"/>
                  </a:cubicBezTo>
                  <a:lnTo>
                    <a:pt x="0" y="483"/>
                  </a:lnTo>
                  <a:cubicBezTo>
                    <a:pt x="0" y="1509"/>
                    <a:pt x="272" y="3772"/>
                    <a:pt x="634" y="6156"/>
                  </a:cubicBezTo>
                  <a:cubicBezTo>
                    <a:pt x="906" y="8148"/>
                    <a:pt x="1268" y="10170"/>
                    <a:pt x="1509" y="11679"/>
                  </a:cubicBezTo>
                  <a:cubicBezTo>
                    <a:pt x="1660" y="12313"/>
                    <a:pt x="1781" y="12946"/>
                    <a:pt x="1901" y="13308"/>
                  </a:cubicBezTo>
                  <a:lnTo>
                    <a:pt x="1901" y="13429"/>
                  </a:lnTo>
                  <a:lnTo>
                    <a:pt x="2022" y="13942"/>
                  </a:lnTo>
                  <a:lnTo>
                    <a:pt x="1660" y="10924"/>
                  </a:lnTo>
                  <a:lnTo>
                    <a:pt x="513" y="2867"/>
                  </a:lnTo>
                  <a:cubicBezTo>
                    <a:pt x="513" y="2867"/>
                    <a:pt x="1509" y="2505"/>
                    <a:pt x="1388" y="1992"/>
                  </a:cubicBezTo>
                  <a:cubicBezTo>
                    <a:pt x="1388" y="1992"/>
                    <a:pt x="634" y="362"/>
                    <a:pt x="272"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4"/>
            <p:cNvSpPr/>
            <p:nvPr/>
          </p:nvSpPr>
          <p:spPr>
            <a:xfrm>
              <a:off x="10232625" y="706225"/>
              <a:ext cx="12100" cy="75475"/>
            </a:xfrm>
            <a:custGeom>
              <a:avLst/>
              <a:gdLst/>
              <a:ahLst/>
              <a:cxnLst/>
              <a:rect l="l" t="t" r="r" b="b"/>
              <a:pathLst>
                <a:path w="484" h="3019" extrusionOk="0">
                  <a:moveTo>
                    <a:pt x="1" y="0"/>
                  </a:moveTo>
                  <a:lnTo>
                    <a:pt x="363" y="3018"/>
                  </a:lnTo>
                  <a:lnTo>
                    <a:pt x="484" y="3018"/>
                  </a:lnTo>
                  <a:lnTo>
                    <a:pt x="1" y="0"/>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4"/>
            <p:cNvSpPr/>
            <p:nvPr/>
          </p:nvSpPr>
          <p:spPr>
            <a:xfrm>
              <a:off x="10194925" y="436150"/>
              <a:ext cx="49800" cy="345550"/>
            </a:xfrm>
            <a:custGeom>
              <a:avLst/>
              <a:gdLst/>
              <a:ahLst/>
              <a:cxnLst/>
              <a:rect l="l" t="t" r="r" b="b"/>
              <a:pathLst>
                <a:path w="1992" h="13822" extrusionOk="0">
                  <a:moveTo>
                    <a:pt x="0" y="0"/>
                  </a:moveTo>
                  <a:lnTo>
                    <a:pt x="0" y="362"/>
                  </a:lnTo>
                  <a:cubicBezTo>
                    <a:pt x="121" y="875"/>
                    <a:pt x="121" y="1388"/>
                    <a:pt x="242" y="1871"/>
                  </a:cubicBezTo>
                  <a:cubicBezTo>
                    <a:pt x="121" y="1388"/>
                    <a:pt x="121" y="875"/>
                    <a:pt x="121" y="362"/>
                  </a:cubicBezTo>
                  <a:cubicBezTo>
                    <a:pt x="0" y="241"/>
                    <a:pt x="0" y="121"/>
                    <a:pt x="0" y="0"/>
                  </a:cubicBezTo>
                  <a:close/>
                  <a:moveTo>
                    <a:pt x="242" y="1872"/>
                  </a:moveTo>
                  <a:cubicBezTo>
                    <a:pt x="362" y="3260"/>
                    <a:pt x="483" y="5010"/>
                    <a:pt x="875" y="6911"/>
                  </a:cubicBezTo>
                  <a:cubicBezTo>
                    <a:pt x="604" y="4889"/>
                    <a:pt x="362" y="3260"/>
                    <a:pt x="242" y="1872"/>
                  </a:cubicBezTo>
                  <a:close/>
                  <a:moveTo>
                    <a:pt x="875" y="6911"/>
                  </a:moveTo>
                  <a:cubicBezTo>
                    <a:pt x="903" y="7145"/>
                    <a:pt x="933" y="7374"/>
                    <a:pt x="965" y="7598"/>
                  </a:cubicBezTo>
                  <a:lnTo>
                    <a:pt x="965" y="7598"/>
                  </a:lnTo>
                  <a:cubicBezTo>
                    <a:pt x="935" y="7371"/>
                    <a:pt x="905" y="7142"/>
                    <a:pt x="875" y="6911"/>
                  </a:cubicBezTo>
                  <a:close/>
                  <a:moveTo>
                    <a:pt x="965" y="7598"/>
                  </a:moveTo>
                  <a:cubicBezTo>
                    <a:pt x="1177" y="9213"/>
                    <a:pt x="1392" y="10715"/>
                    <a:pt x="1630" y="11799"/>
                  </a:cubicBezTo>
                  <a:cubicBezTo>
                    <a:pt x="1523" y="10706"/>
                    <a:pt x="1204" y="9305"/>
                    <a:pt x="965" y="7598"/>
                  </a:cubicBezTo>
                  <a:close/>
                  <a:moveTo>
                    <a:pt x="1871" y="13308"/>
                  </a:moveTo>
                  <a:cubicBezTo>
                    <a:pt x="1871" y="13580"/>
                    <a:pt x="1992" y="13700"/>
                    <a:pt x="1992" y="13821"/>
                  </a:cubicBezTo>
                  <a:cubicBezTo>
                    <a:pt x="1992" y="13700"/>
                    <a:pt x="1992" y="13580"/>
                    <a:pt x="1871" y="13308"/>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4"/>
            <p:cNvSpPr/>
            <p:nvPr/>
          </p:nvSpPr>
          <p:spPr>
            <a:xfrm>
              <a:off x="10200950" y="482900"/>
              <a:ext cx="27950" cy="21925"/>
            </a:xfrm>
            <a:custGeom>
              <a:avLst/>
              <a:gdLst/>
              <a:ahLst/>
              <a:cxnLst/>
              <a:rect l="l" t="t" r="r" b="b"/>
              <a:pathLst>
                <a:path w="1118" h="877" extrusionOk="0">
                  <a:moveTo>
                    <a:pt x="1117" y="1"/>
                  </a:moveTo>
                  <a:cubicBezTo>
                    <a:pt x="996" y="122"/>
                    <a:pt x="876" y="393"/>
                    <a:pt x="634" y="514"/>
                  </a:cubicBezTo>
                  <a:cubicBezTo>
                    <a:pt x="363" y="755"/>
                    <a:pt x="242" y="876"/>
                    <a:pt x="1" y="876"/>
                  </a:cubicBezTo>
                  <a:cubicBezTo>
                    <a:pt x="242" y="876"/>
                    <a:pt x="514" y="755"/>
                    <a:pt x="755" y="635"/>
                  </a:cubicBezTo>
                  <a:cubicBezTo>
                    <a:pt x="876" y="514"/>
                    <a:pt x="1117" y="273"/>
                    <a:pt x="111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4"/>
            <p:cNvSpPr/>
            <p:nvPr/>
          </p:nvSpPr>
          <p:spPr>
            <a:xfrm>
              <a:off x="10238675" y="549300"/>
              <a:ext cx="15875" cy="13675"/>
            </a:xfrm>
            <a:custGeom>
              <a:avLst/>
              <a:gdLst/>
              <a:ahLst/>
              <a:cxnLst/>
              <a:rect l="l" t="t" r="r" b="b"/>
              <a:pathLst>
                <a:path w="635" h="547" extrusionOk="0">
                  <a:moveTo>
                    <a:pt x="634" y="1"/>
                  </a:moveTo>
                  <a:lnTo>
                    <a:pt x="363" y="242"/>
                  </a:lnTo>
                  <a:cubicBezTo>
                    <a:pt x="121" y="363"/>
                    <a:pt x="0" y="483"/>
                    <a:pt x="0" y="483"/>
                  </a:cubicBezTo>
                  <a:cubicBezTo>
                    <a:pt x="0" y="529"/>
                    <a:pt x="22" y="547"/>
                    <a:pt x="56" y="547"/>
                  </a:cubicBezTo>
                  <a:cubicBezTo>
                    <a:pt x="134" y="547"/>
                    <a:pt x="278" y="447"/>
                    <a:pt x="363" y="363"/>
                  </a:cubicBezTo>
                  <a:cubicBezTo>
                    <a:pt x="513" y="121"/>
                    <a:pt x="634" y="1"/>
                    <a:pt x="634"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4"/>
            <p:cNvSpPr/>
            <p:nvPr/>
          </p:nvSpPr>
          <p:spPr>
            <a:xfrm>
              <a:off x="10251500" y="565150"/>
              <a:ext cx="9075" cy="12100"/>
            </a:xfrm>
            <a:custGeom>
              <a:avLst/>
              <a:gdLst/>
              <a:ahLst/>
              <a:cxnLst/>
              <a:rect l="l" t="t" r="r" b="b"/>
              <a:pathLst>
                <a:path w="363" h="484" extrusionOk="0">
                  <a:moveTo>
                    <a:pt x="363" y="0"/>
                  </a:moveTo>
                  <a:cubicBezTo>
                    <a:pt x="362" y="0"/>
                    <a:pt x="242" y="0"/>
                    <a:pt x="121" y="242"/>
                  </a:cubicBezTo>
                  <a:cubicBezTo>
                    <a:pt x="0" y="362"/>
                    <a:pt x="0" y="483"/>
                    <a:pt x="0" y="483"/>
                  </a:cubicBezTo>
                  <a:cubicBezTo>
                    <a:pt x="0" y="483"/>
                    <a:pt x="121" y="362"/>
                    <a:pt x="242" y="242"/>
                  </a:cubicBezTo>
                  <a:cubicBezTo>
                    <a:pt x="363" y="121"/>
                    <a:pt x="363" y="0"/>
                    <a:pt x="36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4"/>
            <p:cNvSpPr/>
            <p:nvPr/>
          </p:nvSpPr>
          <p:spPr>
            <a:xfrm>
              <a:off x="10266575" y="565150"/>
              <a:ext cx="6825" cy="21900"/>
            </a:xfrm>
            <a:custGeom>
              <a:avLst/>
              <a:gdLst/>
              <a:ahLst/>
              <a:cxnLst/>
              <a:rect l="l" t="t" r="r" b="b"/>
              <a:pathLst>
                <a:path w="273" h="876" extrusionOk="0">
                  <a:moveTo>
                    <a:pt x="152" y="0"/>
                  </a:moveTo>
                  <a:cubicBezTo>
                    <a:pt x="1" y="121"/>
                    <a:pt x="1" y="242"/>
                    <a:pt x="152" y="483"/>
                  </a:cubicBezTo>
                  <a:cubicBezTo>
                    <a:pt x="152" y="604"/>
                    <a:pt x="152" y="755"/>
                    <a:pt x="273" y="875"/>
                  </a:cubicBezTo>
                  <a:lnTo>
                    <a:pt x="273" y="362"/>
                  </a:lnTo>
                  <a:cubicBezTo>
                    <a:pt x="152" y="242"/>
                    <a:pt x="152" y="0"/>
                    <a:pt x="15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4"/>
            <p:cNvSpPr/>
            <p:nvPr/>
          </p:nvSpPr>
          <p:spPr>
            <a:xfrm>
              <a:off x="10279400" y="565150"/>
              <a:ext cx="6075" cy="21900"/>
            </a:xfrm>
            <a:custGeom>
              <a:avLst/>
              <a:gdLst/>
              <a:ahLst/>
              <a:cxnLst/>
              <a:rect l="l" t="t" r="r" b="b"/>
              <a:pathLst>
                <a:path w="243" h="876" extrusionOk="0">
                  <a:moveTo>
                    <a:pt x="1" y="0"/>
                  </a:moveTo>
                  <a:lnTo>
                    <a:pt x="1" y="483"/>
                  </a:lnTo>
                  <a:cubicBezTo>
                    <a:pt x="122" y="604"/>
                    <a:pt x="122" y="755"/>
                    <a:pt x="242" y="875"/>
                  </a:cubicBezTo>
                  <a:cubicBezTo>
                    <a:pt x="242" y="755"/>
                    <a:pt x="242" y="604"/>
                    <a:pt x="122" y="483"/>
                  </a:cubicBezTo>
                  <a:cubicBezTo>
                    <a:pt x="122" y="242"/>
                    <a:pt x="122" y="121"/>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4"/>
            <p:cNvSpPr/>
            <p:nvPr/>
          </p:nvSpPr>
          <p:spPr>
            <a:xfrm>
              <a:off x="10254525" y="511575"/>
              <a:ext cx="18875" cy="40775"/>
            </a:xfrm>
            <a:custGeom>
              <a:avLst/>
              <a:gdLst/>
              <a:ahLst/>
              <a:cxnLst/>
              <a:rect l="l" t="t" r="r" b="b"/>
              <a:pathLst>
                <a:path w="755" h="1631" extrusionOk="0">
                  <a:moveTo>
                    <a:pt x="242" y="1"/>
                  </a:moveTo>
                  <a:cubicBezTo>
                    <a:pt x="242" y="121"/>
                    <a:pt x="121" y="121"/>
                    <a:pt x="121" y="242"/>
                  </a:cubicBezTo>
                  <a:lnTo>
                    <a:pt x="121" y="484"/>
                  </a:lnTo>
                  <a:cubicBezTo>
                    <a:pt x="0" y="755"/>
                    <a:pt x="0" y="997"/>
                    <a:pt x="0" y="1117"/>
                  </a:cubicBezTo>
                  <a:cubicBezTo>
                    <a:pt x="0" y="1340"/>
                    <a:pt x="0" y="1461"/>
                    <a:pt x="66" y="1564"/>
                  </a:cubicBezTo>
                  <a:lnTo>
                    <a:pt x="66" y="1564"/>
                  </a:lnTo>
                  <a:cubicBezTo>
                    <a:pt x="44" y="1586"/>
                    <a:pt x="22" y="1608"/>
                    <a:pt x="0" y="1630"/>
                  </a:cubicBezTo>
                  <a:lnTo>
                    <a:pt x="121" y="1630"/>
                  </a:lnTo>
                  <a:cubicBezTo>
                    <a:pt x="242" y="1510"/>
                    <a:pt x="362" y="1510"/>
                    <a:pt x="362" y="1389"/>
                  </a:cubicBezTo>
                  <a:cubicBezTo>
                    <a:pt x="755" y="997"/>
                    <a:pt x="755" y="484"/>
                    <a:pt x="483" y="121"/>
                  </a:cubicBezTo>
                  <a:lnTo>
                    <a:pt x="483" y="121"/>
                  </a:lnTo>
                  <a:cubicBezTo>
                    <a:pt x="634" y="363"/>
                    <a:pt x="634" y="634"/>
                    <a:pt x="634" y="755"/>
                  </a:cubicBezTo>
                  <a:cubicBezTo>
                    <a:pt x="483" y="997"/>
                    <a:pt x="483" y="1117"/>
                    <a:pt x="362" y="1238"/>
                  </a:cubicBezTo>
                  <a:cubicBezTo>
                    <a:pt x="282" y="1339"/>
                    <a:pt x="201" y="1426"/>
                    <a:pt x="121" y="1508"/>
                  </a:cubicBezTo>
                  <a:lnTo>
                    <a:pt x="121" y="1508"/>
                  </a:lnTo>
                  <a:lnTo>
                    <a:pt x="121" y="1117"/>
                  </a:lnTo>
                  <a:lnTo>
                    <a:pt x="121" y="634"/>
                  </a:lnTo>
                  <a:cubicBezTo>
                    <a:pt x="121" y="484"/>
                    <a:pt x="242" y="363"/>
                    <a:pt x="242" y="242"/>
                  </a:cubicBezTo>
                  <a:cubicBezTo>
                    <a:pt x="242" y="121"/>
                    <a:pt x="362" y="121"/>
                    <a:pt x="483" y="121"/>
                  </a:cubicBezTo>
                  <a:cubicBezTo>
                    <a:pt x="483" y="1"/>
                    <a:pt x="362" y="1"/>
                    <a:pt x="24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4"/>
            <p:cNvSpPr/>
            <p:nvPr/>
          </p:nvSpPr>
          <p:spPr>
            <a:xfrm>
              <a:off x="10254525" y="546275"/>
              <a:ext cx="27925" cy="18900"/>
            </a:xfrm>
            <a:custGeom>
              <a:avLst/>
              <a:gdLst/>
              <a:ahLst/>
              <a:cxnLst/>
              <a:rect l="l" t="t" r="r" b="b"/>
              <a:pathLst>
                <a:path w="1117" h="756" extrusionOk="0">
                  <a:moveTo>
                    <a:pt x="0" y="242"/>
                  </a:moveTo>
                  <a:cubicBezTo>
                    <a:pt x="0" y="242"/>
                    <a:pt x="15" y="242"/>
                    <a:pt x="44" y="247"/>
                  </a:cubicBezTo>
                  <a:lnTo>
                    <a:pt x="44" y="247"/>
                  </a:lnTo>
                  <a:cubicBezTo>
                    <a:pt x="29" y="244"/>
                    <a:pt x="15" y="242"/>
                    <a:pt x="0" y="242"/>
                  </a:cubicBezTo>
                  <a:close/>
                  <a:moveTo>
                    <a:pt x="362" y="1"/>
                  </a:moveTo>
                  <a:cubicBezTo>
                    <a:pt x="242" y="1"/>
                    <a:pt x="121" y="122"/>
                    <a:pt x="0" y="122"/>
                  </a:cubicBezTo>
                  <a:lnTo>
                    <a:pt x="362" y="122"/>
                  </a:lnTo>
                  <a:cubicBezTo>
                    <a:pt x="483" y="122"/>
                    <a:pt x="634" y="122"/>
                    <a:pt x="755" y="242"/>
                  </a:cubicBezTo>
                  <a:cubicBezTo>
                    <a:pt x="875" y="242"/>
                    <a:pt x="996" y="363"/>
                    <a:pt x="996" y="484"/>
                  </a:cubicBezTo>
                  <a:cubicBezTo>
                    <a:pt x="996" y="604"/>
                    <a:pt x="875" y="604"/>
                    <a:pt x="755" y="604"/>
                  </a:cubicBezTo>
                  <a:cubicBezTo>
                    <a:pt x="634" y="484"/>
                    <a:pt x="483" y="484"/>
                    <a:pt x="362" y="363"/>
                  </a:cubicBezTo>
                  <a:cubicBezTo>
                    <a:pt x="205" y="284"/>
                    <a:pt x="99" y="257"/>
                    <a:pt x="44" y="247"/>
                  </a:cubicBezTo>
                  <a:lnTo>
                    <a:pt x="44" y="247"/>
                  </a:lnTo>
                  <a:cubicBezTo>
                    <a:pt x="150" y="271"/>
                    <a:pt x="256" y="378"/>
                    <a:pt x="362" y="484"/>
                  </a:cubicBezTo>
                  <a:cubicBezTo>
                    <a:pt x="362" y="484"/>
                    <a:pt x="483" y="604"/>
                    <a:pt x="634" y="604"/>
                  </a:cubicBezTo>
                  <a:cubicBezTo>
                    <a:pt x="755" y="755"/>
                    <a:pt x="875" y="755"/>
                    <a:pt x="875" y="755"/>
                  </a:cubicBezTo>
                  <a:cubicBezTo>
                    <a:pt x="996" y="755"/>
                    <a:pt x="1117" y="604"/>
                    <a:pt x="1117" y="484"/>
                  </a:cubicBezTo>
                  <a:cubicBezTo>
                    <a:pt x="1117" y="363"/>
                    <a:pt x="996" y="242"/>
                    <a:pt x="875" y="122"/>
                  </a:cubicBezTo>
                  <a:cubicBezTo>
                    <a:pt x="634" y="122"/>
                    <a:pt x="483" y="1"/>
                    <a:pt x="36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4"/>
            <p:cNvSpPr/>
            <p:nvPr/>
          </p:nvSpPr>
          <p:spPr>
            <a:xfrm>
              <a:off x="10232625" y="706225"/>
              <a:ext cx="68700" cy="66425"/>
            </a:xfrm>
            <a:custGeom>
              <a:avLst/>
              <a:gdLst/>
              <a:ahLst/>
              <a:cxnLst/>
              <a:rect l="l" t="t" r="r" b="b"/>
              <a:pathLst>
                <a:path w="2748" h="2657" extrusionOk="0">
                  <a:moveTo>
                    <a:pt x="1" y="0"/>
                  </a:moveTo>
                  <a:cubicBezTo>
                    <a:pt x="1" y="0"/>
                    <a:pt x="242" y="0"/>
                    <a:pt x="605" y="121"/>
                  </a:cubicBezTo>
                  <a:cubicBezTo>
                    <a:pt x="1118" y="242"/>
                    <a:pt x="1510" y="393"/>
                    <a:pt x="1872" y="755"/>
                  </a:cubicBezTo>
                  <a:cubicBezTo>
                    <a:pt x="2264" y="1147"/>
                    <a:pt x="2506" y="1509"/>
                    <a:pt x="2626" y="2022"/>
                  </a:cubicBezTo>
                  <a:cubicBezTo>
                    <a:pt x="2747" y="2384"/>
                    <a:pt x="2747" y="2656"/>
                    <a:pt x="2747" y="2656"/>
                  </a:cubicBezTo>
                  <a:lnTo>
                    <a:pt x="2747" y="2384"/>
                  </a:lnTo>
                  <a:lnTo>
                    <a:pt x="2747" y="2022"/>
                  </a:lnTo>
                  <a:cubicBezTo>
                    <a:pt x="2506" y="996"/>
                    <a:pt x="1631" y="121"/>
                    <a:pt x="60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4"/>
            <p:cNvSpPr/>
            <p:nvPr/>
          </p:nvSpPr>
          <p:spPr>
            <a:xfrm>
              <a:off x="10298275" y="737900"/>
              <a:ext cx="85275" cy="12100"/>
            </a:xfrm>
            <a:custGeom>
              <a:avLst/>
              <a:gdLst/>
              <a:ahLst/>
              <a:cxnLst/>
              <a:rect l="l" t="t" r="r" b="b"/>
              <a:pathLst>
                <a:path w="3411" h="484" extrusionOk="0">
                  <a:moveTo>
                    <a:pt x="3410" y="1"/>
                  </a:moveTo>
                  <a:cubicBezTo>
                    <a:pt x="2897" y="1"/>
                    <a:pt x="2264" y="122"/>
                    <a:pt x="1751" y="242"/>
                  </a:cubicBezTo>
                  <a:cubicBezTo>
                    <a:pt x="1147" y="242"/>
                    <a:pt x="634" y="363"/>
                    <a:pt x="0" y="484"/>
                  </a:cubicBezTo>
                  <a:cubicBezTo>
                    <a:pt x="634" y="484"/>
                    <a:pt x="1147" y="363"/>
                    <a:pt x="1751" y="363"/>
                  </a:cubicBezTo>
                  <a:cubicBezTo>
                    <a:pt x="2264" y="242"/>
                    <a:pt x="2897" y="122"/>
                    <a:pt x="34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4"/>
            <p:cNvSpPr/>
            <p:nvPr/>
          </p:nvSpPr>
          <p:spPr>
            <a:xfrm>
              <a:off x="10238675" y="617950"/>
              <a:ext cx="9075" cy="60375"/>
            </a:xfrm>
            <a:custGeom>
              <a:avLst/>
              <a:gdLst/>
              <a:ahLst/>
              <a:cxnLst/>
              <a:rect l="l" t="t" r="r" b="b"/>
              <a:pathLst>
                <a:path w="363" h="2415" extrusionOk="0">
                  <a:moveTo>
                    <a:pt x="0" y="1"/>
                  </a:moveTo>
                  <a:cubicBezTo>
                    <a:pt x="0" y="755"/>
                    <a:pt x="121" y="1660"/>
                    <a:pt x="363" y="2415"/>
                  </a:cubicBezTo>
                  <a:cubicBezTo>
                    <a:pt x="363" y="2415"/>
                    <a:pt x="242" y="1902"/>
                    <a:pt x="121" y="1147"/>
                  </a:cubicBezTo>
                  <a:cubicBezTo>
                    <a:pt x="121" y="514"/>
                    <a:pt x="0"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4"/>
            <p:cNvSpPr/>
            <p:nvPr/>
          </p:nvSpPr>
          <p:spPr>
            <a:xfrm>
              <a:off x="10241700" y="713200"/>
              <a:ext cx="12850" cy="5875"/>
            </a:xfrm>
            <a:custGeom>
              <a:avLst/>
              <a:gdLst/>
              <a:ahLst/>
              <a:cxnLst/>
              <a:rect l="l" t="t" r="r" b="b"/>
              <a:pathLst>
                <a:path w="514" h="235" extrusionOk="0">
                  <a:moveTo>
                    <a:pt x="76" y="1"/>
                  </a:moveTo>
                  <a:cubicBezTo>
                    <a:pt x="30" y="1"/>
                    <a:pt x="0" y="38"/>
                    <a:pt x="0" y="114"/>
                  </a:cubicBezTo>
                  <a:lnTo>
                    <a:pt x="242" y="114"/>
                  </a:lnTo>
                  <a:cubicBezTo>
                    <a:pt x="181" y="38"/>
                    <a:pt x="121" y="1"/>
                    <a:pt x="76" y="1"/>
                  </a:cubicBezTo>
                  <a:close/>
                  <a:moveTo>
                    <a:pt x="242" y="114"/>
                  </a:moveTo>
                  <a:cubicBezTo>
                    <a:pt x="392" y="234"/>
                    <a:pt x="513" y="234"/>
                    <a:pt x="513" y="234"/>
                  </a:cubicBezTo>
                  <a:cubicBezTo>
                    <a:pt x="513" y="234"/>
                    <a:pt x="392" y="114"/>
                    <a:pt x="242" y="11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4"/>
            <p:cNvSpPr/>
            <p:nvPr/>
          </p:nvSpPr>
          <p:spPr>
            <a:xfrm>
              <a:off x="10266575" y="725075"/>
              <a:ext cx="9850" cy="6075"/>
            </a:xfrm>
            <a:custGeom>
              <a:avLst/>
              <a:gdLst/>
              <a:ahLst/>
              <a:cxnLst/>
              <a:rect l="l" t="t" r="r" b="b"/>
              <a:pathLst>
                <a:path w="394" h="243" extrusionOk="0">
                  <a:moveTo>
                    <a:pt x="1" y="1"/>
                  </a:moveTo>
                  <a:lnTo>
                    <a:pt x="152" y="122"/>
                  </a:lnTo>
                  <a:lnTo>
                    <a:pt x="273" y="242"/>
                  </a:lnTo>
                  <a:cubicBezTo>
                    <a:pt x="393" y="242"/>
                    <a:pt x="273" y="122"/>
                    <a:pt x="152"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4"/>
            <p:cNvSpPr/>
            <p:nvPr/>
          </p:nvSpPr>
          <p:spPr>
            <a:xfrm>
              <a:off x="10279400" y="740925"/>
              <a:ext cx="9850" cy="9075"/>
            </a:xfrm>
            <a:custGeom>
              <a:avLst/>
              <a:gdLst/>
              <a:ahLst/>
              <a:cxnLst/>
              <a:rect l="l" t="t" r="r" b="b"/>
              <a:pathLst>
                <a:path w="394" h="363" extrusionOk="0">
                  <a:moveTo>
                    <a:pt x="1" y="1"/>
                  </a:moveTo>
                  <a:cubicBezTo>
                    <a:pt x="1" y="1"/>
                    <a:pt x="122" y="121"/>
                    <a:pt x="122" y="242"/>
                  </a:cubicBezTo>
                  <a:lnTo>
                    <a:pt x="242" y="363"/>
                  </a:lnTo>
                  <a:cubicBezTo>
                    <a:pt x="242" y="363"/>
                    <a:pt x="393" y="242"/>
                    <a:pt x="242" y="121"/>
                  </a:cubicBezTo>
                  <a:cubicBezTo>
                    <a:pt x="242" y="1"/>
                    <a:pt x="122"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4"/>
            <p:cNvSpPr/>
            <p:nvPr/>
          </p:nvSpPr>
          <p:spPr>
            <a:xfrm>
              <a:off x="10289225" y="759775"/>
              <a:ext cx="6050" cy="6075"/>
            </a:xfrm>
            <a:custGeom>
              <a:avLst/>
              <a:gdLst/>
              <a:ahLst/>
              <a:cxnLst/>
              <a:rect l="l" t="t" r="r" b="b"/>
              <a:pathLst>
                <a:path w="242" h="243" extrusionOk="0">
                  <a:moveTo>
                    <a:pt x="0" y="1"/>
                  </a:moveTo>
                  <a:lnTo>
                    <a:pt x="0" y="122"/>
                  </a:lnTo>
                  <a:lnTo>
                    <a:pt x="121" y="242"/>
                  </a:lnTo>
                  <a:cubicBezTo>
                    <a:pt x="121" y="242"/>
                    <a:pt x="242" y="242"/>
                    <a:pt x="121" y="122"/>
                  </a:cubicBezTo>
                  <a:cubicBezTo>
                    <a:pt x="121" y="122"/>
                    <a:pt x="121" y="1"/>
                    <a:pt x="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4"/>
            <p:cNvSpPr/>
            <p:nvPr/>
          </p:nvSpPr>
          <p:spPr>
            <a:xfrm>
              <a:off x="10681525" y="-106900"/>
              <a:ext cx="214275" cy="382375"/>
            </a:xfrm>
            <a:custGeom>
              <a:avLst/>
              <a:gdLst/>
              <a:ahLst/>
              <a:cxnLst/>
              <a:rect l="l" t="t" r="r" b="b"/>
              <a:pathLst>
                <a:path w="8571" h="15295" extrusionOk="0">
                  <a:moveTo>
                    <a:pt x="3994" y="0"/>
                  </a:moveTo>
                  <a:cubicBezTo>
                    <a:pt x="3931" y="0"/>
                    <a:pt x="3857" y="64"/>
                    <a:pt x="3772" y="206"/>
                  </a:cubicBezTo>
                  <a:cubicBezTo>
                    <a:pt x="2897" y="1594"/>
                    <a:pt x="634" y="10768"/>
                    <a:pt x="151" y="13031"/>
                  </a:cubicBezTo>
                  <a:lnTo>
                    <a:pt x="0" y="13544"/>
                  </a:lnTo>
                  <a:lnTo>
                    <a:pt x="6307" y="15294"/>
                  </a:lnTo>
                  <a:lnTo>
                    <a:pt x="8571" y="7267"/>
                  </a:lnTo>
                  <a:lnTo>
                    <a:pt x="4286" y="6000"/>
                  </a:lnTo>
                  <a:cubicBezTo>
                    <a:pt x="4286" y="6000"/>
                    <a:pt x="4608" y="0"/>
                    <a:pt x="3994" y="0"/>
                  </a:cubicBez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4"/>
            <p:cNvSpPr/>
            <p:nvPr/>
          </p:nvSpPr>
          <p:spPr>
            <a:xfrm>
              <a:off x="10685300" y="159250"/>
              <a:ext cx="62625" cy="88300"/>
            </a:xfrm>
            <a:custGeom>
              <a:avLst/>
              <a:gdLst/>
              <a:ahLst/>
              <a:cxnLst/>
              <a:rect l="l" t="t" r="r" b="b"/>
              <a:pathLst>
                <a:path w="2505" h="3532" extrusionOk="0">
                  <a:moveTo>
                    <a:pt x="755" y="1"/>
                  </a:moveTo>
                  <a:lnTo>
                    <a:pt x="0" y="2898"/>
                  </a:lnTo>
                  <a:lnTo>
                    <a:pt x="2264" y="3532"/>
                  </a:lnTo>
                  <a:cubicBezTo>
                    <a:pt x="2505" y="2777"/>
                    <a:pt x="2384" y="2144"/>
                    <a:pt x="2113" y="1389"/>
                  </a:cubicBezTo>
                  <a:cubicBezTo>
                    <a:pt x="1871" y="755"/>
                    <a:pt x="1358" y="242"/>
                    <a:pt x="755" y="1"/>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4"/>
            <p:cNvSpPr/>
            <p:nvPr/>
          </p:nvSpPr>
          <p:spPr>
            <a:xfrm>
              <a:off x="10678500" y="-107800"/>
              <a:ext cx="113200" cy="339500"/>
            </a:xfrm>
            <a:custGeom>
              <a:avLst/>
              <a:gdLst/>
              <a:ahLst/>
              <a:cxnLst/>
              <a:rect l="l" t="t" r="r" b="b"/>
              <a:pathLst>
                <a:path w="4528" h="13580" extrusionOk="0">
                  <a:moveTo>
                    <a:pt x="4044" y="0"/>
                  </a:moveTo>
                  <a:cubicBezTo>
                    <a:pt x="4044" y="0"/>
                    <a:pt x="4165" y="0"/>
                    <a:pt x="4165" y="121"/>
                  </a:cubicBezTo>
                  <a:cubicBezTo>
                    <a:pt x="4165" y="0"/>
                    <a:pt x="4165" y="0"/>
                    <a:pt x="4044" y="0"/>
                  </a:cubicBezTo>
                  <a:close/>
                  <a:moveTo>
                    <a:pt x="4044" y="0"/>
                  </a:moveTo>
                  <a:cubicBezTo>
                    <a:pt x="3893" y="0"/>
                    <a:pt x="3652" y="513"/>
                    <a:pt x="3411" y="1117"/>
                  </a:cubicBezTo>
                  <a:cubicBezTo>
                    <a:pt x="3652" y="755"/>
                    <a:pt x="3773" y="362"/>
                    <a:pt x="3893" y="242"/>
                  </a:cubicBezTo>
                  <a:cubicBezTo>
                    <a:pt x="3893" y="121"/>
                    <a:pt x="4044" y="0"/>
                    <a:pt x="4044" y="0"/>
                  </a:cubicBezTo>
                  <a:close/>
                  <a:moveTo>
                    <a:pt x="4407" y="1630"/>
                  </a:moveTo>
                  <a:lnTo>
                    <a:pt x="4407" y="1630"/>
                  </a:lnTo>
                  <a:cubicBezTo>
                    <a:pt x="4527" y="2143"/>
                    <a:pt x="4527" y="2384"/>
                    <a:pt x="4527" y="2384"/>
                  </a:cubicBezTo>
                  <a:cubicBezTo>
                    <a:pt x="4527" y="2143"/>
                    <a:pt x="4527" y="1871"/>
                    <a:pt x="4407" y="1630"/>
                  </a:cubicBezTo>
                  <a:close/>
                  <a:moveTo>
                    <a:pt x="2777" y="3018"/>
                  </a:moveTo>
                  <a:lnTo>
                    <a:pt x="2777" y="3018"/>
                  </a:lnTo>
                  <a:cubicBezTo>
                    <a:pt x="2385" y="4299"/>
                    <a:pt x="1952" y="5874"/>
                    <a:pt x="1555" y="7413"/>
                  </a:cubicBezTo>
                  <a:lnTo>
                    <a:pt x="1555" y="7413"/>
                  </a:lnTo>
                  <a:cubicBezTo>
                    <a:pt x="1981" y="5830"/>
                    <a:pt x="2413" y="4273"/>
                    <a:pt x="2777" y="3018"/>
                  </a:cubicBezTo>
                  <a:close/>
                  <a:moveTo>
                    <a:pt x="1555" y="7413"/>
                  </a:moveTo>
                  <a:lnTo>
                    <a:pt x="1555" y="7413"/>
                  </a:lnTo>
                  <a:cubicBezTo>
                    <a:pt x="957" y="9636"/>
                    <a:pt x="371" y="11908"/>
                    <a:pt x="1" y="13459"/>
                  </a:cubicBezTo>
                  <a:lnTo>
                    <a:pt x="121" y="13580"/>
                  </a:lnTo>
                  <a:lnTo>
                    <a:pt x="272" y="13067"/>
                  </a:lnTo>
                  <a:cubicBezTo>
                    <a:pt x="419" y="12078"/>
                    <a:pt x="943" y="9789"/>
                    <a:pt x="1555" y="7413"/>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4"/>
            <p:cNvSpPr/>
            <p:nvPr/>
          </p:nvSpPr>
          <p:spPr>
            <a:xfrm>
              <a:off x="10681525" y="-107800"/>
              <a:ext cx="110175" cy="339500"/>
            </a:xfrm>
            <a:custGeom>
              <a:avLst/>
              <a:gdLst/>
              <a:ahLst/>
              <a:cxnLst/>
              <a:rect l="l" t="t" r="r" b="b"/>
              <a:pathLst>
                <a:path w="4407" h="13580" extrusionOk="0">
                  <a:moveTo>
                    <a:pt x="3923" y="0"/>
                  </a:moveTo>
                  <a:cubicBezTo>
                    <a:pt x="3923" y="0"/>
                    <a:pt x="3772" y="121"/>
                    <a:pt x="3772" y="242"/>
                  </a:cubicBezTo>
                  <a:cubicBezTo>
                    <a:pt x="3652" y="362"/>
                    <a:pt x="3531" y="755"/>
                    <a:pt x="3290" y="1117"/>
                  </a:cubicBezTo>
                  <a:cubicBezTo>
                    <a:pt x="3169" y="1630"/>
                    <a:pt x="2897" y="2264"/>
                    <a:pt x="2656" y="3018"/>
                  </a:cubicBezTo>
                  <a:cubicBezTo>
                    <a:pt x="1660" y="6277"/>
                    <a:pt x="393" y="11437"/>
                    <a:pt x="151" y="13067"/>
                  </a:cubicBezTo>
                  <a:lnTo>
                    <a:pt x="0" y="13580"/>
                  </a:lnTo>
                  <a:lnTo>
                    <a:pt x="151" y="13580"/>
                  </a:lnTo>
                  <a:lnTo>
                    <a:pt x="906" y="10562"/>
                  </a:lnTo>
                  <a:lnTo>
                    <a:pt x="906" y="10683"/>
                  </a:lnTo>
                  <a:lnTo>
                    <a:pt x="3169" y="2777"/>
                  </a:lnTo>
                  <a:cubicBezTo>
                    <a:pt x="3531" y="2777"/>
                    <a:pt x="4286" y="2777"/>
                    <a:pt x="4406" y="2384"/>
                  </a:cubicBezTo>
                  <a:cubicBezTo>
                    <a:pt x="4406" y="2143"/>
                    <a:pt x="4406" y="1871"/>
                    <a:pt x="4286" y="1630"/>
                  </a:cubicBezTo>
                  <a:cubicBezTo>
                    <a:pt x="4286" y="1117"/>
                    <a:pt x="4286" y="362"/>
                    <a:pt x="4044" y="121"/>
                  </a:cubicBezTo>
                  <a:cubicBezTo>
                    <a:pt x="4044" y="0"/>
                    <a:pt x="4044" y="0"/>
                    <a:pt x="3923" y="0"/>
                  </a:cubicBezTo>
                  <a:close/>
                </a:path>
              </a:pathLst>
            </a:custGeom>
            <a:solidFill>
              <a:srgbClr val="89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4"/>
            <p:cNvSpPr/>
            <p:nvPr/>
          </p:nvSpPr>
          <p:spPr>
            <a:xfrm>
              <a:off x="10685300" y="156250"/>
              <a:ext cx="18875" cy="75450"/>
            </a:xfrm>
            <a:custGeom>
              <a:avLst/>
              <a:gdLst/>
              <a:ahLst/>
              <a:cxnLst/>
              <a:rect l="l" t="t" r="r" b="b"/>
              <a:pathLst>
                <a:path w="755" h="3018" extrusionOk="0">
                  <a:moveTo>
                    <a:pt x="755" y="0"/>
                  </a:moveTo>
                  <a:lnTo>
                    <a:pt x="0" y="3018"/>
                  </a:lnTo>
                  <a:lnTo>
                    <a:pt x="755" y="121"/>
                  </a:lnTo>
                  <a:lnTo>
                    <a:pt x="755" y="0"/>
                  </a:lnTo>
                  <a:close/>
                </a:path>
              </a:pathLst>
            </a:custGeom>
            <a:solidFill>
              <a:srgbClr val="525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4"/>
            <p:cNvSpPr/>
            <p:nvPr/>
          </p:nvSpPr>
          <p:spPr>
            <a:xfrm>
              <a:off x="10685300" y="-104775"/>
              <a:ext cx="97350" cy="336475"/>
            </a:xfrm>
            <a:custGeom>
              <a:avLst/>
              <a:gdLst/>
              <a:ahLst/>
              <a:cxnLst/>
              <a:rect l="l" t="t" r="r" b="b"/>
              <a:pathLst>
                <a:path w="3894" h="13459" extrusionOk="0">
                  <a:moveTo>
                    <a:pt x="3893" y="0"/>
                  </a:moveTo>
                  <a:lnTo>
                    <a:pt x="3772" y="121"/>
                  </a:lnTo>
                  <a:lnTo>
                    <a:pt x="3621" y="513"/>
                  </a:lnTo>
                  <a:lnTo>
                    <a:pt x="3139" y="1901"/>
                  </a:lnTo>
                  <a:cubicBezTo>
                    <a:pt x="2746" y="3138"/>
                    <a:pt x="2264" y="4768"/>
                    <a:pt x="1751" y="6669"/>
                  </a:cubicBezTo>
                  <a:cubicBezTo>
                    <a:pt x="1117" y="8540"/>
                    <a:pt x="755" y="10321"/>
                    <a:pt x="362" y="11558"/>
                  </a:cubicBezTo>
                  <a:cubicBezTo>
                    <a:pt x="242" y="12192"/>
                    <a:pt x="121" y="12584"/>
                    <a:pt x="121" y="13067"/>
                  </a:cubicBezTo>
                  <a:cubicBezTo>
                    <a:pt x="242" y="12584"/>
                    <a:pt x="362" y="12071"/>
                    <a:pt x="483" y="11558"/>
                  </a:cubicBezTo>
                  <a:cubicBezTo>
                    <a:pt x="875" y="10321"/>
                    <a:pt x="1238" y="8540"/>
                    <a:pt x="1871" y="6669"/>
                  </a:cubicBezTo>
                  <a:cubicBezTo>
                    <a:pt x="2384" y="4768"/>
                    <a:pt x="2867" y="3138"/>
                    <a:pt x="3259" y="1901"/>
                  </a:cubicBezTo>
                  <a:lnTo>
                    <a:pt x="3772" y="513"/>
                  </a:lnTo>
                  <a:lnTo>
                    <a:pt x="3893" y="121"/>
                  </a:lnTo>
                  <a:lnTo>
                    <a:pt x="3893" y="0"/>
                  </a:lnTo>
                  <a:close/>
                  <a:moveTo>
                    <a:pt x="121" y="13067"/>
                  </a:moveTo>
                  <a:cubicBezTo>
                    <a:pt x="0" y="13218"/>
                    <a:pt x="0" y="13338"/>
                    <a:pt x="0" y="13459"/>
                  </a:cubicBezTo>
                  <a:cubicBezTo>
                    <a:pt x="0" y="13338"/>
                    <a:pt x="121" y="13218"/>
                    <a:pt x="121" y="13067"/>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4"/>
            <p:cNvSpPr/>
            <p:nvPr/>
          </p:nvSpPr>
          <p:spPr>
            <a:xfrm>
              <a:off x="10756975" y="-48200"/>
              <a:ext cx="37725" cy="12100"/>
            </a:xfrm>
            <a:custGeom>
              <a:avLst/>
              <a:gdLst/>
              <a:ahLst/>
              <a:cxnLst/>
              <a:rect l="l" t="t" r="r" b="b"/>
              <a:pathLst>
                <a:path w="1509" h="484" extrusionOk="0">
                  <a:moveTo>
                    <a:pt x="1509" y="0"/>
                  </a:moveTo>
                  <a:lnTo>
                    <a:pt x="1509" y="0"/>
                  </a:lnTo>
                  <a:cubicBezTo>
                    <a:pt x="1268" y="121"/>
                    <a:pt x="1026" y="242"/>
                    <a:pt x="754" y="393"/>
                  </a:cubicBezTo>
                  <a:cubicBezTo>
                    <a:pt x="1026" y="393"/>
                    <a:pt x="1268" y="242"/>
                    <a:pt x="1509" y="0"/>
                  </a:cubicBezTo>
                  <a:close/>
                  <a:moveTo>
                    <a:pt x="0" y="393"/>
                  </a:moveTo>
                  <a:cubicBezTo>
                    <a:pt x="136" y="453"/>
                    <a:pt x="264" y="483"/>
                    <a:pt x="389" y="483"/>
                  </a:cubicBezTo>
                  <a:cubicBezTo>
                    <a:pt x="513" y="483"/>
                    <a:pt x="634" y="453"/>
                    <a:pt x="754" y="39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4"/>
            <p:cNvSpPr/>
            <p:nvPr/>
          </p:nvSpPr>
          <p:spPr>
            <a:xfrm>
              <a:off x="10769800" y="24225"/>
              <a:ext cx="18875" cy="6050"/>
            </a:xfrm>
            <a:custGeom>
              <a:avLst/>
              <a:gdLst/>
              <a:ahLst/>
              <a:cxnLst/>
              <a:rect l="l" t="t" r="r" b="b"/>
              <a:pathLst>
                <a:path w="755" h="242" extrusionOk="0">
                  <a:moveTo>
                    <a:pt x="392" y="0"/>
                  </a:moveTo>
                  <a:cubicBezTo>
                    <a:pt x="241" y="121"/>
                    <a:pt x="121" y="121"/>
                    <a:pt x="0" y="242"/>
                  </a:cubicBezTo>
                  <a:cubicBezTo>
                    <a:pt x="121" y="242"/>
                    <a:pt x="241" y="242"/>
                    <a:pt x="392" y="121"/>
                  </a:cubicBezTo>
                  <a:cubicBezTo>
                    <a:pt x="634" y="121"/>
                    <a:pt x="755" y="0"/>
                    <a:pt x="75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4"/>
            <p:cNvSpPr/>
            <p:nvPr/>
          </p:nvSpPr>
          <p:spPr>
            <a:xfrm>
              <a:off x="10772800" y="40075"/>
              <a:ext cx="15875" cy="9075"/>
            </a:xfrm>
            <a:custGeom>
              <a:avLst/>
              <a:gdLst/>
              <a:ahLst/>
              <a:cxnLst/>
              <a:rect l="l" t="t" r="r" b="b"/>
              <a:pathLst>
                <a:path w="635" h="363" extrusionOk="0">
                  <a:moveTo>
                    <a:pt x="635" y="0"/>
                  </a:moveTo>
                  <a:cubicBezTo>
                    <a:pt x="634" y="0"/>
                    <a:pt x="514" y="0"/>
                    <a:pt x="272" y="121"/>
                  </a:cubicBezTo>
                  <a:cubicBezTo>
                    <a:pt x="121" y="241"/>
                    <a:pt x="1" y="362"/>
                    <a:pt x="1" y="362"/>
                  </a:cubicBezTo>
                  <a:cubicBezTo>
                    <a:pt x="1" y="362"/>
                    <a:pt x="121" y="241"/>
                    <a:pt x="393" y="241"/>
                  </a:cubicBezTo>
                  <a:cubicBezTo>
                    <a:pt x="514" y="121"/>
                    <a:pt x="635" y="0"/>
                    <a:pt x="635"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4"/>
            <p:cNvSpPr/>
            <p:nvPr/>
          </p:nvSpPr>
          <p:spPr>
            <a:xfrm>
              <a:off x="10788650" y="43075"/>
              <a:ext cx="6050" cy="21900"/>
            </a:xfrm>
            <a:custGeom>
              <a:avLst/>
              <a:gdLst/>
              <a:ahLst/>
              <a:cxnLst/>
              <a:rect l="l" t="t" r="r" b="b"/>
              <a:pathLst>
                <a:path w="242" h="876" extrusionOk="0">
                  <a:moveTo>
                    <a:pt x="242" y="1"/>
                  </a:moveTo>
                  <a:cubicBezTo>
                    <a:pt x="242" y="1"/>
                    <a:pt x="121" y="121"/>
                    <a:pt x="121" y="363"/>
                  </a:cubicBezTo>
                  <a:cubicBezTo>
                    <a:pt x="1" y="634"/>
                    <a:pt x="1" y="876"/>
                    <a:pt x="1" y="876"/>
                  </a:cubicBezTo>
                  <a:cubicBezTo>
                    <a:pt x="121" y="755"/>
                    <a:pt x="121" y="634"/>
                    <a:pt x="242" y="514"/>
                  </a:cubicBezTo>
                  <a:lnTo>
                    <a:pt x="24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4"/>
            <p:cNvSpPr/>
            <p:nvPr/>
          </p:nvSpPr>
          <p:spPr>
            <a:xfrm>
              <a:off x="10801475" y="46100"/>
              <a:ext cx="6050" cy="24925"/>
            </a:xfrm>
            <a:custGeom>
              <a:avLst/>
              <a:gdLst/>
              <a:ahLst/>
              <a:cxnLst/>
              <a:rect l="l" t="t" r="r" b="b"/>
              <a:pathLst>
                <a:path w="242" h="997" extrusionOk="0">
                  <a:moveTo>
                    <a:pt x="242" y="0"/>
                  </a:moveTo>
                  <a:cubicBezTo>
                    <a:pt x="1" y="242"/>
                    <a:pt x="1" y="634"/>
                    <a:pt x="1" y="996"/>
                  </a:cubicBezTo>
                  <a:cubicBezTo>
                    <a:pt x="121" y="876"/>
                    <a:pt x="121" y="755"/>
                    <a:pt x="121" y="513"/>
                  </a:cubicBezTo>
                  <a:cubicBezTo>
                    <a:pt x="121" y="393"/>
                    <a:pt x="242" y="242"/>
                    <a:pt x="242"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4"/>
            <p:cNvSpPr/>
            <p:nvPr/>
          </p:nvSpPr>
          <p:spPr>
            <a:xfrm>
              <a:off x="10785625" y="-7475"/>
              <a:ext cx="31725" cy="34725"/>
            </a:xfrm>
            <a:custGeom>
              <a:avLst/>
              <a:gdLst/>
              <a:ahLst/>
              <a:cxnLst/>
              <a:rect l="l" t="t" r="r" b="b"/>
              <a:pathLst>
                <a:path w="1269" h="1389" extrusionOk="0">
                  <a:moveTo>
                    <a:pt x="997" y="1"/>
                  </a:moveTo>
                  <a:cubicBezTo>
                    <a:pt x="876" y="1"/>
                    <a:pt x="876" y="122"/>
                    <a:pt x="755" y="122"/>
                  </a:cubicBezTo>
                  <a:cubicBezTo>
                    <a:pt x="755" y="272"/>
                    <a:pt x="635" y="272"/>
                    <a:pt x="635" y="393"/>
                  </a:cubicBezTo>
                  <a:cubicBezTo>
                    <a:pt x="514" y="514"/>
                    <a:pt x="363" y="755"/>
                    <a:pt x="242" y="876"/>
                  </a:cubicBezTo>
                  <a:cubicBezTo>
                    <a:pt x="242" y="986"/>
                    <a:pt x="178" y="1144"/>
                    <a:pt x="143" y="1268"/>
                  </a:cubicBezTo>
                  <a:lnTo>
                    <a:pt x="1" y="1268"/>
                  </a:lnTo>
                  <a:cubicBezTo>
                    <a:pt x="1" y="1389"/>
                    <a:pt x="122" y="1389"/>
                    <a:pt x="122" y="1389"/>
                  </a:cubicBezTo>
                  <a:cubicBezTo>
                    <a:pt x="242" y="1389"/>
                    <a:pt x="363" y="1389"/>
                    <a:pt x="514" y="1268"/>
                  </a:cubicBezTo>
                  <a:lnTo>
                    <a:pt x="219" y="1268"/>
                  </a:lnTo>
                  <a:cubicBezTo>
                    <a:pt x="261" y="1209"/>
                    <a:pt x="312" y="1129"/>
                    <a:pt x="363" y="1027"/>
                  </a:cubicBezTo>
                  <a:cubicBezTo>
                    <a:pt x="514" y="755"/>
                    <a:pt x="514" y="635"/>
                    <a:pt x="635" y="514"/>
                  </a:cubicBezTo>
                  <a:cubicBezTo>
                    <a:pt x="755" y="393"/>
                    <a:pt x="755" y="272"/>
                    <a:pt x="876" y="272"/>
                  </a:cubicBezTo>
                  <a:cubicBezTo>
                    <a:pt x="876" y="197"/>
                    <a:pt x="906" y="159"/>
                    <a:pt x="951" y="159"/>
                  </a:cubicBezTo>
                  <a:cubicBezTo>
                    <a:pt x="997" y="159"/>
                    <a:pt x="1057" y="197"/>
                    <a:pt x="1117" y="272"/>
                  </a:cubicBezTo>
                  <a:cubicBezTo>
                    <a:pt x="1117" y="514"/>
                    <a:pt x="1117" y="635"/>
                    <a:pt x="997" y="876"/>
                  </a:cubicBezTo>
                  <a:cubicBezTo>
                    <a:pt x="876" y="1027"/>
                    <a:pt x="755" y="1148"/>
                    <a:pt x="514" y="1268"/>
                  </a:cubicBezTo>
                  <a:cubicBezTo>
                    <a:pt x="997" y="1148"/>
                    <a:pt x="1268" y="635"/>
                    <a:pt x="1117" y="122"/>
                  </a:cubicBezTo>
                  <a:cubicBezTo>
                    <a:pt x="1117" y="122"/>
                    <a:pt x="1117" y="1"/>
                    <a:pt x="997"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4"/>
            <p:cNvSpPr/>
            <p:nvPr/>
          </p:nvSpPr>
          <p:spPr>
            <a:xfrm>
              <a:off x="10788650" y="24225"/>
              <a:ext cx="21900" cy="21900"/>
            </a:xfrm>
            <a:custGeom>
              <a:avLst/>
              <a:gdLst/>
              <a:ahLst/>
              <a:cxnLst/>
              <a:rect l="l" t="t" r="r" b="b"/>
              <a:pathLst>
                <a:path w="876" h="876" extrusionOk="0">
                  <a:moveTo>
                    <a:pt x="1" y="0"/>
                  </a:moveTo>
                  <a:cubicBezTo>
                    <a:pt x="1" y="1"/>
                    <a:pt x="15" y="15"/>
                    <a:pt x="39" y="44"/>
                  </a:cubicBezTo>
                  <a:lnTo>
                    <a:pt x="39" y="44"/>
                  </a:lnTo>
                  <a:cubicBezTo>
                    <a:pt x="28" y="29"/>
                    <a:pt x="15" y="15"/>
                    <a:pt x="1" y="0"/>
                  </a:cubicBezTo>
                  <a:close/>
                  <a:moveTo>
                    <a:pt x="1" y="0"/>
                  </a:moveTo>
                  <a:cubicBezTo>
                    <a:pt x="121" y="0"/>
                    <a:pt x="242" y="0"/>
                    <a:pt x="393" y="121"/>
                  </a:cubicBezTo>
                  <a:cubicBezTo>
                    <a:pt x="514" y="121"/>
                    <a:pt x="634" y="242"/>
                    <a:pt x="755" y="362"/>
                  </a:cubicBezTo>
                  <a:cubicBezTo>
                    <a:pt x="755" y="513"/>
                    <a:pt x="876" y="634"/>
                    <a:pt x="876" y="755"/>
                  </a:cubicBezTo>
                  <a:cubicBezTo>
                    <a:pt x="876" y="634"/>
                    <a:pt x="876" y="362"/>
                    <a:pt x="755" y="242"/>
                  </a:cubicBezTo>
                  <a:cubicBezTo>
                    <a:pt x="634" y="242"/>
                    <a:pt x="514" y="121"/>
                    <a:pt x="393" y="0"/>
                  </a:cubicBezTo>
                  <a:close/>
                  <a:moveTo>
                    <a:pt x="39" y="44"/>
                  </a:moveTo>
                  <a:cubicBezTo>
                    <a:pt x="121" y="150"/>
                    <a:pt x="121" y="256"/>
                    <a:pt x="121" y="362"/>
                  </a:cubicBezTo>
                  <a:cubicBezTo>
                    <a:pt x="242" y="513"/>
                    <a:pt x="393" y="634"/>
                    <a:pt x="393" y="755"/>
                  </a:cubicBezTo>
                  <a:cubicBezTo>
                    <a:pt x="514" y="755"/>
                    <a:pt x="514" y="875"/>
                    <a:pt x="634" y="875"/>
                  </a:cubicBezTo>
                  <a:cubicBezTo>
                    <a:pt x="755" y="875"/>
                    <a:pt x="876" y="875"/>
                    <a:pt x="876" y="755"/>
                  </a:cubicBezTo>
                  <a:lnTo>
                    <a:pt x="876" y="755"/>
                  </a:lnTo>
                  <a:cubicBezTo>
                    <a:pt x="840" y="790"/>
                    <a:pt x="805" y="805"/>
                    <a:pt x="770" y="805"/>
                  </a:cubicBezTo>
                  <a:cubicBezTo>
                    <a:pt x="684" y="805"/>
                    <a:pt x="599" y="719"/>
                    <a:pt x="514" y="634"/>
                  </a:cubicBezTo>
                  <a:cubicBezTo>
                    <a:pt x="393" y="634"/>
                    <a:pt x="242" y="513"/>
                    <a:pt x="242" y="362"/>
                  </a:cubicBezTo>
                  <a:cubicBezTo>
                    <a:pt x="163" y="205"/>
                    <a:pt x="84" y="99"/>
                    <a:pt x="39" y="44"/>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4"/>
            <p:cNvSpPr/>
            <p:nvPr/>
          </p:nvSpPr>
          <p:spPr>
            <a:xfrm>
              <a:off x="10704150" y="159250"/>
              <a:ext cx="43775" cy="88300"/>
            </a:xfrm>
            <a:custGeom>
              <a:avLst/>
              <a:gdLst/>
              <a:ahLst/>
              <a:cxnLst/>
              <a:rect l="l" t="t" r="r" b="b"/>
              <a:pathLst>
                <a:path w="1751" h="3532" extrusionOk="0">
                  <a:moveTo>
                    <a:pt x="1" y="1"/>
                  </a:moveTo>
                  <a:cubicBezTo>
                    <a:pt x="1" y="1"/>
                    <a:pt x="242" y="1"/>
                    <a:pt x="484" y="242"/>
                  </a:cubicBezTo>
                  <a:cubicBezTo>
                    <a:pt x="997" y="514"/>
                    <a:pt x="1238" y="997"/>
                    <a:pt x="1510" y="1389"/>
                  </a:cubicBezTo>
                  <a:cubicBezTo>
                    <a:pt x="1359" y="876"/>
                    <a:pt x="997" y="514"/>
                    <a:pt x="604" y="242"/>
                  </a:cubicBezTo>
                  <a:cubicBezTo>
                    <a:pt x="484" y="122"/>
                    <a:pt x="363" y="1"/>
                    <a:pt x="121" y="1"/>
                  </a:cubicBezTo>
                  <a:close/>
                  <a:moveTo>
                    <a:pt x="1510" y="1389"/>
                  </a:moveTo>
                  <a:lnTo>
                    <a:pt x="1510" y="1389"/>
                  </a:lnTo>
                  <a:cubicBezTo>
                    <a:pt x="1630" y="1902"/>
                    <a:pt x="1751" y="2385"/>
                    <a:pt x="1630" y="2898"/>
                  </a:cubicBezTo>
                  <a:cubicBezTo>
                    <a:pt x="1751" y="2385"/>
                    <a:pt x="1751" y="1902"/>
                    <a:pt x="1510" y="1389"/>
                  </a:cubicBezTo>
                  <a:close/>
                  <a:moveTo>
                    <a:pt x="1630" y="2898"/>
                  </a:moveTo>
                  <a:lnTo>
                    <a:pt x="1630" y="2898"/>
                  </a:lnTo>
                  <a:cubicBezTo>
                    <a:pt x="1591" y="3017"/>
                    <a:pt x="1564" y="3126"/>
                    <a:pt x="1546" y="3219"/>
                  </a:cubicBezTo>
                  <a:lnTo>
                    <a:pt x="1546" y="3219"/>
                  </a:lnTo>
                  <a:cubicBezTo>
                    <a:pt x="1630" y="3112"/>
                    <a:pt x="1630" y="3005"/>
                    <a:pt x="1630" y="2898"/>
                  </a:cubicBezTo>
                  <a:close/>
                  <a:moveTo>
                    <a:pt x="1546" y="3219"/>
                  </a:moveTo>
                  <a:cubicBezTo>
                    <a:pt x="1535" y="3233"/>
                    <a:pt x="1523" y="3246"/>
                    <a:pt x="1510" y="3260"/>
                  </a:cubicBezTo>
                  <a:lnTo>
                    <a:pt x="1510" y="3532"/>
                  </a:lnTo>
                  <a:cubicBezTo>
                    <a:pt x="1510" y="3532"/>
                    <a:pt x="1510" y="3409"/>
                    <a:pt x="1546" y="3219"/>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4"/>
            <p:cNvSpPr/>
            <p:nvPr/>
          </p:nvSpPr>
          <p:spPr>
            <a:xfrm>
              <a:off x="10747900" y="225650"/>
              <a:ext cx="81525" cy="24925"/>
            </a:xfrm>
            <a:custGeom>
              <a:avLst/>
              <a:gdLst/>
              <a:ahLst/>
              <a:cxnLst/>
              <a:rect l="l" t="t" r="r" b="b"/>
              <a:pathLst>
                <a:path w="3261" h="997" extrusionOk="0">
                  <a:moveTo>
                    <a:pt x="1" y="1"/>
                  </a:moveTo>
                  <a:lnTo>
                    <a:pt x="1" y="1"/>
                  </a:lnTo>
                  <a:cubicBezTo>
                    <a:pt x="514" y="242"/>
                    <a:pt x="997" y="363"/>
                    <a:pt x="1631" y="483"/>
                  </a:cubicBezTo>
                  <a:cubicBezTo>
                    <a:pt x="1117" y="242"/>
                    <a:pt x="514" y="121"/>
                    <a:pt x="1" y="1"/>
                  </a:cubicBezTo>
                  <a:close/>
                  <a:moveTo>
                    <a:pt x="1631" y="483"/>
                  </a:moveTo>
                  <a:lnTo>
                    <a:pt x="1631" y="483"/>
                  </a:lnTo>
                  <a:cubicBezTo>
                    <a:pt x="2144" y="755"/>
                    <a:pt x="2777" y="876"/>
                    <a:pt x="3260" y="996"/>
                  </a:cubicBezTo>
                  <a:cubicBezTo>
                    <a:pt x="2777" y="755"/>
                    <a:pt x="2264" y="604"/>
                    <a:pt x="1631" y="483"/>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4"/>
            <p:cNvSpPr/>
            <p:nvPr/>
          </p:nvSpPr>
          <p:spPr>
            <a:xfrm>
              <a:off x="10729050" y="77775"/>
              <a:ext cx="18875" cy="59625"/>
            </a:xfrm>
            <a:custGeom>
              <a:avLst/>
              <a:gdLst/>
              <a:ahLst/>
              <a:cxnLst/>
              <a:rect l="l" t="t" r="r" b="b"/>
              <a:pathLst>
                <a:path w="755" h="2385" extrusionOk="0">
                  <a:moveTo>
                    <a:pt x="755" y="1"/>
                  </a:moveTo>
                  <a:cubicBezTo>
                    <a:pt x="514" y="363"/>
                    <a:pt x="363" y="755"/>
                    <a:pt x="242" y="1238"/>
                  </a:cubicBezTo>
                  <a:cubicBezTo>
                    <a:pt x="121" y="1630"/>
                    <a:pt x="121" y="1993"/>
                    <a:pt x="1" y="2385"/>
                  </a:cubicBezTo>
                  <a:cubicBezTo>
                    <a:pt x="121" y="2385"/>
                    <a:pt x="121" y="1872"/>
                    <a:pt x="363" y="1238"/>
                  </a:cubicBezTo>
                  <a:cubicBezTo>
                    <a:pt x="513" y="484"/>
                    <a:pt x="755" y="1"/>
                    <a:pt x="75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4"/>
            <p:cNvSpPr/>
            <p:nvPr/>
          </p:nvSpPr>
          <p:spPr>
            <a:xfrm>
              <a:off x="10710200" y="169075"/>
              <a:ext cx="9075" cy="9075"/>
            </a:xfrm>
            <a:custGeom>
              <a:avLst/>
              <a:gdLst/>
              <a:ahLst/>
              <a:cxnLst/>
              <a:rect l="l" t="t" r="r" b="b"/>
              <a:pathLst>
                <a:path w="363" h="363" extrusionOk="0">
                  <a:moveTo>
                    <a:pt x="0" y="0"/>
                  </a:moveTo>
                  <a:cubicBezTo>
                    <a:pt x="0" y="0"/>
                    <a:pt x="0" y="121"/>
                    <a:pt x="121" y="121"/>
                  </a:cubicBezTo>
                  <a:cubicBezTo>
                    <a:pt x="242" y="242"/>
                    <a:pt x="362" y="362"/>
                    <a:pt x="362" y="362"/>
                  </a:cubicBezTo>
                  <a:cubicBezTo>
                    <a:pt x="362" y="362"/>
                    <a:pt x="362" y="242"/>
                    <a:pt x="242" y="121"/>
                  </a:cubicBezTo>
                  <a:cubicBezTo>
                    <a:pt x="121" y="0"/>
                    <a:pt x="0" y="0"/>
                    <a:pt x="0"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4"/>
            <p:cNvSpPr/>
            <p:nvPr/>
          </p:nvSpPr>
          <p:spPr>
            <a:xfrm>
              <a:off x="10726025" y="187925"/>
              <a:ext cx="6075" cy="9075"/>
            </a:xfrm>
            <a:custGeom>
              <a:avLst/>
              <a:gdLst/>
              <a:ahLst/>
              <a:cxnLst/>
              <a:rect l="l" t="t" r="r" b="b"/>
              <a:pathLst>
                <a:path w="243" h="363" extrusionOk="0">
                  <a:moveTo>
                    <a:pt x="122" y="1"/>
                  </a:moveTo>
                  <a:cubicBezTo>
                    <a:pt x="1" y="1"/>
                    <a:pt x="122" y="121"/>
                    <a:pt x="122" y="242"/>
                  </a:cubicBezTo>
                  <a:cubicBezTo>
                    <a:pt x="242" y="242"/>
                    <a:pt x="242" y="363"/>
                    <a:pt x="242" y="363"/>
                  </a:cubicBezTo>
                  <a:lnTo>
                    <a:pt x="242" y="121"/>
                  </a:lnTo>
                  <a:lnTo>
                    <a:pt x="122"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4"/>
            <p:cNvSpPr/>
            <p:nvPr/>
          </p:nvSpPr>
          <p:spPr>
            <a:xfrm>
              <a:off x="10735075" y="209800"/>
              <a:ext cx="3050" cy="12100"/>
            </a:xfrm>
            <a:custGeom>
              <a:avLst/>
              <a:gdLst/>
              <a:ahLst/>
              <a:cxnLst/>
              <a:rect l="l" t="t" r="r" b="b"/>
              <a:pathLst>
                <a:path w="122" h="484" extrusionOk="0">
                  <a:moveTo>
                    <a:pt x="1" y="1"/>
                  </a:moveTo>
                  <a:lnTo>
                    <a:pt x="1" y="242"/>
                  </a:lnTo>
                  <a:lnTo>
                    <a:pt x="1" y="484"/>
                  </a:lnTo>
                  <a:cubicBezTo>
                    <a:pt x="1" y="484"/>
                    <a:pt x="122" y="363"/>
                    <a:pt x="122" y="242"/>
                  </a:cubicBezTo>
                  <a:cubicBezTo>
                    <a:pt x="122" y="1"/>
                    <a:pt x="1" y="1"/>
                    <a:pt x="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4"/>
            <p:cNvSpPr/>
            <p:nvPr/>
          </p:nvSpPr>
          <p:spPr>
            <a:xfrm>
              <a:off x="10732075" y="231700"/>
              <a:ext cx="3025" cy="6050"/>
            </a:xfrm>
            <a:custGeom>
              <a:avLst/>
              <a:gdLst/>
              <a:ahLst/>
              <a:cxnLst/>
              <a:rect l="l" t="t" r="r" b="b"/>
              <a:pathLst>
                <a:path w="121" h="242" extrusionOk="0">
                  <a:moveTo>
                    <a:pt x="121" y="0"/>
                  </a:moveTo>
                  <a:cubicBezTo>
                    <a:pt x="0" y="0"/>
                    <a:pt x="0" y="0"/>
                    <a:pt x="0" y="121"/>
                  </a:cubicBezTo>
                  <a:lnTo>
                    <a:pt x="121" y="241"/>
                  </a:lnTo>
                  <a:lnTo>
                    <a:pt x="121" y="121"/>
                  </a:lnTo>
                  <a:lnTo>
                    <a:pt x="121"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4"/>
            <p:cNvSpPr/>
            <p:nvPr/>
          </p:nvSpPr>
          <p:spPr>
            <a:xfrm>
              <a:off x="12533650" y="201625"/>
              <a:ext cx="291200" cy="320175"/>
            </a:xfrm>
            <a:custGeom>
              <a:avLst/>
              <a:gdLst/>
              <a:ahLst/>
              <a:cxnLst/>
              <a:rect l="l" t="t" r="r" b="b"/>
              <a:pathLst>
                <a:path w="11648" h="12807" extrusionOk="0">
                  <a:moveTo>
                    <a:pt x="6879" y="1"/>
                  </a:moveTo>
                  <a:cubicBezTo>
                    <a:pt x="6062" y="1"/>
                    <a:pt x="4463" y="4002"/>
                    <a:pt x="3501" y="4341"/>
                  </a:cubicBezTo>
                  <a:cubicBezTo>
                    <a:pt x="3430" y="4374"/>
                    <a:pt x="3375" y="4389"/>
                    <a:pt x="3333" y="4389"/>
                  </a:cubicBezTo>
                  <a:cubicBezTo>
                    <a:pt x="2719" y="4389"/>
                    <a:pt x="5092" y="1050"/>
                    <a:pt x="4527" y="569"/>
                  </a:cubicBezTo>
                  <a:cubicBezTo>
                    <a:pt x="4453" y="504"/>
                    <a:pt x="4381" y="447"/>
                    <a:pt x="4291" y="447"/>
                  </a:cubicBezTo>
                  <a:cubicBezTo>
                    <a:pt x="4048" y="447"/>
                    <a:pt x="3669" y="855"/>
                    <a:pt x="2746" y="2591"/>
                  </a:cubicBezTo>
                  <a:cubicBezTo>
                    <a:pt x="1871" y="4341"/>
                    <a:pt x="1117" y="6092"/>
                    <a:pt x="362" y="7872"/>
                  </a:cubicBezTo>
                  <a:lnTo>
                    <a:pt x="0" y="9109"/>
                  </a:lnTo>
                  <a:cubicBezTo>
                    <a:pt x="0" y="9109"/>
                    <a:pt x="3501" y="12519"/>
                    <a:pt x="4376" y="12761"/>
                  </a:cubicBezTo>
                  <a:cubicBezTo>
                    <a:pt x="4534" y="12791"/>
                    <a:pt x="4700" y="12806"/>
                    <a:pt x="4868" y="12806"/>
                  </a:cubicBezTo>
                  <a:cubicBezTo>
                    <a:pt x="5372" y="12806"/>
                    <a:pt x="5892" y="12670"/>
                    <a:pt x="6277" y="12399"/>
                  </a:cubicBezTo>
                  <a:cubicBezTo>
                    <a:pt x="6639" y="12127"/>
                    <a:pt x="7031" y="11886"/>
                    <a:pt x="7544" y="11644"/>
                  </a:cubicBezTo>
                  <a:cubicBezTo>
                    <a:pt x="8027" y="11373"/>
                    <a:pt x="8420" y="11252"/>
                    <a:pt x="8902" y="11131"/>
                  </a:cubicBezTo>
                  <a:cubicBezTo>
                    <a:pt x="9536" y="11011"/>
                    <a:pt x="10170" y="11011"/>
                    <a:pt x="10804" y="11011"/>
                  </a:cubicBezTo>
                  <a:cubicBezTo>
                    <a:pt x="10847" y="11021"/>
                    <a:pt x="10890" y="11026"/>
                    <a:pt x="10931" y="11026"/>
                  </a:cubicBezTo>
                  <a:cubicBezTo>
                    <a:pt x="11373" y="11026"/>
                    <a:pt x="11648" y="10467"/>
                    <a:pt x="11317" y="10135"/>
                  </a:cubicBezTo>
                  <a:cubicBezTo>
                    <a:pt x="11139" y="9878"/>
                    <a:pt x="10377" y="9686"/>
                    <a:pt x="9415" y="9686"/>
                  </a:cubicBezTo>
                  <a:cubicBezTo>
                    <a:pt x="8909" y="9686"/>
                    <a:pt x="8347" y="9739"/>
                    <a:pt x="7786" y="9864"/>
                  </a:cubicBezTo>
                  <a:cubicBezTo>
                    <a:pt x="7611" y="9915"/>
                    <a:pt x="7470" y="9939"/>
                    <a:pt x="7358" y="9939"/>
                  </a:cubicBezTo>
                  <a:cubicBezTo>
                    <a:pt x="6351" y="9939"/>
                    <a:pt x="7728" y="8026"/>
                    <a:pt x="8299" y="7238"/>
                  </a:cubicBezTo>
                  <a:cubicBezTo>
                    <a:pt x="8902" y="6363"/>
                    <a:pt x="10683" y="3708"/>
                    <a:pt x="10562" y="3346"/>
                  </a:cubicBezTo>
                  <a:cubicBezTo>
                    <a:pt x="10499" y="3079"/>
                    <a:pt x="10329" y="2946"/>
                    <a:pt x="10117" y="2946"/>
                  </a:cubicBezTo>
                  <a:cubicBezTo>
                    <a:pt x="9825" y="2946"/>
                    <a:pt x="9454" y="3200"/>
                    <a:pt x="9174" y="3708"/>
                  </a:cubicBezTo>
                  <a:cubicBezTo>
                    <a:pt x="8587" y="4518"/>
                    <a:pt x="6914" y="6647"/>
                    <a:pt x="6286" y="6647"/>
                  </a:cubicBezTo>
                  <a:cubicBezTo>
                    <a:pt x="6236" y="6647"/>
                    <a:pt x="6192" y="6634"/>
                    <a:pt x="6156" y="6605"/>
                  </a:cubicBezTo>
                  <a:cubicBezTo>
                    <a:pt x="5764" y="6243"/>
                    <a:pt x="8902" y="2078"/>
                    <a:pt x="8902" y="2078"/>
                  </a:cubicBezTo>
                  <a:cubicBezTo>
                    <a:pt x="8902" y="2078"/>
                    <a:pt x="9808" y="1203"/>
                    <a:pt x="9295" y="811"/>
                  </a:cubicBezTo>
                  <a:cubicBezTo>
                    <a:pt x="9231" y="756"/>
                    <a:pt x="9156" y="730"/>
                    <a:pt x="9072" y="730"/>
                  </a:cubicBezTo>
                  <a:cubicBezTo>
                    <a:pt x="7996" y="730"/>
                    <a:pt x="5382" y="4889"/>
                    <a:pt x="5130" y="5337"/>
                  </a:cubicBezTo>
                  <a:cubicBezTo>
                    <a:pt x="5072" y="5402"/>
                    <a:pt x="4999" y="5429"/>
                    <a:pt x="4924" y="5429"/>
                  </a:cubicBezTo>
                  <a:cubicBezTo>
                    <a:pt x="4688" y="5429"/>
                    <a:pt x="4441" y="5159"/>
                    <a:pt x="4647" y="4975"/>
                  </a:cubicBezTo>
                  <a:cubicBezTo>
                    <a:pt x="4889" y="4583"/>
                    <a:pt x="7907" y="811"/>
                    <a:pt x="7031" y="56"/>
                  </a:cubicBezTo>
                  <a:cubicBezTo>
                    <a:pt x="6984" y="19"/>
                    <a:pt x="6933" y="1"/>
                    <a:pt x="6879" y="1"/>
                  </a:cubicBezTo>
                  <a:close/>
                </a:path>
              </a:pathLst>
            </a:custGeom>
            <a:solidFill>
              <a:srgbClr val="C175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4"/>
            <p:cNvSpPr/>
            <p:nvPr/>
          </p:nvSpPr>
          <p:spPr>
            <a:xfrm>
              <a:off x="12492150" y="1853700"/>
              <a:ext cx="546975" cy="724900"/>
            </a:xfrm>
            <a:custGeom>
              <a:avLst/>
              <a:gdLst/>
              <a:ahLst/>
              <a:cxnLst/>
              <a:rect l="l" t="t" r="r" b="b"/>
              <a:pathLst>
                <a:path w="21879" h="28996" extrusionOk="0">
                  <a:moveTo>
                    <a:pt x="3169" y="1"/>
                  </a:moveTo>
                  <a:cubicBezTo>
                    <a:pt x="1781" y="1117"/>
                    <a:pt x="1902" y="3260"/>
                    <a:pt x="2264" y="5040"/>
                  </a:cubicBezTo>
                  <a:cubicBezTo>
                    <a:pt x="2656" y="6791"/>
                    <a:pt x="3290" y="8541"/>
                    <a:pt x="2777" y="10171"/>
                  </a:cubicBezTo>
                  <a:cubicBezTo>
                    <a:pt x="2143" y="12313"/>
                    <a:pt x="0" y="13701"/>
                    <a:pt x="0" y="15844"/>
                  </a:cubicBezTo>
                  <a:cubicBezTo>
                    <a:pt x="0" y="17353"/>
                    <a:pt x="1147" y="18620"/>
                    <a:pt x="1660" y="19978"/>
                  </a:cubicBezTo>
                  <a:cubicBezTo>
                    <a:pt x="2143" y="21487"/>
                    <a:pt x="1902" y="23147"/>
                    <a:pt x="1147" y="24505"/>
                  </a:cubicBezTo>
                  <a:cubicBezTo>
                    <a:pt x="755" y="25138"/>
                    <a:pt x="272" y="25772"/>
                    <a:pt x="393" y="26406"/>
                  </a:cubicBezTo>
                  <a:cubicBezTo>
                    <a:pt x="634" y="27040"/>
                    <a:pt x="1147" y="27402"/>
                    <a:pt x="1781" y="27522"/>
                  </a:cubicBezTo>
                  <a:cubicBezTo>
                    <a:pt x="2360" y="27705"/>
                    <a:pt x="2959" y="27791"/>
                    <a:pt x="3559" y="27791"/>
                  </a:cubicBezTo>
                  <a:cubicBezTo>
                    <a:pt x="6337" y="27791"/>
                    <a:pt x="9137" y="25947"/>
                    <a:pt x="10080" y="23267"/>
                  </a:cubicBezTo>
                  <a:cubicBezTo>
                    <a:pt x="10562" y="25138"/>
                    <a:pt x="10713" y="26919"/>
                    <a:pt x="10442" y="28790"/>
                  </a:cubicBezTo>
                  <a:cubicBezTo>
                    <a:pt x="10982" y="28928"/>
                    <a:pt x="11525" y="28995"/>
                    <a:pt x="12059" y="28995"/>
                  </a:cubicBezTo>
                  <a:cubicBezTo>
                    <a:pt x="14896" y="28995"/>
                    <a:pt x="17496" y="27114"/>
                    <a:pt x="18258" y="24143"/>
                  </a:cubicBezTo>
                  <a:cubicBezTo>
                    <a:pt x="18258" y="24022"/>
                    <a:pt x="18378" y="23750"/>
                    <a:pt x="18378" y="23509"/>
                  </a:cubicBezTo>
                  <a:cubicBezTo>
                    <a:pt x="18861" y="20250"/>
                    <a:pt x="16869" y="16719"/>
                    <a:pt x="18107" y="13581"/>
                  </a:cubicBezTo>
                  <a:cubicBezTo>
                    <a:pt x="18740" y="12072"/>
                    <a:pt x="20249" y="10925"/>
                    <a:pt x="20883" y="9295"/>
                  </a:cubicBezTo>
                  <a:cubicBezTo>
                    <a:pt x="21396" y="7787"/>
                    <a:pt x="21124" y="6157"/>
                    <a:pt x="21004" y="4648"/>
                  </a:cubicBezTo>
                  <a:cubicBezTo>
                    <a:pt x="20883" y="3019"/>
                    <a:pt x="20883" y="1389"/>
                    <a:pt x="21879" y="122"/>
                  </a:cubicBezTo>
                  <a:lnTo>
                    <a:pt x="3169" y="1"/>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4"/>
            <p:cNvSpPr/>
            <p:nvPr/>
          </p:nvSpPr>
          <p:spPr>
            <a:xfrm>
              <a:off x="12397850" y="1582950"/>
              <a:ext cx="600550" cy="371125"/>
            </a:xfrm>
            <a:custGeom>
              <a:avLst/>
              <a:gdLst/>
              <a:ahLst/>
              <a:cxnLst/>
              <a:rect l="l" t="t" r="r" b="b"/>
              <a:pathLst>
                <a:path w="24022" h="14845" extrusionOk="0">
                  <a:moveTo>
                    <a:pt x="12712" y="0"/>
                  </a:moveTo>
                  <a:cubicBezTo>
                    <a:pt x="10581" y="0"/>
                    <a:pt x="9446" y="2019"/>
                    <a:pt x="9446" y="2019"/>
                  </a:cubicBezTo>
                  <a:cubicBezTo>
                    <a:pt x="9446" y="2019"/>
                    <a:pt x="8178" y="1385"/>
                    <a:pt x="6669" y="782"/>
                  </a:cubicBezTo>
                  <a:lnTo>
                    <a:pt x="6549" y="631"/>
                  </a:lnTo>
                  <a:cubicBezTo>
                    <a:pt x="6029" y="418"/>
                    <a:pt x="5487" y="318"/>
                    <a:pt x="4951" y="318"/>
                  </a:cubicBezTo>
                  <a:cubicBezTo>
                    <a:pt x="3279" y="318"/>
                    <a:pt x="1660" y="1295"/>
                    <a:pt x="906" y="2894"/>
                  </a:cubicBezTo>
                  <a:cubicBezTo>
                    <a:pt x="0" y="5037"/>
                    <a:pt x="1026" y="7421"/>
                    <a:pt x="3018" y="8447"/>
                  </a:cubicBezTo>
                  <a:lnTo>
                    <a:pt x="16990" y="14844"/>
                  </a:lnTo>
                  <a:lnTo>
                    <a:pt x="24021" y="10952"/>
                  </a:lnTo>
                  <a:lnTo>
                    <a:pt x="23659" y="4403"/>
                  </a:lnTo>
                  <a:cubicBezTo>
                    <a:pt x="23659" y="4403"/>
                    <a:pt x="17111" y="1385"/>
                    <a:pt x="14093" y="269"/>
                  </a:cubicBezTo>
                  <a:cubicBezTo>
                    <a:pt x="13594" y="79"/>
                    <a:pt x="13134" y="0"/>
                    <a:pt x="12712" y="0"/>
                  </a:cubicBezTo>
                  <a:close/>
                </a:path>
              </a:pathLst>
            </a:custGeom>
            <a:solidFill>
              <a:srgbClr val="C175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4"/>
            <p:cNvSpPr/>
            <p:nvPr/>
          </p:nvSpPr>
          <p:spPr>
            <a:xfrm>
              <a:off x="12838425" y="1672975"/>
              <a:ext cx="24925" cy="21575"/>
            </a:xfrm>
            <a:custGeom>
              <a:avLst/>
              <a:gdLst/>
              <a:ahLst/>
              <a:cxnLst/>
              <a:rect l="l" t="t" r="r" b="b"/>
              <a:pathLst>
                <a:path w="997" h="863" extrusionOk="0">
                  <a:moveTo>
                    <a:pt x="500" y="1"/>
                  </a:moveTo>
                  <a:cubicBezTo>
                    <a:pt x="365" y="1"/>
                    <a:pt x="210" y="119"/>
                    <a:pt x="121" y="319"/>
                  </a:cubicBezTo>
                  <a:cubicBezTo>
                    <a:pt x="1" y="440"/>
                    <a:pt x="121" y="681"/>
                    <a:pt x="363" y="802"/>
                  </a:cubicBezTo>
                  <a:cubicBezTo>
                    <a:pt x="396" y="844"/>
                    <a:pt x="441" y="863"/>
                    <a:pt x="491" y="863"/>
                  </a:cubicBezTo>
                  <a:cubicBezTo>
                    <a:pt x="622" y="863"/>
                    <a:pt x="789" y="735"/>
                    <a:pt x="876" y="561"/>
                  </a:cubicBezTo>
                  <a:cubicBezTo>
                    <a:pt x="997" y="440"/>
                    <a:pt x="876" y="199"/>
                    <a:pt x="634" y="48"/>
                  </a:cubicBezTo>
                  <a:cubicBezTo>
                    <a:pt x="595" y="16"/>
                    <a:pt x="549" y="1"/>
                    <a:pt x="50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4"/>
            <p:cNvSpPr/>
            <p:nvPr/>
          </p:nvSpPr>
          <p:spPr>
            <a:xfrm>
              <a:off x="12860300" y="1652275"/>
              <a:ext cx="18900" cy="39000"/>
            </a:xfrm>
            <a:custGeom>
              <a:avLst/>
              <a:gdLst/>
              <a:ahLst/>
              <a:cxnLst/>
              <a:rect l="l" t="t" r="r" b="b"/>
              <a:pathLst>
                <a:path w="756" h="1560" extrusionOk="0">
                  <a:moveTo>
                    <a:pt x="635" y="1"/>
                  </a:moveTo>
                  <a:cubicBezTo>
                    <a:pt x="514" y="1"/>
                    <a:pt x="635" y="393"/>
                    <a:pt x="514" y="876"/>
                  </a:cubicBezTo>
                  <a:cubicBezTo>
                    <a:pt x="363" y="1268"/>
                    <a:pt x="1" y="1509"/>
                    <a:pt x="1" y="1509"/>
                  </a:cubicBezTo>
                  <a:cubicBezTo>
                    <a:pt x="1" y="1545"/>
                    <a:pt x="11" y="1559"/>
                    <a:pt x="29" y="1559"/>
                  </a:cubicBezTo>
                  <a:cubicBezTo>
                    <a:pt x="72" y="1559"/>
                    <a:pt x="157" y="1474"/>
                    <a:pt x="242" y="1389"/>
                  </a:cubicBezTo>
                  <a:cubicBezTo>
                    <a:pt x="514" y="1268"/>
                    <a:pt x="635" y="1147"/>
                    <a:pt x="755" y="876"/>
                  </a:cubicBezTo>
                  <a:lnTo>
                    <a:pt x="755" y="272"/>
                  </a:lnTo>
                  <a:cubicBezTo>
                    <a:pt x="635" y="121"/>
                    <a:pt x="635" y="1"/>
                    <a:pt x="635"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4"/>
            <p:cNvSpPr/>
            <p:nvPr/>
          </p:nvSpPr>
          <p:spPr>
            <a:xfrm>
              <a:off x="12797700" y="1777025"/>
              <a:ext cx="24900" cy="19100"/>
            </a:xfrm>
            <a:custGeom>
              <a:avLst/>
              <a:gdLst/>
              <a:ahLst/>
              <a:cxnLst/>
              <a:rect l="l" t="t" r="r" b="b"/>
              <a:pathLst>
                <a:path w="996" h="764" extrusionOk="0">
                  <a:moveTo>
                    <a:pt x="473" y="0"/>
                  </a:moveTo>
                  <a:cubicBezTo>
                    <a:pt x="352" y="0"/>
                    <a:pt x="206" y="85"/>
                    <a:pt x="121" y="171"/>
                  </a:cubicBezTo>
                  <a:cubicBezTo>
                    <a:pt x="0" y="412"/>
                    <a:pt x="121" y="684"/>
                    <a:pt x="362" y="684"/>
                  </a:cubicBezTo>
                  <a:cubicBezTo>
                    <a:pt x="412" y="734"/>
                    <a:pt x="488" y="763"/>
                    <a:pt x="568" y="763"/>
                  </a:cubicBezTo>
                  <a:cubicBezTo>
                    <a:pt x="682" y="763"/>
                    <a:pt x="805" y="705"/>
                    <a:pt x="875" y="563"/>
                  </a:cubicBezTo>
                  <a:cubicBezTo>
                    <a:pt x="996" y="412"/>
                    <a:pt x="875" y="171"/>
                    <a:pt x="755" y="50"/>
                  </a:cubicBezTo>
                  <a:lnTo>
                    <a:pt x="604" y="50"/>
                  </a:lnTo>
                  <a:cubicBezTo>
                    <a:pt x="568" y="15"/>
                    <a:pt x="523" y="0"/>
                    <a:pt x="473"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4"/>
            <p:cNvSpPr/>
            <p:nvPr/>
          </p:nvSpPr>
          <p:spPr>
            <a:xfrm>
              <a:off x="12812775" y="1762425"/>
              <a:ext cx="22650" cy="39075"/>
            </a:xfrm>
            <a:custGeom>
              <a:avLst/>
              <a:gdLst/>
              <a:ahLst/>
              <a:cxnLst/>
              <a:rect l="l" t="t" r="r" b="b"/>
              <a:pathLst>
                <a:path w="906" h="1563" extrusionOk="0">
                  <a:moveTo>
                    <a:pt x="514" y="0"/>
                  </a:moveTo>
                  <a:cubicBezTo>
                    <a:pt x="514" y="121"/>
                    <a:pt x="634" y="513"/>
                    <a:pt x="393" y="876"/>
                  </a:cubicBezTo>
                  <a:cubicBezTo>
                    <a:pt x="272" y="1268"/>
                    <a:pt x="1" y="1509"/>
                    <a:pt x="1" y="1509"/>
                  </a:cubicBezTo>
                  <a:cubicBezTo>
                    <a:pt x="1" y="1549"/>
                    <a:pt x="17" y="1563"/>
                    <a:pt x="44" y="1563"/>
                  </a:cubicBezTo>
                  <a:cubicBezTo>
                    <a:pt x="98" y="1563"/>
                    <a:pt x="192" y="1509"/>
                    <a:pt x="272" y="1509"/>
                  </a:cubicBezTo>
                  <a:cubicBezTo>
                    <a:pt x="634" y="1268"/>
                    <a:pt x="906" y="755"/>
                    <a:pt x="634" y="242"/>
                  </a:cubicBezTo>
                  <a:cubicBezTo>
                    <a:pt x="634" y="121"/>
                    <a:pt x="514" y="0"/>
                    <a:pt x="51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4"/>
            <p:cNvSpPr/>
            <p:nvPr/>
          </p:nvSpPr>
          <p:spPr>
            <a:xfrm>
              <a:off x="12756200" y="1668125"/>
              <a:ext cx="88300" cy="62625"/>
            </a:xfrm>
            <a:custGeom>
              <a:avLst/>
              <a:gdLst/>
              <a:ahLst/>
              <a:cxnLst/>
              <a:rect l="l" t="t" r="r" b="b"/>
              <a:pathLst>
                <a:path w="3532" h="2505" extrusionOk="0">
                  <a:moveTo>
                    <a:pt x="634" y="0"/>
                  </a:moveTo>
                  <a:cubicBezTo>
                    <a:pt x="513" y="0"/>
                    <a:pt x="393" y="0"/>
                    <a:pt x="393" y="121"/>
                  </a:cubicBezTo>
                  <a:lnTo>
                    <a:pt x="272" y="242"/>
                  </a:lnTo>
                  <a:cubicBezTo>
                    <a:pt x="151" y="513"/>
                    <a:pt x="151" y="634"/>
                    <a:pt x="0" y="875"/>
                  </a:cubicBezTo>
                  <a:cubicBezTo>
                    <a:pt x="151" y="755"/>
                    <a:pt x="272" y="513"/>
                    <a:pt x="393" y="242"/>
                  </a:cubicBezTo>
                  <a:cubicBezTo>
                    <a:pt x="513" y="121"/>
                    <a:pt x="513" y="121"/>
                    <a:pt x="634" y="121"/>
                  </a:cubicBezTo>
                  <a:cubicBezTo>
                    <a:pt x="634" y="121"/>
                    <a:pt x="755" y="242"/>
                    <a:pt x="906" y="242"/>
                  </a:cubicBezTo>
                  <a:lnTo>
                    <a:pt x="1660" y="875"/>
                  </a:lnTo>
                  <a:cubicBezTo>
                    <a:pt x="2143" y="1388"/>
                    <a:pt x="2535" y="1751"/>
                    <a:pt x="2897" y="2022"/>
                  </a:cubicBezTo>
                  <a:cubicBezTo>
                    <a:pt x="3169" y="2264"/>
                    <a:pt x="3290" y="2384"/>
                    <a:pt x="3531" y="2505"/>
                  </a:cubicBezTo>
                  <a:cubicBezTo>
                    <a:pt x="3410" y="2264"/>
                    <a:pt x="3169" y="2143"/>
                    <a:pt x="3018" y="2022"/>
                  </a:cubicBezTo>
                  <a:cubicBezTo>
                    <a:pt x="2656" y="1630"/>
                    <a:pt x="2264" y="1268"/>
                    <a:pt x="1781" y="875"/>
                  </a:cubicBezTo>
                  <a:lnTo>
                    <a:pt x="1026" y="242"/>
                  </a:lnTo>
                  <a:cubicBezTo>
                    <a:pt x="906" y="121"/>
                    <a:pt x="755" y="0"/>
                    <a:pt x="634"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4"/>
            <p:cNvSpPr/>
            <p:nvPr/>
          </p:nvSpPr>
          <p:spPr>
            <a:xfrm>
              <a:off x="12712450" y="1665100"/>
              <a:ext cx="24900" cy="53600"/>
            </a:xfrm>
            <a:custGeom>
              <a:avLst/>
              <a:gdLst/>
              <a:ahLst/>
              <a:cxnLst/>
              <a:rect l="l" t="t" r="r" b="b"/>
              <a:pathLst>
                <a:path w="996" h="2144" extrusionOk="0">
                  <a:moveTo>
                    <a:pt x="996" y="1"/>
                  </a:moveTo>
                  <a:lnTo>
                    <a:pt x="996" y="1"/>
                  </a:lnTo>
                  <a:cubicBezTo>
                    <a:pt x="513" y="121"/>
                    <a:pt x="0" y="514"/>
                    <a:pt x="0" y="1117"/>
                  </a:cubicBezTo>
                  <a:cubicBezTo>
                    <a:pt x="0" y="2143"/>
                    <a:pt x="875" y="2143"/>
                    <a:pt x="875" y="2143"/>
                  </a:cubicBezTo>
                  <a:cubicBezTo>
                    <a:pt x="755" y="1389"/>
                    <a:pt x="755" y="634"/>
                    <a:pt x="9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4"/>
            <p:cNvSpPr/>
            <p:nvPr/>
          </p:nvSpPr>
          <p:spPr>
            <a:xfrm>
              <a:off x="12583425" y="1624350"/>
              <a:ext cx="50575" cy="119225"/>
            </a:xfrm>
            <a:custGeom>
              <a:avLst/>
              <a:gdLst/>
              <a:ahLst/>
              <a:cxnLst/>
              <a:rect l="l" t="t" r="r" b="b"/>
              <a:pathLst>
                <a:path w="2023" h="4769" extrusionOk="0">
                  <a:moveTo>
                    <a:pt x="1389" y="1"/>
                  </a:moveTo>
                  <a:lnTo>
                    <a:pt x="1389" y="1"/>
                  </a:lnTo>
                  <a:cubicBezTo>
                    <a:pt x="1" y="2898"/>
                    <a:pt x="1630" y="4769"/>
                    <a:pt x="1630" y="4769"/>
                  </a:cubicBezTo>
                  <a:cubicBezTo>
                    <a:pt x="1389" y="3260"/>
                    <a:pt x="1510" y="1751"/>
                    <a:pt x="2023" y="363"/>
                  </a:cubicBezTo>
                  <a:lnTo>
                    <a:pt x="1389" y="1"/>
                  </a:lnTo>
                  <a:close/>
                </a:path>
              </a:pathLst>
            </a:custGeom>
            <a:solidFill>
              <a:srgbClr val="7C4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4"/>
            <p:cNvSpPr/>
            <p:nvPr/>
          </p:nvSpPr>
          <p:spPr>
            <a:xfrm>
              <a:off x="12533650" y="1627375"/>
              <a:ext cx="540175" cy="424500"/>
            </a:xfrm>
            <a:custGeom>
              <a:avLst/>
              <a:gdLst/>
              <a:ahLst/>
              <a:cxnLst/>
              <a:rect l="l" t="t" r="r" b="b"/>
              <a:pathLst>
                <a:path w="21607" h="16980" extrusionOk="0">
                  <a:moveTo>
                    <a:pt x="15209" y="1"/>
                  </a:moveTo>
                  <a:cubicBezTo>
                    <a:pt x="15210" y="1"/>
                    <a:pt x="15692" y="242"/>
                    <a:pt x="16447" y="876"/>
                  </a:cubicBezTo>
                  <a:cubicBezTo>
                    <a:pt x="16960" y="1268"/>
                    <a:pt x="17352" y="1630"/>
                    <a:pt x="17593" y="2023"/>
                  </a:cubicBezTo>
                  <a:cubicBezTo>
                    <a:pt x="16598" y="1268"/>
                    <a:pt x="15451" y="876"/>
                    <a:pt x="14183" y="876"/>
                  </a:cubicBezTo>
                  <a:lnTo>
                    <a:pt x="14455" y="1510"/>
                  </a:lnTo>
                  <a:lnTo>
                    <a:pt x="13701" y="6278"/>
                  </a:lnTo>
                  <a:cubicBezTo>
                    <a:pt x="14938" y="6398"/>
                    <a:pt x="16205" y="7545"/>
                    <a:pt x="16718" y="8179"/>
                  </a:cubicBezTo>
                  <a:cubicBezTo>
                    <a:pt x="16230" y="8074"/>
                    <a:pt x="15765" y="8027"/>
                    <a:pt x="15324" y="8027"/>
                  </a:cubicBezTo>
                  <a:cubicBezTo>
                    <a:pt x="11436" y="8027"/>
                    <a:pt x="9415" y="11679"/>
                    <a:pt x="9415" y="11679"/>
                  </a:cubicBezTo>
                  <a:lnTo>
                    <a:pt x="1237" y="8420"/>
                  </a:lnTo>
                  <a:lnTo>
                    <a:pt x="1237" y="8420"/>
                  </a:lnTo>
                  <a:cubicBezTo>
                    <a:pt x="0" y="14576"/>
                    <a:pt x="7273" y="16357"/>
                    <a:pt x="7273" y="16357"/>
                  </a:cubicBezTo>
                  <a:cubicBezTo>
                    <a:pt x="7786" y="16477"/>
                    <a:pt x="8540" y="16719"/>
                    <a:pt x="8902" y="16840"/>
                  </a:cubicBezTo>
                  <a:cubicBezTo>
                    <a:pt x="9538" y="16936"/>
                    <a:pt x="10143" y="16979"/>
                    <a:pt x="10720" y="16979"/>
                  </a:cubicBezTo>
                  <a:cubicBezTo>
                    <a:pt x="16305" y="16979"/>
                    <a:pt x="19150" y="12854"/>
                    <a:pt x="19615" y="11951"/>
                  </a:cubicBezTo>
                  <a:cubicBezTo>
                    <a:pt x="20098" y="10804"/>
                    <a:pt x="21607" y="9054"/>
                    <a:pt x="19857" y="4889"/>
                  </a:cubicBezTo>
                  <a:cubicBezTo>
                    <a:pt x="19615" y="4286"/>
                    <a:pt x="19223" y="3652"/>
                    <a:pt x="18861" y="3139"/>
                  </a:cubicBezTo>
                  <a:cubicBezTo>
                    <a:pt x="18227" y="2143"/>
                    <a:pt x="17473" y="1268"/>
                    <a:pt x="16598" y="634"/>
                  </a:cubicBezTo>
                  <a:cubicBezTo>
                    <a:pt x="16205" y="363"/>
                    <a:pt x="15692" y="121"/>
                    <a:pt x="15209"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4"/>
            <p:cNvSpPr/>
            <p:nvPr/>
          </p:nvSpPr>
          <p:spPr>
            <a:xfrm>
              <a:off x="12633975" y="1878600"/>
              <a:ext cx="84525" cy="69425"/>
            </a:xfrm>
            <a:custGeom>
              <a:avLst/>
              <a:gdLst/>
              <a:ahLst/>
              <a:cxnLst/>
              <a:rect l="l" t="t" r="r" b="b"/>
              <a:pathLst>
                <a:path w="3381" h="2777" extrusionOk="0">
                  <a:moveTo>
                    <a:pt x="755" y="1"/>
                  </a:moveTo>
                  <a:cubicBezTo>
                    <a:pt x="242" y="393"/>
                    <a:pt x="1" y="1027"/>
                    <a:pt x="242" y="1630"/>
                  </a:cubicBezTo>
                  <a:cubicBezTo>
                    <a:pt x="634" y="2264"/>
                    <a:pt x="1117" y="2656"/>
                    <a:pt x="1630" y="2777"/>
                  </a:cubicBezTo>
                  <a:cubicBezTo>
                    <a:pt x="2023" y="2777"/>
                    <a:pt x="2385" y="2777"/>
                    <a:pt x="2777" y="2656"/>
                  </a:cubicBezTo>
                  <a:cubicBezTo>
                    <a:pt x="3139" y="2264"/>
                    <a:pt x="3381" y="1781"/>
                    <a:pt x="3260" y="1268"/>
                  </a:cubicBezTo>
                  <a:lnTo>
                    <a:pt x="755" y="1"/>
                  </a:lnTo>
                  <a:close/>
                </a:path>
              </a:pathLst>
            </a:custGeom>
            <a:solidFill>
              <a:srgbClr val="C175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4"/>
            <p:cNvSpPr/>
            <p:nvPr/>
          </p:nvSpPr>
          <p:spPr>
            <a:xfrm>
              <a:off x="12652850" y="1900475"/>
              <a:ext cx="46800" cy="34175"/>
            </a:xfrm>
            <a:custGeom>
              <a:avLst/>
              <a:gdLst/>
              <a:ahLst/>
              <a:cxnLst/>
              <a:rect l="l" t="t" r="r" b="b"/>
              <a:pathLst>
                <a:path w="1872" h="1367" extrusionOk="0">
                  <a:moveTo>
                    <a:pt x="242" y="1"/>
                  </a:moveTo>
                  <a:cubicBezTo>
                    <a:pt x="121" y="1"/>
                    <a:pt x="0" y="152"/>
                    <a:pt x="0" y="514"/>
                  </a:cubicBezTo>
                  <a:cubicBezTo>
                    <a:pt x="121" y="755"/>
                    <a:pt x="242" y="1027"/>
                    <a:pt x="362" y="1148"/>
                  </a:cubicBezTo>
                  <a:cubicBezTo>
                    <a:pt x="527" y="1299"/>
                    <a:pt x="733" y="1366"/>
                    <a:pt x="945" y="1366"/>
                  </a:cubicBezTo>
                  <a:cubicBezTo>
                    <a:pt x="1238" y="1366"/>
                    <a:pt x="1540" y="1237"/>
                    <a:pt x="1750" y="1027"/>
                  </a:cubicBezTo>
                  <a:cubicBezTo>
                    <a:pt x="1871" y="755"/>
                    <a:pt x="1871" y="635"/>
                    <a:pt x="1871" y="635"/>
                  </a:cubicBezTo>
                  <a:lnTo>
                    <a:pt x="1871" y="635"/>
                  </a:lnTo>
                  <a:lnTo>
                    <a:pt x="1630" y="906"/>
                  </a:lnTo>
                  <a:cubicBezTo>
                    <a:pt x="1488" y="1048"/>
                    <a:pt x="1337" y="1106"/>
                    <a:pt x="1162" y="1106"/>
                  </a:cubicBezTo>
                  <a:cubicBezTo>
                    <a:pt x="1039" y="1106"/>
                    <a:pt x="905" y="1077"/>
                    <a:pt x="755" y="1027"/>
                  </a:cubicBezTo>
                  <a:cubicBezTo>
                    <a:pt x="513" y="1027"/>
                    <a:pt x="242" y="755"/>
                    <a:pt x="242" y="393"/>
                  </a:cubicBezTo>
                  <a:lnTo>
                    <a:pt x="242" y="1"/>
                  </a:lnTo>
                  <a:close/>
                </a:path>
              </a:pathLst>
            </a:custGeom>
            <a:solidFill>
              <a:srgbClr val="7C4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4"/>
            <p:cNvSpPr/>
            <p:nvPr/>
          </p:nvSpPr>
          <p:spPr>
            <a:xfrm>
              <a:off x="12841450" y="137375"/>
              <a:ext cx="458725" cy="471550"/>
            </a:xfrm>
            <a:custGeom>
              <a:avLst/>
              <a:gdLst/>
              <a:ahLst/>
              <a:cxnLst/>
              <a:rect l="l" t="t" r="r" b="b"/>
              <a:pathLst>
                <a:path w="18349" h="18862" extrusionOk="0">
                  <a:moveTo>
                    <a:pt x="9295" y="1"/>
                  </a:moveTo>
                  <a:lnTo>
                    <a:pt x="0" y="11438"/>
                  </a:lnTo>
                  <a:lnTo>
                    <a:pt x="6549" y="18862"/>
                  </a:lnTo>
                  <a:cubicBezTo>
                    <a:pt x="6549" y="18862"/>
                    <a:pt x="18227" y="5403"/>
                    <a:pt x="18348" y="5161"/>
                  </a:cubicBezTo>
                  <a:lnTo>
                    <a:pt x="9295"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4"/>
            <p:cNvSpPr/>
            <p:nvPr/>
          </p:nvSpPr>
          <p:spPr>
            <a:xfrm>
              <a:off x="13005150" y="266400"/>
              <a:ext cx="313875" cy="355350"/>
            </a:xfrm>
            <a:custGeom>
              <a:avLst/>
              <a:gdLst/>
              <a:ahLst/>
              <a:cxnLst/>
              <a:rect l="l" t="t" r="r" b="b"/>
              <a:pathLst>
                <a:path w="12555" h="14214" extrusionOk="0">
                  <a:moveTo>
                    <a:pt x="11679" y="0"/>
                  </a:moveTo>
                  <a:lnTo>
                    <a:pt x="1" y="13701"/>
                  </a:lnTo>
                  <a:lnTo>
                    <a:pt x="876" y="14214"/>
                  </a:lnTo>
                  <a:lnTo>
                    <a:pt x="12555" y="483"/>
                  </a:lnTo>
                  <a:lnTo>
                    <a:pt x="11679" y="0"/>
                  </a:ln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4"/>
            <p:cNvSpPr/>
            <p:nvPr/>
          </p:nvSpPr>
          <p:spPr>
            <a:xfrm>
              <a:off x="13127375" y="226400"/>
              <a:ext cx="24925" cy="20400"/>
            </a:xfrm>
            <a:custGeom>
              <a:avLst/>
              <a:gdLst/>
              <a:ahLst/>
              <a:cxnLst/>
              <a:rect l="l" t="t" r="r" b="b"/>
              <a:pathLst>
                <a:path w="997" h="816" extrusionOk="0">
                  <a:moveTo>
                    <a:pt x="510" y="1"/>
                  </a:moveTo>
                  <a:cubicBezTo>
                    <a:pt x="415" y="1"/>
                    <a:pt x="317" y="31"/>
                    <a:pt x="242" y="91"/>
                  </a:cubicBezTo>
                  <a:cubicBezTo>
                    <a:pt x="1" y="212"/>
                    <a:pt x="1" y="453"/>
                    <a:pt x="242" y="725"/>
                  </a:cubicBezTo>
                  <a:cubicBezTo>
                    <a:pt x="317" y="785"/>
                    <a:pt x="415" y="816"/>
                    <a:pt x="510" y="816"/>
                  </a:cubicBezTo>
                  <a:cubicBezTo>
                    <a:pt x="604" y="816"/>
                    <a:pt x="695" y="785"/>
                    <a:pt x="755" y="725"/>
                  </a:cubicBezTo>
                  <a:cubicBezTo>
                    <a:pt x="996" y="453"/>
                    <a:pt x="996" y="212"/>
                    <a:pt x="755" y="91"/>
                  </a:cubicBezTo>
                  <a:cubicBezTo>
                    <a:pt x="695" y="31"/>
                    <a:pt x="604" y="1"/>
                    <a:pt x="510"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4"/>
            <p:cNvSpPr/>
            <p:nvPr/>
          </p:nvSpPr>
          <p:spPr>
            <a:xfrm>
              <a:off x="10270350" y="338825"/>
              <a:ext cx="1414575" cy="1203325"/>
            </a:xfrm>
            <a:custGeom>
              <a:avLst/>
              <a:gdLst/>
              <a:ahLst/>
              <a:cxnLst/>
              <a:rect l="l" t="t" r="r" b="b"/>
              <a:pathLst>
                <a:path w="56583" h="48133" extrusionOk="0">
                  <a:moveTo>
                    <a:pt x="37571" y="0"/>
                  </a:moveTo>
                  <a:cubicBezTo>
                    <a:pt x="33558" y="121"/>
                    <a:pt x="1" y="8027"/>
                    <a:pt x="1" y="8027"/>
                  </a:cubicBezTo>
                  <a:lnTo>
                    <a:pt x="1630" y="18106"/>
                  </a:lnTo>
                  <a:lnTo>
                    <a:pt x="31415" y="13580"/>
                  </a:lnTo>
                  <a:lnTo>
                    <a:pt x="40227" y="39351"/>
                  </a:lnTo>
                  <a:cubicBezTo>
                    <a:pt x="41615" y="43365"/>
                    <a:pt x="44753" y="46382"/>
                    <a:pt x="48646" y="47650"/>
                  </a:cubicBezTo>
                  <a:lnTo>
                    <a:pt x="49401" y="48133"/>
                  </a:lnTo>
                  <a:lnTo>
                    <a:pt x="56583" y="34704"/>
                  </a:lnTo>
                  <a:cubicBezTo>
                    <a:pt x="56583" y="34704"/>
                    <a:pt x="41494" y="0"/>
                    <a:pt x="3757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4"/>
            <p:cNvSpPr/>
            <p:nvPr/>
          </p:nvSpPr>
          <p:spPr>
            <a:xfrm>
              <a:off x="10763750" y="43075"/>
              <a:ext cx="1093950" cy="1404775"/>
            </a:xfrm>
            <a:custGeom>
              <a:avLst/>
              <a:gdLst/>
              <a:ahLst/>
              <a:cxnLst/>
              <a:rect l="l" t="t" r="r" b="b"/>
              <a:pathLst>
                <a:path w="43758" h="56191" extrusionOk="0">
                  <a:moveTo>
                    <a:pt x="2898" y="1"/>
                  </a:moveTo>
                  <a:lnTo>
                    <a:pt x="1" y="9808"/>
                  </a:lnTo>
                  <a:lnTo>
                    <a:pt x="28790" y="18741"/>
                  </a:lnTo>
                  <a:lnTo>
                    <a:pt x="31415" y="56191"/>
                  </a:lnTo>
                  <a:lnTo>
                    <a:pt x="41856" y="37601"/>
                  </a:lnTo>
                  <a:cubicBezTo>
                    <a:pt x="41856" y="37601"/>
                    <a:pt x="43757" y="11076"/>
                    <a:pt x="40227" y="9295"/>
                  </a:cubicBezTo>
                  <a:cubicBezTo>
                    <a:pt x="36575" y="7545"/>
                    <a:pt x="2898" y="1"/>
                    <a:pt x="289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4"/>
            <p:cNvSpPr/>
            <p:nvPr/>
          </p:nvSpPr>
          <p:spPr>
            <a:xfrm>
              <a:off x="11590600" y="1077400"/>
              <a:ext cx="100375" cy="97350"/>
            </a:xfrm>
            <a:custGeom>
              <a:avLst/>
              <a:gdLst/>
              <a:ahLst/>
              <a:cxnLst/>
              <a:rect l="l" t="t" r="r" b="b"/>
              <a:pathLst>
                <a:path w="4015" h="3894" extrusionOk="0">
                  <a:moveTo>
                    <a:pt x="1" y="1"/>
                  </a:moveTo>
                  <a:cubicBezTo>
                    <a:pt x="604" y="755"/>
                    <a:pt x="1238" y="1389"/>
                    <a:pt x="1872" y="1992"/>
                  </a:cubicBezTo>
                  <a:cubicBezTo>
                    <a:pt x="2505" y="2747"/>
                    <a:pt x="3260" y="3260"/>
                    <a:pt x="4014" y="3893"/>
                  </a:cubicBezTo>
                  <a:cubicBezTo>
                    <a:pt x="3381" y="3139"/>
                    <a:pt x="2747" y="2505"/>
                    <a:pt x="2113" y="1872"/>
                  </a:cubicBezTo>
                  <a:cubicBezTo>
                    <a:pt x="1510" y="1117"/>
                    <a:pt x="755" y="483"/>
                    <a:pt x="1"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4"/>
            <p:cNvSpPr/>
            <p:nvPr/>
          </p:nvSpPr>
          <p:spPr>
            <a:xfrm>
              <a:off x="11492525" y="1328625"/>
              <a:ext cx="116975" cy="107150"/>
            </a:xfrm>
            <a:custGeom>
              <a:avLst/>
              <a:gdLst/>
              <a:ahLst/>
              <a:cxnLst/>
              <a:rect l="l" t="t" r="r" b="b"/>
              <a:pathLst>
                <a:path w="4679" h="4286" extrusionOk="0">
                  <a:moveTo>
                    <a:pt x="3169" y="1"/>
                  </a:moveTo>
                  <a:cubicBezTo>
                    <a:pt x="1510" y="1"/>
                    <a:pt x="152" y="1509"/>
                    <a:pt x="152" y="3139"/>
                  </a:cubicBezTo>
                  <a:cubicBezTo>
                    <a:pt x="1" y="3531"/>
                    <a:pt x="152" y="3893"/>
                    <a:pt x="272" y="4286"/>
                  </a:cubicBezTo>
                  <a:lnTo>
                    <a:pt x="272" y="3139"/>
                  </a:lnTo>
                  <a:cubicBezTo>
                    <a:pt x="388" y="1466"/>
                    <a:pt x="1771" y="234"/>
                    <a:pt x="3422" y="234"/>
                  </a:cubicBezTo>
                  <a:cubicBezTo>
                    <a:pt x="3498" y="234"/>
                    <a:pt x="3575" y="237"/>
                    <a:pt x="3652" y="242"/>
                  </a:cubicBezTo>
                  <a:cubicBezTo>
                    <a:pt x="4171" y="242"/>
                    <a:pt x="4528" y="424"/>
                    <a:pt x="4640" y="424"/>
                  </a:cubicBezTo>
                  <a:cubicBezTo>
                    <a:pt x="4665" y="424"/>
                    <a:pt x="4678" y="415"/>
                    <a:pt x="4678" y="393"/>
                  </a:cubicBezTo>
                  <a:cubicBezTo>
                    <a:pt x="4407" y="242"/>
                    <a:pt x="4044" y="121"/>
                    <a:pt x="3652"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4"/>
            <p:cNvSpPr/>
            <p:nvPr/>
          </p:nvSpPr>
          <p:spPr>
            <a:xfrm>
              <a:off x="10723025" y="338825"/>
              <a:ext cx="867600" cy="700875"/>
            </a:xfrm>
            <a:custGeom>
              <a:avLst/>
              <a:gdLst/>
              <a:ahLst/>
              <a:cxnLst/>
              <a:rect l="l" t="t" r="r" b="b"/>
              <a:pathLst>
                <a:path w="34704" h="28035" extrusionOk="0">
                  <a:moveTo>
                    <a:pt x="17835" y="0"/>
                  </a:moveTo>
                  <a:cubicBezTo>
                    <a:pt x="16960" y="0"/>
                    <a:pt x="16205" y="121"/>
                    <a:pt x="15451" y="362"/>
                  </a:cubicBezTo>
                  <a:cubicBezTo>
                    <a:pt x="12433" y="1117"/>
                    <a:pt x="9657" y="1750"/>
                    <a:pt x="7393" y="2263"/>
                  </a:cubicBezTo>
                  <a:cubicBezTo>
                    <a:pt x="5130" y="2867"/>
                    <a:pt x="3259" y="3259"/>
                    <a:pt x="1992" y="3501"/>
                  </a:cubicBezTo>
                  <a:cubicBezTo>
                    <a:pt x="1358" y="3621"/>
                    <a:pt x="875" y="3772"/>
                    <a:pt x="483" y="3772"/>
                  </a:cubicBezTo>
                  <a:cubicBezTo>
                    <a:pt x="242" y="3893"/>
                    <a:pt x="0" y="3893"/>
                    <a:pt x="0" y="3893"/>
                  </a:cubicBezTo>
                  <a:lnTo>
                    <a:pt x="483" y="3893"/>
                  </a:lnTo>
                  <a:cubicBezTo>
                    <a:pt x="875" y="3772"/>
                    <a:pt x="1358" y="3772"/>
                    <a:pt x="1992" y="3621"/>
                  </a:cubicBezTo>
                  <a:cubicBezTo>
                    <a:pt x="3380" y="3380"/>
                    <a:pt x="5130" y="3018"/>
                    <a:pt x="7393" y="2505"/>
                  </a:cubicBezTo>
                  <a:cubicBezTo>
                    <a:pt x="9808" y="1992"/>
                    <a:pt x="12433" y="1358"/>
                    <a:pt x="15451" y="604"/>
                  </a:cubicBezTo>
                  <a:cubicBezTo>
                    <a:pt x="16326" y="362"/>
                    <a:pt x="17080" y="242"/>
                    <a:pt x="17835" y="242"/>
                  </a:cubicBezTo>
                  <a:cubicBezTo>
                    <a:pt x="18589" y="242"/>
                    <a:pt x="19464" y="483"/>
                    <a:pt x="20219" y="875"/>
                  </a:cubicBezTo>
                  <a:cubicBezTo>
                    <a:pt x="20852" y="1237"/>
                    <a:pt x="21486" y="1871"/>
                    <a:pt x="22120" y="2505"/>
                  </a:cubicBezTo>
                  <a:cubicBezTo>
                    <a:pt x="22633" y="3139"/>
                    <a:pt x="23116" y="3893"/>
                    <a:pt x="23629" y="4647"/>
                  </a:cubicBezTo>
                  <a:cubicBezTo>
                    <a:pt x="26767" y="11045"/>
                    <a:pt x="29543" y="16960"/>
                    <a:pt x="31535" y="21124"/>
                  </a:cubicBezTo>
                  <a:cubicBezTo>
                    <a:pt x="32561" y="23237"/>
                    <a:pt x="33316" y="25017"/>
                    <a:pt x="33798" y="26254"/>
                  </a:cubicBezTo>
                  <a:lnTo>
                    <a:pt x="34432" y="27642"/>
                  </a:lnTo>
                  <a:cubicBezTo>
                    <a:pt x="34553" y="27763"/>
                    <a:pt x="34553" y="27914"/>
                    <a:pt x="34553" y="27914"/>
                  </a:cubicBezTo>
                  <a:lnTo>
                    <a:pt x="34704" y="28035"/>
                  </a:lnTo>
                  <a:lnTo>
                    <a:pt x="34704" y="27914"/>
                  </a:lnTo>
                  <a:cubicBezTo>
                    <a:pt x="34704" y="27914"/>
                    <a:pt x="34553" y="27763"/>
                    <a:pt x="34553" y="27522"/>
                  </a:cubicBezTo>
                  <a:cubicBezTo>
                    <a:pt x="34432" y="27280"/>
                    <a:pt x="34191" y="26767"/>
                    <a:pt x="33949" y="26134"/>
                  </a:cubicBezTo>
                  <a:cubicBezTo>
                    <a:pt x="33436" y="25017"/>
                    <a:pt x="32803" y="23237"/>
                    <a:pt x="31807" y="21124"/>
                  </a:cubicBezTo>
                  <a:cubicBezTo>
                    <a:pt x="30781" y="18982"/>
                    <a:pt x="29543" y="16447"/>
                    <a:pt x="28276" y="13580"/>
                  </a:cubicBezTo>
                  <a:cubicBezTo>
                    <a:pt x="26888" y="10804"/>
                    <a:pt x="25500" y="7665"/>
                    <a:pt x="23870" y="4527"/>
                  </a:cubicBezTo>
                  <a:cubicBezTo>
                    <a:pt x="23387" y="3772"/>
                    <a:pt x="22874" y="3018"/>
                    <a:pt x="22241" y="2384"/>
                  </a:cubicBezTo>
                  <a:cubicBezTo>
                    <a:pt x="21728" y="1630"/>
                    <a:pt x="20973" y="1117"/>
                    <a:pt x="20219" y="604"/>
                  </a:cubicBezTo>
                  <a:cubicBezTo>
                    <a:pt x="19464" y="242"/>
                    <a:pt x="18710" y="0"/>
                    <a:pt x="17835" y="0"/>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4"/>
            <p:cNvSpPr/>
            <p:nvPr/>
          </p:nvSpPr>
          <p:spPr>
            <a:xfrm>
              <a:off x="11058725" y="605875"/>
              <a:ext cx="15875" cy="65675"/>
            </a:xfrm>
            <a:custGeom>
              <a:avLst/>
              <a:gdLst/>
              <a:ahLst/>
              <a:cxnLst/>
              <a:rect l="l" t="t" r="r" b="b"/>
              <a:pathLst>
                <a:path w="635" h="2627" extrusionOk="0">
                  <a:moveTo>
                    <a:pt x="635" y="1"/>
                  </a:moveTo>
                  <a:lnTo>
                    <a:pt x="635" y="1"/>
                  </a:lnTo>
                  <a:cubicBezTo>
                    <a:pt x="273" y="876"/>
                    <a:pt x="1" y="1751"/>
                    <a:pt x="152" y="2626"/>
                  </a:cubicBezTo>
                  <a:cubicBezTo>
                    <a:pt x="393" y="2264"/>
                    <a:pt x="393" y="1751"/>
                    <a:pt x="514" y="1389"/>
                  </a:cubicBezTo>
                  <a:cubicBezTo>
                    <a:pt x="635" y="876"/>
                    <a:pt x="635" y="484"/>
                    <a:pt x="63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4"/>
            <p:cNvSpPr/>
            <p:nvPr/>
          </p:nvSpPr>
          <p:spPr>
            <a:xfrm>
              <a:off x="11068550" y="617500"/>
              <a:ext cx="46800" cy="54050"/>
            </a:xfrm>
            <a:custGeom>
              <a:avLst/>
              <a:gdLst/>
              <a:ahLst/>
              <a:cxnLst/>
              <a:rect l="l" t="t" r="r" b="b"/>
              <a:pathLst>
                <a:path w="1872" h="2162" extrusionOk="0">
                  <a:moveTo>
                    <a:pt x="1857" y="1"/>
                  </a:moveTo>
                  <a:cubicBezTo>
                    <a:pt x="1775" y="1"/>
                    <a:pt x="1337" y="474"/>
                    <a:pt x="875" y="1045"/>
                  </a:cubicBezTo>
                  <a:cubicBezTo>
                    <a:pt x="513" y="1286"/>
                    <a:pt x="121" y="1678"/>
                    <a:pt x="0" y="2161"/>
                  </a:cubicBezTo>
                  <a:cubicBezTo>
                    <a:pt x="362" y="1920"/>
                    <a:pt x="755" y="1528"/>
                    <a:pt x="996" y="1165"/>
                  </a:cubicBezTo>
                  <a:cubicBezTo>
                    <a:pt x="1388" y="773"/>
                    <a:pt x="1630" y="411"/>
                    <a:pt x="1871" y="19"/>
                  </a:cubicBezTo>
                  <a:cubicBezTo>
                    <a:pt x="1871" y="7"/>
                    <a:pt x="1866" y="1"/>
                    <a:pt x="1857"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4"/>
            <p:cNvSpPr/>
            <p:nvPr/>
          </p:nvSpPr>
          <p:spPr>
            <a:xfrm>
              <a:off x="11480450" y="451975"/>
              <a:ext cx="56625" cy="56625"/>
            </a:xfrm>
            <a:custGeom>
              <a:avLst/>
              <a:gdLst/>
              <a:ahLst/>
              <a:cxnLst/>
              <a:rect l="l" t="t" r="r" b="b"/>
              <a:pathLst>
                <a:path w="2265" h="2265" extrusionOk="0">
                  <a:moveTo>
                    <a:pt x="2264" y="1"/>
                  </a:moveTo>
                  <a:cubicBezTo>
                    <a:pt x="1238" y="484"/>
                    <a:pt x="484" y="1359"/>
                    <a:pt x="1" y="2264"/>
                  </a:cubicBezTo>
                  <a:cubicBezTo>
                    <a:pt x="363" y="1992"/>
                    <a:pt x="755" y="1630"/>
                    <a:pt x="1117" y="1117"/>
                  </a:cubicBezTo>
                  <a:cubicBezTo>
                    <a:pt x="1510" y="876"/>
                    <a:pt x="1872" y="363"/>
                    <a:pt x="226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4"/>
            <p:cNvSpPr/>
            <p:nvPr/>
          </p:nvSpPr>
          <p:spPr>
            <a:xfrm>
              <a:off x="11480450" y="489700"/>
              <a:ext cx="78500" cy="24925"/>
            </a:xfrm>
            <a:custGeom>
              <a:avLst/>
              <a:gdLst/>
              <a:ahLst/>
              <a:cxnLst/>
              <a:rect l="l" t="t" r="r" b="b"/>
              <a:pathLst>
                <a:path w="3140" h="997" extrusionOk="0">
                  <a:moveTo>
                    <a:pt x="3139" y="1"/>
                  </a:moveTo>
                  <a:cubicBezTo>
                    <a:pt x="2626" y="1"/>
                    <a:pt x="1993" y="121"/>
                    <a:pt x="1510" y="363"/>
                  </a:cubicBezTo>
                  <a:cubicBezTo>
                    <a:pt x="997" y="483"/>
                    <a:pt x="484" y="755"/>
                    <a:pt x="1" y="996"/>
                  </a:cubicBezTo>
                  <a:cubicBezTo>
                    <a:pt x="1117" y="876"/>
                    <a:pt x="2143" y="483"/>
                    <a:pt x="3139"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4"/>
            <p:cNvSpPr/>
            <p:nvPr/>
          </p:nvSpPr>
          <p:spPr>
            <a:xfrm>
              <a:off x="10292225" y="533450"/>
              <a:ext cx="1256925" cy="914400"/>
            </a:xfrm>
            <a:custGeom>
              <a:avLst/>
              <a:gdLst/>
              <a:ahLst/>
              <a:cxnLst/>
              <a:rect l="l" t="t" r="r" b="b"/>
              <a:pathLst>
                <a:path w="50277" h="36576" extrusionOk="0">
                  <a:moveTo>
                    <a:pt x="33830" y="1"/>
                  </a:moveTo>
                  <a:cubicBezTo>
                    <a:pt x="29031" y="876"/>
                    <a:pt x="24505" y="1872"/>
                    <a:pt x="20491" y="2898"/>
                  </a:cubicBezTo>
                  <a:lnTo>
                    <a:pt x="9688" y="5403"/>
                  </a:lnTo>
                  <a:cubicBezTo>
                    <a:pt x="6670" y="6036"/>
                    <a:pt x="4135" y="6549"/>
                    <a:pt x="2506" y="6911"/>
                  </a:cubicBezTo>
                  <a:lnTo>
                    <a:pt x="484" y="7304"/>
                  </a:lnTo>
                  <a:lnTo>
                    <a:pt x="1" y="7424"/>
                  </a:lnTo>
                  <a:lnTo>
                    <a:pt x="484" y="7424"/>
                  </a:lnTo>
                  <a:cubicBezTo>
                    <a:pt x="997" y="7304"/>
                    <a:pt x="1631" y="7153"/>
                    <a:pt x="2506" y="7032"/>
                  </a:cubicBezTo>
                  <a:cubicBezTo>
                    <a:pt x="4256" y="6670"/>
                    <a:pt x="6670" y="6157"/>
                    <a:pt x="9809" y="5523"/>
                  </a:cubicBezTo>
                  <a:cubicBezTo>
                    <a:pt x="12826" y="4890"/>
                    <a:pt x="16478" y="4014"/>
                    <a:pt x="20491" y="3139"/>
                  </a:cubicBezTo>
                  <a:cubicBezTo>
                    <a:pt x="24604" y="2149"/>
                    <a:pt x="29104" y="1278"/>
                    <a:pt x="33874" y="377"/>
                  </a:cubicBezTo>
                  <a:lnTo>
                    <a:pt x="33874" y="377"/>
                  </a:lnTo>
                  <a:lnTo>
                    <a:pt x="34825" y="3260"/>
                  </a:lnTo>
                  <a:cubicBezTo>
                    <a:pt x="38839" y="15602"/>
                    <a:pt x="42490" y="26527"/>
                    <a:pt x="44633" y="33075"/>
                  </a:cubicBezTo>
                  <a:lnTo>
                    <a:pt x="48767" y="35700"/>
                  </a:lnTo>
                  <a:lnTo>
                    <a:pt x="49914" y="36334"/>
                  </a:lnTo>
                  <a:lnTo>
                    <a:pt x="50276" y="36576"/>
                  </a:lnTo>
                  <a:lnTo>
                    <a:pt x="50035" y="36334"/>
                  </a:lnTo>
                  <a:lnTo>
                    <a:pt x="48918" y="35580"/>
                  </a:lnTo>
                  <a:lnTo>
                    <a:pt x="44754" y="32954"/>
                  </a:lnTo>
                  <a:cubicBezTo>
                    <a:pt x="42611" y="26406"/>
                    <a:pt x="39111" y="15602"/>
                    <a:pt x="35067" y="3139"/>
                  </a:cubicBezTo>
                  <a:cubicBezTo>
                    <a:pt x="34705" y="2143"/>
                    <a:pt x="34312" y="1117"/>
                    <a:pt x="34071" y="122"/>
                  </a:cubicBezTo>
                  <a:lnTo>
                    <a:pt x="33950"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4"/>
            <p:cNvSpPr/>
            <p:nvPr/>
          </p:nvSpPr>
          <p:spPr>
            <a:xfrm>
              <a:off x="10314125" y="420300"/>
              <a:ext cx="1326300" cy="873650"/>
            </a:xfrm>
            <a:custGeom>
              <a:avLst/>
              <a:gdLst/>
              <a:ahLst/>
              <a:cxnLst/>
              <a:rect l="l" t="t" r="r" b="b"/>
              <a:pathLst>
                <a:path w="53052" h="34946" extrusionOk="0">
                  <a:moveTo>
                    <a:pt x="35458" y="0"/>
                  </a:moveTo>
                  <a:lnTo>
                    <a:pt x="9808" y="5523"/>
                  </a:lnTo>
                  <a:lnTo>
                    <a:pt x="2143" y="7303"/>
                  </a:lnTo>
                  <a:lnTo>
                    <a:pt x="0" y="7786"/>
                  </a:lnTo>
                  <a:lnTo>
                    <a:pt x="2143" y="7424"/>
                  </a:lnTo>
                  <a:lnTo>
                    <a:pt x="9808" y="5794"/>
                  </a:lnTo>
                  <a:lnTo>
                    <a:pt x="35394" y="401"/>
                  </a:lnTo>
                  <a:lnTo>
                    <a:pt x="35394" y="401"/>
                  </a:lnTo>
                  <a:lnTo>
                    <a:pt x="35971" y="2022"/>
                  </a:lnTo>
                  <a:cubicBezTo>
                    <a:pt x="40347" y="14576"/>
                    <a:pt x="44270" y="25651"/>
                    <a:pt x="46654" y="32199"/>
                  </a:cubicBezTo>
                  <a:lnTo>
                    <a:pt x="46775" y="32199"/>
                  </a:lnTo>
                  <a:cubicBezTo>
                    <a:pt x="44391" y="25530"/>
                    <a:pt x="40618" y="14455"/>
                    <a:pt x="36213" y="2022"/>
                  </a:cubicBezTo>
                  <a:lnTo>
                    <a:pt x="35579" y="121"/>
                  </a:lnTo>
                  <a:lnTo>
                    <a:pt x="35579" y="0"/>
                  </a:lnTo>
                  <a:close/>
                  <a:moveTo>
                    <a:pt x="46654" y="32199"/>
                  </a:moveTo>
                  <a:lnTo>
                    <a:pt x="46654" y="32320"/>
                  </a:lnTo>
                  <a:lnTo>
                    <a:pt x="51301" y="34191"/>
                  </a:lnTo>
                  <a:lnTo>
                    <a:pt x="52569" y="34704"/>
                  </a:lnTo>
                  <a:lnTo>
                    <a:pt x="52750" y="34764"/>
                  </a:lnTo>
                  <a:lnTo>
                    <a:pt x="52750" y="34764"/>
                  </a:lnTo>
                  <a:lnTo>
                    <a:pt x="52689" y="34704"/>
                  </a:lnTo>
                  <a:lnTo>
                    <a:pt x="51422" y="34191"/>
                  </a:lnTo>
                  <a:lnTo>
                    <a:pt x="46654" y="32199"/>
                  </a:lnTo>
                  <a:close/>
                  <a:moveTo>
                    <a:pt x="52750" y="34764"/>
                  </a:moveTo>
                  <a:lnTo>
                    <a:pt x="52931" y="34945"/>
                  </a:lnTo>
                  <a:lnTo>
                    <a:pt x="53051" y="34945"/>
                  </a:lnTo>
                  <a:lnTo>
                    <a:pt x="52931" y="34825"/>
                  </a:lnTo>
                  <a:lnTo>
                    <a:pt x="52750" y="34764"/>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4"/>
            <p:cNvSpPr/>
            <p:nvPr/>
          </p:nvSpPr>
          <p:spPr>
            <a:xfrm>
              <a:off x="10836175" y="112500"/>
              <a:ext cx="914400" cy="999625"/>
            </a:xfrm>
            <a:custGeom>
              <a:avLst/>
              <a:gdLst/>
              <a:ahLst/>
              <a:cxnLst/>
              <a:rect l="l" t="t" r="r" b="b"/>
              <a:pathLst>
                <a:path w="36576" h="39985" extrusionOk="0">
                  <a:moveTo>
                    <a:pt x="1" y="0"/>
                  </a:moveTo>
                  <a:lnTo>
                    <a:pt x="1992" y="604"/>
                  </a:lnTo>
                  <a:lnTo>
                    <a:pt x="9054" y="2505"/>
                  </a:lnTo>
                  <a:lnTo>
                    <a:pt x="32562" y="8661"/>
                  </a:lnTo>
                  <a:lnTo>
                    <a:pt x="36062" y="9536"/>
                  </a:lnTo>
                  <a:lnTo>
                    <a:pt x="36062" y="9415"/>
                  </a:lnTo>
                  <a:cubicBezTo>
                    <a:pt x="36062" y="13821"/>
                    <a:pt x="36213" y="17835"/>
                    <a:pt x="36334" y="21486"/>
                  </a:cubicBezTo>
                  <a:cubicBezTo>
                    <a:pt x="36334" y="25258"/>
                    <a:pt x="36334" y="28517"/>
                    <a:pt x="36213" y="31294"/>
                  </a:cubicBezTo>
                  <a:cubicBezTo>
                    <a:pt x="36213" y="33949"/>
                    <a:pt x="35942" y="36213"/>
                    <a:pt x="35821" y="37721"/>
                  </a:cubicBezTo>
                  <a:cubicBezTo>
                    <a:pt x="35700" y="38476"/>
                    <a:pt x="35700" y="39079"/>
                    <a:pt x="35579" y="39472"/>
                  </a:cubicBezTo>
                  <a:lnTo>
                    <a:pt x="35579" y="39834"/>
                  </a:lnTo>
                  <a:lnTo>
                    <a:pt x="35579" y="39985"/>
                  </a:lnTo>
                  <a:cubicBezTo>
                    <a:pt x="35579" y="39834"/>
                    <a:pt x="35700" y="39592"/>
                    <a:pt x="35700" y="39472"/>
                  </a:cubicBezTo>
                  <a:cubicBezTo>
                    <a:pt x="35700" y="39079"/>
                    <a:pt x="35821" y="38476"/>
                    <a:pt x="35942" y="37721"/>
                  </a:cubicBezTo>
                  <a:cubicBezTo>
                    <a:pt x="36062" y="36213"/>
                    <a:pt x="36334" y="34070"/>
                    <a:pt x="36455" y="31294"/>
                  </a:cubicBezTo>
                  <a:cubicBezTo>
                    <a:pt x="36575" y="28517"/>
                    <a:pt x="36575" y="25258"/>
                    <a:pt x="36575" y="21486"/>
                  </a:cubicBezTo>
                  <a:cubicBezTo>
                    <a:pt x="36455" y="17835"/>
                    <a:pt x="36334" y="13821"/>
                    <a:pt x="36334" y="9415"/>
                  </a:cubicBezTo>
                  <a:lnTo>
                    <a:pt x="36213" y="9415"/>
                  </a:lnTo>
                  <a:lnTo>
                    <a:pt x="32562" y="8419"/>
                  </a:lnTo>
                  <a:lnTo>
                    <a:pt x="9175" y="2263"/>
                  </a:lnTo>
                  <a:lnTo>
                    <a:pt x="1992" y="483"/>
                  </a:lnTo>
                  <a:lnTo>
                    <a:pt x="1" y="0"/>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4"/>
            <p:cNvSpPr/>
            <p:nvPr/>
          </p:nvSpPr>
          <p:spPr>
            <a:xfrm>
              <a:off x="10794675" y="209800"/>
              <a:ext cx="852550" cy="851775"/>
            </a:xfrm>
            <a:custGeom>
              <a:avLst/>
              <a:gdLst/>
              <a:ahLst/>
              <a:cxnLst/>
              <a:rect l="l" t="t" r="r" b="b"/>
              <a:pathLst>
                <a:path w="34102" h="34071" extrusionOk="0">
                  <a:moveTo>
                    <a:pt x="1" y="1"/>
                  </a:moveTo>
                  <a:lnTo>
                    <a:pt x="514" y="122"/>
                  </a:lnTo>
                  <a:lnTo>
                    <a:pt x="2264" y="635"/>
                  </a:lnTo>
                  <a:lnTo>
                    <a:pt x="8813" y="2264"/>
                  </a:lnTo>
                  <a:lnTo>
                    <a:pt x="30329" y="7787"/>
                  </a:lnTo>
                  <a:lnTo>
                    <a:pt x="33710" y="8632"/>
                  </a:lnTo>
                  <a:lnTo>
                    <a:pt x="33710" y="8632"/>
                  </a:lnTo>
                  <a:cubicBezTo>
                    <a:pt x="33830" y="16381"/>
                    <a:pt x="33950" y="23286"/>
                    <a:pt x="33950" y="28156"/>
                  </a:cubicBezTo>
                  <a:cubicBezTo>
                    <a:pt x="33950" y="30661"/>
                    <a:pt x="34101" y="32683"/>
                    <a:pt x="34101" y="34071"/>
                  </a:cubicBezTo>
                  <a:lnTo>
                    <a:pt x="34101" y="28156"/>
                  </a:lnTo>
                  <a:cubicBezTo>
                    <a:pt x="34101" y="23267"/>
                    <a:pt x="33950" y="16327"/>
                    <a:pt x="33950" y="8541"/>
                  </a:cubicBezTo>
                  <a:lnTo>
                    <a:pt x="33950" y="8420"/>
                  </a:lnTo>
                  <a:lnTo>
                    <a:pt x="33829" y="8420"/>
                  </a:lnTo>
                  <a:lnTo>
                    <a:pt x="30329" y="7545"/>
                  </a:lnTo>
                  <a:lnTo>
                    <a:pt x="8813" y="2143"/>
                  </a:lnTo>
                  <a:lnTo>
                    <a:pt x="2264" y="484"/>
                  </a:lnTo>
                  <a:lnTo>
                    <a:pt x="514" y="1"/>
                  </a:ln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4"/>
            <p:cNvSpPr/>
            <p:nvPr/>
          </p:nvSpPr>
          <p:spPr>
            <a:xfrm>
              <a:off x="11643425" y="1182425"/>
              <a:ext cx="28675" cy="24750"/>
            </a:xfrm>
            <a:custGeom>
              <a:avLst/>
              <a:gdLst/>
              <a:ahLst/>
              <a:cxnLst/>
              <a:rect l="l" t="t" r="r" b="b"/>
              <a:pathLst>
                <a:path w="1147" h="990" extrusionOk="0">
                  <a:moveTo>
                    <a:pt x="582" y="71"/>
                  </a:moveTo>
                  <a:cubicBezTo>
                    <a:pt x="628" y="89"/>
                    <a:pt x="691" y="126"/>
                    <a:pt x="755" y="205"/>
                  </a:cubicBezTo>
                  <a:cubicBezTo>
                    <a:pt x="905" y="326"/>
                    <a:pt x="905" y="447"/>
                    <a:pt x="905" y="568"/>
                  </a:cubicBezTo>
                  <a:cubicBezTo>
                    <a:pt x="905" y="688"/>
                    <a:pt x="755" y="809"/>
                    <a:pt x="634" y="809"/>
                  </a:cubicBezTo>
                  <a:cubicBezTo>
                    <a:pt x="513" y="688"/>
                    <a:pt x="392" y="688"/>
                    <a:pt x="272" y="568"/>
                  </a:cubicBezTo>
                  <a:cubicBezTo>
                    <a:pt x="272" y="447"/>
                    <a:pt x="272" y="326"/>
                    <a:pt x="392" y="205"/>
                  </a:cubicBezTo>
                  <a:cubicBezTo>
                    <a:pt x="456" y="126"/>
                    <a:pt x="519" y="89"/>
                    <a:pt x="582" y="71"/>
                  </a:cubicBezTo>
                  <a:close/>
                  <a:moveTo>
                    <a:pt x="504" y="1"/>
                  </a:moveTo>
                  <a:cubicBezTo>
                    <a:pt x="433" y="1"/>
                    <a:pt x="352" y="14"/>
                    <a:pt x="272" y="55"/>
                  </a:cubicBezTo>
                  <a:cubicBezTo>
                    <a:pt x="151" y="205"/>
                    <a:pt x="0" y="447"/>
                    <a:pt x="0" y="568"/>
                  </a:cubicBezTo>
                  <a:cubicBezTo>
                    <a:pt x="151" y="809"/>
                    <a:pt x="272" y="960"/>
                    <a:pt x="513" y="960"/>
                  </a:cubicBezTo>
                  <a:cubicBezTo>
                    <a:pt x="554" y="980"/>
                    <a:pt x="596" y="989"/>
                    <a:pt x="638" y="989"/>
                  </a:cubicBezTo>
                  <a:cubicBezTo>
                    <a:pt x="842" y="989"/>
                    <a:pt x="1047" y="768"/>
                    <a:pt x="1147" y="568"/>
                  </a:cubicBezTo>
                  <a:cubicBezTo>
                    <a:pt x="1147" y="326"/>
                    <a:pt x="1147" y="205"/>
                    <a:pt x="905" y="55"/>
                  </a:cubicBezTo>
                  <a:cubicBezTo>
                    <a:pt x="815" y="14"/>
                    <a:pt x="728" y="1"/>
                    <a:pt x="656" y="1"/>
                  </a:cubicBezTo>
                  <a:cubicBezTo>
                    <a:pt x="629" y="1"/>
                    <a:pt x="604" y="3"/>
                    <a:pt x="582" y="6"/>
                  </a:cubicBezTo>
                  <a:lnTo>
                    <a:pt x="582" y="6"/>
                  </a:lnTo>
                  <a:cubicBezTo>
                    <a:pt x="558" y="3"/>
                    <a:pt x="532" y="1"/>
                    <a:pt x="504"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4"/>
            <p:cNvSpPr/>
            <p:nvPr/>
          </p:nvSpPr>
          <p:spPr>
            <a:xfrm>
              <a:off x="11728675" y="967250"/>
              <a:ext cx="88275" cy="113200"/>
            </a:xfrm>
            <a:custGeom>
              <a:avLst/>
              <a:gdLst/>
              <a:ahLst/>
              <a:cxnLst/>
              <a:rect l="l" t="t" r="r" b="b"/>
              <a:pathLst>
                <a:path w="3531" h="4528" extrusionOk="0">
                  <a:moveTo>
                    <a:pt x="2505" y="1"/>
                  </a:moveTo>
                  <a:cubicBezTo>
                    <a:pt x="2384" y="121"/>
                    <a:pt x="2143" y="121"/>
                    <a:pt x="1871" y="242"/>
                  </a:cubicBezTo>
                  <a:cubicBezTo>
                    <a:pt x="634" y="755"/>
                    <a:pt x="0" y="2385"/>
                    <a:pt x="513" y="3773"/>
                  </a:cubicBezTo>
                  <a:cubicBezTo>
                    <a:pt x="634" y="4014"/>
                    <a:pt x="875" y="4286"/>
                    <a:pt x="1117" y="4527"/>
                  </a:cubicBezTo>
                  <a:cubicBezTo>
                    <a:pt x="1117" y="4527"/>
                    <a:pt x="875" y="4286"/>
                    <a:pt x="755" y="3652"/>
                  </a:cubicBezTo>
                  <a:cubicBezTo>
                    <a:pt x="634" y="3531"/>
                    <a:pt x="634" y="3531"/>
                    <a:pt x="634" y="3381"/>
                  </a:cubicBezTo>
                  <a:cubicBezTo>
                    <a:pt x="242" y="2023"/>
                    <a:pt x="1117" y="514"/>
                    <a:pt x="2626" y="242"/>
                  </a:cubicBezTo>
                  <a:cubicBezTo>
                    <a:pt x="3139" y="121"/>
                    <a:pt x="3531" y="121"/>
                    <a:pt x="3531" y="121"/>
                  </a:cubicBezTo>
                  <a:cubicBezTo>
                    <a:pt x="3259" y="1"/>
                    <a:pt x="2897" y="1"/>
                    <a:pt x="2505" y="1"/>
                  </a:cubicBezTo>
                  <a:close/>
                </a:path>
              </a:pathLst>
            </a:custGeom>
            <a:solidFill>
              <a:srgbClr val="455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4"/>
            <p:cNvSpPr/>
            <p:nvPr/>
          </p:nvSpPr>
          <p:spPr>
            <a:xfrm>
              <a:off x="11505350" y="401425"/>
              <a:ext cx="1172400" cy="2118725"/>
            </a:xfrm>
            <a:custGeom>
              <a:avLst/>
              <a:gdLst/>
              <a:ahLst/>
              <a:cxnLst/>
              <a:rect l="l" t="t" r="r" b="b"/>
              <a:pathLst>
                <a:path w="46896" h="84749" extrusionOk="0">
                  <a:moveTo>
                    <a:pt x="41132" y="1"/>
                  </a:moveTo>
                  <a:cubicBezTo>
                    <a:pt x="41132" y="1"/>
                    <a:pt x="30419" y="17232"/>
                    <a:pt x="30057" y="19103"/>
                  </a:cubicBezTo>
                  <a:cubicBezTo>
                    <a:pt x="29816" y="20733"/>
                    <a:pt x="32079" y="31174"/>
                    <a:pt x="32320" y="34312"/>
                  </a:cubicBezTo>
                  <a:lnTo>
                    <a:pt x="21638" y="32954"/>
                  </a:lnTo>
                  <a:lnTo>
                    <a:pt x="12192" y="23267"/>
                  </a:lnTo>
                  <a:lnTo>
                    <a:pt x="1" y="45629"/>
                  </a:lnTo>
                  <a:cubicBezTo>
                    <a:pt x="2264" y="47409"/>
                    <a:pt x="16719" y="54078"/>
                    <a:pt x="26647" y="58454"/>
                  </a:cubicBezTo>
                  <a:lnTo>
                    <a:pt x="18348" y="72034"/>
                  </a:lnTo>
                  <a:lnTo>
                    <a:pt x="17986" y="61230"/>
                  </a:lnTo>
                  <a:lnTo>
                    <a:pt x="9446" y="61472"/>
                  </a:lnTo>
                  <a:lnTo>
                    <a:pt x="10050" y="77948"/>
                  </a:lnTo>
                  <a:cubicBezTo>
                    <a:pt x="10050" y="81238"/>
                    <a:pt x="12464" y="83984"/>
                    <a:pt x="15602" y="84618"/>
                  </a:cubicBezTo>
                  <a:cubicBezTo>
                    <a:pt x="16034" y="84706"/>
                    <a:pt x="16469" y="84749"/>
                    <a:pt x="16903" y="84749"/>
                  </a:cubicBezTo>
                  <a:cubicBezTo>
                    <a:pt x="18988" y="84749"/>
                    <a:pt x="21022" y="83762"/>
                    <a:pt x="22271" y="82113"/>
                  </a:cubicBezTo>
                  <a:cubicBezTo>
                    <a:pt x="26647" y="76319"/>
                    <a:pt x="36726" y="62981"/>
                    <a:pt x="36847" y="61985"/>
                  </a:cubicBezTo>
                  <a:cubicBezTo>
                    <a:pt x="37843" y="60597"/>
                    <a:pt x="38718" y="58967"/>
                    <a:pt x="39472" y="57337"/>
                  </a:cubicBezTo>
                  <a:cubicBezTo>
                    <a:pt x="39560" y="57358"/>
                    <a:pt x="39647" y="57368"/>
                    <a:pt x="39734" y="57368"/>
                  </a:cubicBezTo>
                  <a:cubicBezTo>
                    <a:pt x="40156" y="57368"/>
                    <a:pt x="40560" y="57129"/>
                    <a:pt x="40861" y="56704"/>
                  </a:cubicBezTo>
                  <a:cubicBezTo>
                    <a:pt x="41615" y="55708"/>
                    <a:pt x="43124" y="48284"/>
                    <a:pt x="43124" y="48284"/>
                  </a:cubicBezTo>
                  <a:cubicBezTo>
                    <a:pt x="43124" y="48284"/>
                    <a:pt x="43395" y="46262"/>
                    <a:pt x="42249" y="45900"/>
                  </a:cubicBezTo>
                  <a:cubicBezTo>
                    <a:pt x="42128" y="45025"/>
                    <a:pt x="42249" y="44271"/>
                    <a:pt x="42369" y="43365"/>
                  </a:cubicBezTo>
                  <a:cubicBezTo>
                    <a:pt x="42490" y="42128"/>
                    <a:pt x="42490" y="40861"/>
                    <a:pt x="42369" y="39473"/>
                  </a:cubicBezTo>
                  <a:cubicBezTo>
                    <a:pt x="41374" y="33075"/>
                    <a:pt x="39231" y="20250"/>
                    <a:pt x="39231" y="20250"/>
                  </a:cubicBezTo>
                  <a:lnTo>
                    <a:pt x="46896" y="5523"/>
                  </a:lnTo>
                  <a:lnTo>
                    <a:pt x="41132" y="1"/>
                  </a:lnTo>
                  <a:close/>
                </a:path>
              </a:pathLst>
            </a:custGeom>
            <a:solidFill>
              <a:srgbClr val="E5F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4"/>
            <p:cNvSpPr/>
            <p:nvPr/>
          </p:nvSpPr>
          <p:spPr>
            <a:xfrm>
              <a:off x="12489125" y="1551925"/>
              <a:ext cx="63400" cy="273150"/>
            </a:xfrm>
            <a:custGeom>
              <a:avLst/>
              <a:gdLst/>
              <a:ahLst/>
              <a:cxnLst/>
              <a:rect l="l" t="t" r="r" b="b"/>
              <a:pathLst>
                <a:path w="2536" h="10926" extrusionOk="0">
                  <a:moveTo>
                    <a:pt x="2536" y="1"/>
                  </a:moveTo>
                  <a:cubicBezTo>
                    <a:pt x="2385" y="122"/>
                    <a:pt x="2264" y="242"/>
                    <a:pt x="2264" y="363"/>
                  </a:cubicBezTo>
                  <a:cubicBezTo>
                    <a:pt x="2023" y="755"/>
                    <a:pt x="1902" y="997"/>
                    <a:pt x="1781" y="1510"/>
                  </a:cubicBezTo>
                  <a:cubicBezTo>
                    <a:pt x="1389" y="2385"/>
                    <a:pt x="1147" y="3773"/>
                    <a:pt x="755" y="5282"/>
                  </a:cubicBezTo>
                  <a:cubicBezTo>
                    <a:pt x="393" y="6670"/>
                    <a:pt x="272" y="7907"/>
                    <a:pt x="121" y="9296"/>
                  </a:cubicBezTo>
                  <a:cubicBezTo>
                    <a:pt x="1" y="9809"/>
                    <a:pt x="1" y="10171"/>
                    <a:pt x="1" y="10442"/>
                  </a:cubicBezTo>
                  <a:cubicBezTo>
                    <a:pt x="1" y="10684"/>
                    <a:pt x="1" y="10804"/>
                    <a:pt x="121" y="10925"/>
                  </a:cubicBezTo>
                  <a:cubicBezTo>
                    <a:pt x="121" y="10925"/>
                    <a:pt x="121" y="10322"/>
                    <a:pt x="272" y="9296"/>
                  </a:cubicBezTo>
                  <a:cubicBezTo>
                    <a:pt x="393" y="8300"/>
                    <a:pt x="634" y="6912"/>
                    <a:pt x="1027" y="5403"/>
                  </a:cubicBezTo>
                  <a:cubicBezTo>
                    <a:pt x="1389" y="3894"/>
                    <a:pt x="1630" y="2506"/>
                    <a:pt x="1902" y="1510"/>
                  </a:cubicBezTo>
                  <a:cubicBezTo>
                    <a:pt x="2143" y="997"/>
                    <a:pt x="2264" y="514"/>
                    <a:pt x="2536"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4"/>
            <p:cNvSpPr/>
            <p:nvPr/>
          </p:nvSpPr>
          <p:spPr>
            <a:xfrm>
              <a:off x="12495925" y="1768450"/>
              <a:ext cx="46800" cy="12850"/>
            </a:xfrm>
            <a:custGeom>
              <a:avLst/>
              <a:gdLst/>
              <a:ahLst/>
              <a:cxnLst/>
              <a:rect l="l" t="t" r="r" b="b"/>
              <a:pathLst>
                <a:path w="1872" h="514" extrusionOk="0">
                  <a:moveTo>
                    <a:pt x="121" y="1"/>
                  </a:moveTo>
                  <a:lnTo>
                    <a:pt x="121" y="1"/>
                  </a:lnTo>
                  <a:cubicBezTo>
                    <a:pt x="0" y="152"/>
                    <a:pt x="362" y="393"/>
                    <a:pt x="996" y="514"/>
                  </a:cubicBezTo>
                  <a:cubicBezTo>
                    <a:pt x="1509" y="514"/>
                    <a:pt x="1871" y="152"/>
                    <a:pt x="1871" y="152"/>
                  </a:cubicBezTo>
                  <a:cubicBezTo>
                    <a:pt x="1871" y="119"/>
                    <a:pt x="1854" y="106"/>
                    <a:pt x="1822" y="106"/>
                  </a:cubicBezTo>
                  <a:cubicBezTo>
                    <a:pt x="1707" y="106"/>
                    <a:pt x="1398" y="272"/>
                    <a:pt x="996" y="272"/>
                  </a:cubicBezTo>
                  <a:cubicBezTo>
                    <a:pt x="483" y="272"/>
                    <a:pt x="121" y="1"/>
                    <a:pt x="121"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4"/>
            <p:cNvSpPr/>
            <p:nvPr/>
          </p:nvSpPr>
          <p:spPr>
            <a:xfrm>
              <a:off x="12501950" y="1702825"/>
              <a:ext cx="53600" cy="18550"/>
            </a:xfrm>
            <a:custGeom>
              <a:avLst/>
              <a:gdLst/>
              <a:ahLst/>
              <a:cxnLst/>
              <a:rect l="l" t="t" r="r" b="b"/>
              <a:pathLst>
                <a:path w="2144" h="742" extrusionOk="0">
                  <a:moveTo>
                    <a:pt x="1" y="0"/>
                  </a:moveTo>
                  <a:cubicBezTo>
                    <a:pt x="1" y="0"/>
                    <a:pt x="363" y="513"/>
                    <a:pt x="997" y="634"/>
                  </a:cubicBezTo>
                  <a:cubicBezTo>
                    <a:pt x="1208" y="715"/>
                    <a:pt x="1406" y="741"/>
                    <a:pt x="1576" y="741"/>
                  </a:cubicBezTo>
                  <a:cubicBezTo>
                    <a:pt x="1915" y="741"/>
                    <a:pt x="2143" y="634"/>
                    <a:pt x="2143" y="634"/>
                  </a:cubicBezTo>
                  <a:cubicBezTo>
                    <a:pt x="2023" y="513"/>
                    <a:pt x="1630" y="634"/>
                    <a:pt x="997" y="363"/>
                  </a:cubicBezTo>
                  <a:cubicBezTo>
                    <a:pt x="514" y="242"/>
                    <a:pt x="121" y="0"/>
                    <a:pt x="1" y="0"/>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4"/>
            <p:cNvSpPr/>
            <p:nvPr/>
          </p:nvSpPr>
          <p:spPr>
            <a:xfrm>
              <a:off x="12526850" y="1631425"/>
              <a:ext cx="47550" cy="24725"/>
            </a:xfrm>
            <a:custGeom>
              <a:avLst/>
              <a:gdLst/>
              <a:ahLst/>
              <a:cxnLst/>
              <a:rect l="l" t="t" r="r" b="b"/>
              <a:pathLst>
                <a:path w="1902" h="989" extrusionOk="0">
                  <a:moveTo>
                    <a:pt x="228" y="1"/>
                  </a:moveTo>
                  <a:cubicBezTo>
                    <a:pt x="89" y="1"/>
                    <a:pt x="1" y="30"/>
                    <a:pt x="1" y="80"/>
                  </a:cubicBezTo>
                  <a:cubicBezTo>
                    <a:pt x="1" y="80"/>
                    <a:pt x="393" y="201"/>
                    <a:pt x="876" y="472"/>
                  </a:cubicBezTo>
                  <a:cubicBezTo>
                    <a:pt x="1310" y="677"/>
                    <a:pt x="1657" y="989"/>
                    <a:pt x="1754" y="989"/>
                  </a:cubicBezTo>
                  <a:cubicBezTo>
                    <a:pt x="1772" y="989"/>
                    <a:pt x="1781" y="978"/>
                    <a:pt x="1781" y="955"/>
                  </a:cubicBezTo>
                  <a:cubicBezTo>
                    <a:pt x="1902" y="955"/>
                    <a:pt x="1630" y="593"/>
                    <a:pt x="1027" y="201"/>
                  </a:cubicBezTo>
                  <a:cubicBezTo>
                    <a:pt x="726" y="59"/>
                    <a:pt x="426" y="1"/>
                    <a:pt x="228" y="1"/>
                  </a:cubicBezTo>
                  <a:close/>
                </a:path>
              </a:pathLst>
            </a:custGeom>
            <a:solidFill>
              <a:srgbClr val="2632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4"/>
            <p:cNvSpPr/>
            <p:nvPr/>
          </p:nvSpPr>
          <p:spPr>
            <a:xfrm>
              <a:off x="12105875" y="1561000"/>
              <a:ext cx="84525" cy="37725"/>
            </a:xfrm>
            <a:custGeom>
              <a:avLst/>
              <a:gdLst/>
              <a:ahLst/>
              <a:cxnLst/>
              <a:rect l="l" t="t" r="r" b="b"/>
              <a:pathLst>
                <a:path w="3381" h="1509" extrusionOk="0">
                  <a:moveTo>
                    <a:pt x="3381" y="0"/>
                  </a:moveTo>
                  <a:lnTo>
                    <a:pt x="3381" y="0"/>
                  </a:lnTo>
                  <a:cubicBezTo>
                    <a:pt x="2898" y="151"/>
                    <a:pt x="2264" y="392"/>
                    <a:pt x="1630" y="634"/>
                  </a:cubicBezTo>
                  <a:cubicBezTo>
                    <a:pt x="1117" y="905"/>
                    <a:pt x="514" y="1147"/>
                    <a:pt x="1" y="1509"/>
                  </a:cubicBezTo>
                  <a:cubicBezTo>
                    <a:pt x="634" y="1388"/>
                    <a:pt x="1268" y="1147"/>
                    <a:pt x="1751" y="905"/>
                  </a:cubicBezTo>
                  <a:cubicBezTo>
                    <a:pt x="2385" y="634"/>
                    <a:pt x="2898" y="392"/>
                    <a:pt x="338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4"/>
            <p:cNvSpPr/>
            <p:nvPr/>
          </p:nvSpPr>
          <p:spPr>
            <a:xfrm>
              <a:off x="12341275" y="1621350"/>
              <a:ext cx="34725" cy="78475"/>
            </a:xfrm>
            <a:custGeom>
              <a:avLst/>
              <a:gdLst/>
              <a:ahLst/>
              <a:cxnLst/>
              <a:rect l="l" t="t" r="r" b="b"/>
              <a:pathLst>
                <a:path w="1389" h="3139" extrusionOk="0">
                  <a:moveTo>
                    <a:pt x="0" y="0"/>
                  </a:moveTo>
                  <a:cubicBezTo>
                    <a:pt x="151" y="483"/>
                    <a:pt x="272" y="1117"/>
                    <a:pt x="634" y="1630"/>
                  </a:cubicBezTo>
                  <a:cubicBezTo>
                    <a:pt x="754" y="2113"/>
                    <a:pt x="1026" y="2626"/>
                    <a:pt x="1388" y="3139"/>
                  </a:cubicBezTo>
                  <a:cubicBezTo>
                    <a:pt x="1267" y="2505"/>
                    <a:pt x="1147" y="1992"/>
                    <a:pt x="905" y="1509"/>
                  </a:cubicBezTo>
                  <a:cubicBezTo>
                    <a:pt x="634" y="996"/>
                    <a:pt x="392" y="483"/>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4"/>
            <p:cNvSpPr/>
            <p:nvPr/>
          </p:nvSpPr>
          <p:spPr>
            <a:xfrm>
              <a:off x="12234900" y="1715650"/>
              <a:ext cx="40750" cy="33975"/>
            </a:xfrm>
            <a:custGeom>
              <a:avLst/>
              <a:gdLst/>
              <a:ahLst/>
              <a:cxnLst/>
              <a:rect l="l" t="t" r="r" b="b"/>
              <a:pathLst>
                <a:path w="1630" h="1359" extrusionOk="0">
                  <a:moveTo>
                    <a:pt x="121" y="0"/>
                  </a:moveTo>
                  <a:cubicBezTo>
                    <a:pt x="0" y="0"/>
                    <a:pt x="241" y="483"/>
                    <a:pt x="754" y="876"/>
                  </a:cubicBezTo>
                  <a:cubicBezTo>
                    <a:pt x="1117" y="1238"/>
                    <a:pt x="1630" y="1358"/>
                    <a:pt x="1630" y="1358"/>
                  </a:cubicBezTo>
                  <a:cubicBezTo>
                    <a:pt x="1630" y="1238"/>
                    <a:pt x="1237" y="996"/>
                    <a:pt x="875" y="604"/>
                  </a:cubicBezTo>
                  <a:cubicBezTo>
                    <a:pt x="483" y="242"/>
                    <a:pt x="121" y="0"/>
                    <a:pt x="12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4"/>
            <p:cNvSpPr/>
            <p:nvPr/>
          </p:nvSpPr>
          <p:spPr>
            <a:xfrm>
              <a:off x="12197175" y="1972900"/>
              <a:ext cx="75450" cy="18900"/>
            </a:xfrm>
            <a:custGeom>
              <a:avLst/>
              <a:gdLst/>
              <a:ahLst/>
              <a:cxnLst/>
              <a:rect l="l" t="t" r="r" b="b"/>
              <a:pathLst>
                <a:path w="3018" h="756" extrusionOk="0">
                  <a:moveTo>
                    <a:pt x="3018" y="1"/>
                  </a:moveTo>
                  <a:cubicBezTo>
                    <a:pt x="2505" y="1"/>
                    <a:pt x="1992" y="1"/>
                    <a:pt x="1509" y="272"/>
                  </a:cubicBezTo>
                  <a:cubicBezTo>
                    <a:pt x="996" y="393"/>
                    <a:pt x="483" y="514"/>
                    <a:pt x="0" y="755"/>
                  </a:cubicBezTo>
                  <a:cubicBezTo>
                    <a:pt x="483" y="755"/>
                    <a:pt x="996" y="635"/>
                    <a:pt x="1509" y="514"/>
                  </a:cubicBezTo>
                  <a:cubicBezTo>
                    <a:pt x="1992" y="393"/>
                    <a:pt x="2505" y="272"/>
                    <a:pt x="3018"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4"/>
            <p:cNvSpPr/>
            <p:nvPr/>
          </p:nvSpPr>
          <p:spPr>
            <a:xfrm>
              <a:off x="12197175" y="2089100"/>
              <a:ext cx="21900" cy="79225"/>
            </a:xfrm>
            <a:custGeom>
              <a:avLst/>
              <a:gdLst/>
              <a:ahLst/>
              <a:cxnLst/>
              <a:rect l="l" t="t" r="r" b="b"/>
              <a:pathLst>
                <a:path w="876" h="3169" extrusionOk="0">
                  <a:moveTo>
                    <a:pt x="0" y="0"/>
                  </a:moveTo>
                  <a:cubicBezTo>
                    <a:pt x="0" y="513"/>
                    <a:pt x="121" y="1147"/>
                    <a:pt x="242" y="1660"/>
                  </a:cubicBezTo>
                  <a:cubicBezTo>
                    <a:pt x="362" y="2143"/>
                    <a:pt x="634" y="2656"/>
                    <a:pt x="875" y="3169"/>
                  </a:cubicBezTo>
                  <a:cubicBezTo>
                    <a:pt x="875" y="2535"/>
                    <a:pt x="755" y="2022"/>
                    <a:pt x="483" y="1509"/>
                  </a:cubicBezTo>
                  <a:cubicBezTo>
                    <a:pt x="362" y="1026"/>
                    <a:pt x="242" y="513"/>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4"/>
            <p:cNvSpPr/>
            <p:nvPr/>
          </p:nvSpPr>
          <p:spPr>
            <a:xfrm>
              <a:off x="12027425" y="2168300"/>
              <a:ext cx="72450" cy="24925"/>
            </a:xfrm>
            <a:custGeom>
              <a:avLst/>
              <a:gdLst/>
              <a:ahLst/>
              <a:cxnLst/>
              <a:rect l="l" t="t" r="r" b="b"/>
              <a:pathLst>
                <a:path w="2898" h="997" extrusionOk="0">
                  <a:moveTo>
                    <a:pt x="2897" y="1"/>
                  </a:moveTo>
                  <a:lnTo>
                    <a:pt x="2897" y="1"/>
                  </a:lnTo>
                  <a:cubicBezTo>
                    <a:pt x="2384" y="121"/>
                    <a:pt x="1871" y="242"/>
                    <a:pt x="1388" y="484"/>
                  </a:cubicBezTo>
                  <a:cubicBezTo>
                    <a:pt x="875" y="604"/>
                    <a:pt x="362" y="755"/>
                    <a:pt x="0" y="997"/>
                  </a:cubicBezTo>
                  <a:cubicBezTo>
                    <a:pt x="483" y="997"/>
                    <a:pt x="996" y="876"/>
                    <a:pt x="1509" y="755"/>
                  </a:cubicBezTo>
                  <a:cubicBezTo>
                    <a:pt x="1992" y="604"/>
                    <a:pt x="2505" y="363"/>
                    <a:pt x="289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4"/>
            <p:cNvSpPr/>
            <p:nvPr/>
          </p:nvSpPr>
          <p:spPr>
            <a:xfrm>
              <a:off x="12027425" y="2315425"/>
              <a:ext cx="12100" cy="63400"/>
            </a:xfrm>
            <a:custGeom>
              <a:avLst/>
              <a:gdLst/>
              <a:ahLst/>
              <a:cxnLst/>
              <a:rect l="l" t="t" r="r" b="b"/>
              <a:pathLst>
                <a:path w="484" h="2536" extrusionOk="0">
                  <a:moveTo>
                    <a:pt x="362" y="0"/>
                  </a:moveTo>
                  <a:cubicBezTo>
                    <a:pt x="242" y="393"/>
                    <a:pt x="121" y="755"/>
                    <a:pt x="121" y="1268"/>
                  </a:cubicBezTo>
                  <a:cubicBezTo>
                    <a:pt x="121" y="1660"/>
                    <a:pt x="0" y="2143"/>
                    <a:pt x="0" y="2535"/>
                  </a:cubicBezTo>
                  <a:cubicBezTo>
                    <a:pt x="242" y="2143"/>
                    <a:pt x="362" y="1781"/>
                    <a:pt x="483" y="1268"/>
                  </a:cubicBezTo>
                  <a:cubicBezTo>
                    <a:pt x="483" y="906"/>
                    <a:pt x="483" y="393"/>
                    <a:pt x="362"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4"/>
            <p:cNvSpPr/>
            <p:nvPr/>
          </p:nvSpPr>
          <p:spPr>
            <a:xfrm>
              <a:off x="11835800" y="2387850"/>
              <a:ext cx="87525" cy="25675"/>
            </a:xfrm>
            <a:custGeom>
              <a:avLst/>
              <a:gdLst/>
              <a:ahLst/>
              <a:cxnLst/>
              <a:rect l="l" t="t" r="r" b="b"/>
              <a:pathLst>
                <a:path w="3501" h="1027" extrusionOk="0">
                  <a:moveTo>
                    <a:pt x="0" y="0"/>
                  </a:moveTo>
                  <a:cubicBezTo>
                    <a:pt x="483" y="272"/>
                    <a:pt x="1117" y="513"/>
                    <a:pt x="1751" y="634"/>
                  </a:cubicBezTo>
                  <a:cubicBezTo>
                    <a:pt x="2264" y="875"/>
                    <a:pt x="2867" y="1026"/>
                    <a:pt x="3501" y="1026"/>
                  </a:cubicBezTo>
                  <a:cubicBezTo>
                    <a:pt x="3018" y="755"/>
                    <a:pt x="2384" y="513"/>
                    <a:pt x="1751" y="393"/>
                  </a:cubicBezTo>
                  <a:cubicBezTo>
                    <a:pt x="1238" y="121"/>
                    <a:pt x="604" y="0"/>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4"/>
            <p:cNvSpPr/>
            <p:nvPr/>
          </p:nvSpPr>
          <p:spPr>
            <a:xfrm>
              <a:off x="11832025" y="2233950"/>
              <a:ext cx="72450" cy="62625"/>
            </a:xfrm>
            <a:custGeom>
              <a:avLst/>
              <a:gdLst/>
              <a:ahLst/>
              <a:cxnLst/>
              <a:rect l="l" t="t" r="r" b="b"/>
              <a:pathLst>
                <a:path w="2898" h="2505" extrusionOk="0">
                  <a:moveTo>
                    <a:pt x="2897" y="0"/>
                  </a:moveTo>
                  <a:lnTo>
                    <a:pt x="2897" y="0"/>
                  </a:lnTo>
                  <a:cubicBezTo>
                    <a:pt x="1902" y="755"/>
                    <a:pt x="906" y="1630"/>
                    <a:pt x="0" y="2505"/>
                  </a:cubicBezTo>
                  <a:cubicBezTo>
                    <a:pt x="1147" y="1901"/>
                    <a:pt x="2022" y="996"/>
                    <a:pt x="2897"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4"/>
            <p:cNvSpPr/>
            <p:nvPr/>
          </p:nvSpPr>
          <p:spPr>
            <a:xfrm>
              <a:off x="11801100" y="2080025"/>
              <a:ext cx="56600" cy="46800"/>
            </a:xfrm>
            <a:custGeom>
              <a:avLst/>
              <a:gdLst/>
              <a:ahLst/>
              <a:cxnLst/>
              <a:rect l="l" t="t" r="r" b="b"/>
              <a:pathLst>
                <a:path w="2264" h="1872" extrusionOk="0">
                  <a:moveTo>
                    <a:pt x="0" y="1"/>
                  </a:moveTo>
                  <a:cubicBezTo>
                    <a:pt x="483" y="876"/>
                    <a:pt x="1237" y="1510"/>
                    <a:pt x="2143" y="1872"/>
                  </a:cubicBezTo>
                  <a:cubicBezTo>
                    <a:pt x="2263" y="1872"/>
                    <a:pt x="1750" y="1510"/>
                    <a:pt x="1117" y="876"/>
                  </a:cubicBezTo>
                  <a:cubicBezTo>
                    <a:pt x="755" y="635"/>
                    <a:pt x="483" y="242"/>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4"/>
            <p:cNvSpPr/>
            <p:nvPr/>
          </p:nvSpPr>
          <p:spPr>
            <a:xfrm>
              <a:off x="11876525" y="1994775"/>
              <a:ext cx="24925" cy="50575"/>
            </a:xfrm>
            <a:custGeom>
              <a:avLst/>
              <a:gdLst/>
              <a:ahLst/>
              <a:cxnLst/>
              <a:rect l="l" t="t" r="r" b="b"/>
              <a:pathLst>
                <a:path w="997" h="2023" extrusionOk="0">
                  <a:moveTo>
                    <a:pt x="122" y="1"/>
                  </a:moveTo>
                  <a:cubicBezTo>
                    <a:pt x="1" y="152"/>
                    <a:pt x="242" y="514"/>
                    <a:pt x="484" y="1027"/>
                  </a:cubicBezTo>
                  <a:cubicBezTo>
                    <a:pt x="755" y="1510"/>
                    <a:pt x="876" y="2023"/>
                    <a:pt x="997" y="2023"/>
                  </a:cubicBezTo>
                  <a:cubicBezTo>
                    <a:pt x="997" y="1661"/>
                    <a:pt x="997" y="1268"/>
                    <a:pt x="755" y="906"/>
                  </a:cubicBezTo>
                  <a:cubicBezTo>
                    <a:pt x="484" y="393"/>
                    <a:pt x="122" y="1"/>
                    <a:pt x="122"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4"/>
            <p:cNvSpPr/>
            <p:nvPr/>
          </p:nvSpPr>
          <p:spPr>
            <a:xfrm>
              <a:off x="12065150" y="1737525"/>
              <a:ext cx="75450" cy="46800"/>
            </a:xfrm>
            <a:custGeom>
              <a:avLst/>
              <a:gdLst/>
              <a:ahLst/>
              <a:cxnLst/>
              <a:rect l="l" t="t" r="r" b="b"/>
              <a:pathLst>
                <a:path w="3018" h="1872" extrusionOk="0">
                  <a:moveTo>
                    <a:pt x="0" y="1"/>
                  </a:moveTo>
                  <a:lnTo>
                    <a:pt x="0" y="1"/>
                  </a:lnTo>
                  <a:cubicBezTo>
                    <a:pt x="483" y="363"/>
                    <a:pt x="996" y="634"/>
                    <a:pt x="1509" y="876"/>
                  </a:cubicBezTo>
                  <a:cubicBezTo>
                    <a:pt x="2384" y="1389"/>
                    <a:pt x="3018" y="1872"/>
                    <a:pt x="3018" y="1872"/>
                  </a:cubicBezTo>
                  <a:cubicBezTo>
                    <a:pt x="2626" y="1389"/>
                    <a:pt x="2263" y="996"/>
                    <a:pt x="1630" y="634"/>
                  </a:cubicBezTo>
                  <a:cubicBezTo>
                    <a:pt x="1117" y="363"/>
                    <a:pt x="634" y="121"/>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4"/>
            <p:cNvSpPr/>
            <p:nvPr/>
          </p:nvSpPr>
          <p:spPr>
            <a:xfrm>
              <a:off x="12297500" y="1859750"/>
              <a:ext cx="81500" cy="28675"/>
            </a:xfrm>
            <a:custGeom>
              <a:avLst/>
              <a:gdLst/>
              <a:ahLst/>
              <a:cxnLst/>
              <a:rect l="l" t="t" r="r" b="b"/>
              <a:pathLst>
                <a:path w="3260" h="1147" extrusionOk="0">
                  <a:moveTo>
                    <a:pt x="3260" y="0"/>
                  </a:moveTo>
                  <a:lnTo>
                    <a:pt x="3260" y="0"/>
                  </a:lnTo>
                  <a:cubicBezTo>
                    <a:pt x="2777" y="121"/>
                    <a:pt x="2264" y="272"/>
                    <a:pt x="1630" y="513"/>
                  </a:cubicBezTo>
                  <a:cubicBezTo>
                    <a:pt x="1147" y="634"/>
                    <a:pt x="634" y="875"/>
                    <a:pt x="1" y="1147"/>
                  </a:cubicBezTo>
                  <a:cubicBezTo>
                    <a:pt x="634" y="1147"/>
                    <a:pt x="1268" y="1026"/>
                    <a:pt x="1751" y="755"/>
                  </a:cubicBezTo>
                  <a:cubicBezTo>
                    <a:pt x="2385" y="634"/>
                    <a:pt x="2898" y="393"/>
                    <a:pt x="326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4"/>
            <p:cNvSpPr/>
            <p:nvPr/>
          </p:nvSpPr>
          <p:spPr>
            <a:xfrm>
              <a:off x="12429525" y="1482525"/>
              <a:ext cx="78500" cy="53600"/>
            </a:xfrm>
            <a:custGeom>
              <a:avLst/>
              <a:gdLst/>
              <a:ahLst/>
              <a:cxnLst/>
              <a:rect l="l" t="t" r="r" b="b"/>
              <a:pathLst>
                <a:path w="3140" h="2144" extrusionOk="0">
                  <a:moveTo>
                    <a:pt x="3139" y="1"/>
                  </a:moveTo>
                  <a:lnTo>
                    <a:pt x="3139" y="1"/>
                  </a:lnTo>
                  <a:cubicBezTo>
                    <a:pt x="2505" y="272"/>
                    <a:pt x="2023" y="514"/>
                    <a:pt x="1510" y="1027"/>
                  </a:cubicBezTo>
                  <a:cubicBezTo>
                    <a:pt x="997" y="1268"/>
                    <a:pt x="514" y="1630"/>
                    <a:pt x="1" y="2143"/>
                  </a:cubicBezTo>
                  <a:cubicBezTo>
                    <a:pt x="634" y="1902"/>
                    <a:pt x="1147" y="1510"/>
                    <a:pt x="1630" y="1147"/>
                  </a:cubicBezTo>
                  <a:cubicBezTo>
                    <a:pt x="2264" y="876"/>
                    <a:pt x="2777" y="514"/>
                    <a:pt x="3139"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4"/>
            <p:cNvSpPr/>
            <p:nvPr/>
          </p:nvSpPr>
          <p:spPr>
            <a:xfrm>
              <a:off x="12291475" y="1435750"/>
              <a:ext cx="113175" cy="18900"/>
            </a:xfrm>
            <a:custGeom>
              <a:avLst/>
              <a:gdLst/>
              <a:ahLst/>
              <a:cxnLst/>
              <a:rect l="l" t="t" r="r" b="b"/>
              <a:pathLst>
                <a:path w="4527" h="756" extrusionOk="0">
                  <a:moveTo>
                    <a:pt x="4527" y="1"/>
                  </a:moveTo>
                  <a:cubicBezTo>
                    <a:pt x="3018" y="1"/>
                    <a:pt x="1509" y="242"/>
                    <a:pt x="0" y="755"/>
                  </a:cubicBezTo>
                  <a:cubicBezTo>
                    <a:pt x="1509" y="634"/>
                    <a:pt x="3018" y="363"/>
                    <a:pt x="452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4"/>
            <p:cNvSpPr/>
            <p:nvPr/>
          </p:nvSpPr>
          <p:spPr>
            <a:xfrm>
              <a:off x="12175300" y="1360300"/>
              <a:ext cx="15100" cy="91325"/>
            </a:xfrm>
            <a:custGeom>
              <a:avLst/>
              <a:gdLst/>
              <a:ahLst/>
              <a:cxnLst/>
              <a:rect l="l" t="t" r="r" b="b"/>
              <a:pathLst>
                <a:path w="604" h="3653" extrusionOk="0">
                  <a:moveTo>
                    <a:pt x="0" y="1"/>
                  </a:moveTo>
                  <a:cubicBezTo>
                    <a:pt x="0" y="635"/>
                    <a:pt x="0" y="1238"/>
                    <a:pt x="121" y="1872"/>
                  </a:cubicBezTo>
                  <a:cubicBezTo>
                    <a:pt x="241" y="2506"/>
                    <a:pt x="362" y="3019"/>
                    <a:pt x="483" y="3652"/>
                  </a:cubicBezTo>
                  <a:cubicBezTo>
                    <a:pt x="604" y="3019"/>
                    <a:pt x="483" y="2385"/>
                    <a:pt x="362" y="1751"/>
                  </a:cubicBezTo>
                  <a:cubicBezTo>
                    <a:pt x="362" y="1238"/>
                    <a:pt x="241" y="635"/>
                    <a:pt x="0"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4"/>
            <p:cNvSpPr/>
            <p:nvPr/>
          </p:nvSpPr>
          <p:spPr>
            <a:xfrm>
              <a:off x="12281675" y="1306750"/>
              <a:ext cx="91300" cy="14775"/>
            </a:xfrm>
            <a:custGeom>
              <a:avLst/>
              <a:gdLst/>
              <a:ahLst/>
              <a:cxnLst/>
              <a:rect l="l" t="t" r="r" b="b"/>
              <a:pathLst>
                <a:path w="3652" h="591" extrusionOk="0">
                  <a:moveTo>
                    <a:pt x="0" y="0"/>
                  </a:moveTo>
                  <a:lnTo>
                    <a:pt x="0" y="0"/>
                  </a:lnTo>
                  <a:cubicBezTo>
                    <a:pt x="513" y="363"/>
                    <a:pt x="1147" y="513"/>
                    <a:pt x="1780" y="513"/>
                  </a:cubicBezTo>
                  <a:cubicBezTo>
                    <a:pt x="2022" y="562"/>
                    <a:pt x="2268" y="591"/>
                    <a:pt x="2517" y="591"/>
                  </a:cubicBezTo>
                  <a:cubicBezTo>
                    <a:pt x="2891" y="591"/>
                    <a:pt x="3271" y="525"/>
                    <a:pt x="3651" y="363"/>
                  </a:cubicBezTo>
                  <a:cubicBezTo>
                    <a:pt x="3018" y="363"/>
                    <a:pt x="2384" y="242"/>
                    <a:pt x="1780" y="242"/>
                  </a:cubicBezTo>
                  <a:cubicBezTo>
                    <a:pt x="1147" y="121"/>
                    <a:pt x="634" y="121"/>
                    <a:pt x="0"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4"/>
            <p:cNvSpPr/>
            <p:nvPr/>
          </p:nvSpPr>
          <p:spPr>
            <a:xfrm>
              <a:off x="12024400" y="1319575"/>
              <a:ext cx="56600" cy="71700"/>
            </a:xfrm>
            <a:custGeom>
              <a:avLst/>
              <a:gdLst/>
              <a:ahLst/>
              <a:cxnLst/>
              <a:rect l="l" t="t" r="r" b="b"/>
              <a:pathLst>
                <a:path w="2264" h="2868" extrusionOk="0">
                  <a:moveTo>
                    <a:pt x="2264" y="0"/>
                  </a:moveTo>
                  <a:lnTo>
                    <a:pt x="2264" y="0"/>
                  </a:lnTo>
                  <a:cubicBezTo>
                    <a:pt x="1359" y="876"/>
                    <a:pt x="604" y="1751"/>
                    <a:pt x="1" y="2867"/>
                  </a:cubicBezTo>
                  <a:cubicBezTo>
                    <a:pt x="483" y="2505"/>
                    <a:pt x="876" y="1992"/>
                    <a:pt x="1238" y="1509"/>
                  </a:cubicBezTo>
                  <a:cubicBezTo>
                    <a:pt x="1630" y="996"/>
                    <a:pt x="1992" y="483"/>
                    <a:pt x="226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4"/>
            <p:cNvSpPr/>
            <p:nvPr/>
          </p:nvSpPr>
          <p:spPr>
            <a:xfrm>
              <a:off x="11955000" y="1503975"/>
              <a:ext cx="46800" cy="54025"/>
            </a:xfrm>
            <a:custGeom>
              <a:avLst/>
              <a:gdLst/>
              <a:ahLst/>
              <a:cxnLst/>
              <a:rect l="l" t="t" r="r" b="b"/>
              <a:pathLst>
                <a:path w="1872" h="2161" extrusionOk="0">
                  <a:moveTo>
                    <a:pt x="44" y="0"/>
                  </a:moveTo>
                  <a:cubicBezTo>
                    <a:pt x="27" y="0"/>
                    <a:pt x="12" y="6"/>
                    <a:pt x="0" y="18"/>
                  </a:cubicBezTo>
                  <a:cubicBezTo>
                    <a:pt x="242" y="410"/>
                    <a:pt x="513" y="772"/>
                    <a:pt x="875" y="1165"/>
                  </a:cubicBezTo>
                  <a:cubicBezTo>
                    <a:pt x="1388" y="1798"/>
                    <a:pt x="1751" y="2160"/>
                    <a:pt x="1871" y="2160"/>
                  </a:cubicBezTo>
                  <a:cubicBezTo>
                    <a:pt x="1630" y="1798"/>
                    <a:pt x="1388" y="1285"/>
                    <a:pt x="996" y="1044"/>
                  </a:cubicBezTo>
                  <a:cubicBezTo>
                    <a:pt x="561" y="473"/>
                    <a:pt x="200" y="0"/>
                    <a:pt x="44"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4"/>
            <p:cNvSpPr/>
            <p:nvPr/>
          </p:nvSpPr>
          <p:spPr>
            <a:xfrm>
              <a:off x="11888600" y="1640200"/>
              <a:ext cx="104150" cy="18900"/>
            </a:xfrm>
            <a:custGeom>
              <a:avLst/>
              <a:gdLst/>
              <a:ahLst/>
              <a:cxnLst/>
              <a:rect l="l" t="t" r="r" b="b"/>
              <a:pathLst>
                <a:path w="4166" h="756" extrusionOk="0">
                  <a:moveTo>
                    <a:pt x="1" y="1"/>
                  </a:moveTo>
                  <a:cubicBezTo>
                    <a:pt x="1268" y="363"/>
                    <a:pt x="2777" y="755"/>
                    <a:pt x="4165" y="755"/>
                  </a:cubicBezTo>
                  <a:cubicBezTo>
                    <a:pt x="3531" y="484"/>
                    <a:pt x="2777" y="363"/>
                    <a:pt x="2023" y="242"/>
                  </a:cubicBezTo>
                  <a:cubicBezTo>
                    <a:pt x="1389" y="121"/>
                    <a:pt x="634" y="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4"/>
            <p:cNvSpPr/>
            <p:nvPr/>
          </p:nvSpPr>
          <p:spPr>
            <a:xfrm>
              <a:off x="11772425" y="1547675"/>
              <a:ext cx="91300" cy="7300"/>
            </a:xfrm>
            <a:custGeom>
              <a:avLst/>
              <a:gdLst/>
              <a:ahLst/>
              <a:cxnLst/>
              <a:rect l="l" t="t" r="r" b="b"/>
              <a:pathLst>
                <a:path w="3652" h="292" extrusionOk="0">
                  <a:moveTo>
                    <a:pt x="2318" y="0"/>
                  </a:moveTo>
                  <a:cubicBezTo>
                    <a:pt x="2137" y="0"/>
                    <a:pt x="1958" y="15"/>
                    <a:pt x="1781" y="50"/>
                  </a:cubicBezTo>
                  <a:cubicBezTo>
                    <a:pt x="1611" y="18"/>
                    <a:pt x="1441" y="3"/>
                    <a:pt x="1274" y="3"/>
                  </a:cubicBezTo>
                  <a:cubicBezTo>
                    <a:pt x="816" y="3"/>
                    <a:pt x="376" y="115"/>
                    <a:pt x="0" y="292"/>
                  </a:cubicBezTo>
                  <a:lnTo>
                    <a:pt x="1781" y="292"/>
                  </a:lnTo>
                  <a:cubicBezTo>
                    <a:pt x="2384" y="292"/>
                    <a:pt x="3018" y="292"/>
                    <a:pt x="3652" y="171"/>
                  </a:cubicBezTo>
                  <a:cubicBezTo>
                    <a:pt x="3204" y="86"/>
                    <a:pt x="2756" y="0"/>
                    <a:pt x="2318"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4"/>
            <p:cNvSpPr/>
            <p:nvPr/>
          </p:nvSpPr>
          <p:spPr>
            <a:xfrm>
              <a:off x="11901425" y="1300700"/>
              <a:ext cx="18900" cy="103400"/>
            </a:xfrm>
            <a:custGeom>
              <a:avLst/>
              <a:gdLst/>
              <a:ahLst/>
              <a:cxnLst/>
              <a:rect l="l" t="t" r="r" b="b"/>
              <a:pathLst>
                <a:path w="756" h="4136" extrusionOk="0">
                  <a:moveTo>
                    <a:pt x="1" y="1"/>
                  </a:moveTo>
                  <a:cubicBezTo>
                    <a:pt x="1" y="755"/>
                    <a:pt x="121" y="1359"/>
                    <a:pt x="242" y="2113"/>
                  </a:cubicBezTo>
                  <a:cubicBezTo>
                    <a:pt x="393" y="2747"/>
                    <a:pt x="514" y="3502"/>
                    <a:pt x="755" y="4135"/>
                  </a:cubicBezTo>
                  <a:cubicBezTo>
                    <a:pt x="755" y="3381"/>
                    <a:pt x="755" y="2747"/>
                    <a:pt x="514" y="1993"/>
                  </a:cubicBezTo>
                  <a:cubicBezTo>
                    <a:pt x="514" y="1359"/>
                    <a:pt x="242" y="755"/>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4"/>
            <p:cNvSpPr/>
            <p:nvPr/>
          </p:nvSpPr>
          <p:spPr>
            <a:xfrm>
              <a:off x="11760350" y="1391250"/>
              <a:ext cx="62650" cy="18875"/>
            </a:xfrm>
            <a:custGeom>
              <a:avLst/>
              <a:gdLst/>
              <a:ahLst/>
              <a:cxnLst/>
              <a:rect l="l" t="t" r="r" b="b"/>
              <a:pathLst>
                <a:path w="2506" h="755" extrusionOk="0">
                  <a:moveTo>
                    <a:pt x="1" y="0"/>
                  </a:moveTo>
                  <a:cubicBezTo>
                    <a:pt x="363" y="272"/>
                    <a:pt x="755" y="513"/>
                    <a:pt x="1238" y="513"/>
                  </a:cubicBezTo>
                  <a:cubicBezTo>
                    <a:pt x="1630" y="634"/>
                    <a:pt x="2113" y="755"/>
                    <a:pt x="2505" y="755"/>
                  </a:cubicBezTo>
                  <a:cubicBezTo>
                    <a:pt x="2113" y="513"/>
                    <a:pt x="1751" y="393"/>
                    <a:pt x="1238" y="272"/>
                  </a:cubicBezTo>
                  <a:cubicBezTo>
                    <a:pt x="876" y="151"/>
                    <a:pt x="363" y="0"/>
                    <a:pt x="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4"/>
            <p:cNvSpPr/>
            <p:nvPr/>
          </p:nvSpPr>
          <p:spPr>
            <a:xfrm>
              <a:off x="11876525" y="1180750"/>
              <a:ext cx="49825" cy="47550"/>
            </a:xfrm>
            <a:custGeom>
              <a:avLst/>
              <a:gdLst/>
              <a:ahLst/>
              <a:cxnLst/>
              <a:rect l="l" t="t" r="r" b="b"/>
              <a:pathLst>
                <a:path w="1993" h="1902" extrusionOk="0">
                  <a:moveTo>
                    <a:pt x="1993" y="1"/>
                  </a:moveTo>
                  <a:lnTo>
                    <a:pt x="1993" y="1"/>
                  </a:lnTo>
                  <a:cubicBezTo>
                    <a:pt x="1630" y="272"/>
                    <a:pt x="1238" y="514"/>
                    <a:pt x="876" y="876"/>
                  </a:cubicBezTo>
                  <a:cubicBezTo>
                    <a:pt x="363" y="1389"/>
                    <a:pt x="1" y="1902"/>
                    <a:pt x="1" y="1902"/>
                  </a:cubicBezTo>
                  <a:cubicBezTo>
                    <a:pt x="363" y="1630"/>
                    <a:pt x="755" y="1389"/>
                    <a:pt x="1117" y="1027"/>
                  </a:cubicBezTo>
                  <a:cubicBezTo>
                    <a:pt x="1630" y="514"/>
                    <a:pt x="1993" y="122"/>
                    <a:pt x="1993"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4"/>
            <p:cNvSpPr/>
            <p:nvPr/>
          </p:nvSpPr>
          <p:spPr>
            <a:xfrm>
              <a:off x="11785250" y="1112100"/>
              <a:ext cx="18875" cy="87550"/>
            </a:xfrm>
            <a:custGeom>
              <a:avLst/>
              <a:gdLst/>
              <a:ahLst/>
              <a:cxnLst/>
              <a:rect l="l" t="t" r="r" b="b"/>
              <a:pathLst>
                <a:path w="755" h="3502" extrusionOk="0">
                  <a:moveTo>
                    <a:pt x="755" y="1"/>
                  </a:moveTo>
                  <a:cubicBezTo>
                    <a:pt x="513" y="484"/>
                    <a:pt x="363" y="1117"/>
                    <a:pt x="242" y="1751"/>
                  </a:cubicBezTo>
                  <a:cubicBezTo>
                    <a:pt x="121" y="2264"/>
                    <a:pt x="0" y="2868"/>
                    <a:pt x="121" y="3501"/>
                  </a:cubicBezTo>
                  <a:cubicBezTo>
                    <a:pt x="242" y="2868"/>
                    <a:pt x="513" y="2385"/>
                    <a:pt x="513" y="1751"/>
                  </a:cubicBezTo>
                  <a:cubicBezTo>
                    <a:pt x="634" y="1117"/>
                    <a:pt x="755" y="604"/>
                    <a:pt x="755"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4"/>
            <p:cNvSpPr/>
            <p:nvPr/>
          </p:nvSpPr>
          <p:spPr>
            <a:xfrm>
              <a:off x="11666050" y="1319575"/>
              <a:ext cx="65650" cy="24925"/>
            </a:xfrm>
            <a:custGeom>
              <a:avLst/>
              <a:gdLst/>
              <a:ahLst/>
              <a:cxnLst/>
              <a:rect l="l" t="t" r="r" b="b"/>
              <a:pathLst>
                <a:path w="2626" h="997" extrusionOk="0">
                  <a:moveTo>
                    <a:pt x="2626" y="0"/>
                  </a:moveTo>
                  <a:cubicBezTo>
                    <a:pt x="2113" y="0"/>
                    <a:pt x="1751" y="121"/>
                    <a:pt x="1238" y="242"/>
                  </a:cubicBezTo>
                  <a:cubicBezTo>
                    <a:pt x="755" y="363"/>
                    <a:pt x="363" y="604"/>
                    <a:pt x="0" y="996"/>
                  </a:cubicBezTo>
                  <a:cubicBezTo>
                    <a:pt x="363" y="876"/>
                    <a:pt x="876" y="755"/>
                    <a:pt x="1358" y="483"/>
                  </a:cubicBezTo>
                  <a:cubicBezTo>
                    <a:pt x="1751" y="363"/>
                    <a:pt x="2264" y="242"/>
                    <a:pt x="2626"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4"/>
            <p:cNvSpPr/>
            <p:nvPr/>
          </p:nvSpPr>
          <p:spPr>
            <a:xfrm>
              <a:off x="11640400" y="1451600"/>
              <a:ext cx="6825" cy="62650"/>
            </a:xfrm>
            <a:custGeom>
              <a:avLst/>
              <a:gdLst/>
              <a:ahLst/>
              <a:cxnLst/>
              <a:rect l="l" t="t" r="r" b="b"/>
              <a:pathLst>
                <a:path w="273" h="2506" extrusionOk="0">
                  <a:moveTo>
                    <a:pt x="121" y="0"/>
                  </a:moveTo>
                  <a:cubicBezTo>
                    <a:pt x="0" y="876"/>
                    <a:pt x="0" y="1630"/>
                    <a:pt x="121" y="2505"/>
                  </a:cubicBezTo>
                  <a:cubicBezTo>
                    <a:pt x="272" y="1630"/>
                    <a:pt x="272" y="876"/>
                    <a:pt x="121"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4"/>
            <p:cNvSpPr/>
            <p:nvPr/>
          </p:nvSpPr>
          <p:spPr>
            <a:xfrm>
              <a:off x="12369925" y="1174725"/>
              <a:ext cx="62650" cy="24925"/>
            </a:xfrm>
            <a:custGeom>
              <a:avLst/>
              <a:gdLst/>
              <a:ahLst/>
              <a:cxnLst/>
              <a:rect l="l" t="t" r="r" b="b"/>
              <a:pathLst>
                <a:path w="2506" h="997" extrusionOk="0">
                  <a:moveTo>
                    <a:pt x="2505" y="0"/>
                  </a:moveTo>
                  <a:cubicBezTo>
                    <a:pt x="2023" y="0"/>
                    <a:pt x="1630" y="121"/>
                    <a:pt x="1268" y="363"/>
                  </a:cubicBezTo>
                  <a:cubicBezTo>
                    <a:pt x="755" y="513"/>
                    <a:pt x="363" y="755"/>
                    <a:pt x="1" y="996"/>
                  </a:cubicBezTo>
                  <a:cubicBezTo>
                    <a:pt x="876" y="755"/>
                    <a:pt x="1751" y="513"/>
                    <a:pt x="2505" y="0"/>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4"/>
            <p:cNvSpPr/>
            <p:nvPr/>
          </p:nvSpPr>
          <p:spPr>
            <a:xfrm>
              <a:off x="12335225" y="1026850"/>
              <a:ext cx="88300" cy="40775"/>
            </a:xfrm>
            <a:custGeom>
              <a:avLst/>
              <a:gdLst/>
              <a:ahLst/>
              <a:cxnLst/>
              <a:rect l="l" t="t" r="r" b="b"/>
              <a:pathLst>
                <a:path w="3532" h="1631" extrusionOk="0">
                  <a:moveTo>
                    <a:pt x="1" y="1"/>
                  </a:moveTo>
                  <a:cubicBezTo>
                    <a:pt x="514" y="393"/>
                    <a:pt x="996" y="755"/>
                    <a:pt x="1630" y="997"/>
                  </a:cubicBezTo>
                  <a:cubicBezTo>
                    <a:pt x="2143" y="1389"/>
                    <a:pt x="2777" y="1510"/>
                    <a:pt x="3531" y="1630"/>
                  </a:cubicBezTo>
                  <a:cubicBezTo>
                    <a:pt x="2898" y="1268"/>
                    <a:pt x="2385" y="997"/>
                    <a:pt x="1751" y="755"/>
                  </a:cubicBezTo>
                  <a:cubicBezTo>
                    <a:pt x="1147" y="514"/>
                    <a:pt x="634" y="121"/>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4"/>
            <p:cNvSpPr/>
            <p:nvPr/>
          </p:nvSpPr>
          <p:spPr>
            <a:xfrm>
              <a:off x="12372575" y="857100"/>
              <a:ext cx="78850" cy="72450"/>
            </a:xfrm>
            <a:custGeom>
              <a:avLst/>
              <a:gdLst/>
              <a:ahLst/>
              <a:cxnLst/>
              <a:rect l="l" t="t" r="r" b="b"/>
              <a:pathLst>
                <a:path w="3154" h="2898" extrusionOk="0">
                  <a:moveTo>
                    <a:pt x="3154" y="1"/>
                  </a:moveTo>
                  <a:cubicBezTo>
                    <a:pt x="3033" y="1"/>
                    <a:pt x="2520" y="755"/>
                    <a:pt x="1645" y="1510"/>
                  </a:cubicBezTo>
                  <a:cubicBezTo>
                    <a:pt x="976" y="2087"/>
                    <a:pt x="307" y="2522"/>
                    <a:pt x="83" y="2749"/>
                  </a:cubicBezTo>
                  <a:lnTo>
                    <a:pt x="83" y="2749"/>
                  </a:lnTo>
                  <a:cubicBezTo>
                    <a:pt x="1322" y="2229"/>
                    <a:pt x="2413" y="1246"/>
                    <a:pt x="3154" y="1"/>
                  </a:cubicBezTo>
                  <a:close/>
                  <a:moveTo>
                    <a:pt x="83" y="2749"/>
                  </a:moveTo>
                  <a:cubicBezTo>
                    <a:pt x="60" y="2759"/>
                    <a:pt x="38" y="2768"/>
                    <a:pt x="15" y="2777"/>
                  </a:cubicBezTo>
                  <a:lnTo>
                    <a:pt x="15" y="2833"/>
                  </a:lnTo>
                  <a:lnTo>
                    <a:pt x="15" y="2833"/>
                  </a:lnTo>
                  <a:cubicBezTo>
                    <a:pt x="28" y="2810"/>
                    <a:pt x="51" y="2782"/>
                    <a:pt x="83" y="2749"/>
                  </a:cubicBezTo>
                  <a:close/>
                  <a:moveTo>
                    <a:pt x="15" y="2833"/>
                  </a:moveTo>
                  <a:cubicBezTo>
                    <a:pt x="1" y="2861"/>
                    <a:pt x="0" y="2883"/>
                    <a:pt x="15" y="2898"/>
                  </a:cubicBezTo>
                  <a:lnTo>
                    <a:pt x="15" y="2833"/>
                  </a:ln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4"/>
            <p:cNvSpPr/>
            <p:nvPr/>
          </p:nvSpPr>
          <p:spPr>
            <a:xfrm>
              <a:off x="12313350" y="810325"/>
              <a:ext cx="31700" cy="46800"/>
            </a:xfrm>
            <a:custGeom>
              <a:avLst/>
              <a:gdLst/>
              <a:ahLst/>
              <a:cxnLst/>
              <a:rect l="l" t="t" r="r" b="b"/>
              <a:pathLst>
                <a:path w="1268" h="1872" extrusionOk="0">
                  <a:moveTo>
                    <a:pt x="121" y="1"/>
                  </a:moveTo>
                  <a:cubicBezTo>
                    <a:pt x="0" y="122"/>
                    <a:pt x="242" y="484"/>
                    <a:pt x="513" y="997"/>
                  </a:cubicBezTo>
                  <a:cubicBezTo>
                    <a:pt x="876" y="1510"/>
                    <a:pt x="1117" y="1872"/>
                    <a:pt x="1268" y="1872"/>
                  </a:cubicBezTo>
                  <a:cubicBezTo>
                    <a:pt x="1268" y="1872"/>
                    <a:pt x="1117" y="1359"/>
                    <a:pt x="755" y="876"/>
                  </a:cubicBezTo>
                  <a:cubicBezTo>
                    <a:pt x="513" y="363"/>
                    <a:pt x="242" y="1"/>
                    <a:pt x="12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4"/>
            <p:cNvSpPr/>
            <p:nvPr/>
          </p:nvSpPr>
          <p:spPr>
            <a:xfrm>
              <a:off x="12407650" y="690375"/>
              <a:ext cx="59625" cy="85275"/>
            </a:xfrm>
            <a:custGeom>
              <a:avLst/>
              <a:gdLst/>
              <a:ahLst/>
              <a:cxnLst/>
              <a:rect l="l" t="t" r="r" b="b"/>
              <a:pathLst>
                <a:path w="2385" h="3411" extrusionOk="0">
                  <a:moveTo>
                    <a:pt x="1" y="1"/>
                  </a:moveTo>
                  <a:lnTo>
                    <a:pt x="1" y="1"/>
                  </a:lnTo>
                  <a:cubicBezTo>
                    <a:pt x="242" y="755"/>
                    <a:pt x="634" y="1268"/>
                    <a:pt x="1117" y="1902"/>
                  </a:cubicBezTo>
                  <a:cubicBezTo>
                    <a:pt x="1389" y="2536"/>
                    <a:pt x="1872" y="3018"/>
                    <a:pt x="2385" y="3411"/>
                  </a:cubicBezTo>
                  <a:cubicBezTo>
                    <a:pt x="2143" y="2898"/>
                    <a:pt x="1751" y="2264"/>
                    <a:pt x="1268" y="1781"/>
                  </a:cubicBezTo>
                  <a:cubicBezTo>
                    <a:pt x="876" y="1147"/>
                    <a:pt x="514" y="514"/>
                    <a:pt x="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4"/>
            <p:cNvSpPr/>
            <p:nvPr/>
          </p:nvSpPr>
          <p:spPr>
            <a:xfrm>
              <a:off x="12477050" y="655675"/>
              <a:ext cx="75475" cy="18875"/>
            </a:xfrm>
            <a:custGeom>
              <a:avLst/>
              <a:gdLst/>
              <a:ahLst/>
              <a:cxnLst/>
              <a:rect l="l" t="t" r="r" b="b"/>
              <a:pathLst>
                <a:path w="3019" h="755" extrusionOk="0">
                  <a:moveTo>
                    <a:pt x="3019" y="1"/>
                  </a:moveTo>
                  <a:cubicBezTo>
                    <a:pt x="2506" y="1"/>
                    <a:pt x="1993" y="151"/>
                    <a:pt x="1510" y="272"/>
                  </a:cubicBezTo>
                  <a:cubicBezTo>
                    <a:pt x="997" y="393"/>
                    <a:pt x="484" y="514"/>
                    <a:pt x="1" y="755"/>
                  </a:cubicBezTo>
                  <a:cubicBezTo>
                    <a:pt x="484" y="755"/>
                    <a:pt x="997" y="634"/>
                    <a:pt x="1510" y="514"/>
                  </a:cubicBezTo>
                  <a:cubicBezTo>
                    <a:pt x="2113" y="393"/>
                    <a:pt x="2626" y="272"/>
                    <a:pt x="3019"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4"/>
            <p:cNvSpPr/>
            <p:nvPr/>
          </p:nvSpPr>
          <p:spPr>
            <a:xfrm>
              <a:off x="12514775" y="495725"/>
              <a:ext cx="24925" cy="72450"/>
            </a:xfrm>
            <a:custGeom>
              <a:avLst/>
              <a:gdLst/>
              <a:ahLst/>
              <a:cxnLst/>
              <a:rect l="l" t="t" r="r" b="b"/>
              <a:pathLst>
                <a:path w="997" h="2898" extrusionOk="0">
                  <a:moveTo>
                    <a:pt x="997" y="1"/>
                  </a:moveTo>
                  <a:lnTo>
                    <a:pt x="997" y="1"/>
                  </a:lnTo>
                  <a:cubicBezTo>
                    <a:pt x="755" y="363"/>
                    <a:pt x="484" y="876"/>
                    <a:pt x="363" y="1389"/>
                  </a:cubicBezTo>
                  <a:cubicBezTo>
                    <a:pt x="121" y="1872"/>
                    <a:pt x="1" y="2385"/>
                    <a:pt x="1" y="2898"/>
                  </a:cubicBezTo>
                  <a:cubicBezTo>
                    <a:pt x="242" y="2506"/>
                    <a:pt x="484" y="2023"/>
                    <a:pt x="604" y="1510"/>
                  </a:cubicBezTo>
                  <a:cubicBezTo>
                    <a:pt x="876" y="997"/>
                    <a:pt x="997" y="514"/>
                    <a:pt x="997"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4"/>
            <p:cNvSpPr/>
            <p:nvPr/>
          </p:nvSpPr>
          <p:spPr>
            <a:xfrm>
              <a:off x="12467250" y="1275050"/>
              <a:ext cx="15875" cy="75475"/>
            </a:xfrm>
            <a:custGeom>
              <a:avLst/>
              <a:gdLst/>
              <a:ahLst/>
              <a:cxnLst/>
              <a:rect l="l" t="t" r="r" b="b"/>
              <a:pathLst>
                <a:path w="635" h="3019" extrusionOk="0">
                  <a:moveTo>
                    <a:pt x="121" y="1"/>
                  </a:moveTo>
                  <a:cubicBezTo>
                    <a:pt x="1" y="514"/>
                    <a:pt x="1" y="1027"/>
                    <a:pt x="121" y="1510"/>
                  </a:cubicBezTo>
                  <a:cubicBezTo>
                    <a:pt x="242" y="2144"/>
                    <a:pt x="393" y="2657"/>
                    <a:pt x="634" y="3019"/>
                  </a:cubicBezTo>
                  <a:cubicBezTo>
                    <a:pt x="634" y="2536"/>
                    <a:pt x="514" y="2023"/>
                    <a:pt x="393" y="1510"/>
                  </a:cubicBezTo>
                  <a:cubicBezTo>
                    <a:pt x="393" y="1027"/>
                    <a:pt x="242" y="514"/>
                    <a:pt x="121" y="1"/>
                  </a:cubicBezTo>
                  <a:close/>
                </a:path>
              </a:pathLst>
            </a:custGeom>
            <a:solidFill>
              <a:srgbClr val="FA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4"/>
            <p:cNvSpPr/>
            <p:nvPr/>
          </p:nvSpPr>
          <p:spPr>
            <a:xfrm>
              <a:off x="11747525" y="1655250"/>
              <a:ext cx="267100" cy="282975"/>
            </a:xfrm>
            <a:custGeom>
              <a:avLst/>
              <a:gdLst/>
              <a:ahLst/>
              <a:cxnLst/>
              <a:rect l="l" t="t" r="r" b="b"/>
              <a:pathLst>
                <a:path w="10684" h="11319" extrusionOk="0">
                  <a:moveTo>
                    <a:pt x="4250" y="0"/>
                  </a:moveTo>
                  <a:cubicBezTo>
                    <a:pt x="3257" y="0"/>
                    <a:pt x="3139" y="4927"/>
                    <a:pt x="3139" y="5434"/>
                  </a:cubicBezTo>
                  <a:cubicBezTo>
                    <a:pt x="3139" y="5615"/>
                    <a:pt x="3011" y="5706"/>
                    <a:pt x="2883" y="5706"/>
                  </a:cubicBezTo>
                  <a:cubicBezTo>
                    <a:pt x="2754" y="5706"/>
                    <a:pt x="2626" y="5615"/>
                    <a:pt x="2626" y="5434"/>
                  </a:cubicBezTo>
                  <a:cubicBezTo>
                    <a:pt x="2777" y="5042"/>
                    <a:pt x="3260" y="636"/>
                    <a:pt x="2264" y="515"/>
                  </a:cubicBezTo>
                  <a:cubicBezTo>
                    <a:pt x="2241" y="509"/>
                    <a:pt x="2219" y="506"/>
                    <a:pt x="2197" y="506"/>
                  </a:cubicBezTo>
                  <a:cubicBezTo>
                    <a:pt x="1428" y="506"/>
                    <a:pt x="2126" y="4703"/>
                    <a:pt x="1509" y="5555"/>
                  </a:cubicBezTo>
                  <a:cubicBezTo>
                    <a:pt x="1457" y="5617"/>
                    <a:pt x="1411" y="5646"/>
                    <a:pt x="1372" y="5646"/>
                  </a:cubicBezTo>
                  <a:cubicBezTo>
                    <a:pt x="933" y="5646"/>
                    <a:pt x="1205" y="2135"/>
                    <a:pt x="514" y="2024"/>
                  </a:cubicBezTo>
                  <a:cubicBezTo>
                    <a:pt x="242" y="2024"/>
                    <a:pt x="1" y="2024"/>
                    <a:pt x="121" y="4408"/>
                  </a:cubicBezTo>
                  <a:cubicBezTo>
                    <a:pt x="121" y="5676"/>
                    <a:pt x="755" y="9327"/>
                    <a:pt x="1117" y="11319"/>
                  </a:cubicBezTo>
                  <a:lnTo>
                    <a:pt x="7032" y="11077"/>
                  </a:lnTo>
                  <a:cubicBezTo>
                    <a:pt x="7153" y="10715"/>
                    <a:pt x="7786" y="9568"/>
                    <a:pt x="8058" y="9206"/>
                  </a:cubicBezTo>
                  <a:cubicBezTo>
                    <a:pt x="8299" y="8814"/>
                    <a:pt x="8541" y="8452"/>
                    <a:pt x="8933" y="8180"/>
                  </a:cubicBezTo>
                  <a:cubicBezTo>
                    <a:pt x="9295" y="7818"/>
                    <a:pt x="9808" y="7547"/>
                    <a:pt x="10321" y="7305"/>
                  </a:cubicBezTo>
                  <a:cubicBezTo>
                    <a:pt x="10442" y="7184"/>
                    <a:pt x="10563" y="7064"/>
                    <a:pt x="10563" y="6943"/>
                  </a:cubicBezTo>
                  <a:cubicBezTo>
                    <a:pt x="10683" y="6671"/>
                    <a:pt x="10563" y="6430"/>
                    <a:pt x="10321" y="6309"/>
                  </a:cubicBezTo>
                  <a:cubicBezTo>
                    <a:pt x="10270" y="6297"/>
                    <a:pt x="10212" y="6291"/>
                    <a:pt x="10147" y="6291"/>
                  </a:cubicBezTo>
                  <a:cubicBezTo>
                    <a:pt x="9557" y="6291"/>
                    <a:pt x="8430" y="6786"/>
                    <a:pt x="7424" y="7818"/>
                  </a:cubicBezTo>
                  <a:cubicBezTo>
                    <a:pt x="7222" y="8015"/>
                    <a:pt x="7064" y="8099"/>
                    <a:pt x="6941" y="8099"/>
                  </a:cubicBezTo>
                  <a:cubicBezTo>
                    <a:pt x="6365" y="8099"/>
                    <a:pt x="6549" y="6255"/>
                    <a:pt x="6549" y="5434"/>
                  </a:cubicBezTo>
                  <a:cubicBezTo>
                    <a:pt x="6670" y="4529"/>
                    <a:pt x="6790" y="1662"/>
                    <a:pt x="6549" y="1390"/>
                  </a:cubicBezTo>
                  <a:cubicBezTo>
                    <a:pt x="6416" y="1296"/>
                    <a:pt x="6291" y="1251"/>
                    <a:pt x="6176" y="1251"/>
                  </a:cubicBezTo>
                  <a:cubicBezTo>
                    <a:pt x="5851" y="1251"/>
                    <a:pt x="5612" y="1618"/>
                    <a:pt x="5523" y="2266"/>
                  </a:cubicBezTo>
                  <a:cubicBezTo>
                    <a:pt x="5523" y="3270"/>
                    <a:pt x="5176" y="5921"/>
                    <a:pt x="4681" y="5921"/>
                  </a:cubicBezTo>
                  <a:cubicBezTo>
                    <a:pt x="4670" y="5921"/>
                    <a:pt x="4659" y="5920"/>
                    <a:pt x="4648" y="5917"/>
                  </a:cubicBezTo>
                  <a:cubicBezTo>
                    <a:pt x="4135" y="5917"/>
                    <a:pt x="4648" y="1149"/>
                    <a:pt x="4648" y="1149"/>
                  </a:cubicBezTo>
                  <a:cubicBezTo>
                    <a:pt x="4648" y="1149"/>
                    <a:pt x="4889" y="153"/>
                    <a:pt x="4286" y="2"/>
                  </a:cubicBezTo>
                  <a:cubicBezTo>
                    <a:pt x="4274" y="1"/>
                    <a:pt x="4262" y="0"/>
                    <a:pt x="4250" y="0"/>
                  </a:cubicBezTo>
                  <a:close/>
                </a:path>
              </a:pathLst>
            </a:custGeom>
            <a:solidFill>
              <a:srgbClr val="C175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2" name="Google Shape;3822;p64"/>
          <p:cNvSpPr txBox="1"/>
          <p:nvPr/>
        </p:nvSpPr>
        <p:spPr>
          <a:xfrm>
            <a:off x="788370" y="1381417"/>
            <a:ext cx="2580000" cy="563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200">
                <a:solidFill>
                  <a:srgbClr val="FFFFFF"/>
                </a:solidFill>
                <a:latin typeface="Spartan"/>
                <a:ea typeface="Spartan"/>
                <a:cs typeface="Spartan"/>
                <a:sym typeface="Spartan"/>
              </a:rPr>
              <a:t>Find more illustrations like these on</a:t>
            </a:r>
            <a:r>
              <a:rPr lang="en" sz="1200" b="1">
                <a:solidFill>
                  <a:srgbClr val="FFFFFF"/>
                </a:solidFill>
                <a:latin typeface="Spartan"/>
                <a:ea typeface="Spartan"/>
                <a:cs typeface="Spartan"/>
                <a:sym typeface="Spartan"/>
              </a:rPr>
              <a:t> </a:t>
            </a:r>
            <a:r>
              <a:rPr lang="en" sz="1200" b="1">
                <a:solidFill>
                  <a:schemeClr val="accent1"/>
                </a:solidFill>
                <a:uFill>
                  <a:noFill/>
                </a:uFill>
                <a:latin typeface="Spartan"/>
                <a:ea typeface="Spartan"/>
                <a:cs typeface="Spartan"/>
                <a:sym typeface="Spartan"/>
                <a:hlinkClick r:id="rId3">
                  <a:extLst>
                    <a:ext uri="{A12FA001-AC4F-418D-AE19-62706E023703}">
                      <ahyp:hlinkClr xmlns:ahyp="http://schemas.microsoft.com/office/drawing/2018/hyperlinkcolor" val="tx"/>
                    </a:ext>
                  </a:extLst>
                </a:hlinkClick>
              </a:rPr>
              <a:t>Stories by Freepik</a:t>
            </a:r>
            <a:endParaRPr sz="1200" b="1">
              <a:solidFill>
                <a:schemeClr val="accent1"/>
              </a:solidFill>
              <a:latin typeface="Spartan"/>
              <a:ea typeface="Spartan"/>
              <a:cs typeface="Spartan"/>
              <a:sym typeface="Spartan"/>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826"/>
        <p:cNvGrpSpPr/>
        <p:nvPr/>
      </p:nvGrpSpPr>
      <p:grpSpPr>
        <a:xfrm>
          <a:off x="0" y="0"/>
          <a:ext cx="0" cy="0"/>
          <a:chOff x="0" y="0"/>
          <a:chExt cx="0" cy="0"/>
        </a:xfrm>
      </p:grpSpPr>
      <p:sp>
        <p:nvSpPr>
          <p:cNvPr id="3827" name="Google Shape;3827;p65"/>
          <p:cNvSpPr txBox="1">
            <a:spLocks noGrp="1"/>
          </p:cNvSpPr>
          <p:nvPr>
            <p:ph type="title"/>
          </p:nvPr>
        </p:nvSpPr>
        <p:spPr>
          <a:xfrm>
            <a:off x="713225" y="488975"/>
            <a:ext cx="7713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3828" name="Google Shape;3828;p65"/>
          <p:cNvSpPr txBox="1">
            <a:spLocks noGrp="1"/>
          </p:cNvSpPr>
          <p:nvPr>
            <p:ph type="body" idx="1"/>
          </p:nvPr>
        </p:nvSpPr>
        <p:spPr>
          <a:xfrm>
            <a:off x="713225" y="1373950"/>
            <a:ext cx="3670200" cy="299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EEEEEE"/>
                </a:solidFill>
                <a:latin typeface="Gugi"/>
                <a:ea typeface="Gugi"/>
                <a:cs typeface="Gugi"/>
                <a:sym typeface="Gugi"/>
              </a:rPr>
              <a:t>STORIES BY FREEPIK</a:t>
            </a:r>
            <a:endParaRPr>
              <a:solidFill>
                <a:srgbClr val="EEEEEE"/>
              </a:solidFill>
              <a:latin typeface="Gugi"/>
              <a:ea typeface="Gugi"/>
              <a:cs typeface="Gugi"/>
              <a:sym typeface="Gugi"/>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3">
                  <a:extLst>
                    <a:ext uri="{A12FA001-AC4F-418D-AE19-62706E023703}">
                      <ahyp:hlinkClr xmlns:ahyp="http://schemas.microsoft.com/office/drawing/2018/hyperlinkcolor" val="tx"/>
                    </a:ext>
                  </a:extLst>
                </a:hlinkClick>
              </a:rPr>
              <a:t>Podcast</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4">
                  <a:extLst>
                    <a:ext uri="{A12FA001-AC4F-418D-AE19-62706E023703}">
                      <ahyp:hlinkClr xmlns:ahyp="http://schemas.microsoft.com/office/drawing/2018/hyperlinkcolor" val="tx"/>
                    </a:ext>
                  </a:extLst>
                </a:hlinkClick>
              </a:rPr>
              <a:t>News</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5">
                  <a:extLst>
                    <a:ext uri="{A12FA001-AC4F-418D-AE19-62706E023703}">
                      <ahyp:hlinkClr xmlns:ahyp="http://schemas.microsoft.com/office/drawing/2018/hyperlinkcolor" val="tx"/>
                    </a:ext>
                  </a:extLst>
                </a:hlinkClick>
              </a:rPr>
              <a:t>Together</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6">
                  <a:extLst>
                    <a:ext uri="{A12FA001-AC4F-418D-AE19-62706E023703}">
                      <ahyp:hlinkClr xmlns:ahyp="http://schemas.microsoft.com/office/drawing/2018/hyperlinkcolor" val="tx"/>
                    </a:ext>
                  </a:extLst>
                </a:hlinkClick>
              </a:rPr>
              <a:t>Broadcast</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7">
                  <a:extLst>
                    <a:ext uri="{A12FA001-AC4F-418D-AE19-62706E023703}">
                      <ahyp:hlinkClr xmlns:ahyp="http://schemas.microsoft.com/office/drawing/2018/hyperlinkcolor" val="tx"/>
                    </a:ext>
                  </a:extLst>
                </a:hlinkClick>
              </a:rPr>
              <a:t>Friendship</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8">
                  <a:extLst>
                    <a:ext uri="{A12FA001-AC4F-418D-AE19-62706E023703}">
                      <ahyp:hlinkClr xmlns:ahyp="http://schemas.microsoft.com/office/drawing/2018/hyperlinkcolor" val="tx"/>
                    </a:ext>
                  </a:extLst>
                </a:hlinkClick>
              </a:rPr>
              <a:t>Videographer</a:t>
            </a:r>
            <a:endParaRPr sz="1300">
              <a:solidFill>
                <a:schemeClr val="accent1"/>
              </a:solidFill>
            </a:endParaRPr>
          </a:p>
          <a:p>
            <a:pPr marL="457200" lvl="0" indent="-311150" algn="l" rtl="0">
              <a:spcBef>
                <a:spcPts val="0"/>
              </a:spcBef>
              <a:spcAft>
                <a:spcPts val="0"/>
              </a:spcAft>
              <a:buClr>
                <a:schemeClr val="accent1"/>
              </a:buClr>
              <a:buSzPts val="1300"/>
              <a:buChar char="●"/>
            </a:pPr>
            <a:r>
              <a:rPr lang="en" sz="1300">
                <a:solidFill>
                  <a:schemeClr val="accent1"/>
                </a:solidFill>
                <a:uFill>
                  <a:noFill/>
                </a:uFill>
                <a:hlinkClick r:id="rId9">
                  <a:extLst>
                    <a:ext uri="{A12FA001-AC4F-418D-AE19-62706E023703}">
                      <ahyp:hlinkClr xmlns:ahyp="http://schemas.microsoft.com/office/drawing/2018/hyperlinkcolor" val="tx"/>
                    </a:ext>
                  </a:extLst>
                </a:hlinkClick>
              </a:rPr>
              <a:t>Data trends</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0">
                  <a:extLst>
                    <a:ext uri="{A12FA001-AC4F-418D-AE19-62706E023703}">
                      <ahyp:hlinkClr xmlns:ahyp="http://schemas.microsoft.com/office/drawing/2018/hyperlinkcolor" val="tx"/>
                    </a:ext>
                  </a:extLst>
                </a:hlinkClick>
              </a:rPr>
              <a:t>People watching the news</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1">
                  <a:extLst>
                    <a:ext uri="{A12FA001-AC4F-418D-AE19-62706E023703}">
                      <ahyp:hlinkClr xmlns:ahyp="http://schemas.microsoft.com/office/drawing/2018/hyperlinkcolor" val="tx"/>
                    </a:ext>
                  </a:extLst>
                </a:hlinkClick>
              </a:rPr>
              <a:t>Teenager</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2">
                  <a:extLst>
                    <a:ext uri="{A12FA001-AC4F-418D-AE19-62706E023703}">
                      <ahyp:hlinkClr xmlns:ahyp="http://schemas.microsoft.com/office/drawing/2018/hyperlinkcolor" val="tx"/>
                    </a:ext>
                  </a:extLst>
                </a:hlinkClick>
              </a:rPr>
              <a:t>Ethnic </a:t>
            </a:r>
            <a:r>
              <a:rPr lang="en" sz="1300">
                <a:solidFill>
                  <a:srgbClr val="E5FF00"/>
                </a:solidFill>
                <a:uFill>
                  <a:noFill/>
                </a:uFill>
                <a:hlinkClick r:id="rId12">
                  <a:extLst>
                    <a:ext uri="{A12FA001-AC4F-418D-AE19-62706E023703}">
                      <ahyp:hlinkClr xmlns:ahyp="http://schemas.microsoft.com/office/drawing/2018/hyperlinkcolor" val="tx"/>
                    </a:ext>
                  </a:extLst>
                </a:hlinkClick>
              </a:rPr>
              <a:t>friendship</a:t>
            </a:r>
            <a:endParaRPr sz="1300">
              <a:solidFill>
                <a:srgbClr val="E5FF00"/>
              </a:solidFill>
            </a:endParaRPr>
          </a:p>
          <a:p>
            <a:pPr marL="457200" lvl="0" indent="-311150" algn="l" rtl="0">
              <a:spcBef>
                <a:spcPts val="0"/>
              </a:spcBef>
              <a:spcAft>
                <a:spcPts val="0"/>
              </a:spcAft>
              <a:buClr>
                <a:schemeClr val="accent1"/>
              </a:buClr>
              <a:buSzPts val="1300"/>
              <a:buChar char="●"/>
            </a:pPr>
            <a:r>
              <a:rPr lang="en" sz="1300">
                <a:solidFill>
                  <a:schemeClr val="accent1"/>
                </a:solidFill>
                <a:uFill>
                  <a:noFill/>
                </a:uFill>
                <a:hlinkClick r:id="rId13">
                  <a:extLst>
                    <a:ext uri="{A12FA001-AC4F-418D-AE19-62706E023703}">
                      <ahyp:hlinkClr xmlns:ahyp="http://schemas.microsoft.com/office/drawing/2018/hyperlinkcolor" val="tx"/>
                    </a:ext>
                  </a:extLst>
                </a:hlinkClick>
              </a:rPr>
              <a:t>Notebook</a:t>
            </a:r>
            <a:endParaRPr sz="1300">
              <a:solidFill>
                <a:schemeClr val="accent1"/>
              </a:solidFill>
            </a:endParaRPr>
          </a:p>
        </p:txBody>
      </p:sp>
      <p:sp>
        <p:nvSpPr>
          <p:cNvPr id="3829" name="Google Shape;3829;p65"/>
          <p:cNvSpPr txBox="1">
            <a:spLocks noGrp="1"/>
          </p:cNvSpPr>
          <p:nvPr>
            <p:ph type="body" idx="2"/>
          </p:nvPr>
        </p:nvSpPr>
        <p:spPr>
          <a:xfrm>
            <a:off x="4688225" y="1373950"/>
            <a:ext cx="3848700" cy="2997600"/>
          </a:xfrm>
          <a:prstGeom prst="rect">
            <a:avLst/>
          </a:prstGeom>
        </p:spPr>
        <p:txBody>
          <a:bodyPr spcFirstLastPara="1" wrap="square" lIns="91425" tIns="91425" rIns="91425" bIns="91425" anchor="t" anchorCtr="0">
            <a:noAutofit/>
          </a:bodyPr>
          <a:lstStyle/>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4">
                  <a:extLst>
                    <a:ext uri="{A12FA001-AC4F-418D-AE19-62706E023703}">
                      <ahyp:hlinkClr xmlns:ahyp="http://schemas.microsoft.com/office/drawing/2018/hyperlinkcolor" val="tx"/>
                    </a:ext>
                  </a:extLst>
                </a:hlinkClick>
              </a:rPr>
              <a:t>Animation</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5">
                  <a:extLst>
                    <a:ext uri="{A12FA001-AC4F-418D-AE19-62706E023703}">
                      <ahyp:hlinkClr xmlns:ahyp="http://schemas.microsoft.com/office/drawing/2018/hyperlinkcolor" val="tx"/>
                    </a:ext>
                  </a:extLst>
                </a:hlinkClick>
              </a:rPr>
              <a:t>Floating</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6">
                  <a:extLst>
                    <a:ext uri="{A12FA001-AC4F-418D-AE19-62706E023703}">
                      <ahyp:hlinkClr xmlns:ahyp="http://schemas.microsoft.com/office/drawing/2018/hyperlinkcolor" val="tx"/>
                    </a:ext>
                  </a:extLst>
                </a:hlinkClick>
              </a:rPr>
              <a:t>Hang out</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7">
                  <a:extLst>
                    <a:ext uri="{A12FA001-AC4F-418D-AE19-62706E023703}">
                      <ahyp:hlinkClr xmlns:ahyp="http://schemas.microsoft.com/office/drawing/2018/hyperlinkcolor" val="tx"/>
                    </a:ext>
                  </a:extLst>
                </a:hlinkClick>
              </a:rPr>
              <a:t>Data points</a:t>
            </a:r>
            <a:endParaRPr sz="1300">
              <a:solidFill>
                <a:schemeClr val="accent1"/>
              </a:solidFill>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8">
                  <a:extLst>
                    <a:ext uri="{A12FA001-AC4F-418D-AE19-62706E023703}">
                      <ahyp:hlinkClr xmlns:ahyp="http://schemas.microsoft.com/office/drawing/2018/hyperlinkcolor" val="tx"/>
                    </a:ext>
                  </a:extLst>
                </a:hlinkClick>
              </a:rPr>
              <a:t>Social Dashboard</a:t>
            </a:r>
            <a:endParaRPr sz="1300">
              <a:solidFill>
                <a:schemeClr val="accent1"/>
              </a:solidFill>
            </a:endParaRPr>
          </a:p>
          <a:p>
            <a:pPr marL="0" lvl="0" indent="0" algn="l" rtl="0">
              <a:spcBef>
                <a:spcPts val="1600"/>
              </a:spcBef>
              <a:spcAft>
                <a:spcPts val="0"/>
              </a:spcAft>
              <a:buNone/>
            </a:pPr>
            <a:r>
              <a:rPr lang="en">
                <a:solidFill>
                  <a:schemeClr val="lt2"/>
                </a:solidFill>
                <a:latin typeface="Gugi"/>
                <a:ea typeface="Gugi"/>
                <a:cs typeface="Gugi"/>
                <a:sym typeface="Gugi"/>
              </a:rPr>
              <a:t>VECTORS</a:t>
            </a:r>
            <a:endParaRPr/>
          </a:p>
          <a:p>
            <a:pPr marL="457200" lvl="0" indent="-298450" algn="l" rtl="0">
              <a:spcBef>
                <a:spcPts val="0"/>
              </a:spcBef>
              <a:spcAft>
                <a:spcPts val="0"/>
              </a:spcAft>
              <a:buClr>
                <a:schemeClr val="accent1"/>
              </a:buClr>
              <a:buSzPts val="1100"/>
              <a:buChar char="●"/>
            </a:pPr>
            <a:r>
              <a:rPr lang="en" sz="1300">
                <a:solidFill>
                  <a:schemeClr val="accent1"/>
                </a:solidFill>
                <a:uFill>
                  <a:noFill/>
                </a:uFill>
                <a:hlinkClick r:id="rId19">
                  <a:extLst>
                    <a:ext uri="{A12FA001-AC4F-418D-AE19-62706E023703}">
                      <ahyp:hlinkClr xmlns:ahyp="http://schemas.microsoft.com/office/drawing/2018/hyperlinkcolor" val="tx"/>
                    </a:ext>
                  </a:extLst>
                </a:hlinkClick>
              </a:rPr>
              <a:t>Retro tv sets pack</a:t>
            </a:r>
            <a:endParaRPr sz="1300">
              <a:solidFill>
                <a:schemeClr val="accent1"/>
              </a:solidFill>
            </a:endParaRPr>
          </a:p>
          <a:p>
            <a:pPr marL="0" lvl="0" indent="0" algn="l" rtl="0">
              <a:spcBef>
                <a:spcPts val="1600"/>
              </a:spcBef>
              <a:spcAft>
                <a:spcPts val="0"/>
              </a:spcAft>
              <a:buNone/>
            </a:pPr>
            <a:r>
              <a:rPr lang="en">
                <a:latin typeface="Gugi"/>
                <a:ea typeface="Gugi"/>
                <a:cs typeface="Gugi"/>
                <a:sym typeface="Gugi"/>
              </a:rPr>
              <a:t>PHOTOS</a:t>
            </a:r>
            <a:endParaRPr>
              <a:latin typeface="Gugi"/>
              <a:ea typeface="Gugi"/>
              <a:cs typeface="Gugi"/>
              <a:sym typeface="Gugi"/>
            </a:endParaRPr>
          </a:p>
          <a:p>
            <a:pPr marL="457200" lvl="0" indent="-311150" algn="l" rtl="0">
              <a:lnSpc>
                <a:spcPct val="100000"/>
              </a:lnSpc>
              <a:spcBef>
                <a:spcPts val="0"/>
              </a:spcBef>
              <a:spcAft>
                <a:spcPts val="0"/>
              </a:spcAft>
              <a:buClr>
                <a:schemeClr val="accent1"/>
              </a:buClr>
              <a:buSzPts val="1300"/>
              <a:buChar char="●"/>
            </a:pPr>
            <a:r>
              <a:rPr lang="en" sz="1300">
                <a:solidFill>
                  <a:schemeClr val="accent1"/>
                </a:solidFill>
                <a:uFill>
                  <a:noFill/>
                </a:uFill>
                <a:hlinkClick r:id="rId20">
                  <a:extLst>
                    <a:ext uri="{A12FA001-AC4F-418D-AE19-62706E023703}">
                      <ahyp:hlinkClr xmlns:ahyp="http://schemas.microsoft.com/office/drawing/2018/hyperlinkcolor" val="tx"/>
                    </a:ext>
                  </a:extLst>
                </a:hlinkClick>
              </a:rPr>
              <a:t>Blonde influencer recording video</a:t>
            </a:r>
            <a:r>
              <a:rPr lang="en" sz="1300">
                <a:solidFill>
                  <a:schemeClr val="accent1"/>
                </a:solidFill>
              </a:rPr>
              <a:t> </a:t>
            </a:r>
            <a:endParaRPr sz="1300">
              <a:solidFill>
                <a:schemeClr val="accent1"/>
              </a:solidFill>
            </a:endParaRPr>
          </a:p>
          <a:p>
            <a:pPr marL="457200" lvl="0" indent="-311150" algn="l" rtl="0">
              <a:lnSpc>
                <a:spcPct val="100000"/>
              </a:lnSpc>
              <a:spcBef>
                <a:spcPts val="0"/>
              </a:spcBef>
              <a:spcAft>
                <a:spcPts val="0"/>
              </a:spcAft>
              <a:buClr>
                <a:schemeClr val="accent1"/>
              </a:buClr>
              <a:buSzPts val="1300"/>
              <a:buChar char="●"/>
            </a:pPr>
            <a:r>
              <a:rPr lang="en" sz="1300">
                <a:solidFill>
                  <a:schemeClr val="accent1"/>
                </a:solidFill>
                <a:uFill>
                  <a:noFill/>
                </a:uFill>
                <a:hlinkClick r:id="rId21">
                  <a:extLst>
                    <a:ext uri="{A12FA001-AC4F-418D-AE19-62706E023703}">
                      <ahyp:hlinkClr xmlns:ahyp="http://schemas.microsoft.com/office/drawing/2018/hyperlinkcolor" val="tx"/>
                    </a:ext>
                  </a:extLst>
                </a:hlinkClick>
              </a:rPr>
              <a:t>Young woman recording video</a:t>
            </a:r>
            <a:endParaRPr sz="1300">
              <a:solidFill>
                <a:schemeClr val="accent1"/>
              </a:solidFill>
            </a:endParaRPr>
          </a:p>
        </p:txBody>
      </p:sp>
      <p:sp>
        <p:nvSpPr>
          <p:cNvPr id="3830" name="Google Shape;3830;p65"/>
          <p:cNvSpPr txBox="1">
            <a:spLocks noGrp="1"/>
          </p:cNvSpPr>
          <p:nvPr>
            <p:ph type="subTitle" idx="3"/>
          </p:nvPr>
        </p:nvSpPr>
        <p:spPr>
          <a:xfrm>
            <a:off x="713225" y="998200"/>
            <a:ext cx="7704000" cy="5904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300">
                <a:solidFill>
                  <a:srgbClr val="EEEEEE"/>
                </a:solidFill>
              </a:rPr>
              <a:t>Did you like the resources on this template? Get them for free at our other websites:</a:t>
            </a:r>
            <a:endParaRPr sz="1300">
              <a:solidFill>
                <a:srgbClr val="EEEEEE"/>
              </a:solidFill>
            </a:endParaRPr>
          </a:p>
        </p:txBody>
      </p:sp>
      <p:sp>
        <p:nvSpPr>
          <p:cNvPr id="3831" name="Google Shape;3831;p65"/>
          <p:cNvSpPr txBox="1"/>
          <p:nvPr/>
        </p:nvSpPr>
        <p:spPr>
          <a:xfrm>
            <a:off x="713230" y="4146900"/>
            <a:ext cx="5478000" cy="563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300">
                <a:solidFill>
                  <a:srgbClr val="FFFFFF"/>
                </a:solidFill>
                <a:latin typeface="Spartan"/>
                <a:ea typeface="Spartan"/>
                <a:cs typeface="Spartan"/>
                <a:sym typeface="Spartan"/>
              </a:rPr>
              <a:t>Find more illustrations like these on</a:t>
            </a:r>
            <a:r>
              <a:rPr lang="en" sz="1300" b="1">
                <a:solidFill>
                  <a:srgbClr val="FFFFFF"/>
                </a:solidFill>
                <a:latin typeface="Spartan"/>
                <a:ea typeface="Spartan"/>
                <a:cs typeface="Spartan"/>
                <a:sym typeface="Spartan"/>
              </a:rPr>
              <a:t> </a:t>
            </a:r>
            <a:r>
              <a:rPr lang="en" sz="1300" b="1">
                <a:solidFill>
                  <a:schemeClr val="accent1"/>
                </a:solidFill>
                <a:uFill>
                  <a:noFill/>
                </a:uFill>
                <a:latin typeface="Spartan"/>
                <a:ea typeface="Spartan"/>
                <a:cs typeface="Spartan"/>
                <a:sym typeface="Spartan"/>
                <a:hlinkClick r:id="rId22">
                  <a:extLst>
                    <a:ext uri="{A12FA001-AC4F-418D-AE19-62706E023703}">
                      <ahyp:hlinkClr xmlns:ahyp="http://schemas.microsoft.com/office/drawing/2018/hyperlinkcolor" val="tx"/>
                    </a:ext>
                  </a:extLst>
                </a:hlinkClick>
              </a:rPr>
              <a:t>Stories by Freepik</a:t>
            </a:r>
            <a:endParaRPr sz="1300" b="1">
              <a:solidFill>
                <a:schemeClr val="accent1"/>
              </a:solidFill>
              <a:latin typeface="Spartan"/>
              <a:ea typeface="Spartan"/>
              <a:cs typeface="Spartan"/>
              <a:sym typeface="Spartan"/>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35"/>
        <p:cNvGrpSpPr/>
        <p:nvPr/>
      </p:nvGrpSpPr>
      <p:grpSpPr>
        <a:xfrm>
          <a:off x="0" y="0"/>
          <a:ext cx="0" cy="0"/>
          <a:chOff x="0" y="0"/>
          <a:chExt cx="0" cy="0"/>
        </a:xfrm>
      </p:grpSpPr>
      <p:sp>
        <p:nvSpPr>
          <p:cNvPr id="3836" name="Google Shape;3836;p6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837" name="Google Shape;3837;p66"/>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838" name="Google Shape;3838;p66"/>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42"/>
        <p:cNvGrpSpPr/>
        <p:nvPr/>
      </p:nvGrpSpPr>
      <p:grpSpPr>
        <a:xfrm>
          <a:off x="0" y="0"/>
          <a:ext cx="0" cy="0"/>
          <a:chOff x="0" y="0"/>
          <a:chExt cx="0" cy="0"/>
        </a:xfrm>
      </p:grpSpPr>
      <p:sp>
        <p:nvSpPr>
          <p:cNvPr id="3843" name="Google Shape;3843;p67"/>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844" name="Google Shape;3844;p67"/>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845" name="Google Shape;3845;p67"/>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Gugi</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https://fonts.google.com/specimen/Gugi</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Spartan</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https://fonts.google.com/specimen/Spartan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3846" name="Google Shape;3846;p67"/>
          <p:cNvSpPr/>
          <p:nvPr/>
        </p:nvSpPr>
        <p:spPr>
          <a:xfrm>
            <a:off x="2047688" y="3485525"/>
            <a:ext cx="791400" cy="754200"/>
          </a:xfrm>
          <a:prstGeom prst="roundRect">
            <a:avLst>
              <a:gd name="adj" fmla="val 16667"/>
            </a:avLst>
          </a:prstGeom>
          <a:solidFill>
            <a:srgbClr val="FF00A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7"/>
          <p:cNvSpPr/>
          <p:nvPr/>
        </p:nvSpPr>
        <p:spPr>
          <a:xfrm>
            <a:off x="3109507" y="3485525"/>
            <a:ext cx="791400" cy="754200"/>
          </a:xfrm>
          <a:prstGeom prst="roundRect">
            <a:avLst>
              <a:gd name="adj" fmla="val 16667"/>
            </a:avLst>
          </a:prstGeom>
          <a:solidFill>
            <a:srgbClr val="453A7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7"/>
          <p:cNvSpPr/>
          <p:nvPr/>
        </p:nvSpPr>
        <p:spPr>
          <a:xfrm>
            <a:off x="4171327" y="3485525"/>
            <a:ext cx="791400" cy="754200"/>
          </a:xfrm>
          <a:prstGeom prst="roundRect">
            <a:avLst>
              <a:gd name="adj" fmla="val 16667"/>
            </a:avLst>
          </a:prstGeom>
          <a:solidFill>
            <a:srgbClr val="1C222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7"/>
          <p:cNvSpPr/>
          <p:nvPr/>
        </p:nvSpPr>
        <p:spPr>
          <a:xfrm>
            <a:off x="985863" y="3485525"/>
            <a:ext cx="791400" cy="754200"/>
          </a:xfrm>
          <a:prstGeom prst="roundRect">
            <a:avLst>
              <a:gd name="adj" fmla="val 16667"/>
            </a:avLst>
          </a:prstGeom>
          <a:solidFill>
            <a:srgbClr val="E5FF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7"/>
          <p:cNvSpPr txBox="1"/>
          <p:nvPr/>
        </p:nvSpPr>
        <p:spPr>
          <a:xfrm>
            <a:off x="2047688" y="3642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#ff00a3</a:t>
            </a:r>
            <a:endParaRPr sz="1000">
              <a:solidFill>
                <a:schemeClr val="lt1"/>
              </a:solidFill>
            </a:endParaRPr>
          </a:p>
        </p:txBody>
      </p:sp>
      <p:sp>
        <p:nvSpPr>
          <p:cNvPr id="3851" name="Google Shape;3851;p67"/>
          <p:cNvSpPr txBox="1"/>
          <p:nvPr/>
        </p:nvSpPr>
        <p:spPr>
          <a:xfrm>
            <a:off x="3109513" y="3642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#453a76</a:t>
            </a:r>
            <a:endParaRPr sz="1000">
              <a:solidFill>
                <a:schemeClr val="lt1"/>
              </a:solidFill>
            </a:endParaRPr>
          </a:p>
        </p:txBody>
      </p:sp>
      <p:sp>
        <p:nvSpPr>
          <p:cNvPr id="3852" name="Google Shape;3852;p67"/>
          <p:cNvSpPr txBox="1"/>
          <p:nvPr/>
        </p:nvSpPr>
        <p:spPr>
          <a:xfrm>
            <a:off x="4171338" y="3642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#1c2225</a:t>
            </a:r>
            <a:endParaRPr sz="1000">
              <a:solidFill>
                <a:schemeClr val="lt1"/>
              </a:solidFill>
            </a:endParaRPr>
          </a:p>
        </p:txBody>
      </p:sp>
      <p:sp>
        <p:nvSpPr>
          <p:cNvPr id="3853" name="Google Shape;3853;p67"/>
          <p:cNvSpPr txBox="1"/>
          <p:nvPr/>
        </p:nvSpPr>
        <p:spPr>
          <a:xfrm>
            <a:off x="985863" y="3642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#e5ff00</a:t>
            </a:r>
            <a:endParaRPr sz="1000">
              <a:solidFill>
                <a:srgbClr val="000000"/>
              </a:solidFill>
            </a:endParaRPr>
          </a:p>
        </p:txBody>
      </p:sp>
      <p:grpSp>
        <p:nvGrpSpPr>
          <p:cNvPr id="3854" name="Google Shape;3854;p67"/>
          <p:cNvGrpSpPr/>
          <p:nvPr/>
        </p:nvGrpSpPr>
        <p:grpSpPr>
          <a:xfrm>
            <a:off x="5233132" y="3485525"/>
            <a:ext cx="791405" cy="754200"/>
            <a:chOff x="4176300" y="3498875"/>
            <a:chExt cx="791405" cy="754200"/>
          </a:xfrm>
        </p:grpSpPr>
        <p:sp>
          <p:nvSpPr>
            <p:cNvPr id="3855" name="Google Shape;3855;p67"/>
            <p:cNvSpPr/>
            <p:nvPr/>
          </p:nvSpPr>
          <p:spPr>
            <a:xfrm>
              <a:off x="4176300" y="3498875"/>
              <a:ext cx="791400" cy="754200"/>
            </a:xfrm>
            <a:prstGeom prst="roundRect">
              <a:avLst>
                <a:gd name="adj" fmla="val 16667"/>
              </a:avLst>
            </a:prstGeom>
            <a:solidFill>
              <a:srgbClr val="2632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7"/>
            <p:cNvSpPr txBox="1"/>
            <p:nvPr/>
          </p:nvSpPr>
          <p:spPr>
            <a:xfrm>
              <a:off x="4176305" y="3655925"/>
              <a:ext cx="791400" cy="440100"/>
            </a:xfrm>
            <a:prstGeom prst="rect">
              <a:avLst/>
            </a:prstGeom>
            <a:solidFill>
              <a:srgbClr val="263238"/>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#263238</a:t>
              </a:r>
              <a:endParaRPr sz="1000">
                <a:solidFill>
                  <a:srgbClr val="FFFFFF"/>
                </a:solidFill>
              </a:endParaRPr>
            </a:p>
          </p:txBody>
        </p:sp>
      </p:grpSp>
      <p:grpSp>
        <p:nvGrpSpPr>
          <p:cNvPr id="3857" name="Google Shape;3857;p67"/>
          <p:cNvGrpSpPr/>
          <p:nvPr/>
        </p:nvGrpSpPr>
        <p:grpSpPr>
          <a:xfrm>
            <a:off x="6299932" y="3485525"/>
            <a:ext cx="791405" cy="754200"/>
            <a:chOff x="4176300" y="3498875"/>
            <a:chExt cx="791405" cy="754200"/>
          </a:xfrm>
        </p:grpSpPr>
        <p:sp>
          <p:nvSpPr>
            <p:cNvPr id="3858" name="Google Shape;3858;p67"/>
            <p:cNvSpPr/>
            <p:nvPr/>
          </p:nvSpPr>
          <p:spPr>
            <a:xfrm>
              <a:off x="4176300" y="3498875"/>
              <a:ext cx="791400" cy="754200"/>
            </a:xfrm>
            <a:prstGeom prst="roundRect">
              <a:avLst>
                <a:gd name="adj" fmla="val 16667"/>
              </a:avLst>
            </a:prstGeom>
            <a:solidFill>
              <a:srgbClr val="59595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7"/>
            <p:cNvSpPr txBox="1"/>
            <p:nvPr/>
          </p:nvSpPr>
          <p:spPr>
            <a:xfrm>
              <a:off x="4176305" y="3655925"/>
              <a:ext cx="791400" cy="440100"/>
            </a:xfrm>
            <a:prstGeom prst="rect">
              <a:avLst/>
            </a:prstGeom>
            <a:solidFill>
              <a:srgbClr val="595959"/>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1000">
                  <a:solidFill>
                    <a:schemeClr val="lt1"/>
                  </a:solidFill>
                </a:rPr>
                <a:t>#565656</a:t>
              </a:r>
              <a:endParaRPr sz="1000">
                <a:solidFill>
                  <a:schemeClr val="lt1"/>
                </a:solidFill>
              </a:endParaRPr>
            </a:p>
          </p:txBody>
        </p:sp>
      </p:grpSp>
      <p:sp>
        <p:nvSpPr>
          <p:cNvPr id="3860" name="Google Shape;3860;p67"/>
          <p:cNvSpPr txBox="1"/>
          <p:nvPr/>
        </p:nvSpPr>
        <p:spPr>
          <a:xfrm>
            <a:off x="-610425" y="-480775"/>
            <a:ext cx="762000" cy="295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latin typeface="Proxima Nova"/>
                <a:ea typeface="Proxima Nova"/>
                <a:cs typeface="Proxima Nova"/>
                <a:sym typeface="Proxima Nova"/>
              </a:rPr>
              <a:t>#263238</a:t>
            </a:r>
            <a:endParaRPr>
              <a:latin typeface="Proxima Nova"/>
              <a:ea typeface="Proxima Nova"/>
              <a:cs typeface="Proxima Nova"/>
              <a:sym typeface="Proxima Nova"/>
            </a:endParaRPr>
          </a:p>
        </p:txBody>
      </p:sp>
      <p:grpSp>
        <p:nvGrpSpPr>
          <p:cNvPr id="3861" name="Google Shape;3861;p67"/>
          <p:cNvGrpSpPr/>
          <p:nvPr/>
        </p:nvGrpSpPr>
        <p:grpSpPr>
          <a:xfrm>
            <a:off x="7366732" y="3485525"/>
            <a:ext cx="791405" cy="754200"/>
            <a:chOff x="4176300" y="3498875"/>
            <a:chExt cx="791405" cy="754200"/>
          </a:xfrm>
        </p:grpSpPr>
        <p:sp>
          <p:nvSpPr>
            <p:cNvPr id="3862" name="Google Shape;3862;p67"/>
            <p:cNvSpPr/>
            <p:nvPr/>
          </p:nvSpPr>
          <p:spPr>
            <a:xfrm>
              <a:off x="4176300" y="3498875"/>
              <a:ext cx="791400" cy="754200"/>
            </a:xfrm>
            <a:prstGeom prst="roundRect">
              <a:avLst>
                <a:gd name="adj" fmla="val 16667"/>
              </a:avLst>
            </a:prstGeom>
            <a:solidFill>
              <a:srgbClr val="EEEE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7"/>
            <p:cNvSpPr txBox="1"/>
            <p:nvPr/>
          </p:nvSpPr>
          <p:spPr>
            <a:xfrm>
              <a:off x="417630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#eeeeee</a:t>
              </a:r>
              <a:endParaRPr sz="1000">
                <a:solidFill>
                  <a:schemeClr val="dk1"/>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67"/>
        <p:cNvGrpSpPr/>
        <p:nvPr/>
      </p:nvGrpSpPr>
      <p:grpSpPr>
        <a:xfrm>
          <a:off x="0" y="0"/>
          <a:ext cx="0" cy="0"/>
          <a:chOff x="0" y="0"/>
          <a:chExt cx="0" cy="0"/>
        </a:xfrm>
      </p:grpSpPr>
      <p:sp>
        <p:nvSpPr>
          <p:cNvPr id="3868" name="Google Shape;3868;p68"/>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869" name="Google Shape;3869;p68"/>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How it Works.</a:t>
            </a:r>
            <a:endParaRPr>
              <a:solidFill>
                <a:srgbClr val="869FB2"/>
              </a:solidFill>
              <a:latin typeface="Arial"/>
              <a:ea typeface="Arial"/>
              <a:cs typeface="Arial"/>
              <a:sym typeface="Arial"/>
            </a:endParaRPr>
          </a:p>
        </p:txBody>
      </p:sp>
      <p:pic>
        <p:nvPicPr>
          <p:cNvPr id="3870" name="Google Shape;3870;p68"/>
          <p:cNvPicPr preferRelativeResize="0"/>
          <p:nvPr/>
        </p:nvPicPr>
        <p:blipFill rotWithShape="1">
          <a:blip r:embed="rId4">
            <a:alphaModFix/>
          </a:blip>
          <a:srcRect t="16541" b="16547"/>
          <a:stretch/>
        </p:blipFill>
        <p:spPr>
          <a:xfrm>
            <a:off x="510820" y="2688639"/>
            <a:ext cx="1606719" cy="1075073"/>
          </a:xfrm>
          <a:prstGeom prst="rect">
            <a:avLst/>
          </a:prstGeom>
          <a:noFill/>
          <a:ln>
            <a:noFill/>
          </a:ln>
        </p:spPr>
      </p:pic>
      <p:sp>
        <p:nvSpPr>
          <p:cNvPr id="3871" name="Google Shape;3871;p68"/>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872" name="Google Shape;3872;p68"/>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873" name="Google Shape;3873;p68"/>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874" name="Google Shape;3874;p68"/>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875" name="Google Shape;3875;p68"/>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876" name="Google Shape;3876;p68"/>
          <p:cNvPicPr preferRelativeResize="0"/>
          <p:nvPr/>
        </p:nvPicPr>
        <p:blipFill rotWithShape="1">
          <a:blip r:embed="rId10">
            <a:alphaModFix/>
          </a:blip>
          <a:srcRect l="4195" t="11228" r="4213" b="8855"/>
          <a:stretch/>
        </p:blipFill>
        <p:spPr>
          <a:xfrm>
            <a:off x="3774275" y="2532512"/>
            <a:ext cx="1448304" cy="1263588"/>
          </a:xfrm>
          <a:prstGeom prst="rect">
            <a:avLst/>
          </a:prstGeom>
          <a:noFill/>
          <a:ln>
            <a:noFill/>
          </a:ln>
        </p:spPr>
      </p:pic>
      <p:pic>
        <p:nvPicPr>
          <p:cNvPr id="3877" name="Google Shape;3877;p68"/>
          <p:cNvPicPr preferRelativeResize="0"/>
          <p:nvPr/>
        </p:nvPicPr>
        <p:blipFill rotWithShape="1">
          <a:blip r:embed="rId11">
            <a:alphaModFix/>
          </a:blip>
          <a:srcRect t="6568" b="11946"/>
          <a:stretch/>
        </p:blipFill>
        <p:spPr>
          <a:xfrm>
            <a:off x="5347337" y="2581527"/>
            <a:ext cx="1448284" cy="1180164"/>
          </a:xfrm>
          <a:prstGeom prst="rect">
            <a:avLst/>
          </a:prstGeom>
          <a:noFill/>
          <a:ln>
            <a:noFill/>
          </a:ln>
        </p:spPr>
      </p:pic>
      <p:pic>
        <p:nvPicPr>
          <p:cNvPr id="3878" name="Google Shape;3878;p68"/>
          <p:cNvPicPr preferRelativeResize="0"/>
          <p:nvPr/>
        </p:nvPicPr>
        <p:blipFill rotWithShape="1">
          <a:blip r:embed="rId12">
            <a:alphaModFix/>
          </a:blip>
          <a:srcRect t="11709" b="17968"/>
          <a:stretch/>
        </p:blipFill>
        <p:spPr>
          <a:xfrm>
            <a:off x="6836257" y="2523903"/>
            <a:ext cx="1796923" cy="1263600"/>
          </a:xfrm>
          <a:prstGeom prst="rect">
            <a:avLst/>
          </a:prstGeom>
          <a:noFill/>
          <a:ln>
            <a:noFill/>
          </a:ln>
        </p:spPr>
      </p:pic>
      <p:sp>
        <p:nvSpPr>
          <p:cNvPr id="3879" name="Google Shape;3879;p68"/>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83"/>
        <p:cNvGrpSpPr/>
        <p:nvPr/>
      </p:nvGrpSpPr>
      <p:grpSpPr>
        <a:xfrm>
          <a:off x="0" y="0"/>
          <a:ext cx="0" cy="0"/>
          <a:chOff x="0" y="0"/>
          <a:chExt cx="0" cy="0"/>
        </a:xfrm>
      </p:grpSpPr>
      <p:sp>
        <p:nvSpPr>
          <p:cNvPr id="3884" name="Google Shape;3884;p69"/>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885" name="Google Shape;3885;p69"/>
          <p:cNvGrpSpPr/>
          <p:nvPr/>
        </p:nvGrpSpPr>
        <p:grpSpPr>
          <a:xfrm>
            <a:off x="5156078" y="3085736"/>
            <a:ext cx="474294" cy="551291"/>
            <a:chOff x="4727025" y="1332775"/>
            <a:chExt cx="59900" cy="69625"/>
          </a:xfrm>
        </p:grpSpPr>
        <p:sp>
          <p:nvSpPr>
            <p:cNvPr id="3886" name="Google Shape;3886;p6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8" name="Google Shape;3888;p69"/>
          <p:cNvGrpSpPr/>
          <p:nvPr/>
        </p:nvGrpSpPr>
        <p:grpSpPr>
          <a:xfrm>
            <a:off x="5769734" y="2314340"/>
            <a:ext cx="555653" cy="557031"/>
            <a:chOff x="4820425" y="1329900"/>
            <a:chExt cx="70175" cy="70350"/>
          </a:xfrm>
        </p:grpSpPr>
        <p:sp>
          <p:nvSpPr>
            <p:cNvPr id="3889" name="Google Shape;3889;p6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3" name="Google Shape;3893;p69"/>
          <p:cNvGrpSpPr/>
          <p:nvPr/>
        </p:nvGrpSpPr>
        <p:grpSpPr>
          <a:xfrm>
            <a:off x="6396103" y="2318845"/>
            <a:ext cx="582574" cy="533871"/>
            <a:chOff x="4903200" y="1331525"/>
            <a:chExt cx="73575" cy="67425"/>
          </a:xfrm>
        </p:grpSpPr>
        <p:sp>
          <p:nvSpPr>
            <p:cNvPr id="3894" name="Google Shape;3894;p6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 name="Google Shape;3896;p69"/>
          <p:cNvGrpSpPr/>
          <p:nvPr/>
        </p:nvGrpSpPr>
        <p:grpSpPr>
          <a:xfrm>
            <a:off x="5755581" y="3078709"/>
            <a:ext cx="583960" cy="565345"/>
            <a:chOff x="4815575" y="1416800"/>
            <a:chExt cx="73750" cy="71400"/>
          </a:xfrm>
        </p:grpSpPr>
        <p:sp>
          <p:nvSpPr>
            <p:cNvPr id="3897" name="Google Shape;3897;p6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0" name="Google Shape;3900;p69"/>
          <p:cNvGrpSpPr/>
          <p:nvPr/>
        </p:nvGrpSpPr>
        <p:grpSpPr>
          <a:xfrm>
            <a:off x="6390362" y="3108896"/>
            <a:ext cx="589898" cy="504970"/>
            <a:chOff x="4902475" y="1418875"/>
            <a:chExt cx="74500" cy="63775"/>
          </a:xfrm>
        </p:grpSpPr>
        <p:sp>
          <p:nvSpPr>
            <p:cNvPr id="3901" name="Google Shape;3901;p6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9"/>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3" name="Google Shape;3903;p69"/>
          <p:cNvGrpSpPr/>
          <p:nvPr/>
        </p:nvGrpSpPr>
        <p:grpSpPr>
          <a:xfrm>
            <a:off x="5765577" y="3826000"/>
            <a:ext cx="563967" cy="567127"/>
            <a:chOff x="4818100" y="1507675"/>
            <a:chExt cx="71225" cy="71625"/>
          </a:xfrm>
        </p:grpSpPr>
        <p:sp>
          <p:nvSpPr>
            <p:cNvPr id="3904" name="Google Shape;3904;p6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8" name="Google Shape;3908;p69"/>
          <p:cNvGrpSpPr/>
          <p:nvPr/>
        </p:nvGrpSpPr>
        <p:grpSpPr>
          <a:xfrm>
            <a:off x="5079075" y="3829461"/>
            <a:ext cx="628301" cy="588505"/>
            <a:chOff x="4721450" y="1509475"/>
            <a:chExt cx="79350" cy="74325"/>
          </a:xfrm>
        </p:grpSpPr>
        <p:sp>
          <p:nvSpPr>
            <p:cNvPr id="3909" name="Google Shape;3909;p6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3" name="Google Shape;3913;p69"/>
          <p:cNvGrpSpPr/>
          <p:nvPr/>
        </p:nvGrpSpPr>
        <p:grpSpPr>
          <a:xfrm>
            <a:off x="6424608" y="3814027"/>
            <a:ext cx="557038" cy="562772"/>
            <a:chOff x="4906800" y="1507500"/>
            <a:chExt cx="70350" cy="71075"/>
          </a:xfrm>
        </p:grpSpPr>
        <p:sp>
          <p:nvSpPr>
            <p:cNvPr id="3914" name="Google Shape;3914;p6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9" name="Google Shape;3919;p69"/>
          <p:cNvGrpSpPr/>
          <p:nvPr/>
        </p:nvGrpSpPr>
        <p:grpSpPr>
          <a:xfrm>
            <a:off x="4462216" y="2340963"/>
            <a:ext cx="517934" cy="517934"/>
            <a:chOff x="3736598" y="2170606"/>
            <a:chExt cx="404889" cy="404889"/>
          </a:xfrm>
        </p:grpSpPr>
        <p:sp>
          <p:nvSpPr>
            <p:cNvPr id="3920" name="Google Shape;3920;p6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4" name="Google Shape;3924;p69"/>
          <p:cNvGrpSpPr/>
          <p:nvPr/>
        </p:nvGrpSpPr>
        <p:grpSpPr>
          <a:xfrm>
            <a:off x="3729277" y="2341061"/>
            <a:ext cx="586986" cy="517740"/>
            <a:chOff x="3161917" y="2170682"/>
            <a:chExt cx="458870" cy="404737"/>
          </a:xfrm>
        </p:grpSpPr>
        <p:sp>
          <p:nvSpPr>
            <p:cNvPr id="3925" name="Google Shape;3925;p6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8" name="Google Shape;3928;p69"/>
          <p:cNvGrpSpPr/>
          <p:nvPr/>
        </p:nvGrpSpPr>
        <p:grpSpPr>
          <a:xfrm>
            <a:off x="3752299" y="3102400"/>
            <a:ext cx="540943" cy="517963"/>
            <a:chOff x="3179914" y="2889488"/>
            <a:chExt cx="422876" cy="404911"/>
          </a:xfrm>
        </p:grpSpPr>
        <p:sp>
          <p:nvSpPr>
            <p:cNvPr id="3929" name="Google Shape;3929;p6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5" name="Google Shape;3935;p69"/>
          <p:cNvGrpSpPr/>
          <p:nvPr/>
        </p:nvGrpSpPr>
        <p:grpSpPr>
          <a:xfrm>
            <a:off x="4453093" y="3102358"/>
            <a:ext cx="536180" cy="518047"/>
            <a:chOff x="3729467" y="2889422"/>
            <a:chExt cx="419153" cy="404977"/>
          </a:xfrm>
        </p:grpSpPr>
        <p:sp>
          <p:nvSpPr>
            <p:cNvPr id="3936" name="Google Shape;3936;p6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3" name="Google Shape;3943;p69"/>
          <p:cNvGrpSpPr/>
          <p:nvPr/>
        </p:nvGrpSpPr>
        <p:grpSpPr>
          <a:xfrm>
            <a:off x="1990126" y="3445787"/>
            <a:ext cx="965351" cy="134611"/>
            <a:chOff x="4411970" y="2962952"/>
            <a:chExt cx="706544" cy="104212"/>
          </a:xfrm>
        </p:grpSpPr>
        <p:sp>
          <p:nvSpPr>
            <p:cNvPr id="3944" name="Google Shape;3944;p6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8" name="Google Shape;3948;p69"/>
          <p:cNvGrpSpPr/>
          <p:nvPr/>
        </p:nvGrpSpPr>
        <p:grpSpPr>
          <a:xfrm>
            <a:off x="1990126" y="3041077"/>
            <a:ext cx="960158" cy="289172"/>
            <a:chOff x="4411970" y="2726085"/>
            <a:chExt cx="643107" cy="193659"/>
          </a:xfrm>
        </p:grpSpPr>
        <p:sp>
          <p:nvSpPr>
            <p:cNvPr id="3949" name="Google Shape;3949;p6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2" name="Google Shape;3952;p69"/>
          <p:cNvGrpSpPr/>
          <p:nvPr/>
        </p:nvGrpSpPr>
        <p:grpSpPr>
          <a:xfrm>
            <a:off x="998624" y="3295400"/>
            <a:ext cx="811503" cy="252584"/>
            <a:chOff x="4411970" y="4340222"/>
            <a:chExt cx="779467" cy="242683"/>
          </a:xfrm>
        </p:grpSpPr>
        <p:sp>
          <p:nvSpPr>
            <p:cNvPr id="3953" name="Google Shape;3953;p6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6" name="Google Shape;3956;p69"/>
          <p:cNvGrpSpPr/>
          <p:nvPr/>
        </p:nvGrpSpPr>
        <p:grpSpPr>
          <a:xfrm>
            <a:off x="1990126" y="2709308"/>
            <a:ext cx="965160" cy="216230"/>
            <a:chOff x="4411970" y="2468674"/>
            <a:chExt cx="747317" cy="167425"/>
          </a:xfrm>
        </p:grpSpPr>
        <p:sp>
          <p:nvSpPr>
            <p:cNvPr id="3957" name="Google Shape;3957;p6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9" name="Google Shape;3959;p69"/>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0" name="Google Shape;3960;p69"/>
          <p:cNvGrpSpPr/>
          <p:nvPr/>
        </p:nvGrpSpPr>
        <p:grpSpPr>
          <a:xfrm>
            <a:off x="997692" y="2334687"/>
            <a:ext cx="1959041" cy="208784"/>
            <a:chOff x="6336019" y="3733725"/>
            <a:chExt cx="2566206" cy="351310"/>
          </a:xfrm>
        </p:grpSpPr>
        <p:sp>
          <p:nvSpPr>
            <p:cNvPr id="3961" name="Google Shape;3961;p69"/>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9"/>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9"/>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9"/>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5" name="Google Shape;3965;p69"/>
          <p:cNvGrpSpPr/>
          <p:nvPr/>
        </p:nvGrpSpPr>
        <p:grpSpPr>
          <a:xfrm>
            <a:off x="1990126" y="3950602"/>
            <a:ext cx="946551" cy="153200"/>
            <a:chOff x="4404545" y="3301592"/>
            <a:chExt cx="782403" cy="129272"/>
          </a:xfrm>
        </p:grpSpPr>
        <p:sp>
          <p:nvSpPr>
            <p:cNvPr id="3966" name="Google Shape;3966;p6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9"/>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8" name="Google Shape;3968;p69"/>
          <p:cNvGrpSpPr/>
          <p:nvPr/>
        </p:nvGrpSpPr>
        <p:grpSpPr>
          <a:xfrm>
            <a:off x="1990126" y="3695937"/>
            <a:ext cx="962257" cy="139127"/>
            <a:chOff x="4411970" y="3131459"/>
            <a:chExt cx="710520" cy="117397"/>
          </a:xfrm>
        </p:grpSpPr>
        <p:sp>
          <p:nvSpPr>
            <p:cNvPr id="3969" name="Google Shape;3969;p6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1" name="Google Shape;3971;p69"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2" name="Google Shape;3972;p69"/>
          <p:cNvGrpSpPr/>
          <p:nvPr/>
        </p:nvGrpSpPr>
        <p:grpSpPr>
          <a:xfrm>
            <a:off x="990271" y="3621603"/>
            <a:ext cx="823838" cy="458988"/>
            <a:chOff x="4411970" y="1801825"/>
            <a:chExt cx="734586" cy="409262"/>
          </a:xfrm>
        </p:grpSpPr>
        <p:sp>
          <p:nvSpPr>
            <p:cNvPr id="3973" name="Google Shape;3973;p6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5" name="Google Shape;3975;p69"/>
          <p:cNvGrpSpPr/>
          <p:nvPr/>
        </p:nvGrpSpPr>
        <p:grpSpPr>
          <a:xfrm>
            <a:off x="3095243" y="2339173"/>
            <a:ext cx="521514" cy="521514"/>
            <a:chOff x="5681300" y="2527788"/>
            <a:chExt cx="805800" cy="805800"/>
          </a:xfrm>
        </p:grpSpPr>
        <p:sp>
          <p:nvSpPr>
            <p:cNvPr id="3976" name="Google Shape;3976;p69"/>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8" name="Google Shape;3978;p69"/>
          <p:cNvGrpSpPr/>
          <p:nvPr/>
        </p:nvGrpSpPr>
        <p:grpSpPr>
          <a:xfrm>
            <a:off x="3089483" y="3094865"/>
            <a:ext cx="533033" cy="533033"/>
            <a:chOff x="4049800" y="640400"/>
            <a:chExt cx="858900" cy="858900"/>
          </a:xfrm>
        </p:grpSpPr>
        <p:sp>
          <p:nvSpPr>
            <p:cNvPr id="3979" name="Google Shape;3979;p69"/>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9"/>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1" name="Google Shape;3981;p69"/>
          <p:cNvGrpSpPr/>
          <p:nvPr/>
        </p:nvGrpSpPr>
        <p:grpSpPr>
          <a:xfrm>
            <a:off x="3014966" y="3772543"/>
            <a:ext cx="682068" cy="682068"/>
            <a:chOff x="5080188" y="927900"/>
            <a:chExt cx="961200" cy="961200"/>
          </a:xfrm>
        </p:grpSpPr>
        <p:sp>
          <p:nvSpPr>
            <p:cNvPr id="3982" name="Google Shape;3982;p69"/>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9"/>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9"/>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9"/>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 name="Google Shape;3990;p69"/>
          <p:cNvGrpSpPr/>
          <p:nvPr/>
        </p:nvGrpSpPr>
        <p:grpSpPr>
          <a:xfrm>
            <a:off x="4478465" y="3869234"/>
            <a:ext cx="505650" cy="504006"/>
            <a:chOff x="6039282" y="1042577"/>
            <a:chExt cx="734315" cy="731929"/>
          </a:xfrm>
        </p:grpSpPr>
        <p:sp>
          <p:nvSpPr>
            <p:cNvPr id="3991" name="Google Shape;3991;p6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2" name="Google Shape;4012;p69"/>
          <p:cNvGrpSpPr/>
          <p:nvPr/>
        </p:nvGrpSpPr>
        <p:grpSpPr>
          <a:xfrm>
            <a:off x="5091067" y="2298862"/>
            <a:ext cx="567744" cy="602136"/>
            <a:chOff x="1825800" y="1651625"/>
            <a:chExt cx="539989" cy="571775"/>
          </a:xfrm>
        </p:grpSpPr>
        <p:sp>
          <p:nvSpPr>
            <p:cNvPr id="4013" name="Google Shape;4013;p69"/>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9"/>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9"/>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7" name="Google Shape;4017;p69"/>
          <p:cNvGrpSpPr/>
          <p:nvPr/>
        </p:nvGrpSpPr>
        <p:grpSpPr>
          <a:xfrm>
            <a:off x="3765995" y="3855579"/>
            <a:ext cx="508123" cy="507955"/>
            <a:chOff x="1897577" y="2802432"/>
            <a:chExt cx="492176" cy="492014"/>
          </a:xfrm>
        </p:grpSpPr>
        <p:sp>
          <p:nvSpPr>
            <p:cNvPr id="4018" name="Google Shape;4018;p69"/>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9"/>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9"/>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9"/>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9"/>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9"/>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9"/>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9"/>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9"/>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9"/>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0" name="Google Shape;4030;p69"/>
          <p:cNvGrpSpPr/>
          <p:nvPr/>
        </p:nvGrpSpPr>
        <p:grpSpPr>
          <a:xfrm>
            <a:off x="997525" y="4169123"/>
            <a:ext cx="809227" cy="200842"/>
            <a:chOff x="2013045" y="4813233"/>
            <a:chExt cx="921986" cy="228854"/>
          </a:xfrm>
        </p:grpSpPr>
        <p:sp>
          <p:nvSpPr>
            <p:cNvPr id="4031" name="Google Shape;4031;p69"/>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9"/>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3" name="Google Shape;4033;p69"/>
          <p:cNvGrpSpPr/>
          <p:nvPr/>
        </p:nvGrpSpPr>
        <p:grpSpPr>
          <a:xfrm>
            <a:off x="1005985" y="2656004"/>
            <a:ext cx="792421" cy="269941"/>
            <a:chOff x="1046767" y="4756633"/>
            <a:chExt cx="859646" cy="292841"/>
          </a:xfrm>
        </p:grpSpPr>
        <p:sp>
          <p:nvSpPr>
            <p:cNvPr id="4034" name="Google Shape;4034;p69"/>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9"/>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9"/>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37" name="Google Shape;4037;p69"/>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9"/>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9"/>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9"/>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41" name="Google Shape;4041;p69"/>
          <p:cNvGrpSpPr/>
          <p:nvPr/>
        </p:nvGrpSpPr>
        <p:grpSpPr>
          <a:xfrm>
            <a:off x="7141841" y="2550562"/>
            <a:ext cx="166473" cy="141497"/>
            <a:chOff x="4660325" y="1866850"/>
            <a:chExt cx="68350" cy="58100"/>
          </a:xfrm>
        </p:grpSpPr>
        <p:sp>
          <p:nvSpPr>
            <p:cNvPr id="4042" name="Google Shape;4042;p6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4" name="Google Shape;4044;p69"/>
          <p:cNvGrpSpPr/>
          <p:nvPr/>
        </p:nvGrpSpPr>
        <p:grpSpPr>
          <a:xfrm>
            <a:off x="7451186" y="2576286"/>
            <a:ext cx="162515" cy="90049"/>
            <a:chOff x="4791775" y="1877500"/>
            <a:chExt cx="66725" cy="36975"/>
          </a:xfrm>
        </p:grpSpPr>
        <p:sp>
          <p:nvSpPr>
            <p:cNvPr id="4045" name="Google Shape;4045;p6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7" name="Google Shape;4047;p69"/>
          <p:cNvGrpSpPr/>
          <p:nvPr/>
        </p:nvGrpSpPr>
        <p:grpSpPr>
          <a:xfrm>
            <a:off x="7772899" y="2576286"/>
            <a:ext cx="144979" cy="90049"/>
            <a:chOff x="4923925" y="1877500"/>
            <a:chExt cx="59525" cy="36975"/>
          </a:xfrm>
        </p:grpSpPr>
        <p:sp>
          <p:nvSpPr>
            <p:cNvPr id="4048" name="Google Shape;4048;p6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0" name="Google Shape;4050;p69"/>
          <p:cNvGrpSpPr/>
          <p:nvPr/>
        </p:nvGrpSpPr>
        <p:grpSpPr>
          <a:xfrm>
            <a:off x="8067390" y="2558477"/>
            <a:ext cx="141447" cy="125667"/>
            <a:chOff x="5058450" y="1870100"/>
            <a:chExt cx="58075" cy="51600"/>
          </a:xfrm>
        </p:grpSpPr>
        <p:sp>
          <p:nvSpPr>
            <p:cNvPr id="4051" name="Google Shape;4051;p6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3" name="Google Shape;4053;p69"/>
          <p:cNvGrpSpPr/>
          <p:nvPr/>
        </p:nvGrpSpPr>
        <p:grpSpPr>
          <a:xfrm>
            <a:off x="7481905" y="2980885"/>
            <a:ext cx="101077" cy="107645"/>
            <a:chOff x="4811425" y="2065025"/>
            <a:chExt cx="41500" cy="44200"/>
          </a:xfrm>
        </p:grpSpPr>
        <p:sp>
          <p:nvSpPr>
            <p:cNvPr id="4054" name="Google Shape;4054;p6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 name="Google Shape;4056;p69"/>
          <p:cNvGrpSpPr/>
          <p:nvPr/>
        </p:nvGrpSpPr>
        <p:grpSpPr>
          <a:xfrm>
            <a:off x="7774342" y="2981098"/>
            <a:ext cx="120867" cy="107218"/>
            <a:chOff x="4929875" y="2065025"/>
            <a:chExt cx="49625" cy="44025"/>
          </a:xfrm>
        </p:grpSpPr>
        <p:sp>
          <p:nvSpPr>
            <p:cNvPr id="4057" name="Google Shape;4057;p6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9" name="Google Shape;4059;p69"/>
          <p:cNvGrpSpPr/>
          <p:nvPr/>
        </p:nvGrpSpPr>
        <p:grpSpPr>
          <a:xfrm>
            <a:off x="8103011" y="2984112"/>
            <a:ext cx="70206" cy="101191"/>
            <a:chOff x="5083925" y="2066350"/>
            <a:chExt cx="28825" cy="41550"/>
          </a:xfrm>
        </p:grpSpPr>
        <p:sp>
          <p:nvSpPr>
            <p:cNvPr id="4060" name="Google Shape;4060;p6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 name="Google Shape;4062;p69"/>
          <p:cNvGrpSpPr/>
          <p:nvPr/>
        </p:nvGrpSpPr>
        <p:grpSpPr>
          <a:xfrm>
            <a:off x="7134565" y="2999759"/>
            <a:ext cx="181026" cy="69896"/>
            <a:chOff x="4659775" y="2072775"/>
            <a:chExt cx="74325" cy="28700"/>
          </a:xfrm>
        </p:grpSpPr>
        <p:sp>
          <p:nvSpPr>
            <p:cNvPr id="4063" name="Google Shape;4063;p6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 name="Google Shape;4066;p69"/>
          <p:cNvGrpSpPr/>
          <p:nvPr/>
        </p:nvGrpSpPr>
        <p:grpSpPr>
          <a:xfrm>
            <a:off x="8054421" y="2790324"/>
            <a:ext cx="167387" cy="89197"/>
            <a:chOff x="4662475" y="1976500"/>
            <a:chExt cx="68725" cy="36625"/>
          </a:xfrm>
        </p:grpSpPr>
        <p:sp>
          <p:nvSpPr>
            <p:cNvPr id="4067" name="Google Shape;4067;p6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0" name="Google Shape;4070;p69"/>
          <p:cNvGrpSpPr/>
          <p:nvPr/>
        </p:nvGrpSpPr>
        <p:grpSpPr>
          <a:xfrm>
            <a:off x="7751326" y="2793764"/>
            <a:ext cx="166899" cy="82317"/>
            <a:chOff x="4920150" y="1977875"/>
            <a:chExt cx="68525" cy="33800"/>
          </a:xfrm>
        </p:grpSpPr>
        <p:sp>
          <p:nvSpPr>
            <p:cNvPr id="4071" name="Google Shape;4071;p6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69"/>
          <p:cNvGrpSpPr/>
          <p:nvPr/>
        </p:nvGrpSpPr>
        <p:grpSpPr>
          <a:xfrm>
            <a:off x="7162483" y="3197682"/>
            <a:ext cx="125190" cy="127859"/>
            <a:chOff x="4676550" y="2160575"/>
            <a:chExt cx="51400" cy="52500"/>
          </a:xfrm>
        </p:grpSpPr>
        <p:sp>
          <p:nvSpPr>
            <p:cNvPr id="4075" name="Google Shape;4075;p6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8" name="Google Shape;4078;p69"/>
          <p:cNvGrpSpPr/>
          <p:nvPr/>
        </p:nvGrpSpPr>
        <p:grpSpPr>
          <a:xfrm>
            <a:off x="7459741" y="3204714"/>
            <a:ext cx="145405" cy="113794"/>
            <a:chOff x="4768325" y="2163475"/>
            <a:chExt cx="59700" cy="46725"/>
          </a:xfrm>
        </p:grpSpPr>
        <p:sp>
          <p:nvSpPr>
            <p:cNvPr id="4079" name="Google Shape;4079;p6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1" name="Google Shape;4081;p69"/>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9"/>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9"/>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9"/>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9"/>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9"/>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7" name="Google Shape;4087;p69"/>
          <p:cNvGrpSpPr/>
          <p:nvPr/>
        </p:nvGrpSpPr>
        <p:grpSpPr>
          <a:xfrm>
            <a:off x="7476059" y="3459808"/>
            <a:ext cx="112768" cy="106853"/>
            <a:chOff x="4768575" y="2253950"/>
            <a:chExt cx="46300" cy="43875"/>
          </a:xfrm>
        </p:grpSpPr>
        <p:sp>
          <p:nvSpPr>
            <p:cNvPr id="4088" name="Google Shape;4088;p6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 name="Google Shape;4090;p69"/>
          <p:cNvGrpSpPr/>
          <p:nvPr/>
        </p:nvGrpSpPr>
        <p:grpSpPr>
          <a:xfrm>
            <a:off x="7775682" y="3948834"/>
            <a:ext cx="118187" cy="146246"/>
            <a:chOff x="4960900" y="2433225"/>
            <a:chExt cx="48525" cy="60050"/>
          </a:xfrm>
        </p:grpSpPr>
        <p:sp>
          <p:nvSpPr>
            <p:cNvPr id="4091" name="Google Shape;4091;p6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 name="Google Shape;4093;p69"/>
          <p:cNvGrpSpPr/>
          <p:nvPr/>
        </p:nvGrpSpPr>
        <p:grpSpPr>
          <a:xfrm>
            <a:off x="7464247" y="4212895"/>
            <a:ext cx="136394" cy="143810"/>
            <a:chOff x="4854075" y="2527625"/>
            <a:chExt cx="56000" cy="59050"/>
          </a:xfrm>
        </p:grpSpPr>
        <p:sp>
          <p:nvSpPr>
            <p:cNvPr id="4094" name="Google Shape;4094;p6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6" name="Google Shape;4096;p69"/>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9"/>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9"/>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99" name="Google Shape;4099;p69"/>
          <p:cNvGrpSpPr/>
          <p:nvPr/>
        </p:nvGrpSpPr>
        <p:grpSpPr>
          <a:xfrm>
            <a:off x="8088458" y="3676639"/>
            <a:ext cx="99312" cy="160797"/>
            <a:chOff x="5059700" y="2334775"/>
            <a:chExt cx="40775" cy="66025"/>
          </a:xfrm>
        </p:grpSpPr>
        <p:sp>
          <p:nvSpPr>
            <p:cNvPr id="4100" name="Google Shape;4100;p6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9" name="Google Shape;4109;p69"/>
          <p:cNvGrpSpPr/>
          <p:nvPr/>
        </p:nvGrpSpPr>
        <p:grpSpPr>
          <a:xfrm>
            <a:off x="8045622" y="3941771"/>
            <a:ext cx="184984" cy="160371"/>
            <a:chOff x="5037700" y="2430325"/>
            <a:chExt cx="75950" cy="65850"/>
          </a:xfrm>
        </p:grpSpPr>
        <p:sp>
          <p:nvSpPr>
            <p:cNvPr id="4110" name="Google Shape;4110;p6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2" name="Google Shape;4112;p69"/>
          <p:cNvGrpSpPr/>
          <p:nvPr/>
        </p:nvGrpSpPr>
        <p:grpSpPr>
          <a:xfrm>
            <a:off x="7465128" y="3708223"/>
            <a:ext cx="173014" cy="97629"/>
            <a:chOff x="4756975" y="2341800"/>
            <a:chExt cx="91975" cy="51925"/>
          </a:xfrm>
        </p:grpSpPr>
        <p:sp>
          <p:nvSpPr>
            <p:cNvPr id="4113" name="Google Shape;4113;p6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3" name="Google Shape;4133;p69"/>
          <p:cNvGrpSpPr/>
          <p:nvPr/>
        </p:nvGrpSpPr>
        <p:grpSpPr>
          <a:xfrm>
            <a:off x="7732065" y="4196920"/>
            <a:ext cx="212497" cy="175761"/>
            <a:chOff x="4943575" y="2516350"/>
            <a:chExt cx="98675" cy="81700"/>
          </a:xfrm>
        </p:grpSpPr>
        <p:sp>
          <p:nvSpPr>
            <p:cNvPr id="4134" name="Google Shape;4134;p6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2" name="Google Shape;4212;p69"/>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9"/>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9"/>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9"/>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220"/>
        <p:cNvGrpSpPr/>
        <p:nvPr/>
      </p:nvGrpSpPr>
      <p:grpSpPr>
        <a:xfrm>
          <a:off x="0" y="0"/>
          <a:ext cx="0" cy="0"/>
          <a:chOff x="0" y="0"/>
          <a:chExt cx="0" cy="0"/>
        </a:xfrm>
      </p:grpSpPr>
      <p:grpSp>
        <p:nvGrpSpPr>
          <p:cNvPr id="4221" name="Google Shape;4221;p70"/>
          <p:cNvGrpSpPr/>
          <p:nvPr/>
        </p:nvGrpSpPr>
        <p:grpSpPr>
          <a:xfrm>
            <a:off x="745571" y="1168666"/>
            <a:ext cx="2492868" cy="1379876"/>
            <a:chOff x="2654821" y="2311071"/>
            <a:chExt cx="2279715" cy="1262120"/>
          </a:xfrm>
        </p:grpSpPr>
        <p:grpSp>
          <p:nvGrpSpPr>
            <p:cNvPr id="4222" name="Google Shape;4222;p70"/>
            <p:cNvGrpSpPr/>
            <p:nvPr/>
          </p:nvGrpSpPr>
          <p:grpSpPr>
            <a:xfrm>
              <a:off x="4034269" y="2840745"/>
              <a:ext cx="40212" cy="36437"/>
              <a:chOff x="4293400" y="2574725"/>
              <a:chExt cx="84425" cy="80100"/>
            </a:xfrm>
          </p:grpSpPr>
          <p:sp>
            <p:nvSpPr>
              <p:cNvPr id="4223" name="Google Shape;4223;p70"/>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US"/>
              </a:p>
            </p:txBody>
          </p:sp>
          <p:sp>
            <p:nvSpPr>
              <p:cNvPr id="4224" name="Google Shape;4224;p70"/>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5" name="Google Shape;4225;p70"/>
            <p:cNvGrpSpPr/>
            <p:nvPr/>
          </p:nvGrpSpPr>
          <p:grpSpPr>
            <a:xfrm>
              <a:off x="3894606" y="2334874"/>
              <a:ext cx="913198" cy="518984"/>
              <a:chOff x="4000175" y="1462675"/>
              <a:chExt cx="1917275" cy="1140875"/>
            </a:xfrm>
          </p:grpSpPr>
          <p:sp>
            <p:nvSpPr>
              <p:cNvPr id="4226" name="Google Shape;4226;p70"/>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US"/>
              </a:p>
            </p:txBody>
          </p:sp>
          <p:grpSp>
            <p:nvGrpSpPr>
              <p:cNvPr id="4227" name="Google Shape;4227;p70"/>
              <p:cNvGrpSpPr/>
              <p:nvPr/>
            </p:nvGrpSpPr>
            <p:grpSpPr>
              <a:xfrm>
                <a:off x="4000175" y="1462675"/>
                <a:ext cx="1917275" cy="1140875"/>
                <a:chOff x="4000175" y="1462675"/>
                <a:chExt cx="1917275" cy="1140875"/>
              </a:xfrm>
            </p:grpSpPr>
            <p:sp>
              <p:nvSpPr>
                <p:cNvPr id="4228" name="Google Shape;4228;p70"/>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US"/>
                </a:p>
              </p:txBody>
            </p:sp>
            <p:sp>
              <p:nvSpPr>
                <p:cNvPr id="4229" name="Google Shape;4229;p70"/>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0"/>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0"/>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0"/>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233" name="Google Shape;4233;p70"/>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34" name="Google Shape;4234;p70"/>
            <p:cNvGrpSpPr/>
            <p:nvPr/>
          </p:nvGrpSpPr>
          <p:grpSpPr>
            <a:xfrm>
              <a:off x="3875768" y="2846704"/>
              <a:ext cx="44796" cy="47366"/>
              <a:chOff x="3960625" y="2587825"/>
              <a:chExt cx="94050" cy="104125"/>
            </a:xfrm>
          </p:grpSpPr>
          <p:sp>
            <p:nvSpPr>
              <p:cNvPr id="4235" name="Google Shape;4235;p70"/>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US"/>
              </a:p>
            </p:txBody>
          </p:sp>
          <p:sp>
            <p:nvSpPr>
              <p:cNvPr id="4236" name="Google Shape;4236;p70"/>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7" name="Google Shape;4237;p70"/>
            <p:cNvGrpSpPr/>
            <p:nvPr/>
          </p:nvGrpSpPr>
          <p:grpSpPr>
            <a:xfrm>
              <a:off x="3782759" y="2807162"/>
              <a:ext cx="82686" cy="85487"/>
              <a:chOff x="3765350" y="2500900"/>
              <a:chExt cx="173600" cy="187925"/>
            </a:xfrm>
          </p:grpSpPr>
          <p:sp>
            <p:nvSpPr>
              <p:cNvPr id="4238" name="Google Shape;4238;p70"/>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US"/>
              </a:p>
            </p:txBody>
          </p:sp>
          <p:sp>
            <p:nvSpPr>
              <p:cNvPr id="4239" name="Google Shape;4239;p70"/>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0"/>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0"/>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0"/>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0"/>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70"/>
            <p:cNvGrpSpPr/>
            <p:nvPr/>
          </p:nvGrpSpPr>
          <p:grpSpPr>
            <a:xfrm>
              <a:off x="3775674" y="2798496"/>
              <a:ext cx="40545" cy="23564"/>
              <a:chOff x="3750475" y="2481850"/>
              <a:chExt cx="85125" cy="51800"/>
            </a:xfrm>
          </p:grpSpPr>
          <p:sp>
            <p:nvSpPr>
              <p:cNvPr id="4245" name="Google Shape;4245;p70"/>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0"/>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US"/>
              </a:p>
            </p:txBody>
          </p:sp>
        </p:grpSp>
        <p:grpSp>
          <p:nvGrpSpPr>
            <p:cNvPr id="4247" name="Google Shape;4247;p70"/>
            <p:cNvGrpSpPr/>
            <p:nvPr/>
          </p:nvGrpSpPr>
          <p:grpSpPr>
            <a:xfrm>
              <a:off x="3716946" y="2776024"/>
              <a:ext cx="81971" cy="76912"/>
              <a:chOff x="3627175" y="2432450"/>
              <a:chExt cx="172100" cy="169075"/>
            </a:xfrm>
          </p:grpSpPr>
          <p:sp>
            <p:nvSpPr>
              <p:cNvPr id="4248" name="Google Shape;4248;p70"/>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0"/>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US"/>
              </a:p>
            </p:txBody>
          </p:sp>
          <p:sp>
            <p:nvSpPr>
              <p:cNvPr id="4250" name="Google Shape;4250;p70"/>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US"/>
              </a:p>
            </p:txBody>
          </p:sp>
        </p:grpSp>
        <p:grpSp>
          <p:nvGrpSpPr>
            <p:cNvPr id="4251" name="Google Shape;4251;p70"/>
            <p:cNvGrpSpPr/>
            <p:nvPr/>
          </p:nvGrpSpPr>
          <p:grpSpPr>
            <a:xfrm>
              <a:off x="3685682" y="2845624"/>
              <a:ext cx="29311" cy="45055"/>
              <a:chOff x="3561536" y="2585450"/>
              <a:chExt cx="61539" cy="99045"/>
            </a:xfrm>
          </p:grpSpPr>
          <p:sp>
            <p:nvSpPr>
              <p:cNvPr id="4252" name="Google Shape;4252;p70"/>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0"/>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US"/>
              </a:p>
            </p:txBody>
          </p:sp>
        </p:grpSp>
        <p:grpSp>
          <p:nvGrpSpPr>
            <p:cNvPr id="4254" name="Google Shape;4254;p70"/>
            <p:cNvGrpSpPr/>
            <p:nvPr/>
          </p:nvGrpSpPr>
          <p:grpSpPr>
            <a:xfrm>
              <a:off x="3849905" y="2572252"/>
              <a:ext cx="74339" cy="119559"/>
              <a:chOff x="3906325" y="1984500"/>
              <a:chExt cx="156075" cy="262825"/>
            </a:xfrm>
          </p:grpSpPr>
          <p:sp>
            <p:nvSpPr>
              <p:cNvPr id="4255" name="Google Shape;4255;p70"/>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US"/>
              </a:p>
            </p:txBody>
          </p:sp>
          <p:sp>
            <p:nvSpPr>
              <p:cNvPr id="4256" name="Google Shape;4256;p70"/>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70"/>
            <p:cNvGrpSpPr/>
            <p:nvPr/>
          </p:nvGrpSpPr>
          <p:grpSpPr>
            <a:xfrm>
              <a:off x="2654821" y="2414345"/>
              <a:ext cx="667570" cy="558731"/>
              <a:chOff x="1397225" y="1637375"/>
              <a:chExt cx="1401575" cy="1228250"/>
            </a:xfrm>
          </p:grpSpPr>
          <p:sp>
            <p:nvSpPr>
              <p:cNvPr id="4258" name="Google Shape;4258;p70"/>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US"/>
              </a:p>
            </p:txBody>
          </p:sp>
          <p:grpSp>
            <p:nvGrpSpPr>
              <p:cNvPr id="4259" name="Google Shape;4259;p70"/>
              <p:cNvGrpSpPr/>
              <p:nvPr/>
            </p:nvGrpSpPr>
            <p:grpSpPr>
              <a:xfrm>
                <a:off x="1397225" y="1637375"/>
                <a:ext cx="1398775" cy="1228250"/>
                <a:chOff x="1397225" y="1637375"/>
                <a:chExt cx="1398775" cy="1228250"/>
              </a:xfrm>
            </p:grpSpPr>
            <p:sp>
              <p:nvSpPr>
                <p:cNvPr id="4260" name="Google Shape;4260;p70"/>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0"/>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62" name="Google Shape;4262;p70"/>
            <p:cNvGrpSpPr/>
            <p:nvPr/>
          </p:nvGrpSpPr>
          <p:grpSpPr>
            <a:xfrm>
              <a:off x="3230417" y="3103734"/>
              <a:ext cx="282982" cy="280332"/>
              <a:chOff x="2605700" y="3152850"/>
              <a:chExt cx="594125" cy="616250"/>
            </a:xfrm>
          </p:grpSpPr>
          <p:sp>
            <p:nvSpPr>
              <p:cNvPr id="4263" name="Google Shape;4263;p70"/>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US"/>
              </a:p>
            </p:txBody>
          </p:sp>
          <p:sp>
            <p:nvSpPr>
              <p:cNvPr id="4264" name="Google Shape;4264;p70"/>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4265" name="Google Shape;4265;p70"/>
            <p:cNvGrpSpPr/>
            <p:nvPr/>
          </p:nvGrpSpPr>
          <p:grpSpPr>
            <a:xfrm>
              <a:off x="3265985" y="3226989"/>
              <a:ext cx="87151" cy="346202"/>
              <a:chOff x="2680375" y="3423800"/>
              <a:chExt cx="182975" cy="761050"/>
            </a:xfrm>
          </p:grpSpPr>
          <p:sp>
            <p:nvSpPr>
              <p:cNvPr id="4266" name="Google Shape;4266;p70"/>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US"/>
              </a:p>
            </p:txBody>
          </p:sp>
          <p:sp>
            <p:nvSpPr>
              <p:cNvPr id="4267" name="Google Shape;4267;p70"/>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8" name="Google Shape;4268;p70"/>
            <p:cNvGrpSpPr/>
            <p:nvPr/>
          </p:nvGrpSpPr>
          <p:grpSpPr>
            <a:xfrm>
              <a:off x="3855466" y="3289811"/>
              <a:ext cx="112514" cy="94210"/>
              <a:chOff x="3918000" y="3561900"/>
              <a:chExt cx="236225" cy="207100"/>
            </a:xfrm>
          </p:grpSpPr>
          <p:sp>
            <p:nvSpPr>
              <p:cNvPr id="4269" name="Google Shape;4269;p70"/>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US"/>
              </a:p>
            </p:txBody>
          </p:sp>
          <p:sp>
            <p:nvSpPr>
              <p:cNvPr id="4270" name="Google Shape;4270;p70"/>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1" name="Google Shape;4271;p70"/>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0"/>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0"/>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4274" name="Google Shape;4274;p70"/>
            <p:cNvGrpSpPr/>
            <p:nvPr/>
          </p:nvGrpSpPr>
          <p:grpSpPr>
            <a:xfrm>
              <a:off x="2905224" y="2311071"/>
              <a:ext cx="596721" cy="528992"/>
              <a:chOff x="1922950" y="1410350"/>
              <a:chExt cx="1252825" cy="1162875"/>
            </a:xfrm>
          </p:grpSpPr>
          <p:sp>
            <p:nvSpPr>
              <p:cNvPr id="4275" name="Google Shape;4275;p70"/>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0"/>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0"/>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0"/>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0"/>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0"/>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0"/>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0"/>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0"/>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0"/>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0"/>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0"/>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0"/>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0"/>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0"/>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0"/>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4291" name="Google Shape;4291;p70"/>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0"/>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0"/>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0"/>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0"/>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0"/>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0"/>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0"/>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0"/>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0"/>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0"/>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0"/>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0"/>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0"/>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0"/>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0"/>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0"/>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0"/>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0"/>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0"/>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311" name="Google Shape;4311;p70"/>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312" name="Google Shape;4312;p70"/>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3" name="Google Shape;4313;p70"/>
            <p:cNvGrpSpPr/>
            <p:nvPr/>
          </p:nvGrpSpPr>
          <p:grpSpPr>
            <a:xfrm>
              <a:off x="3280929" y="3294542"/>
              <a:ext cx="109894" cy="272224"/>
              <a:chOff x="2711750" y="3572300"/>
              <a:chExt cx="230725" cy="598425"/>
            </a:xfrm>
          </p:grpSpPr>
          <p:sp>
            <p:nvSpPr>
              <p:cNvPr id="4314" name="Google Shape;4314;p70"/>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0"/>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16" name="Google Shape;4316;p70"/>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7" name="Google Shape;4317;p70"/>
            <p:cNvGrpSpPr/>
            <p:nvPr/>
          </p:nvGrpSpPr>
          <p:grpSpPr>
            <a:xfrm>
              <a:off x="3790439" y="2408636"/>
              <a:ext cx="73017" cy="75684"/>
              <a:chOff x="3781475" y="1624825"/>
              <a:chExt cx="153300" cy="166375"/>
            </a:xfrm>
          </p:grpSpPr>
          <p:sp>
            <p:nvSpPr>
              <p:cNvPr id="4318" name="Google Shape;4318;p70"/>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0"/>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0"/>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0"/>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2" name="Google Shape;4322;p70"/>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0"/>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0"/>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0"/>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0"/>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0"/>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0"/>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9" name="Google Shape;4329;p70"/>
            <p:cNvGrpSpPr/>
            <p:nvPr/>
          </p:nvGrpSpPr>
          <p:grpSpPr>
            <a:xfrm>
              <a:off x="4403342" y="3107749"/>
              <a:ext cx="316680" cy="101374"/>
              <a:chOff x="5068275" y="3161675"/>
              <a:chExt cx="664875" cy="222850"/>
            </a:xfrm>
          </p:grpSpPr>
          <p:sp>
            <p:nvSpPr>
              <p:cNvPr id="4330" name="Google Shape;4330;p70"/>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0"/>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0"/>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0"/>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34" name="Google Shape;4334;p70"/>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0"/>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0"/>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0"/>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0"/>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0"/>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0"/>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0"/>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0"/>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0"/>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0"/>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0"/>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0"/>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0"/>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0"/>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0"/>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0"/>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0"/>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0"/>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0"/>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0"/>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0"/>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0"/>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0"/>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0"/>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0"/>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0"/>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0"/>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0"/>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3" name="Google Shape;4363;p70"/>
            <p:cNvGrpSpPr/>
            <p:nvPr/>
          </p:nvGrpSpPr>
          <p:grpSpPr>
            <a:xfrm>
              <a:off x="3697513" y="2707266"/>
              <a:ext cx="59549" cy="79733"/>
              <a:chOff x="3586375" y="2281300"/>
              <a:chExt cx="125025" cy="175275"/>
            </a:xfrm>
          </p:grpSpPr>
          <p:sp>
            <p:nvSpPr>
              <p:cNvPr id="4364" name="Google Shape;4364;p70"/>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0"/>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6" name="Google Shape;4366;p70"/>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7" name="Google Shape;4367;p70"/>
            <p:cNvGrpSpPr/>
            <p:nvPr/>
          </p:nvGrpSpPr>
          <p:grpSpPr>
            <a:xfrm>
              <a:off x="4513224" y="3221724"/>
              <a:ext cx="274563" cy="280321"/>
              <a:chOff x="5298975" y="3412225"/>
              <a:chExt cx="576450" cy="616225"/>
            </a:xfrm>
          </p:grpSpPr>
          <p:sp>
            <p:nvSpPr>
              <p:cNvPr id="4368" name="Google Shape;4368;p70"/>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369" name="Google Shape;4369;p70"/>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0" name="Google Shape;4370;p70"/>
            <p:cNvGrpSpPr/>
            <p:nvPr/>
          </p:nvGrpSpPr>
          <p:grpSpPr>
            <a:xfrm>
              <a:off x="4824403" y="3421846"/>
              <a:ext cx="110132" cy="130647"/>
              <a:chOff x="5952300" y="3852150"/>
              <a:chExt cx="231225" cy="287200"/>
            </a:xfrm>
          </p:grpSpPr>
          <p:sp>
            <p:nvSpPr>
              <p:cNvPr id="4371" name="Google Shape;4371;p70"/>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0"/>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3" name="Google Shape;4373;p70"/>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0"/>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0"/>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0"/>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0"/>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0"/>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0"/>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0"/>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1" name="Google Shape;4381;p70"/>
            <p:cNvGrpSpPr/>
            <p:nvPr/>
          </p:nvGrpSpPr>
          <p:grpSpPr>
            <a:xfrm>
              <a:off x="4295710" y="3079670"/>
              <a:ext cx="14968" cy="27135"/>
              <a:chOff x="4842300" y="3099950"/>
              <a:chExt cx="31425" cy="59650"/>
            </a:xfrm>
          </p:grpSpPr>
          <p:sp>
            <p:nvSpPr>
              <p:cNvPr id="4382" name="Google Shape;4382;p70"/>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0"/>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0"/>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0"/>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86" name="Google Shape;4386;p70"/>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0"/>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0"/>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0"/>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0"/>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0"/>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0"/>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0"/>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4" name="Google Shape;4394;p70"/>
            <p:cNvGrpSpPr/>
            <p:nvPr/>
          </p:nvGrpSpPr>
          <p:grpSpPr>
            <a:xfrm>
              <a:off x="3831056" y="2816010"/>
              <a:ext cx="37378" cy="27612"/>
              <a:chOff x="3866750" y="2520350"/>
              <a:chExt cx="78475" cy="60700"/>
            </a:xfrm>
          </p:grpSpPr>
          <p:sp>
            <p:nvSpPr>
              <p:cNvPr id="4395" name="Google Shape;4395;p70"/>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0"/>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0"/>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0"/>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9" name="Google Shape;4399;p70"/>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0"/>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0"/>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0"/>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0"/>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0"/>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0"/>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0"/>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0"/>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0"/>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0"/>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0"/>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0"/>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0"/>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0"/>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0"/>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0"/>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416" name="Google Shape;4416;p70"/>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0"/>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0"/>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0"/>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0"/>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0"/>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0"/>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0"/>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0"/>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0"/>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0"/>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0"/>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428" name="Google Shape;4428;p70"/>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0"/>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0"/>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0"/>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0"/>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0"/>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0"/>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0"/>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0"/>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0"/>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0"/>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0"/>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0"/>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1" name="Google Shape;4441;p70"/>
            <p:cNvGrpSpPr/>
            <p:nvPr/>
          </p:nvGrpSpPr>
          <p:grpSpPr>
            <a:xfrm>
              <a:off x="3632736" y="3051591"/>
              <a:ext cx="63288" cy="45217"/>
              <a:chOff x="3450375" y="3038225"/>
              <a:chExt cx="132875" cy="99400"/>
            </a:xfrm>
          </p:grpSpPr>
          <p:sp>
            <p:nvSpPr>
              <p:cNvPr id="4442" name="Google Shape;4442;p70"/>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0"/>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4" name="Google Shape;4444;p70"/>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0"/>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0"/>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0"/>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0"/>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0"/>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0"/>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0"/>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0"/>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453" name="Google Shape;4453;p70"/>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0"/>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0"/>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0"/>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0"/>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0"/>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0"/>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0"/>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0"/>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0"/>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463" name="Google Shape;4463;p70"/>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0"/>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0"/>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0"/>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0"/>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0"/>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469" name="Google Shape;4469;p70"/>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0"/>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0"/>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0"/>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0"/>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0"/>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0"/>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0"/>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9" name="Google Shape;4479;p70"/>
          <p:cNvGrpSpPr/>
          <p:nvPr/>
        </p:nvGrpSpPr>
        <p:grpSpPr>
          <a:xfrm>
            <a:off x="3554131" y="1233340"/>
            <a:ext cx="2078182" cy="1366558"/>
            <a:chOff x="235800" y="830650"/>
            <a:chExt cx="6978450" cy="4588844"/>
          </a:xfrm>
        </p:grpSpPr>
        <p:sp>
          <p:nvSpPr>
            <p:cNvPr id="4480" name="Google Shape;4480;p70"/>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0"/>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0"/>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0"/>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0"/>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0"/>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6" name="Google Shape;4486;p70"/>
          <p:cNvGrpSpPr/>
          <p:nvPr/>
        </p:nvGrpSpPr>
        <p:grpSpPr>
          <a:xfrm>
            <a:off x="742628" y="3064442"/>
            <a:ext cx="2622876" cy="1333540"/>
            <a:chOff x="238125" y="1038125"/>
            <a:chExt cx="7146800" cy="3633625"/>
          </a:xfrm>
        </p:grpSpPr>
        <p:sp>
          <p:nvSpPr>
            <p:cNvPr id="4487" name="Google Shape;4487;p7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70"/>
          <p:cNvGrpSpPr/>
          <p:nvPr/>
        </p:nvGrpSpPr>
        <p:grpSpPr>
          <a:xfrm>
            <a:off x="3597785" y="3065882"/>
            <a:ext cx="2241344" cy="1330656"/>
            <a:chOff x="230250" y="739925"/>
            <a:chExt cx="7124425" cy="4229675"/>
          </a:xfrm>
        </p:grpSpPr>
        <p:sp>
          <p:nvSpPr>
            <p:cNvPr id="6060" name="Google Shape;6060;p70"/>
            <p:cNvSpPr/>
            <p:nvPr/>
          </p:nvSpPr>
          <p:spPr>
            <a:xfrm>
              <a:off x="2001525" y="3293875"/>
              <a:ext cx="920575" cy="1635500"/>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0"/>
            <p:cNvSpPr/>
            <p:nvPr/>
          </p:nvSpPr>
          <p:spPr>
            <a:xfrm>
              <a:off x="294050" y="1435525"/>
              <a:ext cx="2107300" cy="218045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0"/>
            <p:cNvSpPr/>
            <p:nvPr/>
          </p:nvSpPr>
          <p:spPr>
            <a:xfrm>
              <a:off x="2241950" y="3529150"/>
              <a:ext cx="49625" cy="247725"/>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0"/>
            <p:cNvSpPr/>
            <p:nvPr/>
          </p:nvSpPr>
          <p:spPr>
            <a:xfrm>
              <a:off x="2241950" y="3400325"/>
              <a:ext cx="441250" cy="371700"/>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0"/>
            <p:cNvSpPr/>
            <p:nvPr/>
          </p:nvSpPr>
          <p:spPr>
            <a:xfrm>
              <a:off x="2254050" y="3517075"/>
              <a:ext cx="457575" cy="70475"/>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0"/>
            <p:cNvSpPr/>
            <p:nvPr/>
          </p:nvSpPr>
          <p:spPr>
            <a:xfrm>
              <a:off x="2463625" y="3784100"/>
              <a:ext cx="77125" cy="358075"/>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0"/>
            <p:cNvSpPr/>
            <p:nvPr/>
          </p:nvSpPr>
          <p:spPr>
            <a:xfrm>
              <a:off x="2540725" y="3772000"/>
              <a:ext cx="128875" cy="445500"/>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0"/>
            <p:cNvSpPr/>
            <p:nvPr/>
          </p:nvSpPr>
          <p:spPr>
            <a:xfrm>
              <a:off x="2540725" y="3772000"/>
              <a:ext cx="331475" cy="166950"/>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0"/>
            <p:cNvSpPr/>
            <p:nvPr/>
          </p:nvSpPr>
          <p:spPr>
            <a:xfrm>
              <a:off x="2552825" y="3677050"/>
              <a:ext cx="360525" cy="94975"/>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0"/>
            <p:cNvSpPr/>
            <p:nvPr/>
          </p:nvSpPr>
          <p:spPr>
            <a:xfrm>
              <a:off x="2221375" y="3772000"/>
              <a:ext cx="75925" cy="2446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0"/>
            <p:cNvSpPr/>
            <p:nvPr/>
          </p:nvSpPr>
          <p:spPr>
            <a:xfrm>
              <a:off x="2297275" y="3772000"/>
              <a:ext cx="166375" cy="370175"/>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0"/>
            <p:cNvSpPr/>
            <p:nvPr/>
          </p:nvSpPr>
          <p:spPr>
            <a:xfrm>
              <a:off x="2463625" y="4150925"/>
              <a:ext cx="20875" cy="378350"/>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0"/>
            <p:cNvSpPr/>
            <p:nvPr/>
          </p:nvSpPr>
          <p:spPr>
            <a:xfrm>
              <a:off x="2207175" y="4345400"/>
              <a:ext cx="271275" cy="192350"/>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0"/>
            <p:cNvSpPr/>
            <p:nvPr/>
          </p:nvSpPr>
          <p:spPr>
            <a:xfrm>
              <a:off x="2218950" y="4145500"/>
              <a:ext cx="260425" cy="48100"/>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0"/>
            <p:cNvSpPr/>
            <p:nvPr/>
          </p:nvSpPr>
          <p:spPr>
            <a:xfrm>
              <a:off x="2473900" y="4150925"/>
              <a:ext cx="190550" cy="75950"/>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0"/>
            <p:cNvSpPr/>
            <p:nvPr/>
          </p:nvSpPr>
          <p:spPr>
            <a:xfrm>
              <a:off x="2149700" y="4558600"/>
              <a:ext cx="127050" cy="245275"/>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0"/>
            <p:cNvSpPr/>
            <p:nvPr/>
          </p:nvSpPr>
          <p:spPr>
            <a:xfrm>
              <a:off x="2156650" y="4529250"/>
              <a:ext cx="327850" cy="29375"/>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0"/>
            <p:cNvSpPr/>
            <p:nvPr/>
          </p:nvSpPr>
          <p:spPr>
            <a:xfrm>
              <a:off x="2077725" y="3529150"/>
              <a:ext cx="164250" cy="333600"/>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0"/>
            <p:cNvSpPr/>
            <p:nvPr/>
          </p:nvSpPr>
          <p:spPr>
            <a:xfrm>
              <a:off x="2297275" y="3772000"/>
              <a:ext cx="243475" cy="25"/>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0"/>
            <p:cNvSpPr/>
            <p:nvPr/>
          </p:nvSpPr>
          <p:spPr>
            <a:xfrm>
              <a:off x="2206550" y="4150925"/>
              <a:ext cx="267375" cy="201150"/>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0"/>
            <p:cNvSpPr/>
            <p:nvPr/>
          </p:nvSpPr>
          <p:spPr>
            <a:xfrm>
              <a:off x="412000" y="1451850"/>
              <a:ext cx="148825" cy="202950"/>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0"/>
            <p:cNvSpPr/>
            <p:nvPr/>
          </p:nvSpPr>
          <p:spPr>
            <a:xfrm>
              <a:off x="300100" y="1654775"/>
              <a:ext cx="272525" cy="11675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0"/>
            <p:cNvSpPr/>
            <p:nvPr/>
          </p:nvSpPr>
          <p:spPr>
            <a:xfrm>
              <a:off x="564725" y="1658100"/>
              <a:ext cx="223825" cy="252225"/>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0"/>
            <p:cNvSpPr/>
            <p:nvPr/>
          </p:nvSpPr>
          <p:spPr>
            <a:xfrm>
              <a:off x="809075" y="1695300"/>
              <a:ext cx="109500" cy="215025"/>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0"/>
            <p:cNvSpPr/>
            <p:nvPr/>
          </p:nvSpPr>
          <p:spPr>
            <a:xfrm>
              <a:off x="560800" y="1654775"/>
              <a:ext cx="369875" cy="40550"/>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0"/>
            <p:cNvSpPr/>
            <p:nvPr/>
          </p:nvSpPr>
          <p:spPr>
            <a:xfrm>
              <a:off x="560800" y="1525625"/>
              <a:ext cx="722200" cy="129175"/>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0"/>
            <p:cNvSpPr/>
            <p:nvPr/>
          </p:nvSpPr>
          <p:spPr>
            <a:xfrm>
              <a:off x="1154750" y="1525625"/>
              <a:ext cx="128250" cy="363850"/>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0"/>
            <p:cNvSpPr/>
            <p:nvPr/>
          </p:nvSpPr>
          <p:spPr>
            <a:xfrm>
              <a:off x="918550" y="1695300"/>
              <a:ext cx="236225" cy="194175"/>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0"/>
            <p:cNvSpPr/>
            <p:nvPr/>
          </p:nvSpPr>
          <p:spPr>
            <a:xfrm>
              <a:off x="995075" y="1889450"/>
              <a:ext cx="159700" cy="215350"/>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0"/>
            <p:cNvSpPr/>
            <p:nvPr/>
          </p:nvSpPr>
          <p:spPr>
            <a:xfrm>
              <a:off x="918550" y="1525625"/>
              <a:ext cx="364450" cy="169700"/>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0"/>
            <p:cNvSpPr/>
            <p:nvPr/>
          </p:nvSpPr>
          <p:spPr>
            <a:xfrm>
              <a:off x="1154750" y="1889450"/>
              <a:ext cx="176025" cy="242250"/>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0"/>
            <p:cNvSpPr/>
            <p:nvPr/>
          </p:nvSpPr>
          <p:spPr>
            <a:xfrm>
              <a:off x="1330750" y="1821700"/>
              <a:ext cx="129150" cy="310000"/>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0"/>
            <p:cNvSpPr/>
            <p:nvPr/>
          </p:nvSpPr>
          <p:spPr>
            <a:xfrm>
              <a:off x="1459875" y="1666875"/>
              <a:ext cx="175750" cy="154850"/>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0"/>
            <p:cNvSpPr/>
            <p:nvPr/>
          </p:nvSpPr>
          <p:spPr>
            <a:xfrm>
              <a:off x="1154750" y="1821700"/>
              <a:ext cx="305150" cy="67775"/>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0"/>
            <p:cNvSpPr/>
            <p:nvPr/>
          </p:nvSpPr>
          <p:spPr>
            <a:xfrm>
              <a:off x="1459875" y="1821700"/>
              <a:ext cx="134300" cy="433400"/>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0"/>
            <p:cNvSpPr/>
            <p:nvPr/>
          </p:nvSpPr>
          <p:spPr>
            <a:xfrm>
              <a:off x="1594150" y="1889450"/>
              <a:ext cx="113150" cy="365650"/>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0"/>
            <p:cNvSpPr/>
            <p:nvPr/>
          </p:nvSpPr>
          <p:spPr>
            <a:xfrm>
              <a:off x="1115425" y="2255075"/>
              <a:ext cx="478750" cy="165450"/>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0"/>
            <p:cNvSpPr/>
            <p:nvPr/>
          </p:nvSpPr>
          <p:spPr>
            <a:xfrm>
              <a:off x="1530050" y="2255075"/>
              <a:ext cx="64125" cy="314825"/>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0"/>
            <p:cNvSpPr/>
            <p:nvPr/>
          </p:nvSpPr>
          <p:spPr>
            <a:xfrm>
              <a:off x="1231250" y="2569875"/>
              <a:ext cx="310925" cy="132800"/>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0"/>
            <p:cNvSpPr/>
            <p:nvPr/>
          </p:nvSpPr>
          <p:spPr>
            <a:xfrm>
              <a:off x="1113325" y="2131675"/>
              <a:ext cx="217450" cy="283400"/>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0"/>
            <p:cNvSpPr/>
            <p:nvPr/>
          </p:nvSpPr>
          <p:spPr>
            <a:xfrm>
              <a:off x="1330750" y="2131675"/>
              <a:ext cx="284300" cy="114950"/>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0"/>
            <p:cNvSpPr/>
            <p:nvPr/>
          </p:nvSpPr>
          <p:spPr>
            <a:xfrm>
              <a:off x="1615025" y="2089950"/>
              <a:ext cx="422200" cy="156675"/>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0"/>
            <p:cNvSpPr/>
            <p:nvPr/>
          </p:nvSpPr>
          <p:spPr>
            <a:xfrm>
              <a:off x="2037200" y="2089950"/>
              <a:ext cx="233500" cy="303650"/>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0"/>
            <p:cNvSpPr/>
            <p:nvPr/>
          </p:nvSpPr>
          <p:spPr>
            <a:xfrm>
              <a:off x="1596875" y="2246600"/>
              <a:ext cx="673825" cy="12705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0"/>
            <p:cNvSpPr/>
            <p:nvPr/>
          </p:nvSpPr>
          <p:spPr>
            <a:xfrm>
              <a:off x="1596875" y="2246600"/>
              <a:ext cx="316975" cy="555875"/>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0"/>
            <p:cNvSpPr/>
            <p:nvPr/>
          </p:nvSpPr>
          <p:spPr>
            <a:xfrm>
              <a:off x="1596875" y="2246600"/>
              <a:ext cx="507800" cy="355075"/>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0"/>
            <p:cNvSpPr/>
            <p:nvPr/>
          </p:nvSpPr>
          <p:spPr>
            <a:xfrm>
              <a:off x="1530050" y="2569875"/>
              <a:ext cx="383800" cy="232600"/>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0"/>
            <p:cNvSpPr/>
            <p:nvPr/>
          </p:nvSpPr>
          <p:spPr>
            <a:xfrm>
              <a:off x="1530050" y="2569875"/>
              <a:ext cx="126425" cy="445800"/>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0"/>
            <p:cNvSpPr/>
            <p:nvPr/>
          </p:nvSpPr>
          <p:spPr>
            <a:xfrm>
              <a:off x="1497375" y="3024425"/>
              <a:ext cx="164850" cy="32675"/>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0"/>
            <p:cNvSpPr/>
            <p:nvPr/>
          </p:nvSpPr>
          <p:spPr>
            <a:xfrm>
              <a:off x="1662200" y="3024425"/>
              <a:ext cx="151250" cy="218975"/>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0"/>
            <p:cNvSpPr/>
            <p:nvPr/>
          </p:nvSpPr>
          <p:spPr>
            <a:xfrm>
              <a:off x="1813725" y="3036525"/>
              <a:ext cx="32675" cy="206275"/>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0"/>
            <p:cNvSpPr/>
            <p:nvPr/>
          </p:nvSpPr>
          <p:spPr>
            <a:xfrm>
              <a:off x="1813425" y="3243375"/>
              <a:ext cx="145175" cy="5052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0"/>
            <p:cNvSpPr/>
            <p:nvPr/>
          </p:nvSpPr>
          <p:spPr>
            <a:xfrm>
              <a:off x="1949200" y="3290550"/>
              <a:ext cx="52350" cy="32330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0"/>
            <p:cNvSpPr/>
            <p:nvPr/>
          </p:nvSpPr>
          <p:spPr>
            <a:xfrm>
              <a:off x="1113325" y="2415050"/>
              <a:ext cx="416750" cy="154850"/>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0"/>
            <p:cNvSpPr/>
            <p:nvPr/>
          </p:nvSpPr>
          <p:spPr>
            <a:xfrm>
              <a:off x="2032675" y="1784200"/>
              <a:ext cx="84100" cy="296100"/>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0"/>
            <p:cNvSpPr/>
            <p:nvPr/>
          </p:nvSpPr>
          <p:spPr>
            <a:xfrm>
              <a:off x="2116750" y="1784200"/>
              <a:ext cx="275225" cy="167575"/>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0"/>
            <p:cNvSpPr/>
            <p:nvPr/>
          </p:nvSpPr>
          <p:spPr>
            <a:xfrm>
              <a:off x="1166850" y="792275"/>
              <a:ext cx="1104150" cy="510800"/>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0"/>
            <p:cNvSpPr/>
            <p:nvPr/>
          </p:nvSpPr>
          <p:spPr>
            <a:xfrm>
              <a:off x="1154750" y="1080175"/>
              <a:ext cx="231975" cy="222900"/>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0"/>
            <p:cNvSpPr/>
            <p:nvPr/>
          </p:nvSpPr>
          <p:spPr>
            <a:xfrm>
              <a:off x="1382775" y="1177850"/>
              <a:ext cx="252850" cy="62325"/>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0"/>
            <p:cNvSpPr/>
            <p:nvPr/>
          </p:nvSpPr>
          <p:spPr>
            <a:xfrm>
              <a:off x="1647375" y="1043875"/>
              <a:ext cx="344800" cy="134000"/>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0"/>
            <p:cNvSpPr/>
            <p:nvPr/>
          </p:nvSpPr>
          <p:spPr>
            <a:xfrm>
              <a:off x="1992150" y="792275"/>
              <a:ext cx="54750" cy="263725"/>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0"/>
            <p:cNvSpPr/>
            <p:nvPr/>
          </p:nvSpPr>
          <p:spPr>
            <a:xfrm>
              <a:off x="2046875" y="792275"/>
              <a:ext cx="82000" cy="202025"/>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0"/>
            <p:cNvSpPr/>
            <p:nvPr/>
          </p:nvSpPr>
          <p:spPr>
            <a:xfrm>
              <a:off x="1509175" y="1303050"/>
              <a:ext cx="189350" cy="181475"/>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0"/>
            <p:cNvSpPr/>
            <p:nvPr/>
          </p:nvSpPr>
          <p:spPr>
            <a:xfrm>
              <a:off x="1850300" y="1393775"/>
              <a:ext cx="487825" cy="35052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0"/>
            <p:cNvSpPr/>
            <p:nvPr/>
          </p:nvSpPr>
          <p:spPr>
            <a:xfrm>
              <a:off x="1787100" y="1207200"/>
              <a:ext cx="158800" cy="32975"/>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0"/>
            <p:cNvSpPr/>
            <p:nvPr/>
          </p:nvSpPr>
          <p:spPr>
            <a:xfrm>
              <a:off x="1585700" y="1315150"/>
              <a:ext cx="49925" cy="169675"/>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0"/>
            <p:cNvSpPr/>
            <p:nvPr/>
          </p:nvSpPr>
          <p:spPr>
            <a:xfrm>
              <a:off x="1517950" y="1361125"/>
              <a:ext cx="180575" cy="44775"/>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0"/>
            <p:cNvSpPr/>
            <p:nvPr/>
          </p:nvSpPr>
          <p:spPr>
            <a:xfrm>
              <a:off x="2004250" y="1395000"/>
              <a:ext cx="70475" cy="65350"/>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0"/>
            <p:cNvSpPr/>
            <p:nvPr/>
          </p:nvSpPr>
          <p:spPr>
            <a:xfrm>
              <a:off x="2074700" y="1417975"/>
              <a:ext cx="134600" cy="42375"/>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0"/>
            <p:cNvSpPr/>
            <p:nvPr/>
          </p:nvSpPr>
          <p:spPr>
            <a:xfrm>
              <a:off x="2209275" y="1417975"/>
              <a:ext cx="25" cy="228050"/>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0"/>
            <p:cNvSpPr/>
            <p:nvPr/>
          </p:nvSpPr>
          <p:spPr>
            <a:xfrm>
              <a:off x="2442750" y="780475"/>
              <a:ext cx="856175" cy="991650"/>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0"/>
            <p:cNvSpPr/>
            <p:nvPr/>
          </p:nvSpPr>
          <p:spPr>
            <a:xfrm>
              <a:off x="2484475" y="846700"/>
              <a:ext cx="198725" cy="221400"/>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0"/>
            <p:cNvSpPr/>
            <p:nvPr/>
          </p:nvSpPr>
          <p:spPr>
            <a:xfrm>
              <a:off x="2683175" y="1068075"/>
              <a:ext cx="82875" cy="313625"/>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0"/>
            <p:cNvSpPr/>
            <p:nvPr/>
          </p:nvSpPr>
          <p:spPr>
            <a:xfrm>
              <a:off x="2778125" y="780475"/>
              <a:ext cx="190850" cy="351425"/>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0"/>
            <p:cNvSpPr/>
            <p:nvPr/>
          </p:nvSpPr>
          <p:spPr>
            <a:xfrm>
              <a:off x="2695275" y="1068075"/>
              <a:ext cx="261600" cy="63825"/>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0"/>
            <p:cNvSpPr/>
            <p:nvPr/>
          </p:nvSpPr>
          <p:spPr>
            <a:xfrm>
              <a:off x="2683175" y="780475"/>
              <a:ext cx="94975" cy="287625"/>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0"/>
            <p:cNvSpPr/>
            <p:nvPr/>
          </p:nvSpPr>
          <p:spPr>
            <a:xfrm>
              <a:off x="2443050" y="1068075"/>
              <a:ext cx="240150" cy="130675"/>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0"/>
            <p:cNvSpPr/>
            <p:nvPr/>
          </p:nvSpPr>
          <p:spPr>
            <a:xfrm>
              <a:off x="2621775" y="1381675"/>
              <a:ext cx="144275" cy="85925"/>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0"/>
            <p:cNvSpPr/>
            <p:nvPr/>
          </p:nvSpPr>
          <p:spPr>
            <a:xfrm>
              <a:off x="2766025" y="1381675"/>
              <a:ext cx="123425" cy="241675"/>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0"/>
            <p:cNvSpPr/>
            <p:nvPr/>
          </p:nvSpPr>
          <p:spPr>
            <a:xfrm>
              <a:off x="2654450" y="1381675"/>
              <a:ext cx="111600" cy="387725"/>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0"/>
            <p:cNvSpPr/>
            <p:nvPr/>
          </p:nvSpPr>
          <p:spPr>
            <a:xfrm>
              <a:off x="2443050" y="1198725"/>
              <a:ext cx="323000" cy="182975"/>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0"/>
            <p:cNvSpPr/>
            <p:nvPr/>
          </p:nvSpPr>
          <p:spPr>
            <a:xfrm>
              <a:off x="2766025" y="1123125"/>
              <a:ext cx="211125" cy="253450"/>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0"/>
            <p:cNvSpPr/>
            <p:nvPr/>
          </p:nvSpPr>
          <p:spPr>
            <a:xfrm>
              <a:off x="2968950" y="1133400"/>
              <a:ext cx="133100" cy="392250"/>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0"/>
            <p:cNvSpPr/>
            <p:nvPr/>
          </p:nvSpPr>
          <p:spPr>
            <a:xfrm>
              <a:off x="2766025" y="1381675"/>
              <a:ext cx="336025" cy="14397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0"/>
            <p:cNvSpPr/>
            <p:nvPr/>
          </p:nvSpPr>
          <p:spPr>
            <a:xfrm>
              <a:off x="3102025" y="1240150"/>
              <a:ext cx="147600" cy="285500"/>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0"/>
            <p:cNvSpPr/>
            <p:nvPr/>
          </p:nvSpPr>
          <p:spPr>
            <a:xfrm>
              <a:off x="2969875" y="861825"/>
              <a:ext cx="185700" cy="270075"/>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0"/>
            <p:cNvSpPr/>
            <p:nvPr/>
          </p:nvSpPr>
          <p:spPr>
            <a:xfrm>
              <a:off x="2969875" y="1131875"/>
              <a:ext cx="275225" cy="116775"/>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0"/>
            <p:cNvSpPr/>
            <p:nvPr/>
          </p:nvSpPr>
          <p:spPr>
            <a:xfrm>
              <a:off x="3349700" y="2603750"/>
              <a:ext cx="1343375" cy="1817575"/>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0"/>
            <p:cNvSpPr/>
            <p:nvPr/>
          </p:nvSpPr>
          <p:spPr>
            <a:xfrm>
              <a:off x="3385100" y="2877450"/>
              <a:ext cx="295475" cy="291550"/>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0"/>
            <p:cNvSpPr/>
            <p:nvPr/>
          </p:nvSpPr>
          <p:spPr>
            <a:xfrm>
              <a:off x="3680550" y="2603750"/>
              <a:ext cx="106775" cy="565250"/>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0"/>
            <p:cNvSpPr/>
            <p:nvPr/>
          </p:nvSpPr>
          <p:spPr>
            <a:xfrm>
              <a:off x="3787300" y="2603750"/>
              <a:ext cx="225625" cy="660225"/>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0"/>
            <p:cNvSpPr/>
            <p:nvPr/>
          </p:nvSpPr>
          <p:spPr>
            <a:xfrm>
              <a:off x="4093350" y="2738325"/>
              <a:ext cx="140350" cy="442775"/>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0"/>
            <p:cNvSpPr/>
            <p:nvPr/>
          </p:nvSpPr>
          <p:spPr>
            <a:xfrm>
              <a:off x="4012900" y="2738325"/>
              <a:ext cx="80475" cy="525650"/>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0"/>
            <p:cNvSpPr/>
            <p:nvPr/>
          </p:nvSpPr>
          <p:spPr>
            <a:xfrm>
              <a:off x="4015025" y="3249125"/>
              <a:ext cx="183000" cy="352025"/>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0"/>
            <p:cNvSpPr/>
            <p:nvPr/>
          </p:nvSpPr>
          <p:spPr>
            <a:xfrm>
              <a:off x="4198000" y="3181075"/>
              <a:ext cx="35700" cy="420075"/>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0"/>
            <p:cNvSpPr/>
            <p:nvPr/>
          </p:nvSpPr>
          <p:spPr>
            <a:xfrm>
              <a:off x="4013225" y="3179575"/>
              <a:ext cx="220175" cy="70775"/>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0"/>
            <p:cNvSpPr/>
            <p:nvPr/>
          </p:nvSpPr>
          <p:spPr>
            <a:xfrm>
              <a:off x="3680550" y="3168975"/>
              <a:ext cx="338125" cy="80175"/>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0"/>
            <p:cNvSpPr/>
            <p:nvPr/>
          </p:nvSpPr>
          <p:spPr>
            <a:xfrm>
              <a:off x="3641550" y="3168975"/>
              <a:ext cx="39025" cy="251950"/>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0"/>
            <p:cNvSpPr/>
            <p:nvPr/>
          </p:nvSpPr>
          <p:spPr>
            <a:xfrm>
              <a:off x="3364525" y="3168975"/>
              <a:ext cx="316050" cy="109800"/>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0"/>
            <p:cNvSpPr/>
            <p:nvPr/>
          </p:nvSpPr>
          <p:spPr>
            <a:xfrm>
              <a:off x="3680550" y="3168975"/>
              <a:ext cx="160000" cy="375025"/>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0"/>
            <p:cNvSpPr/>
            <p:nvPr/>
          </p:nvSpPr>
          <p:spPr>
            <a:xfrm>
              <a:off x="3840525" y="3249125"/>
              <a:ext cx="178150" cy="294875"/>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0"/>
            <p:cNvSpPr/>
            <p:nvPr/>
          </p:nvSpPr>
          <p:spPr>
            <a:xfrm>
              <a:off x="3929450" y="3247600"/>
              <a:ext cx="83475" cy="524425"/>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0"/>
            <p:cNvSpPr/>
            <p:nvPr/>
          </p:nvSpPr>
          <p:spPr>
            <a:xfrm>
              <a:off x="3902525" y="3601125"/>
              <a:ext cx="295500" cy="170900"/>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0"/>
            <p:cNvSpPr/>
            <p:nvPr/>
          </p:nvSpPr>
          <p:spPr>
            <a:xfrm>
              <a:off x="4201025" y="3131475"/>
              <a:ext cx="235300" cy="464850"/>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0"/>
            <p:cNvSpPr/>
            <p:nvPr/>
          </p:nvSpPr>
          <p:spPr>
            <a:xfrm>
              <a:off x="4233675" y="3136025"/>
              <a:ext cx="222300" cy="45075"/>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0"/>
            <p:cNvSpPr/>
            <p:nvPr/>
          </p:nvSpPr>
          <p:spPr>
            <a:xfrm>
              <a:off x="4455950" y="3147500"/>
              <a:ext cx="71100" cy="411625"/>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0"/>
            <p:cNvSpPr/>
            <p:nvPr/>
          </p:nvSpPr>
          <p:spPr>
            <a:xfrm>
              <a:off x="4198000" y="3559100"/>
              <a:ext cx="329050" cy="41750"/>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0"/>
            <p:cNvSpPr/>
            <p:nvPr/>
          </p:nvSpPr>
          <p:spPr>
            <a:xfrm>
              <a:off x="4198000" y="3589050"/>
              <a:ext cx="205975" cy="407075"/>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0"/>
            <p:cNvSpPr/>
            <p:nvPr/>
          </p:nvSpPr>
          <p:spPr>
            <a:xfrm>
              <a:off x="4185900" y="3589050"/>
              <a:ext cx="12125" cy="523800"/>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0"/>
            <p:cNvSpPr/>
            <p:nvPr/>
          </p:nvSpPr>
          <p:spPr>
            <a:xfrm>
              <a:off x="4185900" y="4100725"/>
              <a:ext cx="119475" cy="168475"/>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0"/>
            <p:cNvSpPr/>
            <p:nvPr/>
          </p:nvSpPr>
          <p:spPr>
            <a:xfrm>
              <a:off x="3958775" y="4085900"/>
              <a:ext cx="227150" cy="14850"/>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0"/>
            <p:cNvSpPr/>
            <p:nvPr/>
          </p:nvSpPr>
          <p:spPr>
            <a:xfrm>
              <a:off x="4185900" y="3996100"/>
              <a:ext cx="218075" cy="104650"/>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0"/>
            <p:cNvSpPr/>
            <p:nvPr/>
          </p:nvSpPr>
          <p:spPr>
            <a:xfrm>
              <a:off x="4334375" y="2852350"/>
              <a:ext cx="111025" cy="283700"/>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0"/>
            <p:cNvSpPr/>
            <p:nvPr/>
          </p:nvSpPr>
          <p:spPr>
            <a:xfrm>
              <a:off x="3385100" y="2652150"/>
              <a:ext cx="158175" cy="225325"/>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0"/>
            <p:cNvSpPr/>
            <p:nvPr/>
          </p:nvSpPr>
          <p:spPr>
            <a:xfrm>
              <a:off x="3544150" y="2591975"/>
              <a:ext cx="256175" cy="64425"/>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0"/>
            <p:cNvSpPr/>
            <p:nvPr/>
          </p:nvSpPr>
          <p:spPr>
            <a:xfrm>
              <a:off x="3473100" y="1177850"/>
              <a:ext cx="3833475" cy="2175325"/>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0"/>
            <p:cNvSpPr/>
            <p:nvPr/>
          </p:nvSpPr>
          <p:spPr>
            <a:xfrm>
              <a:off x="3473100" y="2483100"/>
              <a:ext cx="168475" cy="66850"/>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0"/>
            <p:cNvSpPr/>
            <p:nvPr/>
          </p:nvSpPr>
          <p:spPr>
            <a:xfrm>
              <a:off x="3493950" y="2402950"/>
              <a:ext cx="138850" cy="200825"/>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0"/>
            <p:cNvSpPr/>
            <p:nvPr/>
          </p:nvSpPr>
          <p:spPr>
            <a:xfrm>
              <a:off x="3632775" y="2176750"/>
              <a:ext cx="356575" cy="226225"/>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0"/>
            <p:cNvSpPr/>
            <p:nvPr/>
          </p:nvSpPr>
          <p:spPr>
            <a:xfrm>
              <a:off x="3754650" y="2173125"/>
              <a:ext cx="246200" cy="254050"/>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0"/>
            <p:cNvSpPr/>
            <p:nvPr/>
          </p:nvSpPr>
          <p:spPr>
            <a:xfrm>
              <a:off x="3936100" y="2173125"/>
              <a:ext cx="64750" cy="167850"/>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0"/>
            <p:cNvSpPr/>
            <p:nvPr/>
          </p:nvSpPr>
          <p:spPr>
            <a:xfrm>
              <a:off x="3998100" y="2185200"/>
              <a:ext cx="145775" cy="309700"/>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0"/>
            <p:cNvSpPr/>
            <p:nvPr/>
          </p:nvSpPr>
          <p:spPr>
            <a:xfrm>
              <a:off x="3855350" y="2066350"/>
              <a:ext cx="142775" cy="118875"/>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0"/>
            <p:cNvSpPr/>
            <p:nvPr/>
          </p:nvSpPr>
          <p:spPr>
            <a:xfrm>
              <a:off x="3749500" y="2125625"/>
              <a:ext cx="248625" cy="5960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0"/>
            <p:cNvSpPr/>
            <p:nvPr/>
          </p:nvSpPr>
          <p:spPr>
            <a:xfrm>
              <a:off x="3632775" y="2185200"/>
              <a:ext cx="368075" cy="61425"/>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0"/>
            <p:cNvSpPr/>
            <p:nvPr/>
          </p:nvSpPr>
          <p:spPr>
            <a:xfrm>
              <a:off x="4093350" y="2001950"/>
              <a:ext cx="128250" cy="162725"/>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0"/>
            <p:cNvSpPr/>
            <p:nvPr/>
          </p:nvSpPr>
          <p:spPr>
            <a:xfrm>
              <a:off x="4012900" y="2001950"/>
              <a:ext cx="80475" cy="174825"/>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0"/>
            <p:cNvSpPr/>
            <p:nvPr/>
          </p:nvSpPr>
          <p:spPr>
            <a:xfrm>
              <a:off x="3992350" y="2164650"/>
              <a:ext cx="229850" cy="22100"/>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0"/>
            <p:cNvSpPr/>
            <p:nvPr/>
          </p:nvSpPr>
          <p:spPr>
            <a:xfrm>
              <a:off x="4222175" y="2164650"/>
              <a:ext cx="83200" cy="188125"/>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0"/>
            <p:cNvSpPr/>
            <p:nvPr/>
          </p:nvSpPr>
          <p:spPr>
            <a:xfrm>
              <a:off x="4305350" y="2014050"/>
              <a:ext cx="236525" cy="338725"/>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0"/>
            <p:cNvSpPr/>
            <p:nvPr/>
          </p:nvSpPr>
          <p:spPr>
            <a:xfrm>
              <a:off x="4138725" y="2164650"/>
              <a:ext cx="83475" cy="319075"/>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0"/>
            <p:cNvSpPr/>
            <p:nvPr/>
          </p:nvSpPr>
          <p:spPr>
            <a:xfrm>
              <a:off x="4465925" y="1687425"/>
              <a:ext cx="75950" cy="326650"/>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0"/>
            <p:cNvSpPr/>
            <p:nvPr/>
          </p:nvSpPr>
          <p:spPr>
            <a:xfrm>
              <a:off x="4210100" y="1757300"/>
              <a:ext cx="330850" cy="251925"/>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0"/>
            <p:cNvSpPr/>
            <p:nvPr/>
          </p:nvSpPr>
          <p:spPr>
            <a:xfrm>
              <a:off x="4209475" y="1505075"/>
              <a:ext cx="145800" cy="252250"/>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0"/>
            <p:cNvSpPr/>
            <p:nvPr/>
          </p:nvSpPr>
          <p:spPr>
            <a:xfrm>
              <a:off x="4209475" y="1678950"/>
              <a:ext cx="267975" cy="78375"/>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0"/>
            <p:cNvSpPr/>
            <p:nvPr/>
          </p:nvSpPr>
          <p:spPr>
            <a:xfrm>
              <a:off x="4018650" y="1505075"/>
              <a:ext cx="62625" cy="173900"/>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0"/>
            <p:cNvSpPr/>
            <p:nvPr/>
          </p:nvSpPr>
          <p:spPr>
            <a:xfrm>
              <a:off x="3855350" y="1666875"/>
              <a:ext cx="238025" cy="32675"/>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0"/>
            <p:cNvSpPr/>
            <p:nvPr/>
          </p:nvSpPr>
          <p:spPr>
            <a:xfrm>
              <a:off x="3766450" y="1666875"/>
              <a:ext cx="314825" cy="202025"/>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0"/>
            <p:cNvSpPr/>
            <p:nvPr/>
          </p:nvSpPr>
          <p:spPr>
            <a:xfrm>
              <a:off x="4081250" y="1505075"/>
              <a:ext cx="277950" cy="161825"/>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0"/>
            <p:cNvSpPr/>
            <p:nvPr/>
          </p:nvSpPr>
          <p:spPr>
            <a:xfrm>
              <a:off x="4541850" y="1827450"/>
              <a:ext cx="336900" cy="186625"/>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0"/>
            <p:cNvSpPr/>
            <p:nvPr/>
          </p:nvSpPr>
          <p:spPr>
            <a:xfrm>
              <a:off x="4540925" y="2009200"/>
              <a:ext cx="380775" cy="174225"/>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0"/>
            <p:cNvSpPr/>
            <p:nvPr/>
          </p:nvSpPr>
          <p:spPr>
            <a:xfrm>
              <a:off x="4539125" y="2394175"/>
              <a:ext cx="468175" cy="387425"/>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0"/>
            <p:cNvSpPr/>
            <p:nvPr/>
          </p:nvSpPr>
          <p:spPr>
            <a:xfrm>
              <a:off x="4921675" y="2186725"/>
              <a:ext cx="85625" cy="228350"/>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0"/>
            <p:cNvSpPr/>
            <p:nvPr/>
          </p:nvSpPr>
          <p:spPr>
            <a:xfrm>
              <a:off x="5007275" y="2394175"/>
              <a:ext cx="85000" cy="258000"/>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0"/>
            <p:cNvSpPr/>
            <p:nvPr/>
          </p:nvSpPr>
          <p:spPr>
            <a:xfrm>
              <a:off x="4968850" y="1334200"/>
              <a:ext cx="2205875" cy="1654875"/>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0"/>
            <p:cNvSpPr/>
            <p:nvPr/>
          </p:nvSpPr>
          <p:spPr>
            <a:xfrm>
              <a:off x="4878750" y="1177850"/>
              <a:ext cx="1731050" cy="1005575"/>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0"/>
            <p:cNvSpPr/>
            <p:nvPr/>
          </p:nvSpPr>
          <p:spPr>
            <a:xfrm>
              <a:off x="5092250" y="2143775"/>
              <a:ext cx="396500" cy="851350"/>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0"/>
            <p:cNvSpPr/>
            <p:nvPr/>
          </p:nvSpPr>
          <p:spPr>
            <a:xfrm>
              <a:off x="4389725" y="2014050"/>
              <a:ext cx="617575" cy="114075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0"/>
            <p:cNvSpPr/>
            <p:nvPr/>
          </p:nvSpPr>
          <p:spPr>
            <a:xfrm>
              <a:off x="4420875" y="2917075"/>
              <a:ext cx="25" cy="25"/>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0"/>
            <p:cNvSpPr/>
            <p:nvPr/>
          </p:nvSpPr>
          <p:spPr>
            <a:xfrm>
              <a:off x="5007275" y="2143775"/>
              <a:ext cx="316650" cy="250425"/>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0"/>
            <p:cNvSpPr/>
            <p:nvPr/>
          </p:nvSpPr>
          <p:spPr>
            <a:xfrm>
              <a:off x="5323900" y="2123225"/>
              <a:ext cx="497500" cy="20575"/>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0"/>
            <p:cNvSpPr/>
            <p:nvPr/>
          </p:nvSpPr>
          <p:spPr>
            <a:xfrm>
              <a:off x="5092250" y="2143775"/>
              <a:ext cx="231675" cy="495400"/>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0"/>
            <p:cNvSpPr/>
            <p:nvPr/>
          </p:nvSpPr>
          <p:spPr>
            <a:xfrm>
              <a:off x="4647700" y="2415050"/>
              <a:ext cx="359600" cy="378650"/>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0"/>
            <p:cNvSpPr/>
            <p:nvPr/>
          </p:nvSpPr>
          <p:spPr>
            <a:xfrm>
              <a:off x="5809275" y="1751550"/>
              <a:ext cx="401350" cy="374100"/>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0"/>
            <p:cNvSpPr/>
            <p:nvPr/>
          </p:nvSpPr>
          <p:spPr>
            <a:xfrm>
              <a:off x="5821375" y="1313650"/>
              <a:ext cx="195700" cy="8096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0"/>
            <p:cNvSpPr/>
            <p:nvPr/>
          </p:nvSpPr>
          <p:spPr>
            <a:xfrm>
              <a:off x="5809275" y="2077550"/>
              <a:ext cx="449725" cy="33600"/>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0"/>
            <p:cNvSpPr/>
            <p:nvPr/>
          </p:nvSpPr>
          <p:spPr>
            <a:xfrm>
              <a:off x="5812300" y="2123225"/>
              <a:ext cx="57500" cy="434600"/>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0"/>
            <p:cNvSpPr/>
            <p:nvPr/>
          </p:nvSpPr>
          <p:spPr>
            <a:xfrm>
              <a:off x="5344475" y="2503650"/>
              <a:ext cx="325425" cy="314250"/>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0"/>
            <p:cNvSpPr/>
            <p:nvPr/>
          </p:nvSpPr>
          <p:spPr>
            <a:xfrm>
              <a:off x="5619050" y="2805775"/>
              <a:ext cx="50850" cy="321800"/>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0"/>
            <p:cNvSpPr/>
            <p:nvPr/>
          </p:nvSpPr>
          <p:spPr>
            <a:xfrm>
              <a:off x="5092250" y="2627950"/>
              <a:ext cx="295175" cy="427650"/>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0"/>
            <p:cNvSpPr/>
            <p:nvPr/>
          </p:nvSpPr>
          <p:spPr>
            <a:xfrm>
              <a:off x="6210600" y="1570400"/>
              <a:ext cx="478750" cy="181175"/>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0"/>
            <p:cNvSpPr/>
            <p:nvPr/>
          </p:nvSpPr>
          <p:spPr>
            <a:xfrm>
              <a:off x="6245375" y="2065450"/>
              <a:ext cx="187525" cy="15750"/>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0"/>
            <p:cNvSpPr/>
            <p:nvPr/>
          </p:nvSpPr>
          <p:spPr>
            <a:xfrm>
              <a:off x="6246875" y="2065450"/>
              <a:ext cx="210225" cy="24590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0"/>
            <p:cNvSpPr/>
            <p:nvPr/>
          </p:nvSpPr>
          <p:spPr>
            <a:xfrm>
              <a:off x="5869775" y="2545100"/>
              <a:ext cx="188725" cy="12725"/>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0"/>
            <p:cNvSpPr/>
            <p:nvPr/>
          </p:nvSpPr>
          <p:spPr>
            <a:xfrm>
              <a:off x="5809275" y="2111125"/>
              <a:ext cx="249225" cy="434000"/>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0"/>
            <p:cNvSpPr/>
            <p:nvPr/>
          </p:nvSpPr>
          <p:spPr>
            <a:xfrm>
              <a:off x="4412100" y="2781575"/>
              <a:ext cx="127050" cy="144275"/>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0"/>
            <p:cNvSpPr/>
            <p:nvPr/>
          </p:nvSpPr>
          <p:spPr>
            <a:xfrm>
              <a:off x="4334375" y="2769475"/>
              <a:ext cx="192675" cy="8290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0"/>
            <p:cNvSpPr/>
            <p:nvPr/>
          </p:nvSpPr>
          <p:spPr>
            <a:xfrm>
              <a:off x="4424500" y="2402950"/>
              <a:ext cx="102550" cy="378650"/>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0"/>
            <p:cNvSpPr/>
            <p:nvPr/>
          </p:nvSpPr>
          <p:spPr>
            <a:xfrm>
              <a:off x="4424500" y="2014050"/>
              <a:ext cx="129475" cy="388925"/>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0"/>
            <p:cNvSpPr/>
            <p:nvPr/>
          </p:nvSpPr>
          <p:spPr>
            <a:xfrm>
              <a:off x="5702825" y="3559100"/>
              <a:ext cx="355675" cy="25"/>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0"/>
            <p:cNvSpPr/>
            <p:nvPr/>
          </p:nvSpPr>
          <p:spPr>
            <a:xfrm>
              <a:off x="5975625" y="3844275"/>
              <a:ext cx="460900" cy="552550"/>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0"/>
            <p:cNvSpPr/>
            <p:nvPr/>
          </p:nvSpPr>
          <p:spPr>
            <a:xfrm>
              <a:off x="6283175" y="4106775"/>
              <a:ext cx="427050" cy="43097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0"/>
            <p:cNvSpPr/>
            <p:nvPr/>
          </p:nvSpPr>
          <p:spPr>
            <a:xfrm>
              <a:off x="6415625" y="3845800"/>
              <a:ext cx="315150" cy="259500"/>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0"/>
            <p:cNvSpPr/>
            <p:nvPr/>
          </p:nvSpPr>
          <p:spPr>
            <a:xfrm>
              <a:off x="6282875" y="4157275"/>
              <a:ext cx="329650" cy="164850"/>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0"/>
            <p:cNvSpPr/>
            <p:nvPr/>
          </p:nvSpPr>
          <p:spPr>
            <a:xfrm>
              <a:off x="6263525" y="4379875"/>
              <a:ext cx="336900" cy="159400"/>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0"/>
            <p:cNvSpPr/>
            <p:nvPr/>
          </p:nvSpPr>
          <p:spPr>
            <a:xfrm>
              <a:off x="5975625" y="4136425"/>
              <a:ext cx="307275" cy="20875"/>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0"/>
            <p:cNvSpPr/>
            <p:nvPr/>
          </p:nvSpPr>
          <p:spPr>
            <a:xfrm>
              <a:off x="3882275" y="952550"/>
              <a:ext cx="276125" cy="179350"/>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0"/>
            <p:cNvSpPr/>
            <p:nvPr/>
          </p:nvSpPr>
          <p:spPr>
            <a:xfrm>
              <a:off x="3882275" y="992475"/>
              <a:ext cx="157275" cy="42975"/>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0"/>
            <p:cNvSpPr/>
            <p:nvPr/>
          </p:nvSpPr>
          <p:spPr>
            <a:xfrm>
              <a:off x="4527025" y="2781575"/>
              <a:ext cx="72600" cy="23167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0"/>
            <p:cNvSpPr/>
            <p:nvPr/>
          </p:nvSpPr>
          <p:spPr>
            <a:xfrm>
              <a:off x="4407875" y="2921600"/>
              <a:ext cx="191750" cy="91650"/>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0"/>
            <p:cNvSpPr/>
            <p:nvPr/>
          </p:nvSpPr>
          <p:spPr>
            <a:xfrm>
              <a:off x="4599600" y="2933700"/>
              <a:ext cx="80775" cy="79550"/>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0"/>
            <p:cNvSpPr/>
            <p:nvPr/>
          </p:nvSpPr>
          <p:spPr>
            <a:xfrm>
              <a:off x="4878750" y="1827450"/>
              <a:ext cx="354150" cy="62025"/>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0"/>
            <p:cNvSpPr/>
            <p:nvPr/>
          </p:nvSpPr>
          <p:spPr>
            <a:xfrm>
              <a:off x="5092250" y="2503650"/>
              <a:ext cx="252250" cy="135525"/>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0"/>
            <p:cNvSpPr/>
            <p:nvPr/>
          </p:nvSpPr>
          <p:spPr>
            <a:xfrm>
              <a:off x="4527025" y="2781575"/>
              <a:ext cx="120700" cy="1212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0"/>
            <p:cNvSpPr/>
            <p:nvPr/>
          </p:nvSpPr>
          <p:spPr>
            <a:xfrm>
              <a:off x="4338925" y="2717475"/>
              <a:ext cx="16350" cy="139125"/>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0"/>
            <p:cNvSpPr/>
            <p:nvPr/>
          </p:nvSpPr>
          <p:spPr>
            <a:xfrm>
              <a:off x="4367350" y="2717475"/>
              <a:ext cx="171800" cy="64125"/>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0"/>
            <p:cNvSpPr/>
            <p:nvPr/>
          </p:nvSpPr>
          <p:spPr>
            <a:xfrm>
              <a:off x="4250925" y="2757375"/>
              <a:ext cx="88025" cy="99225"/>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0"/>
            <p:cNvSpPr/>
            <p:nvPr/>
          </p:nvSpPr>
          <p:spPr>
            <a:xfrm>
              <a:off x="4540925" y="1474825"/>
              <a:ext cx="464250" cy="534400"/>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0"/>
            <p:cNvSpPr/>
            <p:nvPr/>
          </p:nvSpPr>
          <p:spPr>
            <a:xfrm>
              <a:off x="2083775" y="4509400"/>
              <a:ext cx="120100" cy="10305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0"/>
            <p:cNvSpPr/>
            <p:nvPr/>
          </p:nvSpPr>
          <p:spPr>
            <a:xfrm>
              <a:off x="2131875" y="4540150"/>
              <a:ext cx="41450" cy="4145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0"/>
            <p:cNvSpPr/>
            <p:nvPr/>
          </p:nvSpPr>
          <p:spPr>
            <a:xfrm>
              <a:off x="2149700" y="3967650"/>
              <a:ext cx="120100" cy="102875"/>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0"/>
            <p:cNvSpPr/>
            <p:nvPr/>
          </p:nvSpPr>
          <p:spPr>
            <a:xfrm>
              <a:off x="2190825" y="3998525"/>
              <a:ext cx="48425" cy="4145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0"/>
            <p:cNvSpPr/>
            <p:nvPr/>
          </p:nvSpPr>
          <p:spPr>
            <a:xfrm>
              <a:off x="2412800" y="3351325"/>
              <a:ext cx="120100" cy="103150"/>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0"/>
            <p:cNvSpPr/>
            <p:nvPr/>
          </p:nvSpPr>
          <p:spPr>
            <a:xfrm>
              <a:off x="2460900" y="3381875"/>
              <a:ext cx="41450" cy="41475"/>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0"/>
            <p:cNvSpPr/>
            <p:nvPr/>
          </p:nvSpPr>
          <p:spPr>
            <a:xfrm>
              <a:off x="2219875" y="3265425"/>
              <a:ext cx="120375" cy="102875"/>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0"/>
            <p:cNvSpPr/>
            <p:nvPr/>
          </p:nvSpPr>
          <p:spPr>
            <a:xfrm>
              <a:off x="2267950" y="3296300"/>
              <a:ext cx="41450" cy="4145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0"/>
            <p:cNvSpPr/>
            <p:nvPr/>
          </p:nvSpPr>
          <p:spPr>
            <a:xfrm>
              <a:off x="1842150" y="2753150"/>
              <a:ext cx="120075" cy="102850"/>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0"/>
            <p:cNvSpPr/>
            <p:nvPr/>
          </p:nvSpPr>
          <p:spPr>
            <a:xfrm>
              <a:off x="1890225" y="2784000"/>
              <a:ext cx="41450" cy="4145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0"/>
            <p:cNvSpPr/>
            <p:nvPr/>
          </p:nvSpPr>
          <p:spPr>
            <a:xfrm>
              <a:off x="1965225" y="2040750"/>
              <a:ext cx="120400" cy="10305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0"/>
            <p:cNvSpPr/>
            <p:nvPr/>
          </p:nvSpPr>
          <p:spPr>
            <a:xfrm>
              <a:off x="2013325" y="2071500"/>
              <a:ext cx="41450" cy="4145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0"/>
            <p:cNvSpPr/>
            <p:nvPr/>
          </p:nvSpPr>
          <p:spPr>
            <a:xfrm>
              <a:off x="2199300" y="2345175"/>
              <a:ext cx="120075" cy="102875"/>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0"/>
            <p:cNvSpPr/>
            <p:nvPr/>
          </p:nvSpPr>
          <p:spPr>
            <a:xfrm>
              <a:off x="2247375" y="2376025"/>
              <a:ext cx="41475" cy="41475"/>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0"/>
            <p:cNvSpPr/>
            <p:nvPr/>
          </p:nvSpPr>
          <p:spPr>
            <a:xfrm>
              <a:off x="3401425" y="2433800"/>
              <a:ext cx="120075" cy="103150"/>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0"/>
            <p:cNvSpPr/>
            <p:nvPr/>
          </p:nvSpPr>
          <p:spPr>
            <a:xfrm>
              <a:off x="3449500" y="2464650"/>
              <a:ext cx="41450" cy="4145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0"/>
            <p:cNvSpPr/>
            <p:nvPr/>
          </p:nvSpPr>
          <p:spPr>
            <a:xfrm>
              <a:off x="3549000" y="2197525"/>
              <a:ext cx="120075" cy="102925"/>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0"/>
            <p:cNvSpPr/>
            <p:nvPr/>
          </p:nvSpPr>
          <p:spPr>
            <a:xfrm>
              <a:off x="3597075" y="2228150"/>
              <a:ext cx="41475" cy="4145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0"/>
            <p:cNvSpPr/>
            <p:nvPr/>
          </p:nvSpPr>
          <p:spPr>
            <a:xfrm>
              <a:off x="3569875" y="3371900"/>
              <a:ext cx="120075" cy="102850"/>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0"/>
            <p:cNvSpPr/>
            <p:nvPr/>
          </p:nvSpPr>
          <p:spPr>
            <a:xfrm>
              <a:off x="3617950" y="3402750"/>
              <a:ext cx="41450" cy="4145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0"/>
            <p:cNvSpPr/>
            <p:nvPr/>
          </p:nvSpPr>
          <p:spPr>
            <a:xfrm>
              <a:off x="3313425" y="2828375"/>
              <a:ext cx="120375" cy="102925"/>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0"/>
            <p:cNvSpPr/>
            <p:nvPr/>
          </p:nvSpPr>
          <p:spPr>
            <a:xfrm>
              <a:off x="3354550" y="2859000"/>
              <a:ext cx="48400" cy="41525"/>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0"/>
            <p:cNvSpPr/>
            <p:nvPr/>
          </p:nvSpPr>
          <p:spPr>
            <a:xfrm>
              <a:off x="3471575" y="2603150"/>
              <a:ext cx="120100" cy="102850"/>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0"/>
            <p:cNvSpPr/>
            <p:nvPr/>
          </p:nvSpPr>
          <p:spPr>
            <a:xfrm>
              <a:off x="3519675" y="2634000"/>
              <a:ext cx="41450" cy="4145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0"/>
            <p:cNvSpPr/>
            <p:nvPr/>
          </p:nvSpPr>
          <p:spPr>
            <a:xfrm>
              <a:off x="3857775" y="2291950"/>
              <a:ext cx="120375" cy="102850"/>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0"/>
            <p:cNvSpPr/>
            <p:nvPr/>
          </p:nvSpPr>
          <p:spPr>
            <a:xfrm>
              <a:off x="3898900" y="2322800"/>
              <a:ext cx="48400" cy="41475"/>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0"/>
            <p:cNvSpPr/>
            <p:nvPr/>
          </p:nvSpPr>
          <p:spPr>
            <a:xfrm>
              <a:off x="4072500" y="2533875"/>
              <a:ext cx="120075" cy="102875"/>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0"/>
            <p:cNvSpPr/>
            <p:nvPr/>
          </p:nvSpPr>
          <p:spPr>
            <a:xfrm>
              <a:off x="4113625" y="2564750"/>
              <a:ext cx="48400" cy="4145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0"/>
            <p:cNvSpPr/>
            <p:nvPr/>
          </p:nvSpPr>
          <p:spPr>
            <a:xfrm>
              <a:off x="3851425" y="3723000"/>
              <a:ext cx="120375" cy="102850"/>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0"/>
            <p:cNvSpPr/>
            <p:nvPr/>
          </p:nvSpPr>
          <p:spPr>
            <a:xfrm>
              <a:off x="3899500" y="3753850"/>
              <a:ext cx="41450" cy="41475"/>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0"/>
            <p:cNvSpPr/>
            <p:nvPr/>
          </p:nvSpPr>
          <p:spPr>
            <a:xfrm>
              <a:off x="3967850" y="4372300"/>
              <a:ext cx="120075" cy="102850"/>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0"/>
            <p:cNvSpPr/>
            <p:nvPr/>
          </p:nvSpPr>
          <p:spPr>
            <a:xfrm>
              <a:off x="4015625" y="4403150"/>
              <a:ext cx="41475" cy="4145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0"/>
            <p:cNvSpPr/>
            <p:nvPr/>
          </p:nvSpPr>
          <p:spPr>
            <a:xfrm>
              <a:off x="4332275" y="3946800"/>
              <a:ext cx="120075" cy="103150"/>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0"/>
            <p:cNvSpPr/>
            <p:nvPr/>
          </p:nvSpPr>
          <p:spPr>
            <a:xfrm>
              <a:off x="4373400" y="3977650"/>
              <a:ext cx="48400" cy="41525"/>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0"/>
            <p:cNvSpPr/>
            <p:nvPr/>
          </p:nvSpPr>
          <p:spPr>
            <a:xfrm>
              <a:off x="4373700" y="3087000"/>
              <a:ext cx="120075" cy="102875"/>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0"/>
            <p:cNvSpPr/>
            <p:nvPr/>
          </p:nvSpPr>
          <p:spPr>
            <a:xfrm>
              <a:off x="4414825" y="3117875"/>
              <a:ext cx="48425" cy="4145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0"/>
            <p:cNvSpPr/>
            <p:nvPr/>
          </p:nvSpPr>
          <p:spPr>
            <a:xfrm>
              <a:off x="4262700" y="2803350"/>
              <a:ext cx="120300" cy="102850"/>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0"/>
            <p:cNvSpPr/>
            <p:nvPr/>
          </p:nvSpPr>
          <p:spPr>
            <a:xfrm>
              <a:off x="4303850" y="2833900"/>
              <a:ext cx="48400" cy="41650"/>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0"/>
            <p:cNvSpPr/>
            <p:nvPr/>
          </p:nvSpPr>
          <p:spPr>
            <a:xfrm>
              <a:off x="4621375" y="3199925"/>
              <a:ext cx="120400" cy="10305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0"/>
            <p:cNvSpPr/>
            <p:nvPr/>
          </p:nvSpPr>
          <p:spPr>
            <a:xfrm>
              <a:off x="4669475" y="3230675"/>
              <a:ext cx="41450" cy="4145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0"/>
            <p:cNvSpPr/>
            <p:nvPr/>
          </p:nvSpPr>
          <p:spPr>
            <a:xfrm>
              <a:off x="4021975" y="2689275"/>
              <a:ext cx="120100" cy="102925"/>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0"/>
            <p:cNvSpPr/>
            <p:nvPr/>
          </p:nvSpPr>
          <p:spPr>
            <a:xfrm>
              <a:off x="4062800" y="2719875"/>
              <a:ext cx="48425" cy="41550"/>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0"/>
            <p:cNvSpPr/>
            <p:nvPr/>
          </p:nvSpPr>
          <p:spPr>
            <a:xfrm>
              <a:off x="4233675" y="2303750"/>
              <a:ext cx="120075" cy="102850"/>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0"/>
            <p:cNvSpPr/>
            <p:nvPr/>
          </p:nvSpPr>
          <p:spPr>
            <a:xfrm>
              <a:off x="4274500" y="2334600"/>
              <a:ext cx="48725" cy="4145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0"/>
            <p:cNvSpPr/>
            <p:nvPr/>
          </p:nvSpPr>
          <p:spPr>
            <a:xfrm>
              <a:off x="4318350" y="2590375"/>
              <a:ext cx="120100" cy="102925"/>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0"/>
            <p:cNvSpPr/>
            <p:nvPr/>
          </p:nvSpPr>
          <p:spPr>
            <a:xfrm>
              <a:off x="4359175" y="2621000"/>
              <a:ext cx="48725" cy="41350"/>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0"/>
            <p:cNvSpPr/>
            <p:nvPr/>
          </p:nvSpPr>
          <p:spPr>
            <a:xfrm>
              <a:off x="4394250" y="1634200"/>
              <a:ext cx="120400" cy="102850"/>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0"/>
            <p:cNvSpPr/>
            <p:nvPr/>
          </p:nvSpPr>
          <p:spPr>
            <a:xfrm>
              <a:off x="4442350" y="1665050"/>
              <a:ext cx="41450" cy="4145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0"/>
            <p:cNvSpPr/>
            <p:nvPr/>
          </p:nvSpPr>
          <p:spPr>
            <a:xfrm>
              <a:off x="4894150" y="2876825"/>
              <a:ext cx="120100" cy="102875"/>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0"/>
            <p:cNvSpPr/>
            <p:nvPr/>
          </p:nvSpPr>
          <p:spPr>
            <a:xfrm>
              <a:off x="4935300" y="2907375"/>
              <a:ext cx="48400" cy="41550"/>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0"/>
            <p:cNvSpPr/>
            <p:nvPr/>
          </p:nvSpPr>
          <p:spPr>
            <a:xfrm>
              <a:off x="4915025" y="1435200"/>
              <a:ext cx="120100" cy="102850"/>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0"/>
            <p:cNvSpPr/>
            <p:nvPr/>
          </p:nvSpPr>
          <p:spPr>
            <a:xfrm>
              <a:off x="4962800" y="1466050"/>
              <a:ext cx="41475" cy="41475"/>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0"/>
            <p:cNvSpPr/>
            <p:nvPr/>
          </p:nvSpPr>
          <p:spPr>
            <a:xfrm>
              <a:off x="5924800" y="2946025"/>
              <a:ext cx="120100" cy="102925"/>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0"/>
            <p:cNvSpPr/>
            <p:nvPr/>
          </p:nvSpPr>
          <p:spPr>
            <a:xfrm>
              <a:off x="5965925" y="2976650"/>
              <a:ext cx="48425" cy="41525"/>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0"/>
            <p:cNvSpPr/>
            <p:nvPr/>
          </p:nvSpPr>
          <p:spPr>
            <a:xfrm>
              <a:off x="5966250" y="3510025"/>
              <a:ext cx="120075" cy="102925"/>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0"/>
            <p:cNvSpPr/>
            <p:nvPr/>
          </p:nvSpPr>
          <p:spPr>
            <a:xfrm>
              <a:off x="6007075" y="3540650"/>
              <a:ext cx="48700" cy="41525"/>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0"/>
            <p:cNvSpPr/>
            <p:nvPr/>
          </p:nvSpPr>
          <p:spPr>
            <a:xfrm>
              <a:off x="5904250" y="4108225"/>
              <a:ext cx="120075" cy="102925"/>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0"/>
            <p:cNvSpPr/>
            <p:nvPr/>
          </p:nvSpPr>
          <p:spPr>
            <a:xfrm>
              <a:off x="5945075" y="4138825"/>
              <a:ext cx="48400" cy="41550"/>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0"/>
            <p:cNvSpPr/>
            <p:nvPr/>
          </p:nvSpPr>
          <p:spPr>
            <a:xfrm>
              <a:off x="6199400" y="4330850"/>
              <a:ext cx="120100" cy="102875"/>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0"/>
            <p:cNvSpPr/>
            <p:nvPr/>
          </p:nvSpPr>
          <p:spPr>
            <a:xfrm>
              <a:off x="6240225" y="4361725"/>
              <a:ext cx="48725" cy="4145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0"/>
            <p:cNvSpPr/>
            <p:nvPr/>
          </p:nvSpPr>
          <p:spPr>
            <a:xfrm>
              <a:off x="6380250" y="3795600"/>
              <a:ext cx="105875" cy="102550"/>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0"/>
            <p:cNvSpPr/>
            <p:nvPr/>
          </p:nvSpPr>
          <p:spPr>
            <a:xfrm>
              <a:off x="6405950" y="3826100"/>
              <a:ext cx="49275" cy="41525"/>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0"/>
            <p:cNvSpPr/>
            <p:nvPr/>
          </p:nvSpPr>
          <p:spPr>
            <a:xfrm>
              <a:off x="6565025" y="4489025"/>
              <a:ext cx="106475" cy="102575"/>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0"/>
            <p:cNvSpPr/>
            <p:nvPr/>
          </p:nvSpPr>
          <p:spPr>
            <a:xfrm>
              <a:off x="6590725" y="4519525"/>
              <a:ext cx="48975" cy="41475"/>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0"/>
            <p:cNvSpPr/>
            <p:nvPr/>
          </p:nvSpPr>
          <p:spPr>
            <a:xfrm>
              <a:off x="6653950" y="4057775"/>
              <a:ext cx="105250" cy="102850"/>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0"/>
            <p:cNvSpPr/>
            <p:nvPr/>
          </p:nvSpPr>
          <p:spPr>
            <a:xfrm>
              <a:off x="6679650" y="4088300"/>
              <a:ext cx="49250" cy="41500"/>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0"/>
            <p:cNvSpPr/>
            <p:nvPr/>
          </p:nvSpPr>
          <p:spPr>
            <a:xfrm>
              <a:off x="5631150" y="3510025"/>
              <a:ext cx="120100" cy="102925"/>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0"/>
            <p:cNvSpPr/>
            <p:nvPr/>
          </p:nvSpPr>
          <p:spPr>
            <a:xfrm>
              <a:off x="5672275" y="3540650"/>
              <a:ext cx="48425" cy="41525"/>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0"/>
            <p:cNvSpPr/>
            <p:nvPr/>
          </p:nvSpPr>
          <p:spPr>
            <a:xfrm>
              <a:off x="6059075" y="2542375"/>
              <a:ext cx="120400" cy="103150"/>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0"/>
            <p:cNvSpPr/>
            <p:nvPr/>
          </p:nvSpPr>
          <p:spPr>
            <a:xfrm>
              <a:off x="6100200" y="2573225"/>
              <a:ext cx="48425" cy="41525"/>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0"/>
            <p:cNvSpPr/>
            <p:nvPr/>
          </p:nvSpPr>
          <p:spPr>
            <a:xfrm>
              <a:off x="6406250" y="2262325"/>
              <a:ext cx="120100" cy="102850"/>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0"/>
            <p:cNvSpPr/>
            <p:nvPr/>
          </p:nvSpPr>
          <p:spPr>
            <a:xfrm>
              <a:off x="6447375" y="2293175"/>
              <a:ext cx="48425" cy="4145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0"/>
            <p:cNvSpPr/>
            <p:nvPr/>
          </p:nvSpPr>
          <p:spPr>
            <a:xfrm>
              <a:off x="6528750" y="1840450"/>
              <a:ext cx="120075" cy="102850"/>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0"/>
            <p:cNvSpPr/>
            <p:nvPr/>
          </p:nvSpPr>
          <p:spPr>
            <a:xfrm>
              <a:off x="6576825" y="1871300"/>
              <a:ext cx="41450" cy="4145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0"/>
            <p:cNvSpPr/>
            <p:nvPr/>
          </p:nvSpPr>
          <p:spPr>
            <a:xfrm>
              <a:off x="7234575" y="1435200"/>
              <a:ext cx="120100" cy="102850"/>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0"/>
            <p:cNvSpPr/>
            <p:nvPr/>
          </p:nvSpPr>
          <p:spPr>
            <a:xfrm>
              <a:off x="7282675" y="1466050"/>
              <a:ext cx="41450" cy="41475"/>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0"/>
            <p:cNvSpPr/>
            <p:nvPr/>
          </p:nvSpPr>
          <p:spPr>
            <a:xfrm>
              <a:off x="7114525" y="1799000"/>
              <a:ext cx="120075" cy="102875"/>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0"/>
            <p:cNvSpPr/>
            <p:nvPr/>
          </p:nvSpPr>
          <p:spPr>
            <a:xfrm>
              <a:off x="7155650" y="1829875"/>
              <a:ext cx="48425" cy="4145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0"/>
            <p:cNvSpPr/>
            <p:nvPr/>
          </p:nvSpPr>
          <p:spPr>
            <a:xfrm>
              <a:off x="5945675" y="1264625"/>
              <a:ext cx="120075" cy="102875"/>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0"/>
            <p:cNvSpPr/>
            <p:nvPr/>
          </p:nvSpPr>
          <p:spPr>
            <a:xfrm>
              <a:off x="5986500" y="1295200"/>
              <a:ext cx="48400" cy="41525"/>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0"/>
            <p:cNvSpPr/>
            <p:nvPr/>
          </p:nvSpPr>
          <p:spPr>
            <a:xfrm>
              <a:off x="3967850" y="986125"/>
              <a:ext cx="120075" cy="103150"/>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0"/>
            <p:cNvSpPr/>
            <p:nvPr/>
          </p:nvSpPr>
          <p:spPr>
            <a:xfrm>
              <a:off x="4015625" y="1016975"/>
              <a:ext cx="41475" cy="4145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0"/>
            <p:cNvSpPr/>
            <p:nvPr/>
          </p:nvSpPr>
          <p:spPr>
            <a:xfrm>
              <a:off x="3810600" y="947700"/>
              <a:ext cx="120075" cy="103175"/>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0"/>
            <p:cNvSpPr/>
            <p:nvPr/>
          </p:nvSpPr>
          <p:spPr>
            <a:xfrm>
              <a:off x="3858675" y="978550"/>
              <a:ext cx="41450" cy="41475"/>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0"/>
            <p:cNvSpPr/>
            <p:nvPr/>
          </p:nvSpPr>
          <p:spPr>
            <a:xfrm>
              <a:off x="3908875" y="1090125"/>
              <a:ext cx="102850" cy="88350"/>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0"/>
            <p:cNvSpPr/>
            <p:nvPr/>
          </p:nvSpPr>
          <p:spPr>
            <a:xfrm>
              <a:off x="3949700" y="1121000"/>
              <a:ext cx="31475" cy="26675"/>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0"/>
            <p:cNvSpPr/>
            <p:nvPr/>
          </p:nvSpPr>
          <p:spPr>
            <a:xfrm>
              <a:off x="4091550" y="910775"/>
              <a:ext cx="103150" cy="88375"/>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0"/>
            <p:cNvSpPr/>
            <p:nvPr/>
          </p:nvSpPr>
          <p:spPr>
            <a:xfrm>
              <a:off x="4137200" y="941675"/>
              <a:ext cx="26950" cy="26625"/>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0"/>
            <p:cNvSpPr/>
            <p:nvPr/>
          </p:nvSpPr>
          <p:spPr>
            <a:xfrm>
              <a:off x="5526825" y="1128850"/>
              <a:ext cx="120075" cy="102850"/>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0"/>
            <p:cNvSpPr/>
            <p:nvPr/>
          </p:nvSpPr>
          <p:spPr>
            <a:xfrm>
              <a:off x="5574900" y="1159700"/>
              <a:ext cx="41475" cy="41475"/>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0"/>
            <p:cNvSpPr/>
            <p:nvPr/>
          </p:nvSpPr>
          <p:spPr>
            <a:xfrm>
              <a:off x="6549300" y="1285200"/>
              <a:ext cx="120400" cy="102850"/>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0"/>
            <p:cNvSpPr/>
            <p:nvPr/>
          </p:nvSpPr>
          <p:spPr>
            <a:xfrm>
              <a:off x="6590425" y="1316050"/>
              <a:ext cx="48425" cy="41475"/>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0"/>
            <p:cNvSpPr/>
            <p:nvPr/>
          </p:nvSpPr>
          <p:spPr>
            <a:xfrm>
              <a:off x="3219375" y="1617800"/>
              <a:ext cx="120075" cy="102925"/>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0"/>
            <p:cNvSpPr/>
            <p:nvPr/>
          </p:nvSpPr>
          <p:spPr>
            <a:xfrm>
              <a:off x="3267150" y="1648725"/>
              <a:ext cx="41450" cy="4145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0"/>
            <p:cNvSpPr/>
            <p:nvPr/>
          </p:nvSpPr>
          <p:spPr>
            <a:xfrm>
              <a:off x="4287500" y="1455775"/>
              <a:ext cx="120400" cy="103150"/>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0"/>
            <p:cNvSpPr/>
            <p:nvPr/>
          </p:nvSpPr>
          <p:spPr>
            <a:xfrm>
              <a:off x="4335600" y="1486625"/>
              <a:ext cx="41450" cy="4145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0"/>
            <p:cNvSpPr/>
            <p:nvPr/>
          </p:nvSpPr>
          <p:spPr>
            <a:xfrm>
              <a:off x="5316025" y="3027225"/>
              <a:ext cx="120100" cy="103075"/>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0"/>
            <p:cNvSpPr/>
            <p:nvPr/>
          </p:nvSpPr>
          <p:spPr>
            <a:xfrm>
              <a:off x="5363825" y="3058000"/>
              <a:ext cx="41450" cy="4145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0"/>
            <p:cNvSpPr/>
            <p:nvPr/>
          </p:nvSpPr>
          <p:spPr>
            <a:xfrm>
              <a:off x="5252225" y="2094775"/>
              <a:ext cx="120075" cy="102850"/>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0"/>
            <p:cNvSpPr/>
            <p:nvPr/>
          </p:nvSpPr>
          <p:spPr>
            <a:xfrm>
              <a:off x="5300300" y="2125625"/>
              <a:ext cx="41475" cy="41475"/>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0"/>
            <p:cNvSpPr/>
            <p:nvPr/>
          </p:nvSpPr>
          <p:spPr>
            <a:xfrm>
              <a:off x="5798100" y="2508725"/>
              <a:ext cx="120375" cy="102925"/>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0"/>
            <p:cNvSpPr/>
            <p:nvPr/>
          </p:nvSpPr>
          <p:spPr>
            <a:xfrm>
              <a:off x="5839225" y="2539650"/>
              <a:ext cx="48400" cy="4145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0"/>
            <p:cNvSpPr/>
            <p:nvPr/>
          </p:nvSpPr>
          <p:spPr>
            <a:xfrm>
              <a:off x="4906250" y="2323200"/>
              <a:ext cx="171500" cy="146925"/>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0"/>
            <p:cNvSpPr/>
            <p:nvPr/>
          </p:nvSpPr>
          <p:spPr>
            <a:xfrm>
              <a:off x="4961600" y="2353950"/>
              <a:ext cx="85300" cy="85325"/>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0"/>
            <p:cNvSpPr/>
            <p:nvPr/>
          </p:nvSpPr>
          <p:spPr>
            <a:xfrm>
              <a:off x="4807075" y="1778150"/>
              <a:ext cx="120375" cy="103150"/>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0"/>
            <p:cNvSpPr/>
            <p:nvPr/>
          </p:nvSpPr>
          <p:spPr>
            <a:xfrm>
              <a:off x="4848200" y="1809000"/>
              <a:ext cx="48400" cy="41525"/>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0"/>
            <p:cNvSpPr/>
            <p:nvPr/>
          </p:nvSpPr>
          <p:spPr>
            <a:xfrm>
              <a:off x="6138625" y="1702250"/>
              <a:ext cx="120375" cy="103150"/>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0"/>
            <p:cNvSpPr/>
            <p:nvPr/>
          </p:nvSpPr>
          <p:spPr>
            <a:xfrm>
              <a:off x="6179750" y="1733100"/>
              <a:ext cx="48400" cy="41525"/>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0"/>
            <p:cNvSpPr/>
            <p:nvPr/>
          </p:nvSpPr>
          <p:spPr>
            <a:xfrm>
              <a:off x="3911000" y="2124650"/>
              <a:ext cx="147000" cy="125900"/>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0"/>
            <p:cNvSpPr/>
            <p:nvPr/>
          </p:nvSpPr>
          <p:spPr>
            <a:xfrm>
              <a:off x="3952125" y="2155575"/>
              <a:ext cx="75325" cy="64275"/>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0"/>
            <p:cNvSpPr/>
            <p:nvPr/>
          </p:nvSpPr>
          <p:spPr>
            <a:xfrm>
              <a:off x="3674500" y="2074000"/>
              <a:ext cx="120100" cy="103075"/>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0"/>
            <p:cNvSpPr/>
            <p:nvPr/>
          </p:nvSpPr>
          <p:spPr>
            <a:xfrm>
              <a:off x="3722600" y="2104775"/>
              <a:ext cx="41450" cy="4145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0"/>
            <p:cNvSpPr/>
            <p:nvPr/>
          </p:nvSpPr>
          <p:spPr>
            <a:xfrm>
              <a:off x="3946975" y="1455775"/>
              <a:ext cx="120400" cy="103150"/>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0"/>
            <p:cNvSpPr/>
            <p:nvPr/>
          </p:nvSpPr>
          <p:spPr>
            <a:xfrm>
              <a:off x="3988200" y="1486925"/>
              <a:ext cx="48325" cy="41350"/>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0"/>
            <p:cNvSpPr/>
            <p:nvPr/>
          </p:nvSpPr>
          <p:spPr>
            <a:xfrm>
              <a:off x="3695075" y="1819575"/>
              <a:ext cx="120075" cy="103150"/>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0"/>
            <p:cNvSpPr/>
            <p:nvPr/>
          </p:nvSpPr>
          <p:spPr>
            <a:xfrm>
              <a:off x="3743150" y="1850425"/>
              <a:ext cx="41450" cy="41475"/>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0"/>
            <p:cNvSpPr/>
            <p:nvPr/>
          </p:nvSpPr>
          <p:spPr>
            <a:xfrm>
              <a:off x="2320275" y="1902450"/>
              <a:ext cx="120075" cy="103150"/>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0"/>
            <p:cNvSpPr/>
            <p:nvPr/>
          </p:nvSpPr>
          <p:spPr>
            <a:xfrm>
              <a:off x="2368350" y="1933300"/>
              <a:ext cx="41450" cy="4145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0"/>
            <p:cNvSpPr/>
            <p:nvPr/>
          </p:nvSpPr>
          <p:spPr>
            <a:xfrm>
              <a:off x="2371375" y="1149525"/>
              <a:ext cx="120100" cy="10305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0"/>
            <p:cNvSpPr/>
            <p:nvPr/>
          </p:nvSpPr>
          <p:spPr>
            <a:xfrm>
              <a:off x="2419475" y="1180275"/>
              <a:ext cx="41450" cy="4145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0"/>
            <p:cNvSpPr/>
            <p:nvPr/>
          </p:nvSpPr>
          <p:spPr>
            <a:xfrm>
              <a:off x="1965525" y="743275"/>
              <a:ext cx="120100" cy="102850"/>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0"/>
            <p:cNvSpPr/>
            <p:nvPr/>
          </p:nvSpPr>
          <p:spPr>
            <a:xfrm>
              <a:off x="2013325" y="774125"/>
              <a:ext cx="41450" cy="4145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0"/>
            <p:cNvSpPr/>
            <p:nvPr/>
          </p:nvSpPr>
          <p:spPr>
            <a:xfrm>
              <a:off x="1650400" y="859700"/>
              <a:ext cx="120100" cy="103150"/>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0"/>
            <p:cNvSpPr/>
            <p:nvPr/>
          </p:nvSpPr>
          <p:spPr>
            <a:xfrm>
              <a:off x="1698200" y="890550"/>
              <a:ext cx="41450" cy="41475"/>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0"/>
            <p:cNvSpPr/>
            <p:nvPr/>
          </p:nvSpPr>
          <p:spPr>
            <a:xfrm>
              <a:off x="1564225" y="1128850"/>
              <a:ext cx="120075" cy="102850"/>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0"/>
            <p:cNvSpPr/>
            <p:nvPr/>
          </p:nvSpPr>
          <p:spPr>
            <a:xfrm>
              <a:off x="1612000" y="1159700"/>
              <a:ext cx="41450" cy="41475"/>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0"/>
            <p:cNvSpPr/>
            <p:nvPr/>
          </p:nvSpPr>
          <p:spPr>
            <a:xfrm>
              <a:off x="1259375" y="1031175"/>
              <a:ext cx="120100" cy="102850"/>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0"/>
            <p:cNvSpPr/>
            <p:nvPr/>
          </p:nvSpPr>
          <p:spPr>
            <a:xfrm>
              <a:off x="1307175" y="1062025"/>
              <a:ext cx="41450" cy="4145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0"/>
            <p:cNvSpPr/>
            <p:nvPr/>
          </p:nvSpPr>
          <p:spPr>
            <a:xfrm>
              <a:off x="1437800" y="1312050"/>
              <a:ext cx="120100" cy="102925"/>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0"/>
            <p:cNvSpPr/>
            <p:nvPr/>
          </p:nvSpPr>
          <p:spPr>
            <a:xfrm>
              <a:off x="1485600" y="1342675"/>
              <a:ext cx="41450" cy="4145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0"/>
            <p:cNvSpPr/>
            <p:nvPr/>
          </p:nvSpPr>
          <p:spPr>
            <a:xfrm>
              <a:off x="1315025" y="1203175"/>
              <a:ext cx="120100" cy="102925"/>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0"/>
            <p:cNvSpPr/>
            <p:nvPr/>
          </p:nvSpPr>
          <p:spPr>
            <a:xfrm>
              <a:off x="1363125" y="1233800"/>
              <a:ext cx="41450" cy="4145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0"/>
            <p:cNvSpPr/>
            <p:nvPr/>
          </p:nvSpPr>
          <p:spPr>
            <a:xfrm>
              <a:off x="2412800" y="797700"/>
              <a:ext cx="120100" cy="102850"/>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0"/>
            <p:cNvSpPr/>
            <p:nvPr/>
          </p:nvSpPr>
          <p:spPr>
            <a:xfrm>
              <a:off x="2460900" y="828550"/>
              <a:ext cx="41450" cy="41475"/>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0"/>
            <p:cNvSpPr/>
            <p:nvPr/>
          </p:nvSpPr>
          <p:spPr>
            <a:xfrm>
              <a:off x="3030350" y="1476350"/>
              <a:ext cx="120075" cy="103150"/>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0"/>
            <p:cNvSpPr/>
            <p:nvPr/>
          </p:nvSpPr>
          <p:spPr>
            <a:xfrm>
              <a:off x="3078125" y="1507500"/>
              <a:ext cx="41475" cy="4145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0"/>
            <p:cNvSpPr/>
            <p:nvPr/>
          </p:nvSpPr>
          <p:spPr>
            <a:xfrm>
              <a:off x="2817750" y="1584900"/>
              <a:ext cx="120075" cy="103150"/>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0"/>
            <p:cNvSpPr/>
            <p:nvPr/>
          </p:nvSpPr>
          <p:spPr>
            <a:xfrm>
              <a:off x="2865825" y="1615750"/>
              <a:ext cx="41475" cy="41475"/>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0"/>
            <p:cNvSpPr/>
            <p:nvPr/>
          </p:nvSpPr>
          <p:spPr>
            <a:xfrm>
              <a:off x="2583075" y="1723100"/>
              <a:ext cx="120075" cy="102850"/>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0"/>
            <p:cNvSpPr/>
            <p:nvPr/>
          </p:nvSpPr>
          <p:spPr>
            <a:xfrm>
              <a:off x="2631150" y="1753950"/>
              <a:ext cx="41475" cy="41475"/>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0"/>
            <p:cNvSpPr/>
            <p:nvPr/>
          </p:nvSpPr>
          <p:spPr>
            <a:xfrm>
              <a:off x="1041650" y="2365850"/>
              <a:ext cx="120075" cy="10305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0"/>
            <p:cNvSpPr/>
            <p:nvPr/>
          </p:nvSpPr>
          <p:spPr>
            <a:xfrm>
              <a:off x="1089725" y="2396600"/>
              <a:ext cx="41450" cy="4145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0"/>
            <p:cNvSpPr/>
            <p:nvPr/>
          </p:nvSpPr>
          <p:spPr>
            <a:xfrm>
              <a:off x="1635600" y="1840450"/>
              <a:ext cx="120075" cy="102850"/>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0"/>
            <p:cNvSpPr/>
            <p:nvPr/>
          </p:nvSpPr>
          <p:spPr>
            <a:xfrm>
              <a:off x="1683675" y="1871300"/>
              <a:ext cx="41450" cy="4145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0"/>
            <p:cNvSpPr/>
            <p:nvPr/>
          </p:nvSpPr>
          <p:spPr>
            <a:xfrm>
              <a:off x="1563925" y="1617800"/>
              <a:ext cx="120375" cy="102925"/>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0"/>
            <p:cNvSpPr/>
            <p:nvPr/>
          </p:nvSpPr>
          <p:spPr>
            <a:xfrm>
              <a:off x="1612000" y="1648725"/>
              <a:ext cx="41450" cy="4145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0"/>
            <p:cNvSpPr/>
            <p:nvPr/>
          </p:nvSpPr>
          <p:spPr>
            <a:xfrm>
              <a:off x="1504650" y="2183975"/>
              <a:ext cx="151825" cy="130100"/>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0"/>
            <p:cNvSpPr/>
            <p:nvPr/>
          </p:nvSpPr>
          <p:spPr>
            <a:xfrm>
              <a:off x="1546075" y="2214850"/>
              <a:ext cx="79550" cy="68175"/>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0"/>
            <p:cNvSpPr/>
            <p:nvPr/>
          </p:nvSpPr>
          <p:spPr>
            <a:xfrm>
              <a:off x="716850" y="1861250"/>
              <a:ext cx="120075" cy="102925"/>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0"/>
            <p:cNvSpPr/>
            <p:nvPr/>
          </p:nvSpPr>
          <p:spPr>
            <a:xfrm>
              <a:off x="764925" y="1891875"/>
              <a:ext cx="41450" cy="4145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0"/>
            <p:cNvSpPr/>
            <p:nvPr/>
          </p:nvSpPr>
          <p:spPr>
            <a:xfrm>
              <a:off x="340625" y="1402850"/>
              <a:ext cx="120100" cy="102850"/>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0"/>
            <p:cNvSpPr/>
            <p:nvPr/>
          </p:nvSpPr>
          <p:spPr>
            <a:xfrm>
              <a:off x="388425" y="1433400"/>
              <a:ext cx="41450" cy="4145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0"/>
            <p:cNvSpPr/>
            <p:nvPr/>
          </p:nvSpPr>
          <p:spPr>
            <a:xfrm>
              <a:off x="1211300" y="1476350"/>
              <a:ext cx="120075" cy="103150"/>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0"/>
            <p:cNvSpPr/>
            <p:nvPr/>
          </p:nvSpPr>
          <p:spPr>
            <a:xfrm>
              <a:off x="1259375" y="1507500"/>
              <a:ext cx="41475" cy="4145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0"/>
            <p:cNvSpPr/>
            <p:nvPr/>
          </p:nvSpPr>
          <p:spPr>
            <a:xfrm>
              <a:off x="1083075" y="1840450"/>
              <a:ext cx="120075" cy="102850"/>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0"/>
            <p:cNvSpPr/>
            <p:nvPr/>
          </p:nvSpPr>
          <p:spPr>
            <a:xfrm>
              <a:off x="1131150" y="1871300"/>
              <a:ext cx="41475" cy="4145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0"/>
            <p:cNvSpPr/>
            <p:nvPr/>
          </p:nvSpPr>
          <p:spPr>
            <a:xfrm>
              <a:off x="1584775" y="2966650"/>
              <a:ext cx="120100" cy="102850"/>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0"/>
            <p:cNvSpPr/>
            <p:nvPr/>
          </p:nvSpPr>
          <p:spPr>
            <a:xfrm>
              <a:off x="1632875" y="2997500"/>
              <a:ext cx="41450" cy="41475"/>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0"/>
            <p:cNvSpPr/>
            <p:nvPr/>
          </p:nvSpPr>
          <p:spPr>
            <a:xfrm>
              <a:off x="1425725" y="3008100"/>
              <a:ext cx="120075" cy="102850"/>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0"/>
            <p:cNvSpPr/>
            <p:nvPr/>
          </p:nvSpPr>
          <p:spPr>
            <a:xfrm>
              <a:off x="1473800" y="3038950"/>
              <a:ext cx="41450" cy="4145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0"/>
            <p:cNvSpPr/>
            <p:nvPr/>
          </p:nvSpPr>
          <p:spPr>
            <a:xfrm>
              <a:off x="1742050" y="3194300"/>
              <a:ext cx="120075" cy="102925"/>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0"/>
            <p:cNvSpPr/>
            <p:nvPr/>
          </p:nvSpPr>
          <p:spPr>
            <a:xfrm>
              <a:off x="1789825" y="3224925"/>
              <a:ext cx="41450" cy="4145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0"/>
            <p:cNvSpPr/>
            <p:nvPr/>
          </p:nvSpPr>
          <p:spPr>
            <a:xfrm>
              <a:off x="2597975" y="4168450"/>
              <a:ext cx="120000" cy="102875"/>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0"/>
            <p:cNvSpPr/>
            <p:nvPr/>
          </p:nvSpPr>
          <p:spPr>
            <a:xfrm>
              <a:off x="2639025" y="4199325"/>
              <a:ext cx="48400" cy="4145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0"/>
            <p:cNvSpPr/>
            <p:nvPr/>
          </p:nvSpPr>
          <p:spPr>
            <a:xfrm>
              <a:off x="2800500" y="3889925"/>
              <a:ext cx="120100" cy="102875"/>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0"/>
            <p:cNvSpPr/>
            <p:nvPr/>
          </p:nvSpPr>
          <p:spPr>
            <a:xfrm>
              <a:off x="2841650" y="3920775"/>
              <a:ext cx="48400" cy="41375"/>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0"/>
            <p:cNvSpPr/>
            <p:nvPr/>
          </p:nvSpPr>
          <p:spPr>
            <a:xfrm>
              <a:off x="3081750" y="818275"/>
              <a:ext cx="120400" cy="103150"/>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0"/>
            <p:cNvSpPr/>
            <p:nvPr/>
          </p:nvSpPr>
          <p:spPr>
            <a:xfrm>
              <a:off x="3129850" y="849125"/>
              <a:ext cx="41450" cy="4145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0"/>
            <p:cNvSpPr/>
            <p:nvPr/>
          </p:nvSpPr>
          <p:spPr>
            <a:xfrm>
              <a:off x="3177925" y="1190950"/>
              <a:ext cx="120100" cy="10305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0"/>
            <p:cNvSpPr/>
            <p:nvPr/>
          </p:nvSpPr>
          <p:spPr>
            <a:xfrm>
              <a:off x="3226025" y="1221700"/>
              <a:ext cx="41450" cy="4145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0"/>
            <p:cNvSpPr/>
            <p:nvPr/>
          </p:nvSpPr>
          <p:spPr>
            <a:xfrm>
              <a:off x="2412800" y="4488725"/>
              <a:ext cx="120100" cy="102850"/>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0"/>
            <p:cNvSpPr/>
            <p:nvPr/>
          </p:nvSpPr>
          <p:spPr>
            <a:xfrm>
              <a:off x="2460900" y="4519575"/>
              <a:ext cx="41450" cy="4145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0"/>
            <p:cNvSpPr/>
            <p:nvPr/>
          </p:nvSpPr>
          <p:spPr>
            <a:xfrm>
              <a:off x="2205050" y="4762100"/>
              <a:ext cx="120075" cy="102875"/>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0"/>
            <p:cNvSpPr/>
            <p:nvPr/>
          </p:nvSpPr>
          <p:spPr>
            <a:xfrm>
              <a:off x="2246175" y="4792975"/>
              <a:ext cx="48425" cy="4145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0"/>
            <p:cNvSpPr/>
            <p:nvPr/>
          </p:nvSpPr>
          <p:spPr>
            <a:xfrm>
              <a:off x="2157575" y="4159525"/>
              <a:ext cx="106475" cy="91225"/>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0"/>
            <p:cNvSpPr/>
            <p:nvPr/>
          </p:nvSpPr>
          <p:spPr>
            <a:xfrm>
              <a:off x="2198400" y="4189950"/>
              <a:ext cx="35100" cy="29875"/>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0"/>
            <p:cNvSpPr/>
            <p:nvPr/>
          </p:nvSpPr>
          <p:spPr>
            <a:xfrm>
              <a:off x="2467250" y="3721450"/>
              <a:ext cx="123700" cy="105925"/>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0"/>
            <p:cNvSpPr/>
            <p:nvPr/>
          </p:nvSpPr>
          <p:spPr>
            <a:xfrm>
              <a:off x="2508075" y="3752350"/>
              <a:ext cx="52350" cy="445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0"/>
            <p:cNvSpPr/>
            <p:nvPr/>
          </p:nvSpPr>
          <p:spPr>
            <a:xfrm>
              <a:off x="4442950" y="1944400"/>
              <a:ext cx="167875" cy="144050"/>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0"/>
            <p:cNvSpPr/>
            <p:nvPr/>
          </p:nvSpPr>
          <p:spPr>
            <a:xfrm>
              <a:off x="4484075" y="1975325"/>
              <a:ext cx="96200" cy="8237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0"/>
            <p:cNvSpPr/>
            <p:nvPr/>
          </p:nvSpPr>
          <p:spPr>
            <a:xfrm>
              <a:off x="4198000" y="2611725"/>
              <a:ext cx="99825" cy="85800"/>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0"/>
            <p:cNvSpPr/>
            <p:nvPr/>
          </p:nvSpPr>
          <p:spPr>
            <a:xfrm>
              <a:off x="4238825" y="2642475"/>
              <a:ext cx="28150" cy="24400"/>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0"/>
            <p:cNvSpPr/>
            <p:nvPr/>
          </p:nvSpPr>
          <p:spPr>
            <a:xfrm>
              <a:off x="4451125" y="2729175"/>
              <a:ext cx="127950" cy="109575"/>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0"/>
            <p:cNvSpPr/>
            <p:nvPr/>
          </p:nvSpPr>
          <p:spPr>
            <a:xfrm>
              <a:off x="4491950" y="2759800"/>
              <a:ext cx="56275" cy="48275"/>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0"/>
            <p:cNvSpPr/>
            <p:nvPr/>
          </p:nvSpPr>
          <p:spPr>
            <a:xfrm>
              <a:off x="4352525" y="2885400"/>
              <a:ext cx="99825" cy="85525"/>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0"/>
            <p:cNvSpPr/>
            <p:nvPr/>
          </p:nvSpPr>
          <p:spPr>
            <a:xfrm>
              <a:off x="4393350" y="2916150"/>
              <a:ext cx="28450" cy="2417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0"/>
            <p:cNvSpPr/>
            <p:nvPr/>
          </p:nvSpPr>
          <p:spPr>
            <a:xfrm>
              <a:off x="4567550" y="2743950"/>
              <a:ext cx="121600" cy="104175"/>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0"/>
            <p:cNvSpPr/>
            <p:nvPr/>
          </p:nvSpPr>
          <p:spPr>
            <a:xfrm>
              <a:off x="4608675" y="2774925"/>
              <a:ext cx="49625" cy="42550"/>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0"/>
            <p:cNvSpPr/>
            <p:nvPr/>
          </p:nvSpPr>
          <p:spPr>
            <a:xfrm>
              <a:off x="4624400" y="2893350"/>
              <a:ext cx="100125" cy="85725"/>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0"/>
            <p:cNvSpPr/>
            <p:nvPr/>
          </p:nvSpPr>
          <p:spPr>
            <a:xfrm>
              <a:off x="4665525" y="2924325"/>
              <a:ext cx="28150" cy="2417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0"/>
            <p:cNvSpPr/>
            <p:nvPr/>
          </p:nvSpPr>
          <p:spPr>
            <a:xfrm>
              <a:off x="4731150" y="2864625"/>
              <a:ext cx="100125" cy="85725"/>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0"/>
            <p:cNvSpPr/>
            <p:nvPr/>
          </p:nvSpPr>
          <p:spPr>
            <a:xfrm>
              <a:off x="4776525" y="2895300"/>
              <a:ext cx="24225" cy="24200"/>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0"/>
            <p:cNvSpPr/>
            <p:nvPr/>
          </p:nvSpPr>
          <p:spPr>
            <a:xfrm>
              <a:off x="4804050" y="2960725"/>
              <a:ext cx="100125" cy="85500"/>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0"/>
            <p:cNvSpPr/>
            <p:nvPr/>
          </p:nvSpPr>
          <p:spPr>
            <a:xfrm>
              <a:off x="4845175" y="2991450"/>
              <a:ext cx="28150" cy="2417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0"/>
            <p:cNvSpPr/>
            <p:nvPr/>
          </p:nvSpPr>
          <p:spPr>
            <a:xfrm>
              <a:off x="4539725" y="2972825"/>
              <a:ext cx="99825" cy="85500"/>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0"/>
            <p:cNvSpPr/>
            <p:nvPr/>
          </p:nvSpPr>
          <p:spPr>
            <a:xfrm>
              <a:off x="4580550" y="3003550"/>
              <a:ext cx="28450" cy="24425"/>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0"/>
            <p:cNvSpPr/>
            <p:nvPr/>
          </p:nvSpPr>
          <p:spPr>
            <a:xfrm>
              <a:off x="4575400" y="3117975"/>
              <a:ext cx="100125" cy="85800"/>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0"/>
            <p:cNvSpPr/>
            <p:nvPr/>
          </p:nvSpPr>
          <p:spPr>
            <a:xfrm>
              <a:off x="4616550" y="3148725"/>
              <a:ext cx="28150" cy="24400"/>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0"/>
            <p:cNvSpPr/>
            <p:nvPr/>
          </p:nvSpPr>
          <p:spPr>
            <a:xfrm>
              <a:off x="4443550" y="3075025"/>
              <a:ext cx="100025" cy="85500"/>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0"/>
            <p:cNvSpPr/>
            <p:nvPr/>
          </p:nvSpPr>
          <p:spPr>
            <a:xfrm>
              <a:off x="4488625" y="3105775"/>
              <a:ext cx="24200" cy="24225"/>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0"/>
            <p:cNvSpPr/>
            <p:nvPr/>
          </p:nvSpPr>
          <p:spPr>
            <a:xfrm>
              <a:off x="5032375" y="2599625"/>
              <a:ext cx="99825" cy="85800"/>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0"/>
            <p:cNvSpPr/>
            <p:nvPr/>
          </p:nvSpPr>
          <p:spPr>
            <a:xfrm>
              <a:off x="5077425" y="2630375"/>
              <a:ext cx="24225" cy="24225"/>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0"/>
            <p:cNvSpPr/>
            <p:nvPr/>
          </p:nvSpPr>
          <p:spPr>
            <a:xfrm>
              <a:off x="5066850" y="2948625"/>
              <a:ext cx="100125" cy="85800"/>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0"/>
            <p:cNvSpPr/>
            <p:nvPr/>
          </p:nvSpPr>
          <p:spPr>
            <a:xfrm>
              <a:off x="5107975" y="2979350"/>
              <a:ext cx="28150" cy="24325"/>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0"/>
            <p:cNvSpPr/>
            <p:nvPr/>
          </p:nvSpPr>
          <p:spPr>
            <a:xfrm>
              <a:off x="5066850" y="3036025"/>
              <a:ext cx="100125" cy="85800"/>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0"/>
            <p:cNvSpPr/>
            <p:nvPr/>
          </p:nvSpPr>
          <p:spPr>
            <a:xfrm>
              <a:off x="5107975" y="3066750"/>
              <a:ext cx="28150" cy="2417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0"/>
            <p:cNvSpPr/>
            <p:nvPr/>
          </p:nvSpPr>
          <p:spPr>
            <a:xfrm>
              <a:off x="5189625" y="3312725"/>
              <a:ext cx="99825" cy="85825"/>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0"/>
            <p:cNvSpPr/>
            <p:nvPr/>
          </p:nvSpPr>
          <p:spPr>
            <a:xfrm>
              <a:off x="5230450" y="3343475"/>
              <a:ext cx="28450" cy="24300"/>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0"/>
            <p:cNvSpPr/>
            <p:nvPr/>
          </p:nvSpPr>
          <p:spPr>
            <a:xfrm>
              <a:off x="5428525" y="2960725"/>
              <a:ext cx="100125" cy="85500"/>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0"/>
            <p:cNvSpPr/>
            <p:nvPr/>
          </p:nvSpPr>
          <p:spPr>
            <a:xfrm>
              <a:off x="5469675" y="2991450"/>
              <a:ext cx="28150" cy="24125"/>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0"/>
            <p:cNvSpPr/>
            <p:nvPr/>
          </p:nvSpPr>
          <p:spPr>
            <a:xfrm>
              <a:off x="5565225" y="3091050"/>
              <a:ext cx="100125" cy="85525"/>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0"/>
            <p:cNvSpPr/>
            <p:nvPr/>
          </p:nvSpPr>
          <p:spPr>
            <a:xfrm>
              <a:off x="5606350" y="3121800"/>
              <a:ext cx="28150" cy="2417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0"/>
            <p:cNvSpPr/>
            <p:nvPr/>
          </p:nvSpPr>
          <p:spPr>
            <a:xfrm>
              <a:off x="5622075" y="3238500"/>
              <a:ext cx="99825" cy="85650"/>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0"/>
            <p:cNvSpPr/>
            <p:nvPr/>
          </p:nvSpPr>
          <p:spPr>
            <a:xfrm>
              <a:off x="5667150" y="3269075"/>
              <a:ext cx="24225" cy="24225"/>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0"/>
            <p:cNvSpPr/>
            <p:nvPr/>
          </p:nvSpPr>
          <p:spPr>
            <a:xfrm>
              <a:off x="5773600" y="3238400"/>
              <a:ext cx="99825" cy="85750"/>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0"/>
            <p:cNvSpPr/>
            <p:nvPr/>
          </p:nvSpPr>
          <p:spPr>
            <a:xfrm>
              <a:off x="5814425" y="3269375"/>
              <a:ext cx="28450" cy="24125"/>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0"/>
            <p:cNvSpPr/>
            <p:nvPr/>
          </p:nvSpPr>
          <p:spPr>
            <a:xfrm>
              <a:off x="4861800" y="2144800"/>
              <a:ext cx="99825" cy="85800"/>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0"/>
            <p:cNvSpPr/>
            <p:nvPr/>
          </p:nvSpPr>
          <p:spPr>
            <a:xfrm>
              <a:off x="4902625" y="2175525"/>
              <a:ext cx="28450" cy="2417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0"/>
            <p:cNvSpPr/>
            <p:nvPr/>
          </p:nvSpPr>
          <p:spPr>
            <a:xfrm>
              <a:off x="4295075" y="2677125"/>
              <a:ext cx="99825" cy="85725"/>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0"/>
            <p:cNvSpPr/>
            <p:nvPr/>
          </p:nvSpPr>
          <p:spPr>
            <a:xfrm>
              <a:off x="4336200" y="2707800"/>
              <a:ext cx="28150" cy="24400"/>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0"/>
            <p:cNvSpPr/>
            <p:nvPr/>
          </p:nvSpPr>
          <p:spPr>
            <a:xfrm>
              <a:off x="4185900" y="2718475"/>
              <a:ext cx="99825" cy="85800"/>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0"/>
            <p:cNvSpPr/>
            <p:nvPr/>
          </p:nvSpPr>
          <p:spPr>
            <a:xfrm>
              <a:off x="4226725" y="2749500"/>
              <a:ext cx="28150" cy="24125"/>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0"/>
            <p:cNvSpPr/>
            <p:nvPr/>
          </p:nvSpPr>
          <p:spPr>
            <a:xfrm>
              <a:off x="5284575" y="2463225"/>
              <a:ext cx="99825" cy="85825"/>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0"/>
            <p:cNvSpPr/>
            <p:nvPr/>
          </p:nvSpPr>
          <p:spPr>
            <a:xfrm>
              <a:off x="5329650" y="2493975"/>
              <a:ext cx="24225" cy="24225"/>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0"/>
            <p:cNvSpPr/>
            <p:nvPr/>
          </p:nvSpPr>
          <p:spPr>
            <a:xfrm>
              <a:off x="5140625" y="1833850"/>
              <a:ext cx="135225" cy="116100"/>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0"/>
            <p:cNvSpPr/>
            <p:nvPr/>
          </p:nvSpPr>
          <p:spPr>
            <a:xfrm>
              <a:off x="5190825" y="1864650"/>
              <a:ext cx="54475" cy="5445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0"/>
            <p:cNvSpPr/>
            <p:nvPr/>
          </p:nvSpPr>
          <p:spPr>
            <a:xfrm>
              <a:off x="5543150" y="1497350"/>
              <a:ext cx="127950" cy="109350"/>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0"/>
            <p:cNvSpPr/>
            <p:nvPr/>
          </p:nvSpPr>
          <p:spPr>
            <a:xfrm>
              <a:off x="5592150" y="1528050"/>
              <a:ext cx="48100" cy="48125"/>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0"/>
            <p:cNvSpPr/>
            <p:nvPr/>
          </p:nvSpPr>
          <p:spPr>
            <a:xfrm>
              <a:off x="5727925" y="2045500"/>
              <a:ext cx="158500" cy="135800"/>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0"/>
            <p:cNvSpPr/>
            <p:nvPr/>
          </p:nvSpPr>
          <p:spPr>
            <a:xfrm>
              <a:off x="5768750" y="2076350"/>
              <a:ext cx="86825" cy="74400"/>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0"/>
            <p:cNvSpPr/>
            <p:nvPr/>
          </p:nvSpPr>
          <p:spPr>
            <a:xfrm>
              <a:off x="5610000" y="2765350"/>
              <a:ext cx="99800" cy="85500"/>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0"/>
            <p:cNvSpPr/>
            <p:nvPr/>
          </p:nvSpPr>
          <p:spPr>
            <a:xfrm>
              <a:off x="5655050" y="2796100"/>
              <a:ext cx="24225" cy="24225"/>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0"/>
            <p:cNvSpPr/>
            <p:nvPr/>
          </p:nvSpPr>
          <p:spPr>
            <a:xfrm>
              <a:off x="5773600" y="2997000"/>
              <a:ext cx="99825" cy="85500"/>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0"/>
            <p:cNvSpPr/>
            <p:nvPr/>
          </p:nvSpPr>
          <p:spPr>
            <a:xfrm>
              <a:off x="5814425" y="3027750"/>
              <a:ext cx="28450" cy="2417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0"/>
            <p:cNvSpPr/>
            <p:nvPr/>
          </p:nvSpPr>
          <p:spPr>
            <a:xfrm>
              <a:off x="6082975" y="2753250"/>
              <a:ext cx="99825" cy="85500"/>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0"/>
            <p:cNvSpPr/>
            <p:nvPr/>
          </p:nvSpPr>
          <p:spPr>
            <a:xfrm>
              <a:off x="6128025" y="2784000"/>
              <a:ext cx="24225" cy="24225"/>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0"/>
            <p:cNvSpPr/>
            <p:nvPr/>
          </p:nvSpPr>
          <p:spPr>
            <a:xfrm>
              <a:off x="5998300" y="2508600"/>
              <a:ext cx="100125" cy="85800"/>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0"/>
            <p:cNvSpPr/>
            <p:nvPr/>
          </p:nvSpPr>
          <p:spPr>
            <a:xfrm>
              <a:off x="6043650" y="2539650"/>
              <a:ext cx="23925" cy="23900"/>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0"/>
            <p:cNvSpPr/>
            <p:nvPr/>
          </p:nvSpPr>
          <p:spPr>
            <a:xfrm>
              <a:off x="6210900" y="4116850"/>
              <a:ext cx="99825" cy="85525"/>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0"/>
            <p:cNvSpPr/>
            <p:nvPr/>
          </p:nvSpPr>
          <p:spPr>
            <a:xfrm>
              <a:off x="6255950" y="4147600"/>
              <a:ext cx="24225" cy="24225"/>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0"/>
            <p:cNvSpPr/>
            <p:nvPr/>
          </p:nvSpPr>
          <p:spPr>
            <a:xfrm>
              <a:off x="6540225" y="4281675"/>
              <a:ext cx="100125" cy="85500"/>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0"/>
            <p:cNvSpPr/>
            <p:nvPr/>
          </p:nvSpPr>
          <p:spPr>
            <a:xfrm>
              <a:off x="6585300" y="4312425"/>
              <a:ext cx="24200" cy="24225"/>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0"/>
            <p:cNvSpPr/>
            <p:nvPr/>
          </p:nvSpPr>
          <p:spPr>
            <a:xfrm>
              <a:off x="6201225" y="2037025"/>
              <a:ext cx="85300" cy="8560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0"/>
            <p:cNvSpPr/>
            <p:nvPr/>
          </p:nvSpPr>
          <p:spPr>
            <a:xfrm>
              <a:off x="6231750" y="2067875"/>
              <a:ext cx="24225" cy="24225"/>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0"/>
            <p:cNvSpPr/>
            <p:nvPr/>
          </p:nvSpPr>
          <p:spPr>
            <a:xfrm>
              <a:off x="6481875" y="2061325"/>
              <a:ext cx="99800" cy="85500"/>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0"/>
            <p:cNvSpPr/>
            <p:nvPr/>
          </p:nvSpPr>
          <p:spPr>
            <a:xfrm>
              <a:off x="6526925" y="2092075"/>
              <a:ext cx="24225" cy="24200"/>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0"/>
            <p:cNvSpPr/>
            <p:nvPr/>
          </p:nvSpPr>
          <p:spPr>
            <a:xfrm>
              <a:off x="6385100" y="2025025"/>
              <a:ext cx="99800" cy="85525"/>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0"/>
            <p:cNvSpPr/>
            <p:nvPr/>
          </p:nvSpPr>
          <p:spPr>
            <a:xfrm>
              <a:off x="6425925" y="2055775"/>
              <a:ext cx="28450" cy="24100"/>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0"/>
            <p:cNvSpPr/>
            <p:nvPr/>
          </p:nvSpPr>
          <p:spPr>
            <a:xfrm>
              <a:off x="6629150" y="1530150"/>
              <a:ext cx="100125" cy="85625"/>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0"/>
            <p:cNvSpPr/>
            <p:nvPr/>
          </p:nvSpPr>
          <p:spPr>
            <a:xfrm>
              <a:off x="6670275" y="1561000"/>
              <a:ext cx="28450" cy="24125"/>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0"/>
            <p:cNvSpPr/>
            <p:nvPr/>
          </p:nvSpPr>
          <p:spPr>
            <a:xfrm>
              <a:off x="4161400" y="2124225"/>
              <a:ext cx="100125" cy="85500"/>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0"/>
            <p:cNvSpPr/>
            <p:nvPr/>
          </p:nvSpPr>
          <p:spPr>
            <a:xfrm>
              <a:off x="4202525" y="2154975"/>
              <a:ext cx="28450" cy="2417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0"/>
            <p:cNvSpPr/>
            <p:nvPr/>
          </p:nvSpPr>
          <p:spPr>
            <a:xfrm>
              <a:off x="4364625" y="2374625"/>
              <a:ext cx="99825" cy="85500"/>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0"/>
            <p:cNvSpPr/>
            <p:nvPr/>
          </p:nvSpPr>
          <p:spPr>
            <a:xfrm>
              <a:off x="4405450" y="2405375"/>
              <a:ext cx="28450" cy="2417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0"/>
            <p:cNvSpPr/>
            <p:nvPr/>
          </p:nvSpPr>
          <p:spPr>
            <a:xfrm>
              <a:off x="4314425" y="2463225"/>
              <a:ext cx="100125" cy="85825"/>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0"/>
            <p:cNvSpPr/>
            <p:nvPr/>
          </p:nvSpPr>
          <p:spPr>
            <a:xfrm>
              <a:off x="4355550" y="2493975"/>
              <a:ext cx="28450" cy="24325"/>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0"/>
            <p:cNvSpPr/>
            <p:nvPr/>
          </p:nvSpPr>
          <p:spPr>
            <a:xfrm>
              <a:off x="4189525" y="2537525"/>
              <a:ext cx="51725" cy="51450"/>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0"/>
            <p:cNvSpPr/>
            <p:nvPr/>
          </p:nvSpPr>
          <p:spPr>
            <a:xfrm>
              <a:off x="4207975" y="2555975"/>
              <a:ext cx="14850" cy="14550"/>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0"/>
            <p:cNvSpPr/>
            <p:nvPr/>
          </p:nvSpPr>
          <p:spPr>
            <a:xfrm>
              <a:off x="3822075" y="2410925"/>
              <a:ext cx="100125" cy="85500"/>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0"/>
            <p:cNvSpPr/>
            <p:nvPr/>
          </p:nvSpPr>
          <p:spPr>
            <a:xfrm>
              <a:off x="3863225" y="2441650"/>
              <a:ext cx="28150" cy="24125"/>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0"/>
            <p:cNvSpPr/>
            <p:nvPr/>
          </p:nvSpPr>
          <p:spPr>
            <a:xfrm>
              <a:off x="3581350" y="2509500"/>
              <a:ext cx="99825" cy="85525"/>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0"/>
            <p:cNvSpPr/>
            <p:nvPr/>
          </p:nvSpPr>
          <p:spPr>
            <a:xfrm>
              <a:off x="3626425" y="2540250"/>
              <a:ext cx="24200" cy="24225"/>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0"/>
            <p:cNvSpPr/>
            <p:nvPr/>
          </p:nvSpPr>
          <p:spPr>
            <a:xfrm>
              <a:off x="3445875" y="2365850"/>
              <a:ext cx="100125" cy="85825"/>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0"/>
            <p:cNvSpPr/>
            <p:nvPr/>
          </p:nvSpPr>
          <p:spPr>
            <a:xfrm>
              <a:off x="3490925" y="2396600"/>
              <a:ext cx="24225" cy="24225"/>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0"/>
            <p:cNvSpPr/>
            <p:nvPr/>
          </p:nvSpPr>
          <p:spPr>
            <a:xfrm>
              <a:off x="3572600" y="2365850"/>
              <a:ext cx="100125" cy="85825"/>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0"/>
            <p:cNvSpPr/>
            <p:nvPr/>
          </p:nvSpPr>
          <p:spPr>
            <a:xfrm>
              <a:off x="3613725" y="2396600"/>
              <a:ext cx="28150" cy="24400"/>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0"/>
            <p:cNvSpPr/>
            <p:nvPr/>
          </p:nvSpPr>
          <p:spPr>
            <a:xfrm>
              <a:off x="3433775" y="2563325"/>
              <a:ext cx="100125" cy="85525"/>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0"/>
            <p:cNvSpPr/>
            <p:nvPr/>
          </p:nvSpPr>
          <p:spPr>
            <a:xfrm>
              <a:off x="3478850" y="2594075"/>
              <a:ext cx="24200" cy="24225"/>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0"/>
            <p:cNvSpPr/>
            <p:nvPr/>
          </p:nvSpPr>
          <p:spPr>
            <a:xfrm>
              <a:off x="4004450" y="2497600"/>
              <a:ext cx="85600" cy="85325"/>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0"/>
            <p:cNvSpPr/>
            <p:nvPr/>
          </p:nvSpPr>
          <p:spPr>
            <a:xfrm>
              <a:off x="4031350" y="2528150"/>
              <a:ext cx="28150" cy="24125"/>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0"/>
            <p:cNvSpPr/>
            <p:nvPr/>
          </p:nvSpPr>
          <p:spPr>
            <a:xfrm>
              <a:off x="4083975" y="2442675"/>
              <a:ext cx="99825" cy="85500"/>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0"/>
            <p:cNvSpPr/>
            <p:nvPr/>
          </p:nvSpPr>
          <p:spPr>
            <a:xfrm>
              <a:off x="4129050" y="2473425"/>
              <a:ext cx="24200" cy="24200"/>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0"/>
            <p:cNvSpPr/>
            <p:nvPr/>
          </p:nvSpPr>
          <p:spPr>
            <a:xfrm>
              <a:off x="4150200" y="1716875"/>
              <a:ext cx="99825" cy="85500"/>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0"/>
            <p:cNvSpPr/>
            <p:nvPr/>
          </p:nvSpPr>
          <p:spPr>
            <a:xfrm>
              <a:off x="4195275" y="1747600"/>
              <a:ext cx="23900" cy="24225"/>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0"/>
            <p:cNvSpPr/>
            <p:nvPr/>
          </p:nvSpPr>
          <p:spPr>
            <a:xfrm>
              <a:off x="3795175" y="1659100"/>
              <a:ext cx="100125" cy="85825"/>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0"/>
            <p:cNvSpPr/>
            <p:nvPr/>
          </p:nvSpPr>
          <p:spPr>
            <a:xfrm>
              <a:off x="3840525" y="1690150"/>
              <a:ext cx="23925" cy="23925"/>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0"/>
            <p:cNvSpPr/>
            <p:nvPr/>
          </p:nvSpPr>
          <p:spPr>
            <a:xfrm>
              <a:off x="4047700" y="1961725"/>
              <a:ext cx="85600" cy="8560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0"/>
            <p:cNvSpPr/>
            <p:nvPr/>
          </p:nvSpPr>
          <p:spPr>
            <a:xfrm>
              <a:off x="4074600" y="1992275"/>
              <a:ext cx="28150" cy="2417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0"/>
            <p:cNvSpPr/>
            <p:nvPr/>
          </p:nvSpPr>
          <p:spPr>
            <a:xfrm>
              <a:off x="3560800" y="2016700"/>
              <a:ext cx="99825" cy="85675"/>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0"/>
            <p:cNvSpPr/>
            <p:nvPr/>
          </p:nvSpPr>
          <p:spPr>
            <a:xfrm>
              <a:off x="3605850" y="2047300"/>
              <a:ext cx="23925" cy="24225"/>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0"/>
            <p:cNvSpPr/>
            <p:nvPr/>
          </p:nvSpPr>
          <p:spPr>
            <a:xfrm>
              <a:off x="3694475" y="2386725"/>
              <a:ext cx="100125" cy="85500"/>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0"/>
            <p:cNvSpPr/>
            <p:nvPr/>
          </p:nvSpPr>
          <p:spPr>
            <a:xfrm>
              <a:off x="3735600" y="2417475"/>
              <a:ext cx="28450" cy="24100"/>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0"/>
            <p:cNvSpPr/>
            <p:nvPr/>
          </p:nvSpPr>
          <p:spPr>
            <a:xfrm>
              <a:off x="3795175" y="2028650"/>
              <a:ext cx="100125" cy="85825"/>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0"/>
            <p:cNvSpPr/>
            <p:nvPr/>
          </p:nvSpPr>
          <p:spPr>
            <a:xfrm>
              <a:off x="3836300" y="2059400"/>
              <a:ext cx="28150" cy="2417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0"/>
            <p:cNvSpPr/>
            <p:nvPr/>
          </p:nvSpPr>
          <p:spPr>
            <a:xfrm>
              <a:off x="3795175" y="1911325"/>
              <a:ext cx="100125" cy="85500"/>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0"/>
            <p:cNvSpPr/>
            <p:nvPr/>
          </p:nvSpPr>
          <p:spPr>
            <a:xfrm>
              <a:off x="3836300" y="1942075"/>
              <a:ext cx="28150" cy="24100"/>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0"/>
            <p:cNvSpPr/>
            <p:nvPr/>
          </p:nvSpPr>
          <p:spPr>
            <a:xfrm>
              <a:off x="3952725" y="1807600"/>
              <a:ext cx="100125" cy="85500"/>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0"/>
            <p:cNvSpPr/>
            <p:nvPr/>
          </p:nvSpPr>
          <p:spPr>
            <a:xfrm>
              <a:off x="3997800" y="1838325"/>
              <a:ext cx="24200" cy="24225"/>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0"/>
            <p:cNvSpPr/>
            <p:nvPr/>
          </p:nvSpPr>
          <p:spPr>
            <a:xfrm>
              <a:off x="3931550" y="2028850"/>
              <a:ext cx="85625" cy="85625"/>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0"/>
            <p:cNvSpPr/>
            <p:nvPr/>
          </p:nvSpPr>
          <p:spPr>
            <a:xfrm>
              <a:off x="3958175" y="2059400"/>
              <a:ext cx="28150" cy="2417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0"/>
            <p:cNvSpPr/>
            <p:nvPr/>
          </p:nvSpPr>
          <p:spPr>
            <a:xfrm>
              <a:off x="4021375" y="1626450"/>
              <a:ext cx="99825" cy="85500"/>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0"/>
            <p:cNvSpPr/>
            <p:nvPr/>
          </p:nvSpPr>
          <p:spPr>
            <a:xfrm>
              <a:off x="4066450" y="1657200"/>
              <a:ext cx="24200" cy="24200"/>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0"/>
            <p:cNvSpPr/>
            <p:nvPr/>
          </p:nvSpPr>
          <p:spPr>
            <a:xfrm>
              <a:off x="4127225" y="3552550"/>
              <a:ext cx="118875" cy="101825"/>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0"/>
            <p:cNvSpPr/>
            <p:nvPr/>
          </p:nvSpPr>
          <p:spPr>
            <a:xfrm>
              <a:off x="4168050" y="3583300"/>
              <a:ext cx="47200" cy="40425"/>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0"/>
            <p:cNvSpPr/>
            <p:nvPr/>
          </p:nvSpPr>
          <p:spPr>
            <a:xfrm>
              <a:off x="4126025" y="4060600"/>
              <a:ext cx="99825" cy="85525"/>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0"/>
            <p:cNvSpPr/>
            <p:nvPr/>
          </p:nvSpPr>
          <p:spPr>
            <a:xfrm>
              <a:off x="4166850" y="4091050"/>
              <a:ext cx="28450" cy="24425"/>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0"/>
            <p:cNvSpPr/>
            <p:nvPr/>
          </p:nvSpPr>
          <p:spPr>
            <a:xfrm>
              <a:off x="4173500" y="3140650"/>
              <a:ext cx="100125" cy="85500"/>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0"/>
            <p:cNvSpPr/>
            <p:nvPr/>
          </p:nvSpPr>
          <p:spPr>
            <a:xfrm>
              <a:off x="4214625" y="3171400"/>
              <a:ext cx="28450" cy="24100"/>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0"/>
            <p:cNvSpPr/>
            <p:nvPr/>
          </p:nvSpPr>
          <p:spPr>
            <a:xfrm>
              <a:off x="3610700" y="3121125"/>
              <a:ext cx="117050" cy="100200"/>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0"/>
            <p:cNvSpPr/>
            <p:nvPr/>
          </p:nvSpPr>
          <p:spPr>
            <a:xfrm>
              <a:off x="3658175" y="3152050"/>
              <a:ext cx="38725" cy="38725"/>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0"/>
            <p:cNvSpPr/>
            <p:nvPr/>
          </p:nvSpPr>
          <p:spPr>
            <a:xfrm>
              <a:off x="2178425" y="3469700"/>
              <a:ext cx="116175" cy="99700"/>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0"/>
            <p:cNvSpPr/>
            <p:nvPr/>
          </p:nvSpPr>
          <p:spPr>
            <a:xfrm>
              <a:off x="2225925" y="3500425"/>
              <a:ext cx="38125" cy="38125"/>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0"/>
            <p:cNvSpPr/>
            <p:nvPr/>
          </p:nvSpPr>
          <p:spPr>
            <a:xfrm>
              <a:off x="1469875" y="2529475"/>
              <a:ext cx="100125" cy="85800"/>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0"/>
            <p:cNvSpPr/>
            <p:nvPr/>
          </p:nvSpPr>
          <p:spPr>
            <a:xfrm>
              <a:off x="1511000" y="2560200"/>
              <a:ext cx="28150" cy="2417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0"/>
            <p:cNvSpPr/>
            <p:nvPr/>
          </p:nvSpPr>
          <p:spPr>
            <a:xfrm>
              <a:off x="1786500" y="2996100"/>
              <a:ext cx="99825" cy="85500"/>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0"/>
            <p:cNvSpPr/>
            <p:nvPr/>
          </p:nvSpPr>
          <p:spPr>
            <a:xfrm>
              <a:off x="1831250" y="3026850"/>
              <a:ext cx="24225" cy="24200"/>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0"/>
            <p:cNvSpPr/>
            <p:nvPr/>
          </p:nvSpPr>
          <p:spPr>
            <a:xfrm>
              <a:off x="1886600" y="3253450"/>
              <a:ext cx="99825" cy="85525"/>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0"/>
            <p:cNvSpPr/>
            <p:nvPr/>
          </p:nvSpPr>
          <p:spPr>
            <a:xfrm>
              <a:off x="1931650" y="3284200"/>
              <a:ext cx="24225" cy="24225"/>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0"/>
            <p:cNvSpPr/>
            <p:nvPr/>
          </p:nvSpPr>
          <p:spPr>
            <a:xfrm>
              <a:off x="2044475" y="2563325"/>
              <a:ext cx="100125" cy="85525"/>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0"/>
            <p:cNvSpPr/>
            <p:nvPr/>
          </p:nvSpPr>
          <p:spPr>
            <a:xfrm>
              <a:off x="2089525" y="2594075"/>
              <a:ext cx="24525" cy="24225"/>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0"/>
            <p:cNvSpPr/>
            <p:nvPr/>
          </p:nvSpPr>
          <p:spPr>
            <a:xfrm>
              <a:off x="1400000" y="1781450"/>
              <a:ext cx="99825" cy="85650"/>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0"/>
            <p:cNvSpPr/>
            <p:nvPr/>
          </p:nvSpPr>
          <p:spPr>
            <a:xfrm>
              <a:off x="1440825" y="1812325"/>
              <a:ext cx="28450" cy="24125"/>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0"/>
            <p:cNvSpPr/>
            <p:nvPr/>
          </p:nvSpPr>
          <p:spPr>
            <a:xfrm>
              <a:off x="1944050" y="1353350"/>
              <a:ext cx="100125" cy="85825"/>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0"/>
            <p:cNvSpPr/>
            <p:nvPr/>
          </p:nvSpPr>
          <p:spPr>
            <a:xfrm>
              <a:off x="1989425" y="1384100"/>
              <a:ext cx="24225" cy="24225"/>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0"/>
            <p:cNvSpPr/>
            <p:nvPr/>
          </p:nvSpPr>
          <p:spPr>
            <a:xfrm>
              <a:off x="1638625" y="1365450"/>
              <a:ext cx="99825" cy="85825"/>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0"/>
            <p:cNvSpPr/>
            <p:nvPr/>
          </p:nvSpPr>
          <p:spPr>
            <a:xfrm>
              <a:off x="1683375" y="1396200"/>
              <a:ext cx="24225" cy="24225"/>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0"/>
            <p:cNvSpPr/>
            <p:nvPr/>
          </p:nvSpPr>
          <p:spPr>
            <a:xfrm>
              <a:off x="1575725" y="1262625"/>
              <a:ext cx="99800" cy="85525"/>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0"/>
            <p:cNvSpPr/>
            <p:nvPr/>
          </p:nvSpPr>
          <p:spPr>
            <a:xfrm>
              <a:off x="1620775" y="1293375"/>
              <a:ext cx="24225" cy="24225"/>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0"/>
            <p:cNvSpPr/>
            <p:nvPr/>
          </p:nvSpPr>
          <p:spPr>
            <a:xfrm>
              <a:off x="1513425" y="1444250"/>
              <a:ext cx="100125" cy="85650"/>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0"/>
            <p:cNvSpPr/>
            <p:nvPr/>
          </p:nvSpPr>
          <p:spPr>
            <a:xfrm>
              <a:off x="1554550" y="1475125"/>
              <a:ext cx="28150" cy="24125"/>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0"/>
            <p:cNvSpPr/>
            <p:nvPr/>
          </p:nvSpPr>
          <p:spPr>
            <a:xfrm>
              <a:off x="1778025" y="1377550"/>
              <a:ext cx="100025" cy="85500"/>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0"/>
            <p:cNvSpPr/>
            <p:nvPr/>
          </p:nvSpPr>
          <p:spPr>
            <a:xfrm>
              <a:off x="1823100" y="1408300"/>
              <a:ext cx="24200" cy="24225"/>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0"/>
            <p:cNvSpPr/>
            <p:nvPr/>
          </p:nvSpPr>
          <p:spPr>
            <a:xfrm>
              <a:off x="2014825" y="1420050"/>
              <a:ext cx="99825" cy="85650"/>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0"/>
            <p:cNvSpPr/>
            <p:nvPr/>
          </p:nvSpPr>
          <p:spPr>
            <a:xfrm>
              <a:off x="2059875" y="1450950"/>
              <a:ext cx="24225" cy="24200"/>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0"/>
            <p:cNvSpPr/>
            <p:nvPr/>
          </p:nvSpPr>
          <p:spPr>
            <a:xfrm>
              <a:off x="2149400" y="1377625"/>
              <a:ext cx="99825" cy="85450"/>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0"/>
            <p:cNvSpPr/>
            <p:nvPr/>
          </p:nvSpPr>
          <p:spPr>
            <a:xfrm>
              <a:off x="2190025" y="1408600"/>
              <a:ext cx="28350" cy="24100"/>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0"/>
            <p:cNvSpPr/>
            <p:nvPr/>
          </p:nvSpPr>
          <p:spPr>
            <a:xfrm>
              <a:off x="2149400" y="1605775"/>
              <a:ext cx="99825" cy="8560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0"/>
            <p:cNvSpPr/>
            <p:nvPr/>
          </p:nvSpPr>
          <p:spPr>
            <a:xfrm>
              <a:off x="2190025" y="1636600"/>
              <a:ext cx="28350" cy="24125"/>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0"/>
            <p:cNvSpPr/>
            <p:nvPr/>
          </p:nvSpPr>
          <p:spPr>
            <a:xfrm>
              <a:off x="2266125" y="1703850"/>
              <a:ext cx="99825" cy="85825"/>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0"/>
            <p:cNvSpPr/>
            <p:nvPr/>
          </p:nvSpPr>
          <p:spPr>
            <a:xfrm>
              <a:off x="2307275" y="1734600"/>
              <a:ext cx="28150" cy="2417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0"/>
            <p:cNvSpPr/>
            <p:nvPr/>
          </p:nvSpPr>
          <p:spPr>
            <a:xfrm>
              <a:off x="2068950" y="965875"/>
              <a:ext cx="99825" cy="8560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0"/>
            <p:cNvSpPr/>
            <p:nvPr/>
          </p:nvSpPr>
          <p:spPr>
            <a:xfrm>
              <a:off x="2113725" y="996700"/>
              <a:ext cx="24200" cy="24225"/>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0"/>
            <p:cNvSpPr/>
            <p:nvPr/>
          </p:nvSpPr>
          <p:spPr>
            <a:xfrm>
              <a:off x="2056550" y="1743775"/>
              <a:ext cx="100125" cy="85825"/>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0"/>
            <p:cNvSpPr/>
            <p:nvPr/>
          </p:nvSpPr>
          <p:spPr>
            <a:xfrm>
              <a:off x="2097700" y="1774525"/>
              <a:ext cx="28150" cy="2417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0"/>
            <p:cNvSpPr/>
            <p:nvPr/>
          </p:nvSpPr>
          <p:spPr>
            <a:xfrm>
              <a:off x="1931975" y="1015550"/>
              <a:ext cx="100125" cy="85825"/>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0"/>
            <p:cNvSpPr/>
            <p:nvPr/>
          </p:nvSpPr>
          <p:spPr>
            <a:xfrm>
              <a:off x="1977025" y="1046300"/>
              <a:ext cx="24225" cy="24225"/>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0"/>
            <p:cNvSpPr/>
            <p:nvPr/>
          </p:nvSpPr>
          <p:spPr>
            <a:xfrm>
              <a:off x="1873900" y="1166775"/>
              <a:ext cx="99825" cy="85800"/>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0"/>
            <p:cNvSpPr/>
            <p:nvPr/>
          </p:nvSpPr>
          <p:spPr>
            <a:xfrm>
              <a:off x="1914725" y="1197500"/>
              <a:ext cx="28450" cy="24425"/>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0"/>
            <p:cNvSpPr/>
            <p:nvPr/>
          </p:nvSpPr>
          <p:spPr>
            <a:xfrm>
              <a:off x="1726925" y="1199725"/>
              <a:ext cx="100125" cy="85525"/>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0"/>
            <p:cNvSpPr/>
            <p:nvPr/>
          </p:nvSpPr>
          <p:spPr>
            <a:xfrm>
              <a:off x="1768050" y="1230475"/>
              <a:ext cx="28150" cy="24100"/>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0"/>
            <p:cNvSpPr/>
            <p:nvPr/>
          </p:nvSpPr>
          <p:spPr>
            <a:xfrm>
              <a:off x="2210800" y="764250"/>
              <a:ext cx="100125" cy="85500"/>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0"/>
            <p:cNvSpPr/>
            <p:nvPr/>
          </p:nvSpPr>
          <p:spPr>
            <a:xfrm>
              <a:off x="2255850" y="794700"/>
              <a:ext cx="24225" cy="24200"/>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0"/>
            <p:cNvSpPr/>
            <p:nvPr/>
          </p:nvSpPr>
          <p:spPr>
            <a:xfrm>
              <a:off x="1094575" y="1262625"/>
              <a:ext cx="100125" cy="85525"/>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0"/>
            <p:cNvSpPr/>
            <p:nvPr/>
          </p:nvSpPr>
          <p:spPr>
            <a:xfrm>
              <a:off x="1139625" y="1293375"/>
              <a:ext cx="24225" cy="24225"/>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0"/>
            <p:cNvSpPr/>
            <p:nvPr/>
          </p:nvSpPr>
          <p:spPr>
            <a:xfrm>
              <a:off x="2909075" y="1091475"/>
              <a:ext cx="100125" cy="85500"/>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0"/>
            <p:cNvSpPr/>
            <p:nvPr/>
          </p:nvSpPr>
          <p:spPr>
            <a:xfrm>
              <a:off x="2954150" y="1122200"/>
              <a:ext cx="24200" cy="24225"/>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0"/>
            <p:cNvSpPr/>
            <p:nvPr/>
          </p:nvSpPr>
          <p:spPr>
            <a:xfrm>
              <a:off x="2623000" y="1027650"/>
              <a:ext cx="99825" cy="85825"/>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0"/>
            <p:cNvSpPr/>
            <p:nvPr/>
          </p:nvSpPr>
          <p:spPr>
            <a:xfrm>
              <a:off x="2668050" y="1058400"/>
              <a:ext cx="24225" cy="24225"/>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0"/>
            <p:cNvSpPr/>
            <p:nvPr/>
          </p:nvSpPr>
          <p:spPr>
            <a:xfrm>
              <a:off x="1270875" y="2091250"/>
              <a:ext cx="99825" cy="85825"/>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0"/>
            <p:cNvSpPr/>
            <p:nvPr/>
          </p:nvSpPr>
          <p:spPr>
            <a:xfrm>
              <a:off x="1315925" y="2122000"/>
              <a:ext cx="24225" cy="24225"/>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0"/>
            <p:cNvSpPr/>
            <p:nvPr/>
          </p:nvSpPr>
          <p:spPr>
            <a:xfrm>
              <a:off x="2706150" y="1341250"/>
              <a:ext cx="99825" cy="85825"/>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0"/>
            <p:cNvSpPr/>
            <p:nvPr/>
          </p:nvSpPr>
          <p:spPr>
            <a:xfrm>
              <a:off x="2751225" y="1372000"/>
              <a:ext cx="24200" cy="24225"/>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0"/>
            <p:cNvSpPr/>
            <p:nvPr/>
          </p:nvSpPr>
          <p:spPr>
            <a:xfrm>
              <a:off x="2561900" y="1432150"/>
              <a:ext cx="99825" cy="85650"/>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0"/>
            <p:cNvSpPr/>
            <p:nvPr/>
          </p:nvSpPr>
          <p:spPr>
            <a:xfrm>
              <a:off x="2606975" y="1462725"/>
              <a:ext cx="24200" cy="24225"/>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0"/>
            <p:cNvSpPr/>
            <p:nvPr/>
          </p:nvSpPr>
          <p:spPr>
            <a:xfrm>
              <a:off x="2718250" y="739925"/>
              <a:ext cx="99825" cy="85625"/>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0"/>
            <p:cNvSpPr/>
            <p:nvPr/>
          </p:nvSpPr>
          <p:spPr>
            <a:xfrm>
              <a:off x="2759075" y="770500"/>
              <a:ext cx="28450" cy="24400"/>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0"/>
            <p:cNvSpPr/>
            <p:nvPr/>
          </p:nvSpPr>
          <p:spPr>
            <a:xfrm>
              <a:off x="500625" y="1614350"/>
              <a:ext cx="99800" cy="85500"/>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0"/>
            <p:cNvSpPr/>
            <p:nvPr/>
          </p:nvSpPr>
          <p:spPr>
            <a:xfrm>
              <a:off x="541750" y="1645100"/>
              <a:ext cx="28150" cy="24300"/>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0"/>
            <p:cNvSpPr/>
            <p:nvPr/>
          </p:nvSpPr>
          <p:spPr>
            <a:xfrm>
              <a:off x="858375" y="1654875"/>
              <a:ext cx="100125" cy="85800"/>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0"/>
            <p:cNvSpPr/>
            <p:nvPr/>
          </p:nvSpPr>
          <p:spPr>
            <a:xfrm>
              <a:off x="903750" y="1685625"/>
              <a:ext cx="24200" cy="24200"/>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0"/>
            <p:cNvSpPr/>
            <p:nvPr/>
          </p:nvSpPr>
          <p:spPr>
            <a:xfrm>
              <a:off x="2071075" y="4863700"/>
              <a:ext cx="123725" cy="105900"/>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0"/>
            <p:cNvSpPr/>
            <p:nvPr/>
          </p:nvSpPr>
          <p:spPr>
            <a:xfrm>
              <a:off x="2119775" y="4894575"/>
              <a:ext cx="44175" cy="44475"/>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0"/>
            <p:cNvSpPr/>
            <p:nvPr/>
          </p:nvSpPr>
          <p:spPr>
            <a:xfrm>
              <a:off x="2227725" y="3733500"/>
              <a:ext cx="106675" cy="9145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0"/>
            <p:cNvSpPr/>
            <p:nvPr/>
          </p:nvSpPr>
          <p:spPr>
            <a:xfrm>
              <a:off x="2268850" y="3764450"/>
              <a:ext cx="34800" cy="29825"/>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0"/>
            <p:cNvSpPr/>
            <p:nvPr/>
          </p:nvSpPr>
          <p:spPr>
            <a:xfrm>
              <a:off x="230250" y="1729000"/>
              <a:ext cx="106775" cy="91225"/>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0"/>
            <p:cNvSpPr/>
            <p:nvPr/>
          </p:nvSpPr>
          <p:spPr>
            <a:xfrm>
              <a:off x="276525" y="1759700"/>
              <a:ext cx="29650" cy="29675"/>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0"/>
            <p:cNvSpPr/>
            <p:nvPr/>
          </p:nvSpPr>
          <p:spPr>
            <a:xfrm>
              <a:off x="1152325" y="2659550"/>
              <a:ext cx="106775" cy="91200"/>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0"/>
            <p:cNvSpPr/>
            <p:nvPr/>
          </p:nvSpPr>
          <p:spPr>
            <a:xfrm>
              <a:off x="1198600" y="2690250"/>
              <a:ext cx="29950" cy="29650"/>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0"/>
            <p:cNvSpPr/>
            <p:nvPr/>
          </p:nvSpPr>
          <p:spPr>
            <a:xfrm>
              <a:off x="931250" y="2061425"/>
              <a:ext cx="106475" cy="9145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0"/>
            <p:cNvSpPr/>
            <p:nvPr/>
          </p:nvSpPr>
          <p:spPr>
            <a:xfrm>
              <a:off x="972375" y="2092375"/>
              <a:ext cx="34825" cy="29800"/>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0"/>
            <p:cNvSpPr/>
            <p:nvPr/>
          </p:nvSpPr>
          <p:spPr>
            <a:xfrm>
              <a:off x="2392850" y="4093600"/>
              <a:ext cx="119175" cy="102125"/>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0"/>
            <p:cNvSpPr/>
            <p:nvPr/>
          </p:nvSpPr>
          <p:spPr>
            <a:xfrm>
              <a:off x="2433675" y="4124325"/>
              <a:ext cx="47500" cy="40725"/>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0"/>
            <p:cNvSpPr/>
            <p:nvPr/>
          </p:nvSpPr>
          <p:spPr>
            <a:xfrm>
              <a:off x="2843450" y="3637275"/>
              <a:ext cx="106475" cy="91200"/>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0"/>
            <p:cNvSpPr/>
            <p:nvPr/>
          </p:nvSpPr>
          <p:spPr>
            <a:xfrm>
              <a:off x="2884275" y="3667975"/>
              <a:ext cx="35100" cy="29875"/>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0"/>
            <p:cNvSpPr/>
            <p:nvPr/>
          </p:nvSpPr>
          <p:spPr>
            <a:xfrm>
              <a:off x="3285600" y="3235650"/>
              <a:ext cx="106775" cy="91225"/>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0"/>
            <p:cNvSpPr/>
            <p:nvPr/>
          </p:nvSpPr>
          <p:spPr>
            <a:xfrm>
              <a:off x="3331875" y="3266350"/>
              <a:ext cx="29650" cy="29975"/>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0"/>
            <p:cNvSpPr/>
            <p:nvPr/>
          </p:nvSpPr>
          <p:spPr>
            <a:xfrm>
              <a:off x="3723500" y="2560350"/>
              <a:ext cx="106775" cy="91525"/>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0"/>
            <p:cNvSpPr/>
            <p:nvPr/>
          </p:nvSpPr>
          <p:spPr>
            <a:xfrm>
              <a:off x="3769775" y="2591050"/>
              <a:ext cx="29650" cy="29975"/>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0"/>
            <p:cNvSpPr/>
            <p:nvPr/>
          </p:nvSpPr>
          <p:spPr>
            <a:xfrm>
              <a:off x="4463225" y="3515700"/>
              <a:ext cx="106475" cy="91200"/>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0"/>
            <p:cNvSpPr/>
            <p:nvPr/>
          </p:nvSpPr>
          <p:spPr>
            <a:xfrm>
              <a:off x="4509175" y="3546700"/>
              <a:ext cx="29975" cy="29650"/>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0"/>
            <p:cNvSpPr/>
            <p:nvPr/>
          </p:nvSpPr>
          <p:spPr>
            <a:xfrm>
              <a:off x="4392150" y="3664775"/>
              <a:ext cx="106475" cy="91225"/>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0"/>
            <p:cNvSpPr/>
            <p:nvPr/>
          </p:nvSpPr>
          <p:spPr>
            <a:xfrm>
              <a:off x="4438125" y="3695500"/>
              <a:ext cx="29950" cy="29650"/>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0"/>
            <p:cNvSpPr/>
            <p:nvPr/>
          </p:nvSpPr>
          <p:spPr>
            <a:xfrm>
              <a:off x="4406975" y="3862050"/>
              <a:ext cx="106775" cy="91425"/>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0"/>
            <p:cNvSpPr/>
            <p:nvPr/>
          </p:nvSpPr>
          <p:spPr>
            <a:xfrm>
              <a:off x="4453225" y="3892975"/>
              <a:ext cx="29675" cy="29650"/>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0"/>
            <p:cNvSpPr/>
            <p:nvPr/>
          </p:nvSpPr>
          <p:spPr>
            <a:xfrm>
              <a:off x="3776725" y="3500875"/>
              <a:ext cx="106475" cy="91200"/>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0"/>
            <p:cNvSpPr/>
            <p:nvPr/>
          </p:nvSpPr>
          <p:spPr>
            <a:xfrm>
              <a:off x="3822700" y="3531575"/>
              <a:ext cx="29650" cy="29975"/>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0"/>
            <p:cNvSpPr/>
            <p:nvPr/>
          </p:nvSpPr>
          <p:spPr>
            <a:xfrm>
              <a:off x="3932850" y="3193725"/>
              <a:ext cx="134825" cy="115300"/>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0"/>
            <p:cNvSpPr/>
            <p:nvPr/>
          </p:nvSpPr>
          <p:spPr>
            <a:xfrm>
              <a:off x="3973900" y="3224625"/>
              <a:ext cx="62925" cy="53900"/>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0"/>
            <p:cNvSpPr/>
            <p:nvPr/>
          </p:nvSpPr>
          <p:spPr>
            <a:xfrm>
              <a:off x="3880150" y="4042800"/>
              <a:ext cx="106475" cy="91225"/>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0"/>
            <p:cNvSpPr/>
            <p:nvPr/>
          </p:nvSpPr>
          <p:spPr>
            <a:xfrm>
              <a:off x="3920975" y="4073525"/>
              <a:ext cx="35100" cy="29800"/>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0"/>
            <p:cNvSpPr/>
            <p:nvPr/>
          </p:nvSpPr>
          <p:spPr>
            <a:xfrm>
              <a:off x="4241250" y="4225850"/>
              <a:ext cx="106775" cy="91425"/>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0"/>
            <p:cNvSpPr/>
            <p:nvPr/>
          </p:nvSpPr>
          <p:spPr>
            <a:xfrm>
              <a:off x="4287500" y="4256775"/>
              <a:ext cx="29675" cy="29675"/>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0"/>
            <p:cNvSpPr/>
            <p:nvPr/>
          </p:nvSpPr>
          <p:spPr>
            <a:xfrm>
              <a:off x="2013925" y="3819400"/>
              <a:ext cx="106475" cy="91425"/>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0"/>
            <p:cNvSpPr/>
            <p:nvPr/>
          </p:nvSpPr>
          <p:spPr>
            <a:xfrm>
              <a:off x="2059875" y="3850025"/>
              <a:ext cx="29675" cy="29975"/>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0"/>
            <p:cNvSpPr/>
            <p:nvPr/>
          </p:nvSpPr>
          <p:spPr>
            <a:xfrm>
              <a:off x="1937700" y="3572625"/>
              <a:ext cx="106475" cy="9145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0"/>
            <p:cNvSpPr/>
            <p:nvPr/>
          </p:nvSpPr>
          <p:spPr>
            <a:xfrm>
              <a:off x="1978525" y="3603550"/>
              <a:ext cx="34825" cy="29825"/>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0"/>
            <p:cNvSpPr/>
            <p:nvPr/>
          </p:nvSpPr>
          <p:spPr>
            <a:xfrm>
              <a:off x="2124300" y="4295300"/>
              <a:ext cx="138525" cy="118450"/>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0"/>
            <p:cNvSpPr/>
            <p:nvPr/>
          </p:nvSpPr>
          <p:spPr>
            <a:xfrm>
              <a:off x="2165425" y="4326025"/>
              <a:ext cx="66575" cy="57050"/>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0"/>
            <p:cNvSpPr/>
            <p:nvPr/>
          </p:nvSpPr>
          <p:spPr>
            <a:xfrm>
              <a:off x="2600925" y="3530650"/>
              <a:ext cx="138525" cy="118600"/>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0"/>
            <p:cNvSpPr/>
            <p:nvPr/>
          </p:nvSpPr>
          <p:spPr>
            <a:xfrm>
              <a:off x="2651725" y="3561525"/>
              <a:ext cx="56875" cy="56875"/>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8" name="Google Shape;6648;p70"/>
          <p:cNvGrpSpPr/>
          <p:nvPr/>
        </p:nvGrpSpPr>
        <p:grpSpPr>
          <a:xfrm>
            <a:off x="5857556" y="1206552"/>
            <a:ext cx="2590840" cy="1380235"/>
            <a:chOff x="233350" y="949250"/>
            <a:chExt cx="7137300" cy="3802300"/>
          </a:xfrm>
        </p:grpSpPr>
        <p:sp>
          <p:nvSpPr>
            <p:cNvPr id="6649" name="Google Shape;6649;p7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0" name="Google Shape;6700;p70"/>
          <p:cNvGrpSpPr/>
          <p:nvPr/>
        </p:nvGrpSpPr>
        <p:grpSpPr>
          <a:xfrm>
            <a:off x="7671985" y="3251325"/>
            <a:ext cx="104231" cy="320340"/>
            <a:chOff x="7564426" y="3224343"/>
            <a:chExt cx="119985" cy="368801"/>
          </a:xfrm>
        </p:grpSpPr>
        <p:sp>
          <p:nvSpPr>
            <p:cNvPr id="6701" name="Google Shape;6701;p7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3" name="Google Shape;6703;p70"/>
          <p:cNvGrpSpPr/>
          <p:nvPr/>
        </p:nvGrpSpPr>
        <p:grpSpPr>
          <a:xfrm>
            <a:off x="7371473" y="3245427"/>
            <a:ext cx="189489" cy="332132"/>
            <a:chOff x="8370831" y="3202002"/>
            <a:chExt cx="218129" cy="382376"/>
          </a:xfrm>
        </p:grpSpPr>
        <p:sp>
          <p:nvSpPr>
            <p:cNvPr id="6704" name="Google Shape;6704;p7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6" name="Google Shape;6706;p70"/>
          <p:cNvGrpSpPr/>
          <p:nvPr/>
        </p:nvGrpSpPr>
        <p:grpSpPr>
          <a:xfrm>
            <a:off x="8094863" y="3656559"/>
            <a:ext cx="309429" cy="267000"/>
            <a:chOff x="6742064" y="3750480"/>
            <a:chExt cx="399315" cy="344560"/>
          </a:xfrm>
        </p:grpSpPr>
        <p:sp>
          <p:nvSpPr>
            <p:cNvPr id="6707" name="Google Shape;6707;p7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9" name="Google Shape;6709;p70"/>
          <p:cNvGrpSpPr/>
          <p:nvPr/>
        </p:nvGrpSpPr>
        <p:grpSpPr>
          <a:xfrm>
            <a:off x="7633882" y="4007606"/>
            <a:ext cx="180437" cy="281608"/>
            <a:chOff x="7248525" y="3739696"/>
            <a:chExt cx="230531" cy="359790"/>
          </a:xfrm>
        </p:grpSpPr>
        <p:sp>
          <p:nvSpPr>
            <p:cNvPr id="6710" name="Google Shape;6710;p7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2" name="Google Shape;6712;p70"/>
          <p:cNvGrpSpPr/>
          <p:nvPr/>
        </p:nvGrpSpPr>
        <p:grpSpPr>
          <a:xfrm>
            <a:off x="7879801" y="3650830"/>
            <a:ext cx="162896" cy="278710"/>
            <a:chOff x="7601242" y="3729267"/>
            <a:chExt cx="222566" cy="380803"/>
          </a:xfrm>
        </p:grpSpPr>
        <p:sp>
          <p:nvSpPr>
            <p:cNvPr id="6713" name="Google Shape;6713;p7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5" name="Google Shape;6715;p70"/>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6" name="Google Shape;6716;p70"/>
          <p:cNvGrpSpPr/>
          <p:nvPr/>
        </p:nvGrpSpPr>
        <p:grpSpPr>
          <a:xfrm>
            <a:off x="7369446" y="3651971"/>
            <a:ext cx="193543" cy="275990"/>
            <a:chOff x="8304647" y="3738687"/>
            <a:chExt cx="225076" cy="320956"/>
          </a:xfrm>
        </p:grpSpPr>
        <p:sp>
          <p:nvSpPr>
            <p:cNvPr id="6717" name="Google Shape;6717;p70"/>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0" name="Google Shape;6720;p70"/>
          <p:cNvGrpSpPr/>
          <p:nvPr/>
        </p:nvGrpSpPr>
        <p:grpSpPr>
          <a:xfrm>
            <a:off x="7641939" y="3651971"/>
            <a:ext cx="178492" cy="275990"/>
            <a:chOff x="8615101" y="3738687"/>
            <a:chExt cx="207573" cy="320956"/>
          </a:xfrm>
        </p:grpSpPr>
        <p:sp>
          <p:nvSpPr>
            <p:cNvPr id="6721" name="Google Shape;6721;p70"/>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4" name="Google Shape;6724;p70"/>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5" name="Google Shape;6725;p70"/>
          <p:cNvGrpSpPr/>
          <p:nvPr/>
        </p:nvGrpSpPr>
        <p:grpSpPr>
          <a:xfrm>
            <a:off x="6036644" y="3773459"/>
            <a:ext cx="557670" cy="511283"/>
            <a:chOff x="6015419" y="3716859"/>
            <a:chExt cx="557671" cy="511283"/>
          </a:xfrm>
        </p:grpSpPr>
        <p:sp>
          <p:nvSpPr>
            <p:cNvPr id="6726" name="Google Shape;6726;p70"/>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7" name="Google Shape;6727;p70"/>
            <p:cNvGrpSpPr/>
            <p:nvPr/>
          </p:nvGrpSpPr>
          <p:grpSpPr>
            <a:xfrm>
              <a:off x="6036094" y="3716980"/>
              <a:ext cx="529860" cy="510468"/>
              <a:chOff x="6036094" y="3716980"/>
              <a:chExt cx="529860" cy="510468"/>
            </a:xfrm>
          </p:grpSpPr>
          <p:sp>
            <p:nvSpPr>
              <p:cNvPr id="6728" name="Google Shape;6728;p70"/>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0"/>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0"/>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0"/>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0"/>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0"/>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0"/>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0"/>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0"/>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0"/>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8" name="Google Shape;6738;p70"/>
          <p:cNvGrpSpPr/>
          <p:nvPr/>
        </p:nvGrpSpPr>
        <p:grpSpPr>
          <a:xfrm>
            <a:off x="6665529" y="3130228"/>
            <a:ext cx="576302" cy="511871"/>
            <a:chOff x="6644304" y="3073628"/>
            <a:chExt cx="576302" cy="511871"/>
          </a:xfrm>
        </p:grpSpPr>
        <p:sp>
          <p:nvSpPr>
            <p:cNvPr id="6739" name="Google Shape;6739;p7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0" name="Google Shape;6740;p70"/>
            <p:cNvGrpSpPr/>
            <p:nvPr/>
          </p:nvGrpSpPr>
          <p:grpSpPr>
            <a:xfrm>
              <a:off x="6712169" y="3085440"/>
              <a:ext cx="481622" cy="494913"/>
              <a:chOff x="6712169" y="3085440"/>
              <a:chExt cx="481622" cy="494913"/>
            </a:xfrm>
          </p:grpSpPr>
          <p:sp>
            <p:nvSpPr>
              <p:cNvPr id="6741" name="Google Shape;6741;p70"/>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0"/>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0"/>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0"/>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0"/>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6" name="Google Shape;6746;p70"/>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0"/>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0"/>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9" name="Google Shape;6749;p70"/>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0" name="Google Shape;6750;p70"/>
          <p:cNvGrpSpPr/>
          <p:nvPr/>
        </p:nvGrpSpPr>
        <p:grpSpPr>
          <a:xfrm>
            <a:off x="6673379" y="3773223"/>
            <a:ext cx="560631" cy="511352"/>
            <a:chOff x="6652154" y="3716623"/>
            <a:chExt cx="560631" cy="511352"/>
          </a:xfrm>
        </p:grpSpPr>
        <p:sp>
          <p:nvSpPr>
            <p:cNvPr id="6751" name="Google Shape;6751;p70"/>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2" name="Google Shape;6752;p70"/>
            <p:cNvGrpSpPr/>
            <p:nvPr/>
          </p:nvGrpSpPr>
          <p:grpSpPr>
            <a:xfrm>
              <a:off x="6669657" y="3716715"/>
              <a:ext cx="466779" cy="464290"/>
              <a:chOff x="6669657" y="3716715"/>
              <a:chExt cx="466779" cy="464290"/>
            </a:xfrm>
          </p:grpSpPr>
          <p:sp>
            <p:nvSpPr>
              <p:cNvPr id="6753" name="Google Shape;6753;p70"/>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0"/>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0"/>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0"/>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0"/>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0"/>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0"/>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0"/>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0"/>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0"/>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0"/>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0"/>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0"/>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66" name="Google Shape;6766;p70"/>
          <p:cNvGrpSpPr/>
          <p:nvPr/>
        </p:nvGrpSpPr>
        <p:grpSpPr>
          <a:xfrm>
            <a:off x="7867470" y="4054631"/>
            <a:ext cx="187557" cy="187557"/>
            <a:chOff x="8565775" y="671075"/>
            <a:chExt cx="441000" cy="441000"/>
          </a:xfrm>
        </p:grpSpPr>
        <p:sp>
          <p:nvSpPr>
            <p:cNvPr id="6767" name="Google Shape;6767;p7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0"/>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69" name="Google Shape;6769;p70"/>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0"/>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1" name="Google Shape;6771;p70"/>
          <p:cNvGrpSpPr/>
          <p:nvPr/>
        </p:nvGrpSpPr>
        <p:grpSpPr>
          <a:xfrm>
            <a:off x="6021325" y="3132850"/>
            <a:ext cx="587871" cy="512373"/>
            <a:chOff x="6000100" y="3076250"/>
            <a:chExt cx="587871" cy="512373"/>
          </a:xfrm>
        </p:grpSpPr>
        <p:sp>
          <p:nvSpPr>
            <p:cNvPr id="6772" name="Google Shape;6772;p70"/>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3" name="Google Shape;6773;p70"/>
            <p:cNvGrpSpPr/>
            <p:nvPr/>
          </p:nvGrpSpPr>
          <p:grpSpPr>
            <a:xfrm>
              <a:off x="6031360" y="3076713"/>
              <a:ext cx="539107" cy="480965"/>
              <a:chOff x="6031360" y="3076713"/>
              <a:chExt cx="539107" cy="480965"/>
            </a:xfrm>
          </p:grpSpPr>
          <p:sp>
            <p:nvSpPr>
              <p:cNvPr id="6774" name="Google Shape;6774;p70"/>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0"/>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0"/>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0"/>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0"/>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0"/>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0"/>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784"/>
        <p:cNvGrpSpPr/>
        <p:nvPr/>
      </p:nvGrpSpPr>
      <p:grpSpPr>
        <a:xfrm>
          <a:off x="0" y="0"/>
          <a:ext cx="0" cy="0"/>
          <a:chOff x="0" y="0"/>
          <a:chExt cx="0" cy="0"/>
        </a:xfrm>
      </p:grpSpPr>
      <p:grpSp>
        <p:nvGrpSpPr>
          <p:cNvPr id="6785" name="Google Shape;6785;p71"/>
          <p:cNvGrpSpPr/>
          <p:nvPr/>
        </p:nvGrpSpPr>
        <p:grpSpPr>
          <a:xfrm>
            <a:off x="729274" y="1175734"/>
            <a:ext cx="2507799" cy="206239"/>
            <a:chOff x="106648" y="895722"/>
            <a:chExt cx="4481413" cy="374300"/>
          </a:xfrm>
        </p:grpSpPr>
        <p:grpSp>
          <p:nvGrpSpPr>
            <p:cNvPr id="6786" name="Google Shape;6786;p71"/>
            <p:cNvGrpSpPr/>
            <p:nvPr/>
          </p:nvGrpSpPr>
          <p:grpSpPr>
            <a:xfrm>
              <a:off x="2233276" y="895722"/>
              <a:ext cx="1082667" cy="223591"/>
              <a:chOff x="4808316" y="2800065"/>
              <a:chExt cx="1999386" cy="412910"/>
            </a:xfrm>
          </p:grpSpPr>
          <p:sp>
            <p:nvSpPr>
              <p:cNvPr id="6787" name="Google Shape;6787;p71"/>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8" name="Google Shape;6788;p71"/>
              <p:cNvGrpSpPr/>
              <p:nvPr/>
            </p:nvGrpSpPr>
            <p:grpSpPr>
              <a:xfrm>
                <a:off x="4808316" y="2800065"/>
                <a:ext cx="92400" cy="411825"/>
                <a:chOff x="845575" y="2563700"/>
                <a:chExt cx="92400" cy="411825"/>
              </a:xfrm>
            </p:grpSpPr>
            <p:cxnSp>
              <p:nvCxnSpPr>
                <p:cNvPr id="6789" name="Google Shape;6789;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790" name="Google Shape;6790;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91" name="Google Shape;6791;p71"/>
            <p:cNvGrpSpPr/>
            <p:nvPr/>
          </p:nvGrpSpPr>
          <p:grpSpPr>
            <a:xfrm>
              <a:off x="106648" y="895722"/>
              <a:ext cx="1088401" cy="223591"/>
              <a:chOff x="881025" y="2800065"/>
              <a:chExt cx="2009975" cy="412910"/>
            </a:xfrm>
          </p:grpSpPr>
          <p:sp>
            <p:nvSpPr>
              <p:cNvPr id="6792" name="Google Shape;6792;p71"/>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3" name="Google Shape;6793;p71"/>
              <p:cNvGrpSpPr/>
              <p:nvPr/>
            </p:nvGrpSpPr>
            <p:grpSpPr>
              <a:xfrm>
                <a:off x="881025" y="2800065"/>
                <a:ext cx="92400" cy="411825"/>
                <a:chOff x="845575" y="2563700"/>
                <a:chExt cx="92400" cy="411825"/>
              </a:xfrm>
            </p:grpSpPr>
            <p:cxnSp>
              <p:nvCxnSpPr>
                <p:cNvPr id="6794" name="Google Shape;6794;p7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795" name="Google Shape;6795;p7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96" name="Google Shape;6796;p71"/>
            <p:cNvGrpSpPr/>
            <p:nvPr/>
          </p:nvGrpSpPr>
          <p:grpSpPr>
            <a:xfrm>
              <a:off x="1172346" y="1047018"/>
              <a:ext cx="1083151" cy="223003"/>
              <a:chOff x="2849073" y="3079467"/>
              <a:chExt cx="2000279" cy="411825"/>
            </a:xfrm>
          </p:grpSpPr>
          <p:sp>
            <p:nvSpPr>
              <p:cNvPr id="6797" name="Google Shape;6797;p71"/>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8" name="Google Shape;6798;p71"/>
              <p:cNvGrpSpPr/>
              <p:nvPr/>
            </p:nvGrpSpPr>
            <p:grpSpPr>
              <a:xfrm rot="10800000">
                <a:off x="2849073" y="3079467"/>
                <a:ext cx="92400" cy="411825"/>
                <a:chOff x="2070100" y="2563700"/>
                <a:chExt cx="92400" cy="411825"/>
              </a:xfrm>
            </p:grpSpPr>
            <p:cxnSp>
              <p:nvCxnSpPr>
                <p:cNvPr id="6799" name="Google Shape;6799;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00" name="Google Shape;6800;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01" name="Google Shape;6801;p71"/>
            <p:cNvGrpSpPr/>
            <p:nvPr/>
          </p:nvGrpSpPr>
          <p:grpSpPr>
            <a:xfrm>
              <a:off x="3290132" y="1047018"/>
              <a:ext cx="1297929" cy="223003"/>
              <a:chOff x="6760035" y="3079467"/>
              <a:chExt cx="2396914" cy="411825"/>
            </a:xfrm>
          </p:grpSpPr>
          <p:sp>
            <p:nvSpPr>
              <p:cNvPr id="6802" name="Google Shape;6802;p71"/>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3" name="Google Shape;6803;p71"/>
              <p:cNvGrpSpPr/>
              <p:nvPr/>
            </p:nvGrpSpPr>
            <p:grpSpPr>
              <a:xfrm rot="10800000">
                <a:off x="6760035" y="3079467"/>
                <a:ext cx="92400" cy="411825"/>
                <a:chOff x="2070100" y="2563700"/>
                <a:chExt cx="92400" cy="411825"/>
              </a:xfrm>
            </p:grpSpPr>
            <p:cxnSp>
              <p:nvCxnSpPr>
                <p:cNvPr id="6804" name="Google Shape;6804;p7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05" name="Google Shape;6805;p7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06" name="Google Shape;6806;p71"/>
          <p:cNvGrpSpPr/>
          <p:nvPr/>
        </p:nvGrpSpPr>
        <p:grpSpPr>
          <a:xfrm>
            <a:off x="2147036" y="3575105"/>
            <a:ext cx="1086701" cy="799429"/>
            <a:chOff x="2183288" y="3555572"/>
            <a:chExt cx="1136241" cy="835873"/>
          </a:xfrm>
        </p:grpSpPr>
        <p:sp>
          <p:nvSpPr>
            <p:cNvPr id="6807" name="Google Shape;6807;p71"/>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8" name="Google Shape;6808;p71"/>
            <p:cNvGrpSpPr/>
            <p:nvPr/>
          </p:nvGrpSpPr>
          <p:grpSpPr>
            <a:xfrm>
              <a:off x="2205895" y="3637269"/>
              <a:ext cx="1089848" cy="724993"/>
              <a:chOff x="2205895" y="3637269"/>
              <a:chExt cx="1089848" cy="724993"/>
            </a:xfrm>
          </p:grpSpPr>
          <p:sp>
            <p:nvSpPr>
              <p:cNvPr id="6809" name="Google Shape;6809;p71"/>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1"/>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1"/>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1"/>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1"/>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1"/>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5" name="Google Shape;6815;p71"/>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16" name="Google Shape;6816;p71"/>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817" name="Google Shape;6817;p71"/>
            <p:cNvGrpSpPr/>
            <p:nvPr/>
          </p:nvGrpSpPr>
          <p:grpSpPr>
            <a:xfrm>
              <a:off x="3173850" y="3779426"/>
              <a:ext cx="145679" cy="70048"/>
              <a:chOff x="3173850" y="3779426"/>
              <a:chExt cx="145679" cy="70048"/>
            </a:xfrm>
          </p:grpSpPr>
          <p:cxnSp>
            <p:nvCxnSpPr>
              <p:cNvPr id="6818" name="Google Shape;6818;p71"/>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819" name="Google Shape;6819;p71"/>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0" name="Google Shape;6820;p71"/>
            <p:cNvGrpSpPr/>
            <p:nvPr/>
          </p:nvGrpSpPr>
          <p:grpSpPr>
            <a:xfrm>
              <a:off x="2183288" y="4139483"/>
              <a:ext cx="145133" cy="70048"/>
              <a:chOff x="2183288" y="4139483"/>
              <a:chExt cx="145133" cy="70048"/>
            </a:xfrm>
          </p:grpSpPr>
          <p:cxnSp>
            <p:nvCxnSpPr>
              <p:cNvPr id="6821" name="Google Shape;6821;p71"/>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822" name="Google Shape;6822;p71"/>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3" name="Google Shape;6823;p71"/>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24" name="Google Shape;6824;p71"/>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825" name="Google Shape;6825;p71"/>
            <p:cNvGrpSpPr/>
            <p:nvPr/>
          </p:nvGrpSpPr>
          <p:grpSpPr>
            <a:xfrm>
              <a:off x="2943836" y="4268886"/>
              <a:ext cx="60717" cy="122559"/>
              <a:chOff x="2943836" y="4268886"/>
              <a:chExt cx="60717" cy="122559"/>
            </a:xfrm>
          </p:grpSpPr>
          <p:sp>
            <p:nvSpPr>
              <p:cNvPr id="6826" name="Google Shape;6826;p71"/>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27" name="Google Shape;6827;p71"/>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828" name="Google Shape;6828;p71"/>
          <p:cNvGrpSpPr/>
          <p:nvPr/>
        </p:nvGrpSpPr>
        <p:grpSpPr>
          <a:xfrm>
            <a:off x="3409981" y="1496104"/>
            <a:ext cx="1675870" cy="758251"/>
            <a:chOff x="3530532" y="1496185"/>
            <a:chExt cx="1562000" cy="706730"/>
          </a:xfrm>
        </p:grpSpPr>
        <p:cxnSp>
          <p:nvCxnSpPr>
            <p:cNvPr id="6829" name="Google Shape;6829;p71"/>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830" name="Google Shape;6830;p71"/>
            <p:cNvGrpSpPr/>
            <p:nvPr/>
          </p:nvGrpSpPr>
          <p:grpSpPr>
            <a:xfrm>
              <a:off x="3530532" y="1496185"/>
              <a:ext cx="323430" cy="463587"/>
              <a:chOff x="3530532" y="1496185"/>
              <a:chExt cx="323430" cy="463587"/>
            </a:xfrm>
          </p:grpSpPr>
          <p:grpSp>
            <p:nvGrpSpPr>
              <p:cNvPr id="6831" name="Google Shape;6831;p71"/>
              <p:cNvGrpSpPr/>
              <p:nvPr/>
            </p:nvGrpSpPr>
            <p:grpSpPr>
              <a:xfrm>
                <a:off x="3567462" y="1496185"/>
                <a:ext cx="286500" cy="361376"/>
                <a:chOff x="3567462" y="1496185"/>
                <a:chExt cx="286500" cy="361376"/>
              </a:xfrm>
            </p:grpSpPr>
            <p:cxnSp>
              <p:nvCxnSpPr>
                <p:cNvPr id="6832" name="Google Shape;6832;p71"/>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833" name="Google Shape;6833;p71"/>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4" name="Google Shape;6834;p71"/>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71"/>
            <p:cNvGrpSpPr/>
            <p:nvPr/>
          </p:nvGrpSpPr>
          <p:grpSpPr>
            <a:xfrm>
              <a:off x="3891569" y="1779209"/>
              <a:ext cx="323945" cy="423706"/>
              <a:chOff x="3891569" y="1779209"/>
              <a:chExt cx="323945" cy="423706"/>
            </a:xfrm>
          </p:grpSpPr>
          <p:grpSp>
            <p:nvGrpSpPr>
              <p:cNvPr id="6836" name="Google Shape;6836;p71"/>
              <p:cNvGrpSpPr/>
              <p:nvPr/>
            </p:nvGrpSpPr>
            <p:grpSpPr>
              <a:xfrm>
                <a:off x="3929014" y="1881638"/>
                <a:ext cx="286500" cy="321278"/>
                <a:chOff x="3929014" y="1881638"/>
                <a:chExt cx="286500" cy="321278"/>
              </a:xfrm>
            </p:grpSpPr>
            <p:cxnSp>
              <p:nvCxnSpPr>
                <p:cNvPr id="6837" name="Google Shape;6837;p71"/>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838" name="Google Shape;6838;p71"/>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9" name="Google Shape;6839;p71"/>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71"/>
            <p:cNvGrpSpPr/>
            <p:nvPr/>
          </p:nvGrpSpPr>
          <p:grpSpPr>
            <a:xfrm>
              <a:off x="4252606" y="1496185"/>
              <a:ext cx="324721" cy="463587"/>
              <a:chOff x="4252606" y="1496185"/>
              <a:chExt cx="324721" cy="463587"/>
            </a:xfrm>
          </p:grpSpPr>
          <p:grpSp>
            <p:nvGrpSpPr>
              <p:cNvPr id="6841" name="Google Shape;6841;p71"/>
              <p:cNvGrpSpPr/>
              <p:nvPr/>
            </p:nvGrpSpPr>
            <p:grpSpPr>
              <a:xfrm>
                <a:off x="4290828" y="1496185"/>
                <a:ext cx="286500" cy="361376"/>
                <a:chOff x="4290828" y="1496185"/>
                <a:chExt cx="286500" cy="361376"/>
              </a:xfrm>
            </p:grpSpPr>
            <p:cxnSp>
              <p:nvCxnSpPr>
                <p:cNvPr id="6842" name="Google Shape;6842;p71"/>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843" name="Google Shape;6843;p71"/>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4" name="Google Shape;6844;p71"/>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71"/>
            <p:cNvGrpSpPr/>
            <p:nvPr/>
          </p:nvGrpSpPr>
          <p:grpSpPr>
            <a:xfrm>
              <a:off x="4613643" y="1763716"/>
              <a:ext cx="325308" cy="439200"/>
              <a:chOff x="4613643" y="1763716"/>
              <a:chExt cx="325308" cy="439200"/>
            </a:xfrm>
          </p:grpSpPr>
          <p:grpSp>
            <p:nvGrpSpPr>
              <p:cNvPr id="6846" name="Google Shape;6846;p71"/>
              <p:cNvGrpSpPr/>
              <p:nvPr/>
            </p:nvGrpSpPr>
            <p:grpSpPr>
              <a:xfrm>
                <a:off x="4652451" y="1879538"/>
                <a:ext cx="286500" cy="323378"/>
                <a:chOff x="4652451" y="1879538"/>
                <a:chExt cx="286500" cy="323378"/>
              </a:xfrm>
            </p:grpSpPr>
            <p:cxnSp>
              <p:nvCxnSpPr>
                <p:cNvPr id="6847" name="Google Shape;6847;p71"/>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848" name="Google Shape;6848;p71"/>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9" name="Google Shape;6849;p71"/>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50" name="Google Shape;6850;p71"/>
          <p:cNvGrpSpPr/>
          <p:nvPr/>
        </p:nvGrpSpPr>
        <p:grpSpPr>
          <a:xfrm>
            <a:off x="3421841" y="2349730"/>
            <a:ext cx="1652173" cy="391517"/>
            <a:chOff x="3512551" y="2358270"/>
            <a:chExt cx="1597383" cy="378533"/>
          </a:xfrm>
        </p:grpSpPr>
        <p:cxnSp>
          <p:nvCxnSpPr>
            <p:cNvPr id="6851" name="Google Shape;6851;p71"/>
            <p:cNvCxnSpPr>
              <a:stCxn id="6852" idx="6"/>
              <a:endCxn id="685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854" name="Google Shape;6854;p71"/>
            <p:cNvGrpSpPr/>
            <p:nvPr/>
          </p:nvGrpSpPr>
          <p:grpSpPr>
            <a:xfrm>
              <a:off x="3512551" y="2358270"/>
              <a:ext cx="225647" cy="307714"/>
              <a:chOff x="2182679" y="2004714"/>
              <a:chExt cx="792300" cy="1080458"/>
            </a:xfrm>
          </p:grpSpPr>
          <p:cxnSp>
            <p:nvCxnSpPr>
              <p:cNvPr id="6855" name="Google Shape;6855;p71"/>
              <p:cNvCxnSpPr>
                <a:stCxn id="685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852" name="Google Shape;6852;p71"/>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1"/>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71"/>
            <p:cNvGrpSpPr/>
            <p:nvPr/>
          </p:nvGrpSpPr>
          <p:grpSpPr>
            <a:xfrm>
              <a:off x="3969644" y="2440153"/>
              <a:ext cx="225853" cy="296651"/>
              <a:chOff x="3775710" y="1729289"/>
              <a:chExt cx="136500" cy="179289"/>
            </a:xfrm>
          </p:grpSpPr>
          <p:cxnSp>
            <p:nvCxnSpPr>
              <p:cNvPr id="6858" name="Google Shape;6858;p71"/>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859" name="Google Shape;6859;p71"/>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1"/>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71"/>
            <p:cNvGrpSpPr/>
            <p:nvPr/>
          </p:nvGrpSpPr>
          <p:grpSpPr>
            <a:xfrm>
              <a:off x="4427051" y="2358270"/>
              <a:ext cx="225647" cy="307714"/>
              <a:chOff x="5393704" y="2004714"/>
              <a:chExt cx="792300" cy="1080458"/>
            </a:xfrm>
          </p:grpSpPr>
          <p:cxnSp>
            <p:nvCxnSpPr>
              <p:cNvPr id="6862" name="Google Shape;6862;p71"/>
              <p:cNvCxnSpPr>
                <a:stCxn id="686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864" name="Google Shape;6864;p71"/>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1"/>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71"/>
            <p:cNvGrpSpPr/>
            <p:nvPr/>
          </p:nvGrpSpPr>
          <p:grpSpPr>
            <a:xfrm>
              <a:off x="4884287" y="2440252"/>
              <a:ext cx="225647" cy="296532"/>
              <a:chOff x="6999166" y="2292572"/>
              <a:chExt cx="792300" cy="1041192"/>
            </a:xfrm>
          </p:grpSpPr>
          <p:cxnSp>
            <p:nvCxnSpPr>
              <p:cNvPr id="6866" name="Google Shape;6866;p71"/>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853" name="Google Shape;6853;p71"/>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1"/>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68" name="Google Shape;6868;p71"/>
          <p:cNvGrpSpPr/>
          <p:nvPr/>
        </p:nvGrpSpPr>
        <p:grpSpPr>
          <a:xfrm>
            <a:off x="6842649" y="1185930"/>
            <a:ext cx="1581844" cy="732818"/>
            <a:chOff x="634175" y="2986275"/>
            <a:chExt cx="3147949" cy="1458344"/>
          </a:xfrm>
        </p:grpSpPr>
        <p:cxnSp>
          <p:nvCxnSpPr>
            <p:cNvPr id="6869" name="Google Shape;6869;p71"/>
            <p:cNvCxnSpPr>
              <a:stCxn id="6870" idx="4"/>
              <a:endCxn id="687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872" name="Google Shape;6872;p71"/>
            <p:cNvCxnSpPr>
              <a:stCxn id="6871" idx="0"/>
              <a:endCxn id="687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874" name="Google Shape;6874;p71"/>
            <p:cNvCxnSpPr>
              <a:stCxn id="6873" idx="4"/>
              <a:endCxn id="687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876" name="Google Shape;6876;p71"/>
            <p:cNvCxnSpPr>
              <a:stCxn id="6875" idx="0"/>
              <a:endCxn id="687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877" name="Google Shape;6877;p71"/>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73" name="Google Shape;6873;p71"/>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70" name="Google Shape;6870;p71"/>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75" name="Google Shape;6875;p71"/>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71" name="Google Shape;6871;p71"/>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878" name="Google Shape;6878;p71"/>
          <p:cNvGrpSpPr/>
          <p:nvPr/>
        </p:nvGrpSpPr>
        <p:grpSpPr>
          <a:xfrm>
            <a:off x="3410364" y="2880240"/>
            <a:ext cx="1675128" cy="313674"/>
            <a:chOff x="998425" y="1182125"/>
            <a:chExt cx="1065400" cy="199500"/>
          </a:xfrm>
        </p:grpSpPr>
        <p:sp>
          <p:nvSpPr>
            <p:cNvPr id="6879" name="Google Shape;6879;p7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71"/>
          <p:cNvGrpSpPr/>
          <p:nvPr/>
        </p:nvGrpSpPr>
        <p:grpSpPr>
          <a:xfrm>
            <a:off x="3410363" y="3836206"/>
            <a:ext cx="1675129" cy="525345"/>
            <a:chOff x="5194708" y="3484366"/>
            <a:chExt cx="3148148" cy="987304"/>
          </a:xfrm>
        </p:grpSpPr>
        <p:grpSp>
          <p:nvGrpSpPr>
            <p:cNvPr id="6885" name="Google Shape;6885;p71"/>
            <p:cNvGrpSpPr/>
            <p:nvPr/>
          </p:nvGrpSpPr>
          <p:grpSpPr>
            <a:xfrm>
              <a:off x="7531521" y="3484366"/>
              <a:ext cx="811335" cy="987304"/>
              <a:chOff x="3379425" y="1617275"/>
              <a:chExt cx="1090650" cy="1327200"/>
            </a:xfrm>
          </p:grpSpPr>
          <p:sp>
            <p:nvSpPr>
              <p:cNvPr id="6886" name="Google Shape;6886;p7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9" name="Google Shape;6889;p71"/>
            <p:cNvGrpSpPr/>
            <p:nvPr/>
          </p:nvGrpSpPr>
          <p:grpSpPr>
            <a:xfrm>
              <a:off x="6752546" y="3484366"/>
              <a:ext cx="811428" cy="987304"/>
              <a:chOff x="2332275" y="1617275"/>
              <a:chExt cx="1090775" cy="1327200"/>
            </a:xfrm>
          </p:grpSpPr>
          <p:sp>
            <p:nvSpPr>
              <p:cNvPr id="6890" name="Google Shape;6890;p7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71"/>
            <p:cNvGrpSpPr/>
            <p:nvPr/>
          </p:nvGrpSpPr>
          <p:grpSpPr>
            <a:xfrm>
              <a:off x="5973664" y="3484366"/>
              <a:ext cx="811335" cy="987304"/>
              <a:chOff x="1285250" y="1617275"/>
              <a:chExt cx="1090650" cy="1327200"/>
            </a:xfrm>
          </p:grpSpPr>
          <p:sp>
            <p:nvSpPr>
              <p:cNvPr id="6894" name="Google Shape;6894;p7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7" name="Google Shape;6897;p71"/>
            <p:cNvGrpSpPr/>
            <p:nvPr/>
          </p:nvGrpSpPr>
          <p:grpSpPr>
            <a:xfrm>
              <a:off x="5194708" y="3484366"/>
              <a:ext cx="811409" cy="987304"/>
              <a:chOff x="238125" y="1617275"/>
              <a:chExt cx="1090750" cy="1327200"/>
            </a:xfrm>
          </p:grpSpPr>
          <p:sp>
            <p:nvSpPr>
              <p:cNvPr id="6898" name="Google Shape;6898;p7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01" name="Google Shape;6901;p71"/>
          <p:cNvGrpSpPr/>
          <p:nvPr/>
        </p:nvGrpSpPr>
        <p:grpSpPr>
          <a:xfrm>
            <a:off x="6844048" y="2482095"/>
            <a:ext cx="1579046" cy="522230"/>
            <a:chOff x="6853641" y="2534077"/>
            <a:chExt cx="1515545" cy="501229"/>
          </a:xfrm>
        </p:grpSpPr>
        <p:grpSp>
          <p:nvGrpSpPr>
            <p:cNvPr id="6902" name="Google Shape;6902;p71"/>
            <p:cNvGrpSpPr/>
            <p:nvPr/>
          </p:nvGrpSpPr>
          <p:grpSpPr>
            <a:xfrm>
              <a:off x="6853641" y="2618923"/>
              <a:ext cx="1515545" cy="324556"/>
              <a:chOff x="6853641" y="2618923"/>
              <a:chExt cx="1515545" cy="324556"/>
            </a:xfrm>
          </p:grpSpPr>
          <p:sp>
            <p:nvSpPr>
              <p:cNvPr id="6903" name="Google Shape;6903;p71"/>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1"/>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1"/>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1"/>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1"/>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8" name="Google Shape;6908;p71"/>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1"/>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1"/>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1"/>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1"/>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71"/>
          <p:cNvGrpSpPr/>
          <p:nvPr/>
        </p:nvGrpSpPr>
        <p:grpSpPr>
          <a:xfrm>
            <a:off x="3438940" y="3357136"/>
            <a:ext cx="1617976" cy="346616"/>
            <a:chOff x="1808063" y="4294338"/>
            <a:chExt cx="3370782" cy="721817"/>
          </a:xfrm>
        </p:grpSpPr>
        <p:sp>
          <p:nvSpPr>
            <p:cNvPr id="6914" name="Google Shape;6914;p7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4" name="Google Shape;6924;p71"/>
          <p:cNvGrpSpPr/>
          <p:nvPr/>
        </p:nvGrpSpPr>
        <p:grpSpPr>
          <a:xfrm>
            <a:off x="5264936" y="4023886"/>
            <a:ext cx="1417067" cy="350605"/>
            <a:chOff x="4234950" y="2101012"/>
            <a:chExt cx="4219974" cy="1044090"/>
          </a:xfrm>
        </p:grpSpPr>
        <p:sp>
          <p:nvSpPr>
            <p:cNvPr id="6925" name="Google Shape;6925;p71"/>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1"/>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1"/>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1"/>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1"/>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1"/>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1"/>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1"/>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1"/>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1"/>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1"/>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1"/>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1"/>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1"/>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1"/>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1"/>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71"/>
          <p:cNvGrpSpPr/>
          <p:nvPr/>
        </p:nvGrpSpPr>
        <p:grpSpPr>
          <a:xfrm>
            <a:off x="6840408" y="2014643"/>
            <a:ext cx="1586327" cy="371557"/>
            <a:chOff x="1247650" y="2075423"/>
            <a:chExt cx="6648477" cy="1557238"/>
          </a:xfrm>
        </p:grpSpPr>
        <p:sp>
          <p:nvSpPr>
            <p:cNvPr id="6942" name="Google Shape;6942;p7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71"/>
          <p:cNvGrpSpPr/>
          <p:nvPr/>
        </p:nvGrpSpPr>
        <p:grpSpPr>
          <a:xfrm>
            <a:off x="5271678" y="1167833"/>
            <a:ext cx="1415601" cy="1648533"/>
            <a:chOff x="1839112" y="2209163"/>
            <a:chExt cx="1918159" cy="2233784"/>
          </a:xfrm>
        </p:grpSpPr>
        <p:sp>
          <p:nvSpPr>
            <p:cNvPr id="6949" name="Google Shape;6949;p71"/>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1"/>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1"/>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52" name="Google Shape;6952;p71"/>
            <p:cNvCxnSpPr>
              <a:stCxn id="6949" idx="6"/>
              <a:endCxn id="695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953" name="Google Shape;6953;p71"/>
            <p:cNvCxnSpPr>
              <a:stCxn id="6950" idx="4"/>
              <a:endCxn id="695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955" name="Google Shape;6955;p71"/>
            <p:cNvCxnSpPr>
              <a:stCxn id="6954" idx="6"/>
              <a:endCxn id="695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956" name="Google Shape;6956;p71"/>
            <p:cNvCxnSpPr>
              <a:stCxn id="6951" idx="4"/>
              <a:endCxn id="695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954" name="Google Shape;6954;p71"/>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1"/>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1"/>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59" name="Google Shape;6959;p71"/>
            <p:cNvCxnSpPr>
              <a:endCxn id="695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960" name="Google Shape;6960;p71"/>
          <p:cNvGrpSpPr/>
          <p:nvPr/>
        </p:nvGrpSpPr>
        <p:grpSpPr>
          <a:xfrm>
            <a:off x="3428944" y="1185917"/>
            <a:ext cx="1637968" cy="154942"/>
            <a:chOff x="238125" y="2506075"/>
            <a:chExt cx="7115411" cy="673075"/>
          </a:xfrm>
        </p:grpSpPr>
        <p:sp>
          <p:nvSpPr>
            <p:cNvPr id="6961" name="Google Shape;6961;p7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71"/>
          <p:cNvGrpSpPr/>
          <p:nvPr/>
        </p:nvGrpSpPr>
        <p:grpSpPr>
          <a:xfrm>
            <a:off x="1969680" y="1500635"/>
            <a:ext cx="1262932" cy="785408"/>
            <a:chOff x="548861" y="389676"/>
            <a:chExt cx="3843371" cy="2390163"/>
          </a:xfrm>
        </p:grpSpPr>
        <p:cxnSp>
          <p:nvCxnSpPr>
            <p:cNvPr id="6967" name="Google Shape;6967;p71"/>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68" name="Google Shape;6968;p71"/>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69" name="Google Shape;6969;p71"/>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70" name="Google Shape;6970;p71"/>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971" name="Google Shape;6971;p71"/>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972" name="Google Shape;6972;p71"/>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73" name="Google Shape;6973;p71"/>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974" name="Google Shape;6974;p71"/>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1"/>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1"/>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1"/>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1"/>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1"/>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71"/>
          <p:cNvGrpSpPr/>
          <p:nvPr/>
        </p:nvGrpSpPr>
        <p:grpSpPr>
          <a:xfrm>
            <a:off x="757812" y="2607512"/>
            <a:ext cx="1412054" cy="633562"/>
            <a:chOff x="1187400" y="2529299"/>
            <a:chExt cx="6769193" cy="2241903"/>
          </a:xfrm>
        </p:grpSpPr>
        <p:sp>
          <p:nvSpPr>
            <p:cNvPr id="6981" name="Google Shape;6981;p71"/>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982" name="Google Shape;6982;p71"/>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83" name="Google Shape;6983;p71"/>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84" name="Google Shape;6984;p71"/>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85" name="Google Shape;6985;p71"/>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86" name="Google Shape;6986;p71"/>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87" name="Google Shape;6987;p71"/>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988" name="Google Shape;6988;p71"/>
            <p:cNvCxnSpPr>
              <a:stCxn id="6981" idx="2"/>
              <a:endCxn id="698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989" name="Google Shape;6989;p71"/>
            <p:cNvCxnSpPr>
              <a:stCxn id="6983" idx="0"/>
              <a:endCxn id="698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990" name="Google Shape;6990;p71"/>
            <p:cNvCxnSpPr>
              <a:stCxn id="6983" idx="2"/>
              <a:endCxn id="698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991" name="Google Shape;6991;p71"/>
            <p:cNvCxnSpPr>
              <a:stCxn id="6984" idx="0"/>
              <a:endCxn id="698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992" name="Google Shape;6992;p71"/>
            <p:cNvCxnSpPr>
              <a:stCxn id="6982" idx="2"/>
              <a:endCxn id="698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993" name="Google Shape;6993;p71"/>
            <p:cNvCxnSpPr>
              <a:stCxn id="6986" idx="0"/>
              <a:endCxn id="698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994" name="Google Shape;6994;p71"/>
          <p:cNvGrpSpPr/>
          <p:nvPr/>
        </p:nvGrpSpPr>
        <p:grpSpPr>
          <a:xfrm>
            <a:off x="6844058" y="3100221"/>
            <a:ext cx="1579035" cy="540873"/>
            <a:chOff x="6895650" y="3126697"/>
            <a:chExt cx="1436662" cy="492105"/>
          </a:xfrm>
        </p:grpSpPr>
        <p:sp>
          <p:nvSpPr>
            <p:cNvPr id="6995" name="Google Shape;6995;p71"/>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1"/>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1"/>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1"/>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1"/>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0" name="Google Shape;7000;p71"/>
            <p:cNvGrpSpPr/>
            <p:nvPr/>
          </p:nvGrpSpPr>
          <p:grpSpPr>
            <a:xfrm>
              <a:off x="6995957" y="3335810"/>
              <a:ext cx="1230393" cy="71754"/>
              <a:chOff x="6995957" y="3287964"/>
              <a:chExt cx="1230393" cy="71754"/>
            </a:xfrm>
          </p:grpSpPr>
          <p:sp>
            <p:nvSpPr>
              <p:cNvPr id="7001" name="Google Shape;7001;p71"/>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1"/>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1"/>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1"/>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1"/>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06" name="Google Shape;7006;p71"/>
          <p:cNvGrpSpPr/>
          <p:nvPr/>
        </p:nvGrpSpPr>
        <p:grpSpPr>
          <a:xfrm>
            <a:off x="6842640" y="3736984"/>
            <a:ext cx="1581862" cy="650625"/>
            <a:chOff x="6777990" y="3710194"/>
            <a:chExt cx="1646915" cy="677382"/>
          </a:xfrm>
        </p:grpSpPr>
        <p:grpSp>
          <p:nvGrpSpPr>
            <p:cNvPr id="7007" name="Google Shape;7007;p71"/>
            <p:cNvGrpSpPr/>
            <p:nvPr/>
          </p:nvGrpSpPr>
          <p:grpSpPr>
            <a:xfrm>
              <a:off x="6777990" y="3874492"/>
              <a:ext cx="411129" cy="513083"/>
              <a:chOff x="6777990" y="3874492"/>
              <a:chExt cx="411129" cy="513083"/>
            </a:xfrm>
          </p:grpSpPr>
          <p:cxnSp>
            <p:nvCxnSpPr>
              <p:cNvPr id="7008" name="Google Shape;7008;p71"/>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09" name="Google Shape;7009;p71"/>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0" name="Google Shape;7010;p71"/>
            <p:cNvGrpSpPr/>
            <p:nvPr/>
          </p:nvGrpSpPr>
          <p:grpSpPr>
            <a:xfrm>
              <a:off x="7188425" y="3710194"/>
              <a:ext cx="411123" cy="520535"/>
              <a:chOff x="7188425" y="3710194"/>
              <a:chExt cx="411123" cy="520535"/>
            </a:xfrm>
          </p:grpSpPr>
          <p:cxnSp>
            <p:nvCxnSpPr>
              <p:cNvPr id="7011" name="Google Shape;7011;p71"/>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12" name="Google Shape;7012;p71"/>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71"/>
            <p:cNvGrpSpPr/>
            <p:nvPr/>
          </p:nvGrpSpPr>
          <p:grpSpPr>
            <a:xfrm>
              <a:off x="7603341" y="3874492"/>
              <a:ext cx="411474" cy="513083"/>
              <a:chOff x="7603341" y="3874492"/>
              <a:chExt cx="411474" cy="513083"/>
            </a:xfrm>
          </p:grpSpPr>
          <p:cxnSp>
            <p:nvCxnSpPr>
              <p:cNvPr id="7014" name="Google Shape;7014;p71"/>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15" name="Google Shape;7015;p71"/>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71"/>
            <p:cNvGrpSpPr/>
            <p:nvPr/>
          </p:nvGrpSpPr>
          <p:grpSpPr>
            <a:xfrm>
              <a:off x="8013776" y="3722847"/>
              <a:ext cx="411129" cy="507881"/>
              <a:chOff x="8013776" y="3722847"/>
              <a:chExt cx="411129" cy="507881"/>
            </a:xfrm>
          </p:grpSpPr>
          <p:cxnSp>
            <p:nvCxnSpPr>
              <p:cNvPr id="7017" name="Google Shape;7017;p71"/>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7018" name="Google Shape;7018;p71"/>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19" name="Google Shape;7019;p71"/>
          <p:cNvGrpSpPr/>
          <p:nvPr/>
        </p:nvGrpSpPr>
        <p:grpSpPr>
          <a:xfrm>
            <a:off x="5262155" y="2909824"/>
            <a:ext cx="1421889" cy="1020603"/>
            <a:chOff x="5190863" y="2824811"/>
            <a:chExt cx="1544860" cy="1108869"/>
          </a:xfrm>
        </p:grpSpPr>
        <p:grpSp>
          <p:nvGrpSpPr>
            <p:cNvPr id="7020" name="Google Shape;7020;p71"/>
            <p:cNvGrpSpPr/>
            <p:nvPr/>
          </p:nvGrpSpPr>
          <p:grpSpPr>
            <a:xfrm>
              <a:off x="5938695" y="3176919"/>
              <a:ext cx="685761" cy="404739"/>
              <a:chOff x="5938695" y="3176919"/>
              <a:chExt cx="685761" cy="404739"/>
            </a:xfrm>
          </p:grpSpPr>
          <p:grpSp>
            <p:nvGrpSpPr>
              <p:cNvPr id="7021" name="Google Shape;7021;p71"/>
              <p:cNvGrpSpPr/>
              <p:nvPr/>
            </p:nvGrpSpPr>
            <p:grpSpPr>
              <a:xfrm>
                <a:off x="5938695" y="3176919"/>
                <a:ext cx="685761" cy="404739"/>
                <a:chOff x="5938695" y="3176919"/>
                <a:chExt cx="685761" cy="404739"/>
              </a:xfrm>
            </p:grpSpPr>
            <p:sp>
              <p:nvSpPr>
                <p:cNvPr id="7022" name="Google Shape;7022;p71"/>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1"/>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4" name="Google Shape;7024;p71"/>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71"/>
            <p:cNvGrpSpPr/>
            <p:nvPr/>
          </p:nvGrpSpPr>
          <p:grpSpPr>
            <a:xfrm>
              <a:off x="5305233" y="3176835"/>
              <a:ext cx="685971" cy="404655"/>
              <a:chOff x="5305233" y="3176835"/>
              <a:chExt cx="685971" cy="404655"/>
            </a:xfrm>
          </p:grpSpPr>
          <p:grpSp>
            <p:nvGrpSpPr>
              <p:cNvPr id="7026" name="Google Shape;7026;p71"/>
              <p:cNvGrpSpPr/>
              <p:nvPr/>
            </p:nvGrpSpPr>
            <p:grpSpPr>
              <a:xfrm>
                <a:off x="5305233" y="3176835"/>
                <a:ext cx="685971" cy="404655"/>
                <a:chOff x="5305233" y="3176835"/>
                <a:chExt cx="685971" cy="404655"/>
              </a:xfrm>
            </p:grpSpPr>
            <p:sp>
              <p:nvSpPr>
                <p:cNvPr id="7027" name="Google Shape;7027;p71"/>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1"/>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9" name="Google Shape;7029;p71"/>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0" name="Google Shape;7030;p71"/>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1" name="Google Shape;7031;p71"/>
            <p:cNvGrpSpPr/>
            <p:nvPr/>
          </p:nvGrpSpPr>
          <p:grpSpPr>
            <a:xfrm>
              <a:off x="5657361" y="2824811"/>
              <a:ext cx="1078361" cy="404655"/>
              <a:chOff x="5657361" y="2824811"/>
              <a:chExt cx="1078361" cy="404655"/>
            </a:xfrm>
          </p:grpSpPr>
          <p:grpSp>
            <p:nvGrpSpPr>
              <p:cNvPr id="7032" name="Google Shape;7032;p71"/>
              <p:cNvGrpSpPr/>
              <p:nvPr/>
            </p:nvGrpSpPr>
            <p:grpSpPr>
              <a:xfrm>
                <a:off x="5657361" y="2824811"/>
                <a:ext cx="1078361" cy="404655"/>
                <a:chOff x="5657361" y="2824811"/>
                <a:chExt cx="1078361" cy="404655"/>
              </a:xfrm>
            </p:grpSpPr>
            <p:grpSp>
              <p:nvGrpSpPr>
                <p:cNvPr id="7033" name="Google Shape;7033;p71"/>
                <p:cNvGrpSpPr/>
                <p:nvPr/>
              </p:nvGrpSpPr>
              <p:grpSpPr>
                <a:xfrm>
                  <a:off x="5938485" y="2824811"/>
                  <a:ext cx="797237" cy="404655"/>
                  <a:chOff x="5938485" y="2824811"/>
                  <a:chExt cx="797237" cy="404655"/>
                </a:xfrm>
              </p:grpSpPr>
              <p:sp>
                <p:nvSpPr>
                  <p:cNvPr id="7034" name="Google Shape;7034;p71"/>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1"/>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6" name="Google Shape;7036;p71"/>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7" name="Google Shape;7037;p71"/>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71"/>
            <p:cNvGrpSpPr/>
            <p:nvPr/>
          </p:nvGrpSpPr>
          <p:grpSpPr>
            <a:xfrm>
              <a:off x="5190863" y="3528942"/>
              <a:ext cx="1078026" cy="404739"/>
              <a:chOff x="5190863" y="3528942"/>
              <a:chExt cx="1078026" cy="404739"/>
            </a:xfrm>
          </p:grpSpPr>
          <p:sp>
            <p:nvSpPr>
              <p:cNvPr id="7039" name="Google Shape;7039;p71"/>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0" name="Google Shape;7040;p71"/>
              <p:cNvGrpSpPr/>
              <p:nvPr/>
            </p:nvGrpSpPr>
            <p:grpSpPr>
              <a:xfrm>
                <a:off x="5190863" y="3528942"/>
                <a:ext cx="1078026" cy="404739"/>
                <a:chOff x="5190863" y="3528942"/>
                <a:chExt cx="1078026" cy="404739"/>
              </a:xfrm>
            </p:grpSpPr>
            <p:sp>
              <p:nvSpPr>
                <p:cNvPr id="7041" name="Google Shape;7041;p71"/>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1"/>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43" name="Google Shape;7043;p71"/>
          <p:cNvGrpSpPr/>
          <p:nvPr/>
        </p:nvGrpSpPr>
        <p:grpSpPr>
          <a:xfrm>
            <a:off x="728162" y="1474292"/>
            <a:ext cx="1086719" cy="879487"/>
            <a:chOff x="803162" y="1474292"/>
            <a:chExt cx="1086719" cy="879487"/>
          </a:xfrm>
        </p:grpSpPr>
        <p:grpSp>
          <p:nvGrpSpPr>
            <p:cNvPr id="7044" name="Google Shape;7044;p71"/>
            <p:cNvGrpSpPr/>
            <p:nvPr/>
          </p:nvGrpSpPr>
          <p:grpSpPr>
            <a:xfrm>
              <a:off x="803162" y="1625948"/>
              <a:ext cx="445856" cy="576579"/>
              <a:chOff x="803162" y="1625948"/>
              <a:chExt cx="445856" cy="576579"/>
            </a:xfrm>
          </p:grpSpPr>
          <p:sp>
            <p:nvSpPr>
              <p:cNvPr id="7045" name="Google Shape;7045;p71"/>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6" name="Google Shape;7046;p71"/>
              <p:cNvGrpSpPr/>
              <p:nvPr/>
            </p:nvGrpSpPr>
            <p:grpSpPr>
              <a:xfrm>
                <a:off x="1056023" y="1625948"/>
                <a:ext cx="192995" cy="576579"/>
                <a:chOff x="1056023" y="1625948"/>
                <a:chExt cx="192995" cy="576579"/>
              </a:xfrm>
            </p:grpSpPr>
            <p:sp>
              <p:nvSpPr>
                <p:cNvPr id="7047" name="Google Shape;7047;p71"/>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1"/>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1"/>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1"/>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1"/>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2" name="Google Shape;7052;p71"/>
            <p:cNvGrpSpPr/>
            <p:nvPr/>
          </p:nvGrpSpPr>
          <p:grpSpPr>
            <a:xfrm>
              <a:off x="1371406" y="1474292"/>
              <a:ext cx="518475" cy="879487"/>
              <a:chOff x="1398231" y="1474292"/>
              <a:chExt cx="518475" cy="879487"/>
            </a:xfrm>
          </p:grpSpPr>
          <p:grpSp>
            <p:nvGrpSpPr>
              <p:cNvPr id="7053" name="Google Shape;7053;p71"/>
              <p:cNvGrpSpPr/>
              <p:nvPr/>
            </p:nvGrpSpPr>
            <p:grpSpPr>
              <a:xfrm>
                <a:off x="1398231" y="1474292"/>
                <a:ext cx="518475" cy="341643"/>
                <a:chOff x="1398231" y="1474292"/>
                <a:chExt cx="518475" cy="341643"/>
              </a:xfrm>
            </p:grpSpPr>
            <p:sp>
              <p:nvSpPr>
                <p:cNvPr id="7054" name="Google Shape;7054;p71"/>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5" name="Google Shape;7055;p71"/>
                <p:cNvGrpSpPr/>
                <p:nvPr/>
              </p:nvGrpSpPr>
              <p:grpSpPr>
                <a:xfrm>
                  <a:off x="1616453" y="1474292"/>
                  <a:ext cx="300253" cy="341643"/>
                  <a:chOff x="1616453" y="1475379"/>
                  <a:chExt cx="300253" cy="341643"/>
                </a:xfrm>
              </p:grpSpPr>
              <p:sp>
                <p:nvSpPr>
                  <p:cNvPr id="7056" name="Google Shape;7056;p71"/>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1"/>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1"/>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1"/>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1"/>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1"/>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1"/>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3" name="Google Shape;7063;p71"/>
                  <p:cNvGrpSpPr/>
                  <p:nvPr/>
                </p:nvGrpSpPr>
                <p:grpSpPr>
                  <a:xfrm>
                    <a:off x="1839639" y="1475379"/>
                    <a:ext cx="77067" cy="341643"/>
                    <a:chOff x="1839639" y="1475379"/>
                    <a:chExt cx="77067" cy="341643"/>
                  </a:xfrm>
                </p:grpSpPr>
                <p:sp>
                  <p:nvSpPr>
                    <p:cNvPr id="7064" name="Google Shape;7064;p71"/>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1"/>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66" name="Google Shape;7066;p71"/>
              <p:cNvGrpSpPr/>
              <p:nvPr/>
            </p:nvGrpSpPr>
            <p:grpSpPr>
              <a:xfrm>
                <a:off x="1398451" y="2012951"/>
                <a:ext cx="518255" cy="340828"/>
                <a:chOff x="1398451" y="2012951"/>
                <a:chExt cx="518255" cy="340828"/>
              </a:xfrm>
            </p:grpSpPr>
            <p:sp>
              <p:nvSpPr>
                <p:cNvPr id="7067" name="Google Shape;7067;p71"/>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8" name="Google Shape;7068;p71"/>
                <p:cNvGrpSpPr/>
                <p:nvPr/>
              </p:nvGrpSpPr>
              <p:grpSpPr>
                <a:xfrm>
                  <a:off x="1616453" y="2012951"/>
                  <a:ext cx="300253" cy="340828"/>
                  <a:chOff x="1616453" y="2013538"/>
                  <a:chExt cx="300253" cy="340828"/>
                </a:xfrm>
              </p:grpSpPr>
              <p:sp>
                <p:nvSpPr>
                  <p:cNvPr id="7069" name="Google Shape;7069;p71"/>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1"/>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1"/>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1"/>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1"/>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1"/>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1"/>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6" name="Google Shape;7076;p71"/>
                  <p:cNvGrpSpPr/>
                  <p:nvPr/>
                </p:nvGrpSpPr>
                <p:grpSpPr>
                  <a:xfrm>
                    <a:off x="1839639" y="2013538"/>
                    <a:ext cx="77067" cy="340828"/>
                    <a:chOff x="1839639" y="2013538"/>
                    <a:chExt cx="77067" cy="340828"/>
                  </a:xfrm>
                </p:grpSpPr>
                <p:sp>
                  <p:nvSpPr>
                    <p:cNvPr id="7077" name="Google Shape;7077;p71"/>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1"/>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7079" name="Google Shape;7079;p71"/>
          <p:cNvGrpSpPr/>
          <p:nvPr/>
        </p:nvGrpSpPr>
        <p:grpSpPr>
          <a:xfrm>
            <a:off x="724986" y="3605478"/>
            <a:ext cx="1368681" cy="682918"/>
            <a:chOff x="724986" y="3605478"/>
            <a:chExt cx="1368681" cy="682918"/>
          </a:xfrm>
        </p:grpSpPr>
        <p:grpSp>
          <p:nvGrpSpPr>
            <p:cNvPr id="7080" name="Google Shape;7080;p71"/>
            <p:cNvGrpSpPr/>
            <p:nvPr/>
          </p:nvGrpSpPr>
          <p:grpSpPr>
            <a:xfrm>
              <a:off x="1289102" y="3823629"/>
              <a:ext cx="240442" cy="250435"/>
              <a:chOff x="-165066" y="3843615"/>
              <a:chExt cx="221259" cy="230455"/>
            </a:xfrm>
          </p:grpSpPr>
          <p:sp>
            <p:nvSpPr>
              <p:cNvPr id="7081" name="Google Shape;7081;p71"/>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1"/>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1"/>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1"/>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1"/>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1"/>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1"/>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1"/>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1"/>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1"/>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1"/>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1"/>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1"/>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1"/>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1"/>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1"/>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1"/>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1"/>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1"/>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1"/>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71"/>
            <p:cNvGrpSpPr/>
            <p:nvPr/>
          </p:nvGrpSpPr>
          <p:grpSpPr>
            <a:xfrm>
              <a:off x="724986" y="3605478"/>
              <a:ext cx="1368681" cy="682918"/>
              <a:chOff x="724986" y="3605478"/>
              <a:chExt cx="1368681" cy="682918"/>
            </a:xfrm>
          </p:grpSpPr>
          <p:grpSp>
            <p:nvGrpSpPr>
              <p:cNvPr id="7102" name="Google Shape;7102;p71"/>
              <p:cNvGrpSpPr/>
              <p:nvPr/>
            </p:nvGrpSpPr>
            <p:grpSpPr>
              <a:xfrm>
                <a:off x="1498221" y="4047614"/>
                <a:ext cx="529172" cy="240783"/>
                <a:chOff x="1498221" y="4047614"/>
                <a:chExt cx="529172" cy="240783"/>
              </a:xfrm>
            </p:grpSpPr>
            <p:grpSp>
              <p:nvGrpSpPr>
                <p:cNvPr id="7103" name="Google Shape;7103;p71"/>
                <p:cNvGrpSpPr/>
                <p:nvPr/>
              </p:nvGrpSpPr>
              <p:grpSpPr>
                <a:xfrm>
                  <a:off x="1826655" y="4224370"/>
                  <a:ext cx="200738" cy="25631"/>
                  <a:chOff x="1826655" y="4224370"/>
                  <a:chExt cx="200738" cy="25631"/>
                </a:xfrm>
              </p:grpSpPr>
              <p:sp>
                <p:nvSpPr>
                  <p:cNvPr id="7104" name="Google Shape;7104;p71"/>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1"/>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71"/>
                <p:cNvGrpSpPr/>
                <p:nvPr/>
              </p:nvGrpSpPr>
              <p:grpSpPr>
                <a:xfrm>
                  <a:off x="1498221" y="4047614"/>
                  <a:ext cx="328444" cy="240783"/>
                  <a:chOff x="1498221" y="4047614"/>
                  <a:chExt cx="328444" cy="240783"/>
                </a:xfrm>
              </p:grpSpPr>
              <p:sp>
                <p:nvSpPr>
                  <p:cNvPr id="7107" name="Google Shape;7107;p71"/>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08" name="Google Shape;7108;p71"/>
                  <p:cNvGrpSpPr/>
                  <p:nvPr/>
                </p:nvGrpSpPr>
                <p:grpSpPr>
                  <a:xfrm>
                    <a:off x="1498221" y="4047614"/>
                    <a:ext cx="150566" cy="190416"/>
                    <a:chOff x="1498221" y="4047614"/>
                    <a:chExt cx="150566" cy="190416"/>
                  </a:xfrm>
                </p:grpSpPr>
                <p:sp>
                  <p:nvSpPr>
                    <p:cNvPr id="7109" name="Google Shape;7109;p71"/>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1"/>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11" name="Google Shape;7111;p71"/>
              <p:cNvGrpSpPr/>
              <p:nvPr/>
            </p:nvGrpSpPr>
            <p:grpSpPr>
              <a:xfrm>
                <a:off x="1560718" y="3800594"/>
                <a:ext cx="532948" cy="302090"/>
                <a:chOff x="1560718" y="3800594"/>
                <a:chExt cx="532948" cy="302090"/>
              </a:xfrm>
            </p:grpSpPr>
            <p:grpSp>
              <p:nvGrpSpPr>
                <p:cNvPr id="7112" name="Google Shape;7112;p71"/>
                <p:cNvGrpSpPr/>
                <p:nvPr/>
              </p:nvGrpSpPr>
              <p:grpSpPr>
                <a:xfrm>
                  <a:off x="1912179" y="3827344"/>
                  <a:ext cx="181487" cy="25631"/>
                  <a:chOff x="1912179" y="3827344"/>
                  <a:chExt cx="181487" cy="25631"/>
                </a:xfrm>
              </p:grpSpPr>
              <p:sp>
                <p:nvSpPr>
                  <p:cNvPr id="7113" name="Google Shape;7113;p71"/>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1"/>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71"/>
                <p:cNvGrpSpPr/>
                <p:nvPr/>
              </p:nvGrpSpPr>
              <p:grpSpPr>
                <a:xfrm>
                  <a:off x="1912179" y="4044505"/>
                  <a:ext cx="181487" cy="25622"/>
                  <a:chOff x="1912179" y="4044506"/>
                  <a:chExt cx="181487" cy="25622"/>
                </a:xfrm>
              </p:grpSpPr>
              <p:sp>
                <p:nvSpPr>
                  <p:cNvPr id="7116" name="Google Shape;7116;p71"/>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1"/>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8" name="Google Shape;7118;p71"/>
                <p:cNvGrpSpPr/>
                <p:nvPr/>
              </p:nvGrpSpPr>
              <p:grpSpPr>
                <a:xfrm>
                  <a:off x="1560718" y="3800594"/>
                  <a:ext cx="351472" cy="302090"/>
                  <a:chOff x="1560718" y="3800594"/>
                  <a:chExt cx="351472" cy="302090"/>
                </a:xfrm>
              </p:grpSpPr>
              <p:grpSp>
                <p:nvGrpSpPr>
                  <p:cNvPr id="7119" name="Google Shape;7119;p71"/>
                  <p:cNvGrpSpPr/>
                  <p:nvPr/>
                </p:nvGrpSpPr>
                <p:grpSpPr>
                  <a:xfrm>
                    <a:off x="1560718" y="3842857"/>
                    <a:ext cx="173586" cy="217131"/>
                    <a:chOff x="1560718" y="3842857"/>
                    <a:chExt cx="173586" cy="217131"/>
                  </a:xfrm>
                </p:grpSpPr>
                <p:sp>
                  <p:nvSpPr>
                    <p:cNvPr id="7120" name="Google Shape;7120;p71"/>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1"/>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1"/>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3" name="Google Shape;7123;p71"/>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1"/>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125" name="Google Shape;7125;p71"/>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6" name="Google Shape;7126;p71"/>
              <p:cNvGrpSpPr/>
              <p:nvPr/>
            </p:nvGrpSpPr>
            <p:grpSpPr>
              <a:xfrm>
                <a:off x="785350" y="3605478"/>
                <a:ext cx="535311" cy="249245"/>
                <a:chOff x="785350" y="3605478"/>
                <a:chExt cx="535311" cy="249245"/>
              </a:xfrm>
            </p:grpSpPr>
            <p:grpSp>
              <p:nvGrpSpPr>
                <p:cNvPr id="7127" name="Google Shape;7127;p71"/>
                <p:cNvGrpSpPr/>
                <p:nvPr/>
              </p:nvGrpSpPr>
              <p:grpSpPr>
                <a:xfrm>
                  <a:off x="785350" y="3605478"/>
                  <a:ext cx="376191" cy="102736"/>
                  <a:chOff x="785350" y="3605478"/>
                  <a:chExt cx="376191" cy="102736"/>
                </a:xfrm>
              </p:grpSpPr>
              <p:sp>
                <p:nvSpPr>
                  <p:cNvPr id="7128" name="Google Shape;7128;p71"/>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1"/>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1"/>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1" name="Google Shape;7131;p71"/>
                <p:cNvGrpSpPr/>
                <p:nvPr/>
              </p:nvGrpSpPr>
              <p:grpSpPr>
                <a:xfrm>
                  <a:off x="1161530" y="3655851"/>
                  <a:ext cx="159131" cy="198872"/>
                  <a:chOff x="1161530" y="3655851"/>
                  <a:chExt cx="159131" cy="198872"/>
                </a:xfrm>
              </p:grpSpPr>
              <p:sp>
                <p:nvSpPr>
                  <p:cNvPr id="7132" name="Google Shape;7132;p71"/>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1"/>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34" name="Google Shape;7134;p71"/>
              <p:cNvGrpSpPr/>
              <p:nvPr/>
            </p:nvGrpSpPr>
            <p:grpSpPr>
              <a:xfrm>
                <a:off x="785350" y="4047614"/>
                <a:ext cx="535311" cy="240783"/>
                <a:chOff x="785350" y="4047614"/>
                <a:chExt cx="535311" cy="240783"/>
              </a:xfrm>
            </p:grpSpPr>
            <p:grpSp>
              <p:nvGrpSpPr>
                <p:cNvPr id="7135" name="Google Shape;7135;p71"/>
                <p:cNvGrpSpPr/>
                <p:nvPr/>
              </p:nvGrpSpPr>
              <p:grpSpPr>
                <a:xfrm>
                  <a:off x="1161636" y="4047614"/>
                  <a:ext cx="159025" cy="190415"/>
                  <a:chOff x="1161636" y="4047614"/>
                  <a:chExt cx="159025" cy="190415"/>
                </a:xfrm>
              </p:grpSpPr>
              <p:sp>
                <p:nvSpPr>
                  <p:cNvPr id="7136" name="Google Shape;7136;p71"/>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1"/>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8" name="Google Shape;7138;p71"/>
                <p:cNvGrpSpPr/>
                <p:nvPr/>
              </p:nvGrpSpPr>
              <p:grpSpPr>
                <a:xfrm>
                  <a:off x="785350" y="4185661"/>
                  <a:ext cx="376191" cy="102736"/>
                  <a:chOff x="785350" y="4185661"/>
                  <a:chExt cx="376191" cy="102736"/>
                </a:xfrm>
              </p:grpSpPr>
              <p:sp>
                <p:nvSpPr>
                  <p:cNvPr id="7139" name="Google Shape;7139;p71"/>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1"/>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1"/>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42" name="Google Shape;7142;p71"/>
              <p:cNvGrpSpPr/>
              <p:nvPr/>
            </p:nvGrpSpPr>
            <p:grpSpPr>
              <a:xfrm>
                <a:off x="1501054" y="3605478"/>
                <a:ext cx="526340" cy="249240"/>
                <a:chOff x="1501054" y="3605478"/>
                <a:chExt cx="526340" cy="249240"/>
              </a:xfrm>
            </p:grpSpPr>
            <p:grpSp>
              <p:nvGrpSpPr>
                <p:cNvPr id="7143" name="Google Shape;7143;p71"/>
                <p:cNvGrpSpPr/>
                <p:nvPr/>
              </p:nvGrpSpPr>
              <p:grpSpPr>
                <a:xfrm>
                  <a:off x="1834208" y="3643867"/>
                  <a:ext cx="193185" cy="25622"/>
                  <a:chOff x="1834208" y="3643867"/>
                  <a:chExt cx="193185" cy="25622"/>
                </a:xfrm>
              </p:grpSpPr>
              <p:sp>
                <p:nvSpPr>
                  <p:cNvPr id="7144" name="Google Shape;7144;p71"/>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1"/>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71"/>
                <p:cNvGrpSpPr/>
                <p:nvPr/>
              </p:nvGrpSpPr>
              <p:grpSpPr>
                <a:xfrm>
                  <a:off x="1501054" y="3605478"/>
                  <a:ext cx="333165" cy="249240"/>
                  <a:chOff x="1501054" y="3605478"/>
                  <a:chExt cx="333165" cy="249240"/>
                </a:xfrm>
              </p:grpSpPr>
              <p:sp>
                <p:nvSpPr>
                  <p:cNvPr id="7147" name="Google Shape;7147;p71"/>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8" name="Google Shape;7148;p71"/>
                  <p:cNvGrpSpPr/>
                  <p:nvPr/>
                </p:nvGrpSpPr>
                <p:grpSpPr>
                  <a:xfrm>
                    <a:off x="1501054" y="3655851"/>
                    <a:ext cx="155286" cy="198867"/>
                    <a:chOff x="1501054" y="3655851"/>
                    <a:chExt cx="155286" cy="198867"/>
                  </a:xfrm>
                </p:grpSpPr>
                <p:sp>
                  <p:nvSpPr>
                    <p:cNvPr id="7149" name="Google Shape;7149;p71"/>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1"/>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51" name="Google Shape;7151;p71"/>
              <p:cNvGrpSpPr/>
              <p:nvPr/>
            </p:nvGrpSpPr>
            <p:grpSpPr>
              <a:xfrm>
                <a:off x="724986" y="3800594"/>
                <a:ext cx="532950" cy="302090"/>
                <a:chOff x="724986" y="3800594"/>
                <a:chExt cx="532950" cy="302090"/>
              </a:xfrm>
            </p:grpSpPr>
            <p:grpSp>
              <p:nvGrpSpPr>
                <p:cNvPr id="7152" name="Google Shape;7152;p71"/>
                <p:cNvGrpSpPr/>
                <p:nvPr/>
              </p:nvGrpSpPr>
              <p:grpSpPr>
                <a:xfrm>
                  <a:off x="724986" y="4044367"/>
                  <a:ext cx="181314" cy="25626"/>
                  <a:chOff x="724986" y="4044367"/>
                  <a:chExt cx="181314" cy="25626"/>
                </a:xfrm>
              </p:grpSpPr>
              <p:sp>
                <p:nvSpPr>
                  <p:cNvPr id="7153" name="Google Shape;7153;p71"/>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1"/>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5" name="Google Shape;7155;p71"/>
                <p:cNvGrpSpPr/>
                <p:nvPr/>
              </p:nvGrpSpPr>
              <p:grpSpPr>
                <a:xfrm>
                  <a:off x="906290" y="3800594"/>
                  <a:ext cx="351646" cy="302090"/>
                  <a:chOff x="906290" y="3800594"/>
                  <a:chExt cx="351646" cy="302090"/>
                </a:xfrm>
              </p:grpSpPr>
              <p:grpSp>
                <p:nvGrpSpPr>
                  <p:cNvPr id="7156" name="Google Shape;7156;p71"/>
                  <p:cNvGrpSpPr/>
                  <p:nvPr/>
                </p:nvGrpSpPr>
                <p:grpSpPr>
                  <a:xfrm>
                    <a:off x="1084172" y="3842857"/>
                    <a:ext cx="173764" cy="217131"/>
                    <a:chOff x="1084172" y="3842857"/>
                    <a:chExt cx="173764" cy="217131"/>
                  </a:xfrm>
                </p:grpSpPr>
                <p:grpSp>
                  <p:nvGrpSpPr>
                    <p:cNvPr id="7157" name="Google Shape;7157;p71"/>
                    <p:cNvGrpSpPr/>
                    <p:nvPr/>
                  </p:nvGrpSpPr>
                  <p:grpSpPr>
                    <a:xfrm>
                      <a:off x="1156862" y="3936509"/>
                      <a:ext cx="101073" cy="25622"/>
                      <a:chOff x="1156862" y="3936509"/>
                      <a:chExt cx="101073" cy="25622"/>
                    </a:xfrm>
                  </p:grpSpPr>
                  <p:sp>
                    <p:nvSpPr>
                      <p:cNvPr id="7158" name="Google Shape;7158;p71"/>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1"/>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0" name="Google Shape;7160;p71"/>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1" name="Google Shape;7161;p71"/>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1"/>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3" name="Google Shape;7163;p71"/>
                <p:cNvGrpSpPr/>
                <p:nvPr/>
              </p:nvGrpSpPr>
              <p:grpSpPr>
                <a:xfrm>
                  <a:off x="724986" y="3830189"/>
                  <a:ext cx="189533" cy="25626"/>
                  <a:chOff x="724986" y="3830189"/>
                  <a:chExt cx="189533" cy="25626"/>
                </a:xfrm>
              </p:grpSpPr>
              <p:sp>
                <p:nvSpPr>
                  <p:cNvPr id="7164" name="Google Shape;7164;p71"/>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1"/>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166" name="Google Shape;7166;p71"/>
          <p:cNvGrpSpPr/>
          <p:nvPr/>
        </p:nvGrpSpPr>
        <p:grpSpPr>
          <a:xfrm>
            <a:off x="2253298" y="2455640"/>
            <a:ext cx="948701" cy="935378"/>
            <a:chOff x="2253298" y="2428317"/>
            <a:chExt cx="948701" cy="935378"/>
          </a:xfrm>
        </p:grpSpPr>
        <p:sp>
          <p:nvSpPr>
            <p:cNvPr id="7167" name="Google Shape;7167;p71"/>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1"/>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1"/>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1"/>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1"/>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1"/>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1"/>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1"/>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1"/>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1"/>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1"/>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1"/>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1"/>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1"/>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1"/>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1"/>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1"/>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1"/>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1"/>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1"/>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1"/>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1"/>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1"/>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1"/>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1"/>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1"/>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1"/>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1"/>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1"/>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1"/>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1"/>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1"/>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1"/>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7203"/>
        <p:cNvGrpSpPr/>
        <p:nvPr/>
      </p:nvGrpSpPr>
      <p:grpSpPr>
        <a:xfrm>
          <a:off x="0" y="0"/>
          <a:ext cx="0" cy="0"/>
          <a:chOff x="0" y="0"/>
          <a:chExt cx="0" cy="0"/>
        </a:xfrm>
      </p:grpSpPr>
      <p:grpSp>
        <p:nvGrpSpPr>
          <p:cNvPr id="7204" name="Google Shape;7204;p72"/>
          <p:cNvGrpSpPr/>
          <p:nvPr/>
        </p:nvGrpSpPr>
        <p:grpSpPr>
          <a:xfrm>
            <a:off x="3353582" y="1145627"/>
            <a:ext cx="2363393" cy="1017867"/>
            <a:chOff x="3292400" y="1219146"/>
            <a:chExt cx="2615240" cy="1110239"/>
          </a:xfrm>
        </p:grpSpPr>
        <p:sp>
          <p:nvSpPr>
            <p:cNvPr id="7205" name="Google Shape;7205;p72"/>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7206" name="Google Shape;7206;p72"/>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07" name="Google Shape;7207;p72"/>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7208" name="Google Shape;7208;p72"/>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7209" name="Google Shape;7209;p72"/>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7210" name="Google Shape;7210;p72"/>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7211" name="Google Shape;7211;p72"/>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7212" name="Google Shape;7212;p72"/>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7213" name="Google Shape;7213;p72"/>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7214" name="Google Shape;7214;p72"/>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7215" name="Google Shape;7215;p72"/>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216" name="Google Shape;7216;p72"/>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217" name="Google Shape;7217;p72"/>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218" name="Google Shape;7218;p72"/>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219" name="Google Shape;7219;p72"/>
            <p:cNvGrpSpPr/>
            <p:nvPr/>
          </p:nvGrpSpPr>
          <p:grpSpPr>
            <a:xfrm>
              <a:off x="3748438" y="1378608"/>
              <a:ext cx="2159202" cy="903971"/>
              <a:chOff x="1683525" y="2179850"/>
              <a:chExt cx="4519050" cy="2134525"/>
            </a:xfrm>
          </p:grpSpPr>
          <p:sp>
            <p:nvSpPr>
              <p:cNvPr id="7220" name="Google Shape;7220;p7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1" name="Google Shape;7221;p7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2" name="Google Shape;7222;p7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3" name="Google Shape;7223;p7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4" name="Google Shape;7224;p7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5" name="Google Shape;7225;p7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6" name="Google Shape;7226;p7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7" name="Google Shape;7227;p7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8" name="Google Shape;7228;p7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29" name="Google Shape;7229;p7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30" name="Google Shape;7230;p7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231" name="Google Shape;7231;p7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7232" name="Google Shape;7232;p72"/>
          <p:cNvGraphicFramePr/>
          <p:nvPr/>
        </p:nvGraphicFramePr>
        <p:xfrm>
          <a:off x="5949675" y="2323100"/>
          <a:ext cx="3000000" cy="3000000"/>
        </p:xfrm>
        <a:graphic>
          <a:graphicData uri="http://schemas.openxmlformats.org/drawingml/2006/table">
            <a:tbl>
              <a:tblPr>
                <a:noFill/>
                <a:tableStyleId>{06C9BFDA-D533-4318-A00A-715C373CFB32}</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10"/>
                      </a:srgbClr>
                    </a:solidFill>
                  </a:tcPr>
                </a:tc>
                <a:extLst>
                  <a:ext uri="{0D108BD9-81ED-4DB2-BD59-A6C34878D82A}">
                    <a16:rowId xmlns:a16="http://schemas.microsoft.com/office/drawing/2014/main" val="10003"/>
                  </a:ext>
                </a:extLst>
              </a:tr>
            </a:tbl>
          </a:graphicData>
        </a:graphic>
      </p:graphicFrame>
      <p:grpSp>
        <p:nvGrpSpPr>
          <p:cNvPr id="7233" name="Google Shape;7233;p72"/>
          <p:cNvGrpSpPr/>
          <p:nvPr/>
        </p:nvGrpSpPr>
        <p:grpSpPr>
          <a:xfrm>
            <a:off x="5926924" y="3381697"/>
            <a:ext cx="2519825" cy="1001454"/>
            <a:chOff x="1906114" y="789980"/>
            <a:chExt cx="1487676" cy="606868"/>
          </a:xfrm>
        </p:grpSpPr>
        <p:cxnSp>
          <p:nvCxnSpPr>
            <p:cNvPr id="7234" name="Google Shape;7234;p7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235" name="Google Shape;7235;p7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236" name="Google Shape;7236;p7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237" name="Google Shape;7237;p72"/>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7238" name="Google Shape;7238;p72"/>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7239" name="Google Shape;7239;p72"/>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7240" name="Google Shape;7240;p72"/>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7241" name="Google Shape;7241;p7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7248" name="Google Shape;7248;p72"/>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249" name="Google Shape;7249;p72"/>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250" name="Google Shape;7250;p7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72"/>
          <p:cNvGrpSpPr/>
          <p:nvPr/>
        </p:nvGrpSpPr>
        <p:grpSpPr>
          <a:xfrm>
            <a:off x="726399" y="1190655"/>
            <a:ext cx="2394370" cy="976502"/>
            <a:chOff x="749309" y="1112739"/>
            <a:chExt cx="2371603" cy="976502"/>
          </a:xfrm>
        </p:grpSpPr>
        <p:sp>
          <p:nvSpPr>
            <p:cNvPr id="7252" name="Google Shape;7252;p72"/>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284" name="Google Shape;7284;p72"/>
          <p:cNvGraphicFramePr/>
          <p:nvPr/>
        </p:nvGraphicFramePr>
        <p:xfrm>
          <a:off x="5949700" y="1188950"/>
          <a:ext cx="3000000" cy="3000000"/>
        </p:xfrm>
        <a:graphic>
          <a:graphicData uri="http://schemas.openxmlformats.org/drawingml/2006/table">
            <a:tbl>
              <a:tblPr>
                <a:noFill/>
                <a:tableStyleId>{06C9BFDA-D533-4318-A00A-715C373CFB32}</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7285" name="Google Shape;7285;p72"/>
          <p:cNvGraphicFramePr/>
          <p:nvPr/>
        </p:nvGraphicFramePr>
        <p:xfrm>
          <a:off x="3356413" y="2323100"/>
          <a:ext cx="3000000" cy="3000000"/>
        </p:xfrm>
        <a:graphic>
          <a:graphicData uri="http://schemas.openxmlformats.org/drawingml/2006/table">
            <a:tbl>
              <a:tblPr>
                <a:noFill/>
                <a:tableStyleId>{06C9BFDA-D533-4318-A00A-715C373CFB32}</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286" name="Google Shape;7286;p72"/>
          <p:cNvGrpSpPr/>
          <p:nvPr/>
        </p:nvGrpSpPr>
        <p:grpSpPr>
          <a:xfrm>
            <a:off x="4100342" y="2709743"/>
            <a:ext cx="1517436" cy="74460"/>
            <a:chOff x="3980086" y="2804397"/>
            <a:chExt cx="1227600" cy="66900"/>
          </a:xfrm>
        </p:grpSpPr>
        <p:sp>
          <p:nvSpPr>
            <p:cNvPr id="7287" name="Google Shape;7287;p7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9" name="Google Shape;7289;p72"/>
          <p:cNvGrpSpPr/>
          <p:nvPr/>
        </p:nvGrpSpPr>
        <p:grpSpPr>
          <a:xfrm>
            <a:off x="4725406" y="3002330"/>
            <a:ext cx="892956" cy="74460"/>
            <a:chOff x="3980086" y="2804397"/>
            <a:chExt cx="1227600" cy="66900"/>
          </a:xfrm>
        </p:grpSpPr>
        <p:sp>
          <p:nvSpPr>
            <p:cNvPr id="7290" name="Google Shape;7290;p7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2" name="Google Shape;7292;p72"/>
          <p:cNvGrpSpPr/>
          <p:nvPr/>
        </p:nvGrpSpPr>
        <p:grpSpPr>
          <a:xfrm>
            <a:off x="3358498" y="3361213"/>
            <a:ext cx="2363244" cy="1005943"/>
            <a:chOff x="3358415" y="3361302"/>
            <a:chExt cx="2363244" cy="1024695"/>
          </a:xfrm>
        </p:grpSpPr>
        <p:grpSp>
          <p:nvGrpSpPr>
            <p:cNvPr id="7293" name="Google Shape;7293;p72"/>
            <p:cNvGrpSpPr/>
            <p:nvPr/>
          </p:nvGrpSpPr>
          <p:grpSpPr>
            <a:xfrm>
              <a:off x="3358415" y="3361302"/>
              <a:ext cx="441300" cy="1024695"/>
              <a:chOff x="3358415" y="3361302"/>
              <a:chExt cx="441300" cy="1024695"/>
            </a:xfrm>
          </p:grpSpPr>
          <p:sp>
            <p:nvSpPr>
              <p:cNvPr id="7294" name="Google Shape;7294;p72"/>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72"/>
            <p:cNvGrpSpPr/>
            <p:nvPr/>
          </p:nvGrpSpPr>
          <p:grpSpPr>
            <a:xfrm>
              <a:off x="3838901" y="3361302"/>
              <a:ext cx="441300" cy="1024695"/>
              <a:chOff x="3838901" y="3361302"/>
              <a:chExt cx="441300" cy="1024695"/>
            </a:xfrm>
          </p:grpSpPr>
          <p:sp>
            <p:nvSpPr>
              <p:cNvPr id="7301" name="Google Shape;7301;p72"/>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7" name="Google Shape;7307;p72"/>
            <p:cNvGrpSpPr/>
            <p:nvPr/>
          </p:nvGrpSpPr>
          <p:grpSpPr>
            <a:xfrm>
              <a:off x="4319387" y="3361302"/>
              <a:ext cx="441300" cy="1024695"/>
              <a:chOff x="4319387" y="3361302"/>
              <a:chExt cx="441300" cy="1024695"/>
            </a:xfrm>
          </p:grpSpPr>
          <p:sp>
            <p:nvSpPr>
              <p:cNvPr id="7308" name="Google Shape;7308;p72"/>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4" name="Google Shape;7314;p72"/>
            <p:cNvGrpSpPr/>
            <p:nvPr/>
          </p:nvGrpSpPr>
          <p:grpSpPr>
            <a:xfrm>
              <a:off x="4799873" y="3361302"/>
              <a:ext cx="441300" cy="1024695"/>
              <a:chOff x="4799873" y="3361302"/>
              <a:chExt cx="441300" cy="1024695"/>
            </a:xfrm>
          </p:grpSpPr>
          <p:sp>
            <p:nvSpPr>
              <p:cNvPr id="7315" name="Google Shape;7315;p72"/>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1" name="Google Shape;7321;p72"/>
            <p:cNvGrpSpPr/>
            <p:nvPr/>
          </p:nvGrpSpPr>
          <p:grpSpPr>
            <a:xfrm>
              <a:off x="5280360" y="3361302"/>
              <a:ext cx="441300" cy="1024695"/>
              <a:chOff x="5280360" y="3361302"/>
              <a:chExt cx="441300" cy="1024695"/>
            </a:xfrm>
          </p:grpSpPr>
          <p:sp>
            <p:nvSpPr>
              <p:cNvPr id="7322" name="Google Shape;7322;p72"/>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328" name="Google Shape;7328;p72"/>
          <p:cNvGraphicFramePr/>
          <p:nvPr/>
        </p:nvGraphicFramePr>
        <p:xfrm>
          <a:off x="724925" y="2323100"/>
          <a:ext cx="3000000" cy="3000000"/>
        </p:xfrm>
        <a:graphic>
          <a:graphicData uri="http://schemas.openxmlformats.org/drawingml/2006/table">
            <a:tbl>
              <a:tblPr>
                <a:noFill/>
                <a:tableStyleId>{06C9BFDA-D533-4318-A00A-715C373CFB32}</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7329" name="Google Shape;7329;p72"/>
          <p:cNvGrpSpPr/>
          <p:nvPr/>
        </p:nvGrpSpPr>
        <p:grpSpPr>
          <a:xfrm>
            <a:off x="726450" y="3372825"/>
            <a:ext cx="2403614" cy="1005900"/>
            <a:chOff x="726450" y="3372825"/>
            <a:chExt cx="2403614" cy="1005900"/>
          </a:xfrm>
        </p:grpSpPr>
        <p:grpSp>
          <p:nvGrpSpPr>
            <p:cNvPr id="7330" name="Google Shape;7330;p72"/>
            <p:cNvGrpSpPr/>
            <p:nvPr/>
          </p:nvGrpSpPr>
          <p:grpSpPr>
            <a:xfrm>
              <a:off x="726450" y="3696000"/>
              <a:ext cx="2403614" cy="500898"/>
              <a:chOff x="726450" y="3696000"/>
              <a:chExt cx="2403614" cy="500898"/>
            </a:xfrm>
          </p:grpSpPr>
          <p:sp>
            <p:nvSpPr>
              <p:cNvPr id="7331" name="Google Shape;7331;p72"/>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32" name="Google Shape;7332;p72"/>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333" name="Google Shape;7333;p72"/>
            <p:cNvGrpSpPr/>
            <p:nvPr/>
          </p:nvGrpSpPr>
          <p:grpSpPr>
            <a:xfrm>
              <a:off x="1348050" y="3372825"/>
              <a:ext cx="1720425" cy="1005900"/>
              <a:chOff x="1348050" y="3372825"/>
              <a:chExt cx="1720425" cy="1005900"/>
            </a:xfrm>
          </p:grpSpPr>
          <p:sp>
            <p:nvSpPr>
              <p:cNvPr id="7334" name="Google Shape;7334;p72"/>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35" name="Google Shape;7335;p72"/>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36" name="Google Shape;7336;p72"/>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37" name="Google Shape;7337;p72"/>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338" name="Google Shape;7338;p72"/>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339" name="Google Shape;7339;p72"/>
            <p:cNvGrpSpPr/>
            <p:nvPr/>
          </p:nvGrpSpPr>
          <p:grpSpPr>
            <a:xfrm>
              <a:off x="1455707" y="3731058"/>
              <a:ext cx="1491150" cy="417657"/>
              <a:chOff x="1455707" y="3731058"/>
              <a:chExt cx="1491150" cy="417657"/>
            </a:xfrm>
          </p:grpSpPr>
          <p:grpSp>
            <p:nvGrpSpPr>
              <p:cNvPr id="7340" name="Google Shape;7340;p72"/>
              <p:cNvGrpSpPr/>
              <p:nvPr/>
            </p:nvGrpSpPr>
            <p:grpSpPr>
              <a:xfrm>
                <a:off x="1472938" y="3745828"/>
                <a:ext cx="72126" cy="53788"/>
                <a:chOff x="1472938" y="3745828"/>
                <a:chExt cx="72126" cy="53788"/>
              </a:xfrm>
            </p:grpSpPr>
            <p:sp>
              <p:nvSpPr>
                <p:cNvPr id="7341" name="Google Shape;7341;p72"/>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3" name="Google Shape;7343;p72"/>
              <p:cNvGrpSpPr/>
              <p:nvPr/>
            </p:nvGrpSpPr>
            <p:grpSpPr>
              <a:xfrm>
                <a:off x="1819181" y="4089633"/>
                <a:ext cx="72126" cy="53788"/>
                <a:chOff x="1819181" y="4089633"/>
                <a:chExt cx="72126" cy="53788"/>
              </a:xfrm>
            </p:grpSpPr>
            <p:sp>
              <p:nvSpPr>
                <p:cNvPr id="7344" name="Google Shape;7344;p72"/>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6" name="Google Shape;7346;p72"/>
              <p:cNvGrpSpPr/>
              <p:nvPr/>
            </p:nvGrpSpPr>
            <p:grpSpPr>
              <a:xfrm>
                <a:off x="1455707" y="4084171"/>
                <a:ext cx="64321" cy="64544"/>
                <a:chOff x="1455707" y="4084171"/>
                <a:chExt cx="64321" cy="64544"/>
              </a:xfrm>
            </p:grpSpPr>
            <p:sp>
              <p:nvSpPr>
                <p:cNvPr id="7347" name="Google Shape;7347;p72"/>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72"/>
              <p:cNvGrpSpPr/>
              <p:nvPr/>
            </p:nvGrpSpPr>
            <p:grpSpPr>
              <a:xfrm>
                <a:off x="1818610" y="3731058"/>
                <a:ext cx="64321" cy="64544"/>
                <a:chOff x="1818610" y="3731058"/>
                <a:chExt cx="64321" cy="64544"/>
              </a:xfrm>
            </p:grpSpPr>
            <p:sp>
              <p:nvSpPr>
                <p:cNvPr id="7350" name="Google Shape;7350;p72"/>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72"/>
              <p:cNvGrpSpPr/>
              <p:nvPr/>
            </p:nvGrpSpPr>
            <p:grpSpPr>
              <a:xfrm>
                <a:off x="2172491" y="4089633"/>
                <a:ext cx="72126" cy="53788"/>
                <a:chOff x="2172491" y="4089633"/>
                <a:chExt cx="72126" cy="53788"/>
              </a:xfrm>
            </p:grpSpPr>
            <p:sp>
              <p:nvSpPr>
                <p:cNvPr id="7353" name="Google Shape;7353;p72"/>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5" name="Google Shape;7355;p72"/>
              <p:cNvGrpSpPr/>
              <p:nvPr/>
            </p:nvGrpSpPr>
            <p:grpSpPr>
              <a:xfrm>
                <a:off x="2171920" y="3731058"/>
                <a:ext cx="64321" cy="64544"/>
                <a:chOff x="2171920" y="3731058"/>
                <a:chExt cx="64321" cy="64544"/>
              </a:xfrm>
            </p:grpSpPr>
            <p:sp>
              <p:nvSpPr>
                <p:cNvPr id="7356" name="Google Shape;7356;p72"/>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72"/>
              <p:cNvGrpSpPr/>
              <p:nvPr/>
            </p:nvGrpSpPr>
            <p:grpSpPr>
              <a:xfrm>
                <a:off x="2874730" y="3745828"/>
                <a:ext cx="72126" cy="53788"/>
                <a:chOff x="2874730" y="3745828"/>
                <a:chExt cx="72126" cy="53788"/>
              </a:xfrm>
            </p:grpSpPr>
            <p:sp>
              <p:nvSpPr>
                <p:cNvPr id="7359" name="Google Shape;7359;p72"/>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1" name="Google Shape;7361;p72"/>
              <p:cNvGrpSpPr/>
              <p:nvPr/>
            </p:nvGrpSpPr>
            <p:grpSpPr>
              <a:xfrm>
                <a:off x="2878589" y="4081481"/>
                <a:ext cx="64321" cy="64544"/>
                <a:chOff x="2878589" y="4081481"/>
                <a:chExt cx="64321" cy="64544"/>
              </a:xfrm>
            </p:grpSpPr>
            <p:sp>
              <p:nvSpPr>
                <p:cNvPr id="7362" name="Google Shape;7362;p72"/>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4" name="Google Shape;7364;p72"/>
              <p:cNvGrpSpPr/>
              <p:nvPr/>
            </p:nvGrpSpPr>
            <p:grpSpPr>
              <a:xfrm>
                <a:off x="2525796" y="4089633"/>
                <a:ext cx="72126" cy="53788"/>
                <a:chOff x="2525796" y="4089633"/>
                <a:chExt cx="72126" cy="53788"/>
              </a:xfrm>
            </p:grpSpPr>
            <p:sp>
              <p:nvSpPr>
                <p:cNvPr id="7365" name="Google Shape;7365;p72"/>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7" name="Google Shape;7367;p72"/>
              <p:cNvGrpSpPr/>
              <p:nvPr/>
            </p:nvGrpSpPr>
            <p:grpSpPr>
              <a:xfrm>
                <a:off x="2525225" y="3731058"/>
                <a:ext cx="64321" cy="64544"/>
                <a:chOff x="2525225" y="3731058"/>
                <a:chExt cx="64321" cy="64544"/>
              </a:xfrm>
            </p:grpSpPr>
            <p:sp>
              <p:nvSpPr>
                <p:cNvPr id="7368" name="Google Shape;7368;p72"/>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7373"/>
        <p:cNvGrpSpPr/>
        <p:nvPr/>
      </p:nvGrpSpPr>
      <p:grpSpPr>
        <a:xfrm>
          <a:off x="0" y="0"/>
          <a:ext cx="0" cy="0"/>
          <a:chOff x="0" y="0"/>
          <a:chExt cx="0" cy="0"/>
        </a:xfrm>
      </p:grpSpPr>
      <p:grpSp>
        <p:nvGrpSpPr>
          <p:cNvPr id="7374" name="Google Shape;7374;p73"/>
          <p:cNvGrpSpPr/>
          <p:nvPr/>
        </p:nvGrpSpPr>
        <p:grpSpPr>
          <a:xfrm>
            <a:off x="732428" y="1171356"/>
            <a:ext cx="845921" cy="690752"/>
            <a:chOff x="732428" y="1198513"/>
            <a:chExt cx="845921" cy="690752"/>
          </a:xfrm>
        </p:grpSpPr>
        <p:grpSp>
          <p:nvGrpSpPr>
            <p:cNvPr id="7375" name="Google Shape;7375;p73"/>
            <p:cNvGrpSpPr/>
            <p:nvPr/>
          </p:nvGrpSpPr>
          <p:grpSpPr>
            <a:xfrm>
              <a:off x="823030" y="1198513"/>
              <a:ext cx="755319" cy="690752"/>
              <a:chOff x="823030" y="1198513"/>
              <a:chExt cx="755319" cy="690752"/>
            </a:xfrm>
          </p:grpSpPr>
          <p:sp>
            <p:nvSpPr>
              <p:cNvPr id="7376" name="Google Shape;7376;p73"/>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3"/>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8" name="Google Shape;7378;p73"/>
            <p:cNvGrpSpPr/>
            <p:nvPr/>
          </p:nvGrpSpPr>
          <p:grpSpPr>
            <a:xfrm>
              <a:off x="732428" y="1239937"/>
              <a:ext cx="739912" cy="607886"/>
              <a:chOff x="732428" y="1239937"/>
              <a:chExt cx="739912" cy="607886"/>
            </a:xfrm>
          </p:grpSpPr>
          <p:sp>
            <p:nvSpPr>
              <p:cNvPr id="7379" name="Google Shape;7379;p73"/>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3"/>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1" name="Google Shape;7381;p73"/>
            <p:cNvGrpSpPr/>
            <p:nvPr/>
          </p:nvGrpSpPr>
          <p:grpSpPr>
            <a:xfrm>
              <a:off x="732428" y="1277018"/>
              <a:ext cx="702832" cy="533758"/>
              <a:chOff x="732428" y="1277018"/>
              <a:chExt cx="702832" cy="533758"/>
            </a:xfrm>
          </p:grpSpPr>
          <p:sp>
            <p:nvSpPr>
              <p:cNvPr id="7382" name="Google Shape;7382;p73"/>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3"/>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4" name="Google Shape;7384;p73"/>
            <p:cNvGrpSpPr/>
            <p:nvPr/>
          </p:nvGrpSpPr>
          <p:grpSpPr>
            <a:xfrm>
              <a:off x="931170" y="1306653"/>
              <a:ext cx="647179" cy="474455"/>
              <a:chOff x="931170" y="1306653"/>
              <a:chExt cx="647179" cy="474455"/>
            </a:xfrm>
          </p:grpSpPr>
          <p:sp>
            <p:nvSpPr>
              <p:cNvPr id="7385" name="Google Shape;7385;p73"/>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3"/>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7" name="Google Shape;7387;p73"/>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8" name="Google Shape;7388;p73"/>
          <p:cNvGrpSpPr/>
          <p:nvPr/>
        </p:nvGrpSpPr>
        <p:grpSpPr>
          <a:xfrm>
            <a:off x="3964037" y="1171363"/>
            <a:ext cx="634656" cy="699982"/>
            <a:chOff x="5985650" y="2860025"/>
            <a:chExt cx="1396075" cy="1539775"/>
          </a:xfrm>
        </p:grpSpPr>
        <p:sp>
          <p:nvSpPr>
            <p:cNvPr id="7389" name="Google Shape;7389;p73"/>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3"/>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3"/>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3"/>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3"/>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3"/>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3"/>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3"/>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3"/>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3"/>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3"/>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3"/>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3"/>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3"/>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3"/>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3"/>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3"/>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3"/>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3"/>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3"/>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3"/>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3"/>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3"/>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3"/>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3"/>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3"/>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3"/>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3"/>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3"/>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3"/>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3"/>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3"/>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73"/>
          <p:cNvGrpSpPr/>
          <p:nvPr/>
        </p:nvGrpSpPr>
        <p:grpSpPr>
          <a:xfrm>
            <a:off x="4719687" y="1171356"/>
            <a:ext cx="725845" cy="699975"/>
            <a:chOff x="4249973" y="1201875"/>
            <a:chExt cx="1958568" cy="1888762"/>
          </a:xfrm>
        </p:grpSpPr>
        <p:sp>
          <p:nvSpPr>
            <p:cNvPr id="7422" name="Google Shape;7422;p73"/>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23" name="Google Shape;7423;p73"/>
            <p:cNvGrpSpPr/>
            <p:nvPr/>
          </p:nvGrpSpPr>
          <p:grpSpPr>
            <a:xfrm>
              <a:off x="5853086" y="1789142"/>
              <a:ext cx="355454" cy="1048099"/>
              <a:chOff x="5576108" y="2016725"/>
              <a:chExt cx="565200" cy="1666560"/>
            </a:xfrm>
          </p:grpSpPr>
          <p:sp>
            <p:nvSpPr>
              <p:cNvPr id="7424" name="Google Shape;7424;p73"/>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25" name="Google Shape;7425;p7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73"/>
            <p:cNvGrpSpPr/>
            <p:nvPr/>
          </p:nvGrpSpPr>
          <p:grpSpPr>
            <a:xfrm>
              <a:off x="4869455" y="2691676"/>
              <a:ext cx="1013897" cy="398961"/>
              <a:chOff x="4012057" y="3451825"/>
              <a:chExt cx="1612175" cy="634379"/>
            </a:xfrm>
          </p:grpSpPr>
          <p:sp>
            <p:nvSpPr>
              <p:cNvPr id="7427" name="Google Shape;7427;p73"/>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28" name="Google Shape;7428;p7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73"/>
            <p:cNvGrpSpPr/>
            <p:nvPr/>
          </p:nvGrpSpPr>
          <p:grpSpPr>
            <a:xfrm>
              <a:off x="4276937" y="2155961"/>
              <a:ext cx="651965" cy="891358"/>
              <a:chOff x="3069908" y="2599997"/>
              <a:chExt cx="1036675" cy="1417328"/>
            </a:xfrm>
          </p:grpSpPr>
          <p:sp>
            <p:nvSpPr>
              <p:cNvPr id="7430" name="Google Shape;7430;p73"/>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31" name="Google Shape;7431;p7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73"/>
            <p:cNvGrpSpPr/>
            <p:nvPr/>
          </p:nvGrpSpPr>
          <p:grpSpPr>
            <a:xfrm>
              <a:off x="5054918" y="1201875"/>
              <a:ext cx="999548" cy="602711"/>
              <a:chOff x="4306958" y="1082925"/>
              <a:chExt cx="1589359" cy="958358"/>
            </a:xfrm>
          </p:grpSpPr>
          <p:sp>
            <p:nvSpPr>
              <p:cNvPr id="7433" name="Google Shape;7433;p73"/>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34" name="Google Shape;7434;p7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73"/>
            <p:cNvGrpSpPr/>
            <p:nvPr/>
          </p:nvGrpSpPr>
          <p:grpSpPr>
            <a:xfrm>
              <a:off x="4249973" y="1303451"/>
              <a:ext cx="799317" cy="841334"/>
              <a:chOff x="3027033" y="1244439"/>
              <a:chExt cx="1270977" cy="1337786"/>
            </a:xfrm>
          </p:grpSpPr>
          <p:sp>
            <p:nvSpPr>
              <p:cNvPr id="7436" name="Google Shape;7436;p73"/>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437" name="Google Shape;7437;p7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8" name="Google Shape;7438;p73"/>
          <p:cNvGrpSpPr/>
          <p:nvPr/>
        </p:nvGrpSpPr>
        <p:grpSpPr>
          <a:xfrm>
            <a:off x="4072551" y="2058137"/>
            <a:ext cx="750769" cy="683784"/>
            <a:chOff x="4204684" y="2104422"/>
            <a:chExt cx="699822" cy="637382"/>
          </a:xfrm>
        </p:grpSpPr>
        <p:grpSp>
          <p:nvGrpSpPr>
            <p:cNvPr id="7439" name="Google Shape;7439;p73"/>
            <p:cNvGrpSpPr/>
            <p:nvPr/>
          </p:nvGrpSpPr>
          <p:grpSpPr>
            <a:xfrm>
              <a:off x="4204684" y="2430067"/>
              <a:ext cx="342957" cy="311738"/>
              <a:chOff x="4204684" y="2430067"/>
              <a:chExt cx="342957" cy="311738"/>
            </a:xfrm>
          </p:grpSpPr>
          <p:sp>
            <p:nvSpPr>
              <p:cNvPr id="7440" name="Google Shape;7440;p73"/>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3"/>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73"/>
            <p:cNvGrpSpPr/>
            <p:nvPr/>
          </p:nvGrpSpPr>
          <p:grpSpPr>
            <a:xfrm>
              <a:off x="4561586" y="2430067"/>
              <a:ext cx="342920" cy="311738"/>
              <a:chOff x="4561586" y="2430067"/>
              <a:chExt cx="342920" cy="311738"/>
            </a:xfrm>
          </p:grpSpPr>
          <p:sp>
            <p:nvSpPr>
              <p:cNvPr id="7443" name="Google Shape;7443;p73"/>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3"/>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73"/>
            <p:cNvGrpSpPr/>
            <p:nvPr/>
          </p:nvGrpSpPr>
          <p:grpSpPr>
            <a:xfrm>
              <a:off x="4561586" y="2104422"/>
              <a:ext cx="342920" cy="311738"/>
              <a:chOff x="4561586" y="2104422"/>
              <a:chExt cx="342920" cy="311738"/>
            </a:xfrm>
          </p:grpSpPr>
          <p:sp>
            <p:nvSpPr>
              <p:cNvPr id="7446" name="Google Shape;7446;p73"/>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3"/>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73"/>
            <p:cNvGrpSpPr/>
            <p:nvPr/>
          </p:nvGrpSpPr>
          <p:grpSpPr>
            <a:xfrm>
              <a:off x="4204684" y="2104422"/>
              <a:ext cx="342957" cy="311664"/>
              <a:chOff x="4204684" y="2104422"/>
              <a:chExt cx="342957" cy="311664"/>
            </a:xfrm>
          </p:grpSpPr>
          <p:sp>
            <p:nvSpPr>
              <p:cNvPr id="7449" name="Google Shape;7449;p73"/>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3"/>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1" name="Google Shape;7451;p73"/>
          <p:cNvGrpSpPr/>
          <p:nvPr/>
        </p:nvGrpSpPr>
        <p:grpSpPr>
          <a:xfrm>
            <a:off x="5536984" y="1171351"/>
            <a:ext cx="660591" cy="688867"/>
            <a:chOff x="5830645" y="1267368"/>
            <a:chExt cx="530340" cy="553040"/>
          </a:xfrm>
        </p:grpSpPr>
        <p:sp>
          <p:nvSpPr>
            <p:cNvPr id="7452" name="Google Shape;7452;p73"/>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53" name="Google Shape;7453;p73"/>
            <p:cNvGrpSpPr/>
            <p:nvPr/>
          </p:nvGrpSpPr>
          <p:grpSpPr>
            <a:xfrm>
              <a:off x="5830645" y="1267368"/>
              <a:ext cx="259743" cy="269909"/>
              <a:chOff x="5830645" y="1267368"/>
              <a:chExt cx="259743" cy="269909"/>
            </a:xfrm>
          </p:grpSpPr>
          <p:sp>
            <p:nvSpPr>
              <p:cNvPr id="7454" name="Google Shape;7454;p73"/>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3"/>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6" name="Google Shape;7456;p73"/>
            <p:cNvGrpSpPr/>
            <p:nvPr/>
          </p:nvGrpSpPr>
          <p:grpSpPr>
            <a:xfrm>
              <a:off x="6101293" y="1267368"/>
              <a:ext cx="259692" cy="269909"/>
              <a:chOff x="6101293" y="1267368"/>
              <a:chExt cx="259692" cy="269909"/>
            </a:xfrm>
          </p:grpSpPr>
          <p:sp>
            <p:nvSpPr>
              <p:cNvPr id="7457" name="Google Shape;7457;p73"/>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3"/>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9" name="Google Shape;7459;p73"/>
            <p:cNvGrpSpPr/>
            <p:nvPr/>
          </p:nvGrpSpPr>
          <p:grpSpPr>
            <a:xfrm>
              <a:off x="5830645" y="1550500"/>
              <a:ext cx="259692" cy="269909"/>
              <a:chOff x="5830645" y="1550500"/>
              <a:chExt cx="259692" cy="269909"/>
            </a:xfrm>
          </p:grpSpPr>
          <p:sp>
            <p:nvSpPr>
              <p:cNvPr id="7460" name="Google Shape;7460;p73"/>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3"/>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2" name="Google Shape;7462;p73"/>
            <p:cNvGrpSpPr/>
            <p:nvPr/>
          </p:nvGrpSpPr>
          <p:grpSpPr>
            <a:xfrm>
              <a:off x="6101293" y="1550500"/>
              <a:ext cx="259692" cy="269909"/>
              <a:chOff x="6101293" y="1550500"/>
              <a:chExt cx="259692" cy="269909"/>
            </a:xfrm>
          </p:grpSpPr>
          <p:sp>
            <p:nvSpPr>
              <p:cNvPr id="7463" name="Google Shape;7463;p73"/>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3"/>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65" name="Google Shape;7465;p73"/>
          <p:cNvGrpSpPr/>
          <p:nvPr/>
        </p:nvGrpSpPr>
        <p:grpSpPr>
          <a:xfrm>
            <a:off x="739138" y="2061810"/>
            <a:ext cx="697154" cy="679574"/>
            <a:chOff x="2679875" y="2361475"/>
            <a:chExt cx="780425" cy="760575"/>
          </a:xfrm>
        </p:grpSpPr>
        <p:sp>
          <p:nvSpPr>
            <p:cNvPr id="7466" name="Google Shape;7466;p73"/>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3"/>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3"/>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73"/>
          <p:cNvGrpSpPr/>
          <p:nvPr/>
        </p:nvGrpSpPr>
        <p:grpSpPr>
          <a:xfrm>
            <a:off x="3138297" y="1171402"/>
            <a:ext cx="735829" cy="684547"/>
            <a:chOff x="3351965" y="1148808"/>
            <a:chExt cx="750770" cy="698375"/>
          </a:xfrm>
        </p:grpSpPr>
        <p:grpSp>
          <p:nvGrpSpPr>
            <p:cNvPr id="7473" name="Google Shape;7473;p73"/>
            <p:cNvGrpSpPr/>
            <p:nvPr/>
          </p:nvGrpSpPr>
          <p:grpSpPr>
            <a:xfrm>
              <a:off x="3586796" y="1148808"/>
              <a:ext cx="294857" cy="286830"/>
              <a:chOff x="3750225" y="1774000"/>
              <a:chExt cx="149575" cy="145525"/>
            </a:xfrm>
          </p:grpSpPr>
          <p:sp>
            <p:nvSpPr>
              <p:cNvPr id="7474" name="Google Shape;7474;p7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6" name="Google Shape;7476;p73"/>
            <p:cNvGrpSpPr/>
            <p:nvPr/>
          </p:nvGrpSpPr>
          <p:grpSpPr>
            <a:xfrm>
              <a:off x="3779245" y="1375768"/>
              <a:ext cx="323490" cy="286978"/>
              <a:chOff x="3847850" y="1889150"/>
              <a:chExt cx="164100" cy="145600"/>
            </a:xfrm>
          </p:grpSpPr>
          <p:sp>
            <p:nvSpPr>
              <p:cNvPr id="7477" name="Google Shape;7477;p7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9" name="Google Shape;7479;p73"/>
            <p:cNvGrpSpPr/>
            <p:nvPr/>
          </p:nvGrpSpPr>
          <p:grpSpPr>
            <a:xfrm>
              <a:off x="3351965" y="1330435"/>
              <a:ext cx="295449" cy="285401"/>
              <a:chOff x="3631100" y="1866150"/>
              <a:chExt cx="149875" cy="144800"/>
            </a:xfrm>
          </p:grpSpPr>
          <p:sp>
            <p:nvSpPr>
              <p:cNvPr id="7480" name="Google Shape;7480;p73"/>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3"/>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2" name="Google Shape;7482;p73"/>
            <p:cNvGrpSpPr/>
            <p:nvPr/>
          </p:nvGrpSpPr>
          <p:grpSpPr>
            <a:xfrm>
              <a:off x="3548208" y="1560352"/>
              <a:ext cx="294808" cy="286830"/>
              <a:chOff x="3730650" y="1982800"/>
              <a:chExt cx="149550" cy="145525"/>
            </a:xfrm>
          </p:grpSpPr>
          <p:sp>
            <p:nvSpPr>
              <p:cNvPr id="7483" name="Google Shape;7483;p7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5" name="Google Shape;7485;p73"/>
          <p:cNvGrpSpPr/>
          <p:nvPr/>
        </p:nvGrpSpPr>
        <p:grpSpPr>
          <a:xfrm>
            <a:off x="7639949" y="1171356"/>
            <a:ext cx="804565" cy="677795"/>
            <a:chOff x="7636443" y="1204988"/>
            <a:chExt cx="804565" cy="677795"/>
          </a:xfrm>
        </p:grpSpPr>
        <p:grpSp>
          <p:nvGrpSpPr>
            <p:cNvPr id="7486" name="Google Shape;7486;p73"/>
            <p:cNvGrpSpPr/>
            <p:nvPr/>
          </p:nvGrpSpPr>
          <p:grpSpPr>
            <a:xfrm>
              <a:off x="7636443" y="1509705"/>
              <a:ext cx="804565" cy="373078"/>
              <a:chOff x="7636443" y="1509705"/>
              <a:chExt cx="804565" cy="373078"/>
            </a:xfrm>
          </p:grpSpPr>
          <p:sp>
            <p:nvSpPr>
              <p:cNvPr id="7487" name="Google Shape;7487;p73"/>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3"/>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9" name="Google Shape;7489;p73"/>
            <p:cNvGrpSpPr/>
            <p:nvPr/>
          </p:nvGrpSpPr>
          <p:grpSpPr>
            <a:xfrm>
              <a:off x="7636443" y="1408133"/>
              <a:ext cx="804565" cy="373078"/>
              <a:chOff x="7636443" y="1408133"/>
              <a:chExt cx="804565" cy="373078"/>
            </a:xfrm>
          </p:grpSpPr>
          <p:sp>
            <p:nvSpPr>
              <p:cNvPr id="7490" name="Google Shape;7490;p73"/>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3"/>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2" name="Google Shape;7492;p73"/>
            <p:cNvGrpSpPr/>
            <p:nvPr/>
          </p:nvGrpSpPr>
          <p:grpSpPr>
            <a:xfrm>
              <a:off x="7636443" y="1306560"/>
              <a:ext cx="804565" cy="373078"/>
              <a:chOff x="7636443" y="1306560"/>
              <a:chExt cx="804565" cy="373078"/>
            </a:xfrm>
          </p:grpSpPr>
          <p:sp>
            <p:nvSpPr>
              <p:cNvPr id="7493" name="Google Shape;7493;p73"/>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3"/>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5" name="Google Shape;7495;p73"/>
            <p:cNvGrpSpPr/>
            <p:nvPr/>
          </p:nvGrpSpPr>
          <p:grpSpPr>
            <a:xfrm>
              <a:off x="7636443" y="1204988"/>
              <a:ext cx="804565" cy="373078"/>
              <a:chOff x="7636443" y="1204988"/>
              <a:chExt cx="804565" cy="373078"/>
            </a:xfrm>
          </p:grpSpPr>
          <p:sp>
            <p:nvSpPr>
              <p:cNvPr id="7496" name="Google Shape;7496;p73"/>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3"/>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98" name="Google Shape;7498;p73"/>
          <p:cNvGrpSpPr/>
          <p:nvPr/>
        </p:nvGrpSpPr>
        <p:grpSpPr>
          <a:xfrm>
            <a:off x="4978796" y="2078771"/>
            <a:ext cx="661339" cy="661188"/>
            <a:chOff x="3990000" y="975400"/>
            <a:chExt cx="3934200" cy="3933300"/>
          </a:xfrm>
        </p:grpSpPr>
        <p:sp>
          <p:nvSpPr>
            <p:cNvPr id="7499" name="Google Shape;7499;p73"/>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3"/>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3"/>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3"/>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3" name="Google Shape;7503;p73"/>
          <p:cNvGrpSpPr/>
          <p:nvPr/>
        </p:nvGrpSpPr>
        <p:grpSpPr>
          <a:xfrm>
            <a:off x="6622444" y="2057409"/>
            <a:ext cx="868881" cy="684241"/>
            <a:chOff x="6598259" y="2078634"/>
            <a:chExt cx="868881" cy="684241"/>
          </a:xfrm>
        </p:grpSpPr>
        <p:sp>
          <p:nvSpPr>
            <p:cNvPr id="7504" name="Google Shape;7504;p73"/>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3"/>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3"/>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3"/>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3"/>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3"/>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10" name="Google Shape;7510;p73"/>
            <p:cNvGrpSpPr/>
            <p:nvPr/>
          </p:nvGrpSpPr>
          <p:grpSpPr>
            <a:xfrm>
              <a:off x="6808175" y="2078634"/>
              <a:ext cx="452229" cy="684241"/>
              <a:chOff x="6808175" y="2078634"/>
              <a:chExt cx="452229" cy="684241"/>
            </a:xfrm>
          </p:grpSpPr>
          <p:sp>
            <p:nvSpPr>
              <p:cNvPr id="7511" name="Google Shape;7511;p73"/>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3"/>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3"/>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3"/>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3"/>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3"/>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17" name="Google Shape;7517;p73"/>
              <p:cNvGrpSpPr/>
              <p:nvPr/>
            </p:nvGrpSpPr>
            <p:grpSpPr>
              <a:xfrm>
                <a:off x="6821586" y="2078634"/>
                <a:ext cx="426871" cy="684241"/>
                <a:chOff x="6821586" y="2078634"/>
                <a:chExt cx="426871" cy="684241"/>
              </a:xfrm>
            </p:grpSpPr>
            <p:grpSp>
              <p:nvGrpSpPr>
                <p:cNvPr id="7518" name="Google Shape;7518;p73"/>
                <p:cNvGrpSpPr/>
                <p:nvPr/>
              </p:nvGrpSpPr>
              <p:grpSpPr>
                <a:xfrm>
                  <a:off x="6821586" y="2078634"/>
                  <a:ext cx="426871" cy="684241"/>
                  <a:chOff x="6821586" y="2078634"/>
                  <a:chExt cx="426871" cy="684241"/>
                </a:xfrm>
              </p:grpSpPr>
              <p:sp>
                <p:nvSpPr>
                  <p:cNvPr id="7519" name="Google Shape;7519;p73"/>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3"/>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3"/>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3"/>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3"/>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3"/>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3"/>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3"/>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3"/>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3"/>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3"/>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3"/>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3"/>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3"/>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3"/>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3"/>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3"/>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3"/>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3"/>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8" name="Google Shape;7538;p73"/>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3"/>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3"/>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3"/>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3"/>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3"/>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44" name="Google Shape;7544;p73"/>
          <p:cNvGrpSpPr/>
          <p:nvPr/>
        </p:nvGrpSpPr>
        <p:grpSpPr>
          <a:xfrm>
            <a:off x="5795610" y="2063018"/>
            <a:ext cx="671358" cy="671358"/>
            <a:chOff x="6535625" y="760425"/>
            <a:chExt cx="1665900" cy="1665900"/>
          </a:xfrm>
        </p:grpSpPr>
        <p:sp>
          <p:nvSpPr>
            <p:cNvPr id="7545" name="Google Shape;7545;p73"/>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3"/>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3"/>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3"/>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9" name="Google Shape;7549;p73"/>
          <p:cNvGrpSpPr/>
          <p:nvPr/>
        </p:nvGrpSpPr>
        <p:grpSpPr>
          <a:xfrm>
            <a:off x="732427" y="3731418"/>
            <a:ext cx="1340789" cy="640830"/>
            <a:chOff x="238125" y="1151100"/>
            <a:chExt cx="7139450" cy="3412300"/>
          </a:xfrm>
        </p:grpSpPr>
        <p:sp>
          <p:nvSpPr>
            <p:cNvPr id="7550" name="Google Shape;7550;p73"/>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3"/>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3"/>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3"/>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3"/>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3"/>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3"/>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3"/>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3"/>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3"/>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3"/>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3"/>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73"/>
          <p:cNvGrpSpPr/>
          <p:nvPr/>
        </p:nvGrpSpPr>
        <p:grpSpPr>
          <a:xfrm>
            <a:off x="5599650" y="2934699"/>
            <a:ext cx="985357" cy="585764"/>
            <a:chOff x="5145061" y="2881789"/>
            <a:chExt cx="1107641" cy="658458"/>
          </a:xfrm>
        </p:grpSpPr>
        <p:grpSp>
          <p:nvGrpSpPr>
            <p:cNvPr id="7563" name="Google Shape;7563;p73"/>
            <p:cNvGrpSpPr/>
            <p:nvPr/>
          </p:nvGrpSpPr>
          <p:grpSpPr>
            <a:xfrm>
              <a:off x="5722989" y="3244587"/>
              <a:ext cx="529713" cy="295659"/>
              <a:chOff x="5722989" y="3244587"/>
              <a:chExt cx="529713" cy="295659"/>
            </a:xfrm>
          </p:grpSpPr>
          <p:sp>
            <p:nvSpPr>
              <p:cNvPr id="7564" name="Google Shape;7564;p73"/>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65" name="Google Shape;7565;p73"/>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66" name="Google Shape;7566;p73"/>
            <p:cNvGrpSpPr/>
            <p:nvPr/>
          </p:nvGrpSpPr>
          <p:grpSpPr>
            <a:xfrm>
              <a:off x="5145061" y="3244587"/>
              <a:ext cx="536807" cy="295659"/>
              <a:chOff x="5145061" y="3244587"/>
              <a:chExt cx="536807" cy="295659"/>
            </a:xfrm>
          </p:grpSpPr>
          <p:sp>
            <p:nvSpPr>
              <p:cNvPr id="7567" name="Google Shape;7567;p73"/>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68" name="Google Shape;7568;p73"/>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69" name="Google Shape;7569;p73"/>
            <p:cNvGrpSpPr/>
            <p:nvPr/>
          </p:nvGrpSpPr>
          <p:grpSpPr>
            <a:xfrm>
              <a:off x="5341327" y="2898245"/>
              <a:ext cx="532309" cy="614891"/>
              <a:chOff x="5341327" y="2898245"/>
              <a:chExt cx="532309" cy="614891"/>
            </a:xfrm>
          </p:grpSpPr>
          <p:sp>
            <p:nvSpPr>
              <p:cNvPr id="7570" name="Google Shape;7570;p73"/>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71" name="Google Shape;7571;p73"/>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572" name="Google Shape;7572;p73"/>
            <p:cNvGrpSpPr/>
            <p:nvPr/>
          </p:nvGrpSpPr>
          <p:grpSpPr>
            <a:xfrm>
              <a:off x="5532290" y="2881789"/>
              <a:ext cx="620516" cy="305456"/>
              <a:chOff x="5532290" y="2881789"/>
              <a:chExt cx="620516" cy="305456"/>
            </a:xfrm>
          </p:grpSpPr>
          <p:sp>
            <p:nvSpPr>
              <p:cNvPr id="7573" name="Google Shape;7573;p73"/>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574" name="Google Shape;7574;p73"/>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575" name="Google Shape;7575;p73"/>
          <p:cNvGrpSpPr/>
          <p:nvPr/>
        </p:nvGrpSpPr>
        <p:grpSpPr>
          <a:xfrm>
            <a:off x="8178573" y="3726757"/>
            <a:ext cx="269068" cy="645491"/>
            <a:chOff x="7026852" y="3311869"/>
            <a:chExt cx="434331" cy="1041954"/>
          </a:xfrm>
        </p:grpSpPr>
        <p:sp>
          <p:nvSpPr>
            <p:cNvPr id="7576" name="Google Shape;7576;p73"/>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3"/>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3"/>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73"/>
          <p:cNvGrpSpPr/>
          <p:nvPr/>
        </p:nvGrpSpPr>
        <p:grpSpPr>
          <a:xfrm>
            <a:off x="6195154" y="3765995"/>
            <a:ext cx="293882" cy="293836"/>
            <a:chOff x="4873519" y="3311869"/>
            <a:chExt cx="499374" cy="499296"/>
          </a:xfrm>
        </p:grpSpPr>
        <p:sp>
          <p:nvSpPr>
            <p:cNvPr id="7580" name="Google Shape;7580;p73"/>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3"/>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73"/>
          <p:cNvGrpSpPr/>
          <p:nvPr/>
        </p:nvGrpSpPr>
        <p:grpSpPr>
          <a:xfrm>
            <a:off x="6195154" y="4078366"/>
            <a:ext cx="293882" cy="293882"/>
            <a:chOff x="4873519" y="3875839"/>
            <a:chExt cx="499374" cy="499374"/>
          </a:xfrm>
        </p:grpSpPr>
        <p:sp>
          <p:nvSpPr>
            <p:cNvPr id="7583" name="Google Shape;7583;p73"/>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3"/>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5" name="Google Shape;7585;p73"/>
          <p:cNvGrpSpPr/>
          <p:nvPr/>
        </p:nvGrpSpPr>
        <p:grpSpPr>
          <a:xfrm>
            <a:off x="2425681" y="2050319"/>
            <a:ext cx="698104" cy="698208"/>
            <a:chOff x="2565073" y="2075876"/>
            <a:chExt cx="672482" cy="672518"/>
          </a:xfrm>
        </p:grpSpPr>
        <p:sp>
          <p:nvSpPr>
            <p:cNvPr id="7586" name="Google Shape;7586;p73"/>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3"/>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3"/>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3"/>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3"/>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3"/>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2" name="Google Shape;7592;p73"/>
          <p:cNvGrpSpPr/>
          <p:nvPr/>
        </p:nvGrpSpPr>
        <p:grpSpPr>
          <a:xfrm>
            <a:off x="5649092" y="3734919"/>
            <a:ext cx="438354" cy="637329"/>
            <a:chOff x="1697726" y="3244179"/>
            <a:chExt cx="788124" cy="1146069"/>
          </a:xfrm>
        </p:grpSpPr>
        <p:sp>
          <p:nvSpPr>
            <p:cNvPr id="7593" name="Google Shape;7593;p7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5" name="Google Shape;7595;p73"/>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6" name="Google Shape;7596;p73"/>
          <p:cNvGrpSpPr/>
          <p:nvPr/>
        </p:nvGrpSpPr>
        <p:grpSpPr>
          <a:xfrm>
            <a:off x="7650306" y="2063282"/>
            <a:ext cx="799565" cy="670282"/>
            <a:chOff x="7617850" y="2063282"/>
            <a:chExt cx="799565" cy="670282"/>
          </a:xfrm>
        </p:grpSpPr>
        <p:cxnSp>
          <p:nvCxnSpPr>
            <p:cNvPr id="7597" name="Google Shape;7597;p73"/>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98" name="Google Shape;7598;p73"/>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599" name="Google Shape;7599;p73"/>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00" name="Google Shape;7600;p73"/>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601" name="Google Shape;7601;p73"/>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602" name="Google Shape;7602;p73"/>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603" name="Google Shape;7603;p73"/>
            <p:cNvGrpSpPr/>
            <p:nvPr/>
          </p:nvGrpSpPr>
          <p:grpSpPr>
            <a:xfrm>
              <a:off x="7734309" y="2063282"/>
              <a:ext cx="570957" cy="620095"/>
              <a:chOff x="7734309" y="2063282"/>
              <a:chExt cx="570957" cy="620095"/>
            </a:xfrm>
          </p:grpSpPr>
          <p:grpSp>
            <p:nvGrpSpPr>
              <p:cNvPr id="7604" name="Google Shape;7604;p73"/>
              <p:cNvGrpSpPr/>
              <p:nvPr/>
            </p:nvGrpSpPr>
            <p:grpSpPr>
              <a:xfrm>
                <a:off x="8031573" y="2063282"/>
                <a:ext cx="273693" cy="620095"/>
                <a:chOff x="8031573" y="2063282"/>
                <a:chExt cx="273693" cy="620095"/>
              </a:xfrm>
            </p:grpSpPr>
            <p:sp>
              <p:nvSpPr>
                <p:cNvPr id="7605" name="Google Shape;7605;p7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9" name="Google Shape;7609;p73"/>
              <p:cNvGrpSpPr/>
              <p:nvPr/>
            </p:nvGrpSpPr>
            <p:grpSpPr>
              <a:xfrm flipH="1">
                <a:off x="7734309" y="2063282"/>
                <a:ext cx="273693" cy="620095"/>
                <a:chOff x="8031573" y="2063282"/>
                <a:chExt cx="273693" cy="620095"/>
              </a:xfrm>
            </p:grpSpPr>
            <p:sp>
              <p:nvSpPr>
                <p:cNvPr id="7610" name="Google Shape;7610;p7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614" name="Google Shape;7614;p73"/>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3"/>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6" name="Google Shape;7616;p73"/>
          <p:cNvGrpSpPr/>
          <p:nvPr/>
        </p:nvGrpSpPr>
        <p:grpSpPr>
          <a:xfrm>
            <a:off x="7836913" y="2916765"/>
            <a:ext cx="602567" cy="601884"/>
            <a:chOff x="1186975" y="238125"/>
            <a:chExt cx="5244275" cy="5238325"/>
          </a:xfrm>
        </p:grpSpPr>
        <p:sp>
          <p:nvSpPr>
            <p:cNvPr id="7617" name="Google Shape;7617;p7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3"/>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3"/>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3"/>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73"/>
          <p:cNvGrpSpPr/>
          <p:nvPr/>
        </p:nvGrpSpPr>
        <p:grpSpPr>
          <a:xfrm>
            <a:off x="3279650" y="2056249"/>
            <a:ext cx="651848" cy="687338"/>
            <a:chOff x="3400515" y="2056248"/>
            <a:chExt cx="698134" cy="735987"/>
          </a:xfrm>
        </p:grpSpPr>
        <p:grpSp>
          <p:nvGrpSpPr>
            <p:cNvPr id="7622" name="Google Shape;7622;p73"/>
            <p:cNvGrpSpPr/>
            <p:nvPr/>
          </p:nvGrpSpPr>
          <p:grpSpPr>
            <a:xfrm>
              <a:off x="3400515" y="2283913"/>
              <a:ext cx="312919" cy="219900"/>
              <a:chOff x="3400515" y="2283913"/>
              <a:chExt cx="312919" cy="219900"/>
            </a:xfrm>
          </p:grpSpPr>
          <p:sp>
            <p:nvSpPr>
              <p:cNvPr id="7623" name="Google Shape;7623;p73"/>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24" name="Google Shape;7624;p73"/>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625" name="Google Shape;7625;p73"/>
            <p:cNvGrpSpPr/>
            <p:nvPr/>
          </p:nvGrpSpPr>
          <p:grpSpPr>
            <a:xfrm>
              <a:off x="3547823" y="2461089"/>
              <a:ext cx="219900" cy="331146"/>
              <a:chOff x="3547823" y="2461089"/>
              <a:chExt cx="219900" cy="331146"/>
            </a:xfrm>
          </p:grpSpPr>
          <p:sp>
            <p:nvSpPr>
              <p:cNvPr id="7626" name="Google Shape;7626;p73"/>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27" name="Google Shape;7627;p73"/>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628" name="Google Shape;7628;p73"/>
            <p:cNvGrpSpPr/>
            <p:nvPr/>
          </p:nvGrpSpPr>
          <p:grpSpPr>
            <a:xfrm>
              <a:off x="3734138" y="2461089"/>
              <a:ext cx="219900" cy="331146"/>
              <a:chOff x="3734138" y="2461089"/>
              <a:chExt cx="219900" cy="331146"/>
            </a:xfrm>
          </p:grpSpPr>
          <p:sp>
            <p:nvSpPr>
              <p:cNvPr id="7629" name="Google Shape;7629;p73"/>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30" name="Google Shape;7630;p73"/>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631" name="Google Shape;7631;p73"/>
            <p:cNvGrpSpPr/>
            <p:nvPr/>
          </p:nvGrpSpPr>
          <p:grpSpPr>
            <a:xfrm>
              <a:off x="3787560" y="2281742"/>
              <a:ext cx="311089" cy="219900"/>
              <a:chOff x="3787560" y="2281742"/>
              <a:chExt cx="311089" cy="219900"/>
            </a:xfrm>
          </p:grpSpPr>
          <p:sp>
            <p:nvSpPr>
              <p:cNvPr id="7632" name="Google Shape;7632;p73"/>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33" name="Google Shape;7633;p73"/>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634" name="Google Shape;7634;p73"/>
            <p:cNvGrpSpPr/>
            <p:nvPr/>
          </p:nvGrpSpPr>
          <p:grpSpPr>
            <a:xfrm>
              <a:off x="3637290" y="2056248"/>
              <a:ext cx="219900" cy="330736"/>
              <a:chOff x="3637290" y="2056248"/>
              <a:chExt cx="219900" cy="330736"/>
            </a:xfrm>
          </p:grpSpPr>
          <p:sp>
            <p:nvSpPr>
              <p:cNvPr id="7635" name="Google Shape;7635;p73"/>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636" name="Google Shape;7636;p73"/>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637" name="Google Shape;7637;p73"/>
          <p:cNvGrpSpPr/>
          <p:nvPr/>
        </p:nvGrpSpPr>
        <p:grpSpPr>
          <a:xfrm>
            <a:off x="2571356" y="2926255"/>
            <a:ext cx="1268144" cy="592394"/>
            <a:chOff x="238125" y="1188750"/>
            <a:chExt cx="7140450" cy="3335550"/>
          </a:xfrm>
        </p:grpSpPr>
        <p:sp>
          <p:nvSpPr>
            <p:cNvPr id="7638" name="Google Shape;7638;p7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73"/>
          <p:cNvGrpSpPr/>
          <p:nvPr/>
        </p:nvGrpSpPr>
        <p:grpSpPr>
          <a:xfrm>
            <a:off x="6679257" y="2928410"/>
            <a:ext cx="1053944" cy="590147"/>
            <a:chOff x="238125" y="1335475"/>
            <a:chExt cx="5418735" cy="3034175"/>
          </a:xfrm>
        </p:grpSpPr>
        <p:sp>
          <p:nvSpPr>
            <p:cNvPr id="7644" name="Google Shape;7644;p7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7" name="Google Shape;7647;p73"/>
          <p:cNvGrpSpPr/>
          <p:nvPr/>
        </p:nvGrpSpPr>
        <p:grpSpPr>
          <a:xfrm>
            <a:off x="4110066" y="3733309"/>
            <a:ext cx="1268207" cy="638939"/>
            <a:chOff x="3967651" y="3645904"/>
            <a:chExt cx="1479304" cy="745292"/>
          </a:xfrm>
        </p:grpSpPr>
        <p:grpSp>
          <p:nvGrpSpPr>
            <p:cNvPr id="7648" name="Google Shape;7648;p73"/>
            <p:cNvGrpSpPr/>
            <p:nvPr/>
          </p:nvGrpSpPr>
          <p:grpSpPr>
            <a:xfrm>
              <a:off x="3967651" y="4009026"/>
              <a:ext cx="1479304" cy="382170"/>
              <a:chOff x="3967651" y="4009026"/>
              <a:chExt cx="1479304" cy="382170"/>
            </a:xfrm>
          </p:grpSpPr>
          <p:grpSp>
            <p:nvGrpSpPr>
              <p:cNvPr id="7649" name="Google Shape;7649;p73"/>
              <p:cNvGrpSpPr/>
              <p:nvPr/>
            </p:nvGrpSpPr>
            <p:grpSpPr>
              <a:xfrm>
                <a:off x="4892216" y="4195630"/>
                <a:ext cx="554739" cy="195566"/>
                <a:chOff x="3604375" y="4892160"/>
                <a:chExt cx="1651500" cy="582215"/>
              </a:xfrm>
            </p:grpSpPr>
            <p:sp>
              <p:nvSpPr>
                <p:cNvPr id="7650" name="Google Shape;7650;p73"/>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3"/>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73"/>
              <p:cNvGrpSpPr/>
              <p:nvPr/>
            </p:nvGrpSpPr>
            <p:grpSpPr>
              <a:xfrm>
                <a:off x="3967651" y="4146303"/>
                <a:ext cx="579402" cy="244893"/>
                <a:chOff x="851875" y="4745310"/>
                <a:chExt cx="1724925" cy="729065"/>
              </a:xfrm>
            </p:grpSpPr>
            <p:sp>
              <p:nvSpPr>
                <p:cNvPr id="7653" name="Google Shape;7653;p73"/>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3"/>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73"/>
              <p:cNvGrpSpPr/>
              <p:nvPr/>
            </p:nvGrpSpPr>
            <p:grpSpPr>
              <a:xfrm>
                <a:off x="4460753" y="4009026"/>
                <a:ext cx="493110" cy="382170"/>
                <a:chOff x="2319875" y="4336625"/>
                <a:chExt cx="1468025" cy="1137750"/>
              </a:xfrm>
            </p:grpSpPr>
            <p:sp>
              <p:nvSpPr>
                <p:cNvPr id="7656" name="Google Shape;7656;p73"/>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3"/>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58" name="Google Shape;7658;p73"/>
            <p:cNvGrpSpPr/>
            <p:nvPr/>
          </p:nvGrpSpPr>
          <p:grpSpPr>
            <a:xfrm>
              <a:off x="4479443" y="3645904"/>
              <a:ext cx="455965" cy="388789"/>
              <a:chOff x="2957425" y="238100"/>
              <a:chExt cx="1910200" cy="1628775"/>
            </a:xfrm>
          </p:grpSpPr>
          <p:sp>
            <p:nvSpPr>
              <p:cNvPr id="7659" name="Google Shape;7659;p73"/>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3"/>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3"/>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3"/>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3"/>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3"/>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3"/>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3"/>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3"/>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3"/>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9" name="Google Shape;7669;p73"/>
          <p:cNvGrpSpPr/>
          <p:nvPr/>
        </p:nvGrpSpPr>
        <p:grpSpPr>
          <a:xfrm>
            <a:off x="2496179" y="3734510"/>
            <a:ext cx="1243128" cy="637739"/>
            <a:chOff x="2496310" y="3693351"/>
            <a:chExt cx="1342906" cy="688926"/>
          </a:xfrm>
        </p:grpSpPr>
        <p:grpSp>
          <p:nvGrpSpPr>
            <p:cNvPr id="7670" name="Google Shape;7670;p73"/>
            <p:cNvGrpSpPr/>
            <p:nvPr/>
          </p:nvGrpSpPr>
          <p:grpSpPr>
            <a:xfrm>
              <a:off x="2496310" y="3693351"/>
              <a:ext cx="1342906" cy="688875"/>
              <a:chOff x="2496310" y="3693351"/>
              <a:chExt cx="1342906" cy="688875"/>
            </a:xfrm>
          </p:grpSpPr>
          <p:sp>
            <p:nvSpPr>
              <p:cNvPr id="7671" name="Google Shape;7671;p73"/>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3"/>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3"/>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3"/>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3"/>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3"/>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7" name="Google Shape;7677;p73"/>
              <p:cNvCxnSpPr>
                <a:stCxn id="767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678" name="Google Shape;7678;p73"/>
              <p:cNvCxnSpPr>
                <a:stCxn id="767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679" name="Google Shape;7679;p73"/>
              <p:cNvCxnSpPr>
                <a:stCxn id="767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680" name="Google Shape;7680;p73"/>
              <p:cNvCxnSpPr>
                <a:stCxn id="767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681" name="Google Shape;7681;p73"/>
              <p:cNvCxnSpPr>
                <a:stCxn id="767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682" name="Google Shape;7682;p73"/>
            <p:cNvGrpSpPr/>
            <p:nvPr/>
          </p:nvGrpSpPr>
          <p:grpSpPr>
            <a:xfrm>
              <a:off x="2675275" y="3930557"/>
              <a:ext cx="1003306" cy="451719"/>
              <a:chOff x="2675275" y="4174282"/>
              <a:chExt cx="1003306" cy="451719"/>
            </a:xfrm>
          </p:grpSpPr>
          <p:sp>
            <p:nvSpPr>
              <p:cNvPr id="7683" name="Google Shape;7683;p73"/>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3"/>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3"/>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86" name="Google Shape;7686;p73"/>
          <p:cNvGrpSpPr/>
          <p:nvPr/>
        </p:nvGrpSpPr>
        <p:grpSpPr>
          <a:xfrm>
            <a:off x="1669850" y="1171356"/>
            <a:ext cx="574511" cy="874709"/>
            <a:chOff x="1715404" y="1112080"/>
            <a:chExt cx="642270" cy="977984"/>
          </a:xfrm>
        </p:grpSpPr>
        <p:grpSp>
          <p:nvGrpSpPr>
            <p:cNvPr id="7687" name="Google Shape;7687;p73"/>
            <p:cNvGrpSpPr/>
            <p:nvPr/>
          </p:nvGrpSpPr>
          <p:grpSpPr>
            <a:xfrm>
              <a:off x="1715404" y="1112080"/>
              <a:ext cx="642270" cy="977984"/>
              <a:chOff x="1715404" y="1112080"/>
              <a:chExt cx="642270" cy="977984"/>
            </a:xfrm>
          </p:grpSpPr>
          <p:sp>
            <p:nvSpPr>
              <p:cNvPr id="7688" name="Google Shape;7688;p73"/>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3"/>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73"/>
            <p:cNvGrpSpPr/>
            <p:nvPr/>
          </p:nvGrpSpPr>
          <p:grpSpPr>
            <a:xfrm>
              <a:off x="1768927" y="1165603"/>
              <a:ext cx="535225" cy="851367"/>
              <a:chOff x="1768927" y="1165603"/>
              <a:chExt cx="535225" cy="851367"/>
            </a:xfrm>
          </p:grpSpPr>
          <p:sp>
            <p:nvSpPr>
              <p:cNvPr id="7691" name="Google Shape;7691;p73"/>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3"/>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3" name="Google Shape;7693;p73"/>
            <p:cNvGrpSpPr/>
            <p:nvPr/>
          </p:nvGrpSpPr>
          <p:grpSpPr>
            <a:xfrm>
              <a:off x="1822449" y="1219125"/>
              <a:ext cx="428180" cy="718859"/>
              <a:chOff x="1822449" y="1219125"/>
              <a:chExt cx="428180" cy="718859"/>
            </a:xfrm>
          </p:grpSpPr>
          <p:sp>
            <p:nvSpPr>
              <p:cNvPr id="7694" name="Google Shape;7694;p73"/>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3"/>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6" name="Google Shape;7696;p73"/>
            <p:cNvGrpSpPr/>
            <p:nvPr/>
          </p:nvGrpSpPr>
          <p:grpSpPr>
            <a:xfrm>
              <a:off x="1875972" y="1272648"/>
              <a:ext cx="321135" cy="586939"/>
              <a:chOff x="1875972" y="1272648"/>
              <a:chExt cx="321135" cy="586939"/>
            </a:xfrm>
          </p:grpSpPr>
          <p:sp>
            <p:nvSpPr>
              <p:cNvPr id="7697" name="Google Shape;7697;p73"/>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3"/>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99" name="Google Shape;7699;p73"/>
          <p:cNvGrpSpPr/>
          <p:nvPr/>
        </p:nvGrpSpPr>
        <p:grpSpPr>
          <a:xfrm>
            <a:off x="7777011" y="3728078"/>
            <a:ext cx="293855" cy="644170"/>
            <a:chOff x="241025" y="3151575"/>
            <a:chExt cx="293855" cy="644170"/>
          </a:xfrm>
        </p:grpSpPr>
        <p:sp>
          <p:nvSpPr>
            <p:cNvPr id="7700" name="Google Shape;7700;p73"/>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3"/>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2" name="Google Shape;7702;p73"/>
          <p:cNvGrpSpPr/>
          <p:nvPr/>
        </p:nvGrpSpPr>
        <p:grpSpPr>
          <a:xfrm>
            <a:off x="724994" y="2928078"/>
            <a:ext cx="1779649" cy="591620"/>
            <a:chOff x="246070" y="1983375"/>
            <a:chExt cx="1855347" cy="616849"/>
          </a:xfrm>
        </p:grpSpPr>
        <p:sp>
          <p:nvSpPr>
            <p:cNvPr id="7703" name="Google Shape;7703;p73"/>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3"/>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3"/>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3"/>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3"/>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3"/>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3"/>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3"/>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3"/>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73"/>
          <p:cNvGrpSpPr/>
          <p:nvPr/>
        </p:nvGrpSpPr>
        <p:grpSpPr>
          <a:xfrm>
            <a:off x="2335861" y="1171356"/>
            <a:ext cx="711055" cy="745993"/>
            <a:chOff x="2496269" y="1171698"/>
            <a:chExt cx="761953" cy="799392"/>
          </a:xfrm>
        </p:grpSpPr>
        <p:grpSp>
          <p:nvGrpSpPr>
            <p:cNvPr id="7713" name="Google Shape;7713;p73"/>
            <p:cNvGrpSpPr/>
            <p:nvPr/>
          </p:nvGrpSpPr>
          <p:grpSpPr>
            <a:xfrm>
              <a:off x="2496269" y="1171698"/>
              <a:ext cx="761953" cy="723022"/>
              <a:chOff x="2496269" y="1171698"/>
              <a:chExt cx="761953" cy="723022"/>
            </a:xfrm>
          </p:grpSpPr>
          <p:sp>
            <p:nvSpPr>
              <p:cNvPr id="7714" name="Google Shape;7714;p73"/>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3"/>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6" name="Google Shape;7716;p73"/>
              <p:cNvGrpSpPr/>
              <p:nvPr/>
            </p:nvGrpSpPr>
            <p:grpSpPr>
              <a:xfrm>
                <a:off x="2496269" y="1171698"/>
                <a:ext cx="761953" cy="723022"/>
                <a:chOff x="2496269" y="1120652"/>
                <a:chExt cx="761953" cy="723022"/>
              </a:xfrm>
            </p:grpSpPr>
            <p:grpSp>
              <p:nvGrpSpPr>
                <p:cNvPr id="7717" name="Google Shape;7717;p73"/>
                <p:cNvGrpSpPr/>
                <p:nvPr/>
              </p:nvGrpSpPr>
              <p:grpSpPr>
                <a:xfrm>
                  <a:off x="2496269" y="1120652"/>
                  <a:ext cx="761953" cy="723022"/>
                  <a:chOff x="2496269" y="1120652"/>
                  <a:chExt cx="761953" cy="723022"/>
                </a:xfrm>
              </p:grpSpPr>
              <p:grpSp>
                <p:nvGrpSpPr>
                  <p:cNvPr id="7718" name="Google Shape;7718;p73"/>
                  <p:cNvGrpSpPr/>
                  <p:nvPr/>
                </p:nvGrpSpPr>
                <p:grpSpPr>
                  <a:xfrm>
                    <a:off x="2496269" y="1304589"/>
                    <a:ext cx="407089" cy="305057"/>
                    <a:chOff x="2496269" y="1304589"/>
                    <a:chExt cx="407089" cy="305057"/>
                  </a:xfrm>
                </p:grpSpPr>
                <p:sp>
                  <p:nvSpPr>
                    <p:cNvPr id="7719" name="Google Shape;7719;p73"/>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3"/>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1" name="Google Shape;7721;p73"/>
                  <p:cNvGrpSpPr/>
                  <p:nvPr/>
                </p:nvGrpSpPr>
                <p:grpSpPr>
                  <a:xfrm>
                    <a:off x="2586468" y="1493376"/>
                    <a:ext cx="358850" cy="349656"/>
                    <a:chOff x="2586468" y="1493376"/>
                    <a:chExt cx="358850" cy="349656"/>
                  </a:xfrm>
                </p:grpSpPr>
                <p:sp>
                  <p:nvSpPr>
                    <p:cNvPr id="7722" name="Google Shape;7722;p73"/>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3"/>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73"/>
                  <p:cNvGrpSpPr/>
                  <p:nvPr/>
                </p:nvGrpSpPr>
                <p:grpSpPr>
                  <a:xfrm>
                    <a:off x="2807939" y="1494024"/>
                    <a:ext cx="358857" cy="349650"/>
                    <a:chOff x="2807939" y="1494024"/>
                    <a:chExt cx="358857" cy="349650"/>
                  </a:xfrm>
                </p:grpSpPr>
                <p:sp>
                  <p:nvSpPr>
                    <p:cNvPr id="7725" name="Google Shape;7725;p73"/>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3"/>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73"/>
                  <p:cNvGrpSpPr/>
                  <p:nvPr/>
                </p:nvGrpSpPr>
                <p:grpSpPr>
                  <a:xfrm>
                    <a:off x="2851133" y="1305635"/>
                    <a:ext cx="407089" cy="305057"/>
                    <a:chOff x="2851133" y="1305635"/>
                    <a:chExt cx="407089" cy="305057"/>
                  </a:xfrm>
                </p:grpSpPr>
                <p:sp>
                  <p:nvSpPr>
                    <p:cNvPr id="7728" name="Google Shape;7728;p73"/>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3"/>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0" name="Google Shape;7730;p73"/>
                  <p:cNvGrpSpPr/>
                  <p:nvPr/>
                </p:nvGrpSpPr>
                <p:grpSpPr>
                  <a:xfrm>
                    <a:off x="2727495" y="1120652"/>
                    <a:ext cx="300271" cy="396358"/>
                    <a:chOff x="2727495" y="1120652"/>
                    <a:chExt cx="300271" cy="396358"/>
                  </a:xfrm>
                </p:grpSpPr>
                <p:sp>
                  <p:nvSpPr>
                    <p:cNvPr id="7731" name="Google Shape;7731;p73"/>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3"/>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33" name="Google Shape;7733;p73"/>
                <p:cNvGrpSpPr/>
                <p:nvPr/>
              </p:nvGrpSpPr>
              <p:grpSpPr>
                <a:xfrm>
                  <a:off x="2722305" y="1350460"/>
                  <a:ext cx="308357" cy="308344"/>
                  <a:chOff x="2722305" y="1350460"/>
                  <a:chExt cx="308357" cy="308344"/>
                </a:xfrm>
              </p:grpSpPr>
              <p:sp>
                <p:nvSpPr>
                  <p:cNvPr id="7734" name="Google Shape;7734;p73"/>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5" name="Google Shape;7735;p73"/>
                  <p:cNvGrpSpPr/>
                  <p:nvPr/>
                </p:nvGrpSpPr>
                <p:grpSpPr>
                  <a:xfrm>
                    <a:off x="2725064" y="1364529"/>
                    <a:ext cx="297954" cy="280182"/>
                    <a:chOff x="2725064" y="1364529"/>
                    <a:chExt cx="297954" cy="280182"/>
                  </a:xfrm>
                </p:grpSpPr>
                <p:sp>
                  <p:nvSpPr>
                    <p:cNvPr id="7736" name="Google Shape;7736;p73"/>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3"/>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3"/>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3"/>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3"/>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741" name="Google Shape;7741;p73"/>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3"/>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3"/>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3"/>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3"/>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6" name="Google Shape;7746;p73"/>
          <p:cNvGrpSpPr/>
          <p:nvPr/>
        </p:nvGrpSpPr>
        <p:grpSpPr>
          <a:xfrm>
            <a:off x="3924561" y="2927462"/>
            <a:ext cx="1569144" cy="591015"/>
            <a:chOff x="3820100" y="3023049"/>
            <a:chExt cx="1303926" cy="491162"/>
          </a:xfrm>
        </p:grpSpPr>
        <p:grpSp>
          <p:nvGrpSpPr>
            <p:cNvPr id="7747" name="Google Shape;7747;p73"/>
            <p:cNvGrpSpPr/>
            <p:nvPr/>
          </p:nvGrpSpPr>
          <p:grpSpPr>
            <a:xfrm>
              <a:off x="3820100" y="3023072"/>
              <a:ext cx="1303926" cy="491139"/>
              <a:chOff x="3820100" y="3023072"/>
              <a:chExt cx="1303926" cy="491139"/>
            </a:xfrm>
          </p:grpSpPr>
          <p:sp>
            <p:nvSpPr>
              <p:cNvPr id="7748" name="Google Shape;7748;p73"/>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3"/>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73"/>
            <p:cNvGrpSpPr/>
            <p:nvPr/>
          </p:nvGrpSpPr>
          <p:grpSpPr>
            <a:xfrm>
              <a:off x="4132439" y="3023645"/>
              <a:ext cx="393633" cy="177096"/>
              <a:chOff x="4132439" y="3023645"/>
              <a:chExt cx="393633" cy="177096"/>
            </a:xfrm>
          </p:grpSpPr>
          <p:sp>
            <p:nvSpPr>
              <p:cNvPr id="7751" name="Google Shape;7751;p73"/>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3"/>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3" name="Google Shape;7753;p73"/>
            <p:cNvGrpSpPr/>
            <p:nvPr/>
          </p:nvGrpSpPr>
          <p:grpSpPr>
            <a:xfrm>
              <a:off x="3921811" y="3023049"/>
              <a:ext cx="1002397" cy="388943"/>
              <a:chOff x="3921811" y="3023049"/>
              <a:chExt cx="1002397" cy="388943"/>
            </a:xfrm>
          </p:grpSpPr>
          <p:sp>
            <p:nvSpPr>
              <p:cNvPr id="7754" name="Google Shape;7754;p73"/>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3"/>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73"/>
            <p:cNvGrpSpPr/>
            <p:nvPr/>
          </p:nvGrpSpPr>
          <p:grpSpPr>
            <a:xfrm>
              <a:off x="4023645" y="3023049"/>
              <a:ext cx="683032" cy="286722"/>
              <a:chOff x="4023645" y="3023049"/>
              <a:chExt cx="683032" cy="286722"/>
            </a:xfrm>
          </p:grpSpPr>
          <p:sp>
            <p:nvSpPr>
              <p:cNvPr id="7757" name="Google Shape;7757;p73"/>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3"/>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9" name="Google Shape;7759;p73"/>
          <p:cNvGrpSpPr/>
          <p:nvPr/>
        </p:nvGrpSpPr>
        <p:grpSpPr>
          <a:xfrm>
            <a:off x="1556683" y="2054307"/>
            <a:ext cx="713522" cy="688025"/>
            <a:chOff x="1706078" y="2092648"/>
            <a:chExt cx="660913" cy="637296"/>
          </a:xfrm>
        </p:grpSpPr>
        <p:sp>
          <p:nvSpPr>
            <p:cNvPr id="7760" name="Google Shape;7760;p73"/>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61" name="Google Shape;7761;p73"/>
            <p:cNvGrpSpPr/>
            <p:nvPr/>
          </p:nvGrpSpPr>
          <p:grpSpPr>
            <a:xfrm>
              <a:off x="1706078" y="2092648"/>
              <a:ext cx="660913" cy="575241"/>
              <a:chOff x="1706078" y="2092648"/>
              <a:chExt cx="660913" cy="575241"/>
            </a:xfrm>
          </p:grpSpPr>
          <p:sp>
            <p:nvSpPr>
              <p:cNvPr id="7762" name="Google Shape;7762;p73"/>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3"/>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3"/>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5" name="Google Shape;7765;p73"/>
          <p:cNvGrpSpPr/>
          <p:nvPr/>
        </p:nvGrpSpPr>
        <p:grpSpPr>
          <a:xfrm>
            <a:off x="6318542" y="1171856"/>
            <a:ext cx="1317459" cy="684168"/>
            <a:chOff x="238125" y="999450"/>
            <a:chExt cx="7140700" cy="3708225"/>
          </a:xfrm>
        </p:grpSpPr>
        <p:sp>
          <p:nvSpPr>
            <p:cNvPr id="7766" name="Google Shape;7766;p7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3"/>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7778"/>
        <p:cNvGrpSpPr/>
        <p:nvPr/>
      </p:nvGrpSpPr>
      <p:grpSpPr>
        <a:xfrm>
          <a:off x="0" y="0"/>
          <a:ext cx="0" cy="0"/>
          <a:chOff x="0" y="0"/>
          <a:chExt cx="0" cy="0"/>
        </a:xfrm>
      </p:grpSpPr>
      <p:grpSp>
        <p:nvGrpSpPr>
          <p:cNvPr id="7779" name="Google Shape;7779;p74"/>
          <p:cNvGrpSpPr/>
          <p:nvPr/>
        </p:nvGrpSpPr>
        <p:grpSpPr>
          <a:xfrm>
            <a:off x="729238" y="1179665"/>
            <a:ext cx="1636117" cy="1526144"/>
            <a:chOff x="729238" y="1179665"/>
            <a:chExt cx="1636117" cy="1526144"/>
          </a:xfrm>
        </p:grpSpPr>
        <p:grpSp>
          <p:nvGrpSpPr>
            <p:cNvPr id="7780" name="Google Shape;7780;p74"/>
            <p:cNvGrpSpPr/>
            <p:nvPr/>
          </p:nvGrpSpPr>
          <p:grpSpPr>
            <a:xfrm>
              <a:off x="729238" y="1179665"/>
              <a:ext cx="80700" cy="1526144"/>
              <a:chOff x="729238" y="1179665"/>
              <a:chExt cx="80700" cy="1526144"/>
            </a:xfrm>
          </p:grpSpPr>
          <p:sp>
            <p:nvSpPr>
              <p:cNvPr id="7781" name="Google Shape;7781;p74"/>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4"/>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4"/>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4"/>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1" name="Google Shape;7791;p74"/>
            <p:cNvGrpSpPr/>
            <p:nvPr/>
          </p:nvGrpSpPr>
          <p:grpSpPr>
            <a:xfrm>
              <a:off x="903098" y="1179665"/>
              <a:ext cx="80700" cy="1526144"/>
              <a:chOff x="903098" y="1179665"/>
              <a:chExt cx="80700" cy="1526144"/>
            </a:xfrm>
          </p:grpSpPr>
          <p:sp>
            <p:nvSpPr>
              <p:cNvPr id="7792" name="Google Shape;7792;p74"/>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4"/>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4"/>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4"/>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4"/>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4"/>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74"/>
            <p:cNvGrpSpPr/>
            <p:nvPr/>
          </p:nvGrpSpPr>
          <p:grpSpPr>
            <a:xfrm>
              <a:off x="1076958" y="1179665"/>
              <a:ext cx="80700" cy="1526144"/>
              <a:chOff x="1076958" y="1179665"/>
              <a:chExt cx="80700" cy="1526144"/>
            </a:xfrm>
          </p:grpSpPr>
          <p:sp>
            <p:nvSpPr>
              <p:cNvPr id="7803" name="Google Shape;7803;p74"/>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4"/>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4"/>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4"/>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4"/>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4"/>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4"/>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74"/>
            <p:cNvGrpSpPr/>
            <p:nvPr/>
          </p:nvGrpSpPr>
          <p:grpSpPr>
            <a:xfrm>
              <a:off x="1247707" y="1179665"/>
              <a:ext cx="80700" cy="1526144"/>
              <a:chOff x="1247707" y="1179665"/>
              <a:chExt cx="80700" cy="1526144"/>
            </a:xfrm>
          </p:grpSpPr>
          <p:sp>
            <p:nvSpPr>
              <p:cNvPr id="7814" name="Google Shape;7814;p74"/>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4"/>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4"/>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74"/>
            <p:cNvGrpSpPr/>
            <p:nvPr/>
          </p:nvGrpSpPr>
          <p:grpSpPr>
            <a:xfrm>
              <a:off x="1421567" y="1179665"/>
              <a:ext cx="80700" cy="1526144"/>
              <a:chOff x="1421567" y="1179665"/>
              <a:chExt cx="80700" cy="1526144"/>
            </a:xfrm>
          </p:grpSpPr>
          <p:sp>
            <p:nvSpPr>
              <p:cNvPr id="7825" name="Google Shape;7825;p74"/>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4"/>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4"/>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4"/>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4"/>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4"/>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4"/>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4"/>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74"/>
            <p:cNvGrpSpPr/>
            <p:nvPr/>
          </p:nvGrpSpPr>
          <p:grpSpPr>
            <a:xfrm>
              <a:off x="1592327" y="1179665"/>
              <a:ext cx="80700" cy="1526144"/>
              <a:chOff x="1592327" y="1179665"/>
              <a:chExt cx="80700" cy="1526144"/>
            </a:xfrm>
          </p:grpSpPr>
          <p:sp>
            <p:nvSpPr>
              <p:cNvPr id="7836" name="Google Shape;7836;p74"/>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4"/>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4"/>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4"/>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4"/>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4"/>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74"/>
            <p:cNvGrpSpPr/>
            <p:nvPr/>
          </p:nvGrpSpPr>
          <p:grpSpPr>
            <a:xfrm>
              <a:off x="1766187" y="1179665"/>
              <a:ext cx="80700" cy="1526144"/>
              <a:chOff x="1766187" y="1179665"/>
              <a:chExt cx="80700" cy="1526144"/>
            </a:xfrm>
          </p:grpSpPr>
          <p:sp>
            <p:nvSpPr>
              <p:cNvPr id="7847" name="Google Shape;7847;p74"/>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4"/>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4"/>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4"/>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4"/>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4"/>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4"/>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4"/>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4"/>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74"/>
            <p:cNvGrpSpPr/>
            <p:nvPr/>
          </p:nvGrpSpPr>
          <p:grpSpPr>
            <a:xfrm>
              <a:off x="1936935" y="1179665"/>
              <a:ext cx="80700" cy="1526144"/>
              <a:chOff x="1936935" y="1179665"/>
              <a:chExt cx="80700" cy="1526144"/>
            </a:xfrm>
          </p:grpSpPr>
          <p:sp>
            <p:nvSpPr>
              <p:cNvPr id="7858" name="Google Shape;7858;p74"/>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4"/>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4"/>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4"/>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4"/>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8" name="Google Shape;7868;p74"/>
            <p:cNvGrpSpPr/>
            <p:nvPr/>
          </p:nvGrpSpPr>
          <p:grpSpPr>
            <a:xfrm>
              <a:off x="2110795" y="1179665"/>
              <a:ext cx="80700" cy="1526144"/>
              <a:chOff x="2110795" y="1179665"/>
              <a:chExt cx="80700" cy="1526144"/>
            </a:xfrm>
          </p:grpSpPr>
          <p:sp>
            <p:nvSpPr>
              <p:cNvPr id="7869" name="Google Shape;7869;p74"/>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4"/>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4"/>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4"/>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74"/>
            <p:cNvGrpSpPr/>
            <p:nvPr/>
          </p:nvGrpSpPr>
          <p:grpSpPr>
            <a:xfrm>
              <a:off x="2284655" y="1179665"/>
              <a:ext cx="80700" cy="1526144"/>
              <a:chOff x="2284655" y="1179665"/>
              <a:chExt cx="80700" cy="1526144"/>
            </a:xfrm>
          </p:grpSpPr>
          <p:sp>
            <p:nvSpPr>
              <p:cNvPr id="7880" name="Google Shape;7880;p74"/>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4"/>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4"/>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4"/>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4"/>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4"/>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0" name="Google Shape;7890;p74"/>
          <p:cNvGrpSpPr/>
          <p:nvPr/>
        </p:nvGrpSpPr>
        <p:grpSpPr>
          <a:xfrm>
            <a:off x="2623904" y="1198803"/>
            <a:ext cx="1364248" cy="1102133"/>
            <a:chOff x="2623904" y="1198803"/>
            <a:chExt cx="1364248" cy="1102133"/>
          </a:xfrm>
        </p:grpSpPr>
        <p:grpSp>
          <p:nvGrpSpPr>
            <p:cNvPr id="7891" name="Google Shape;7891;p74"/>
            <p:cNvGrpSpPr/>
            <p:nvPr/>
          </p:nvGrpSpPr>
          <p:grpSpPr>
            <a:xfrm>
              <a:off x="2623907" y="1198803"/>
              <a:ext cx="1364245" cy="273000"/>
              <a:chOff x="2623907" y="1198803"/>
              <a:chExt cx="1364245" cy="273000"/>
            </a:xfrm>
          </p:grpSpPr>
          <p:sp>
            <p:nvSpPr>
              <p:cNvPr id="7892" name="Google Shape;7892;p7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4"/>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74"/>
            <p:cNvGrpSpPr/>
            <p:nvPr/>
          </p:nvGrpSpPr>
          <p:grpSpPr>
            <a:xfrm>
              <a:off x="2623904" y="1476964"/>
              <a:ext cx="1364245" cy="273000"/>
              <a:chOff x="2623904" y="1476964"/>
              <a:chExt cx="1364245" cy="273000"/>
            </a:xfrm>
          </p:grpSpPr>
          <p:sp>
            <p:nvSpPr>
              <p:cNvPr id="7898" name="Google Shape;7898;p7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4"/>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4"/>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4"/>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74"/>
            <p:cNvGrpSpPr/>
            <p:nvPr/>
          </p:nvGrpSpPr>
          <p:grpSpPr>
            <a:xfrm>
              <a:off x="2623907" y="1749775"/>
              <a:ext cx="1364245" cy="273000"/>
              <a:chOff x="2623907" y="1749775"/>
              <a:chExt cx="1364245" cy="273000"/>
            </a:xfrm>
          </p:grpSpPr>
          <p:sp>
            <p:nvSpPr>
              <p:cNvPr id="7904" name="Google Shape;7904;p7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4"/>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4"/>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9" name="Google Shape;7909;p74"/>
            <p:cNvGrpSpPr/>
            <p:nvPr/>
          </p:nvGrpSpPr>
          <p:grpSpPr>
            <a:xfrm>
              <a:off x="2623904" y="2027936"/>
              <a:ext cx="1364245" cy="273000"/>
              <a:chOff x="2623904" y="2027936"/>
              <a:chExt cx="1364245" cy="273000"/>
            </a:xfrm>
          </p:grpSpPr>
          <p:sp>
            <p:nvSpPr>
              <p:cNvPr id="7910" name="Google Shape;7910;p7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5" name="Google Shape;7915;p74"/>
          <p:cNvGrpSpPr/>
          <p:nvPr/>
        </p:nvGrpSpPr>
        <p:grpSpPr>
          <a:xfrm>
            <a:off x="2613365" y="2657876"/>
            <a:ext cx="1387541" cy="159124"/>
            <a:chOff x="3200660" y="2180272"/>
            <a:chExt cx="2563824" cy="378237"/>
          </a:xfrm>
        </p:grpSpPr>
        <p:sp>
          <p:nvSpPr>
            <p:cNvPr id="7916" name="Google Shape;7916;p7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4" name="Google Shape;7934;p74"/>
          <p:cNvGrpSpPr/>
          <p:nvPr/>
        </p:nvGrpSpPr>
        <p:grpSpPr>
          <a:xfrm>
            <a:off x="2609890" y="2935640"/>
            <a:ext cx="1390502" cy="159625"/>
            <a:chOff x="3530150" y="2790075"/>
            <a:chExt cx="1962600" cy="225300"/>
          </a:xfrm>
        </p:grpSpPr>
        <p:sp>
          <p:nvSpPr>
            <p:cNvPr id="7935" name="Google Shape;7935;p74"/>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4"/>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74"/>
          <p:cNvGrpSpPr/>
          <p:nvPr/>
        </p:nvGrpSpPr>
        <p:grpSpPr>
          <a:xfrm>
            <a:off x="2609948" y="3213905"/>
            <a:ext cx="1411629" cy="154175"/>
            <a:chOff x="3558802" y="4011244"/>
            <a:chExt cx="1866000" cy="111600"/>
          </a:xfrm>
        </p:grpSpPr>
        <p:sp>
          <p:nvSpPr>
            <p:cNvPr id="7938" name="Google Shape;7938;p74"/>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4"/>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74"/>
          <p:cNvGrpSpPr/>
          <p:nvPr/>
        </p:nvGrpSpPr>
        <p:grpSpPr>
          <a:xfrm>
            <a:off x="2610235" y="2419475"/>
            <a:ext cx="1383503" cy="119761"/>
            <a:chOff x="3465975" y="2270258"/>
            <a:chExt cx="1986364" cy="171947"/>
          </a:xfrm>
        </p:grpSpPr>
        <p:sp>
          <p:nvSpPr>
            <p:cNvPr id="7941" name="Google Shape;7941;p7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4"/>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4"/>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4"/>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4"/>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4"/>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74"/>
          <p:cNvGrpSpPr/>
          <p:nvPr/>
        </p:nvGrpSpPr>
        <p:grpSpPr>
          <a:xfrm>
            <a:off x="2621243" y="3783248"/>
            <a:ext cx="1369531" cy="195460"/>
            <a:chOff x="723300" y="4253549"/>
            <a:chExt cx="2276482" cy="324900"/>
          </a:xfrm>
        </p:grpSpPr>
        <p:sp>
          <p:nvSpPr>
            <p:cNvPr id="7950" name="Google Shape;7950;p7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4"/>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74"/>
          <p:cNvGrpSpPr/>
          <p:nvPr/>
        </p:nvGrpSpPr>
        <p:grpSpPr>
          <a:xfrm>
            <a:off x="2610803" y="3484489"/>
            <a:ext cx="1389066" cy="180119"/>
            <a:chOff x="705948" y="3788465"/>
            <a:chExt cx="2308953" cy="299400"/>
          </a:xfrm>
        </p:grpSpPr>
        <p:sp>
          <p:nvSpPr>
            <p:cNvPr id="7956" name="Google Shape;7956;p7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4"/>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4"/>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1" name="Google Shape;7961;p74"/>
          <p:cNvGrpSpPr/>
          <p:nvPr/>
        </p:nvGrpSpPr>
        <p:grpSpPr>
          <a:xfrm>
            <a:off x="4207794" y="2088443"/>
            <a:ext cx="1433821" cy="191501"/>
            <a:chOff x="4273350" y="2088443"/>
            <a:chExt cx="1433821" cy="191501"/>
          </a:xfrm>
        </p:grpSpPr>
        <p:grpSp>
          <p:nvGrpSpPr>
            <p:cNvPr id="7962" name="Google Shape;7962;p74"/>
            <p:cNvGrpSpPr/>
            <p:nvPr/>
          </p:nvGrpSpPr>
          <p:grpSpPr>
            <a:xfrm>
              <a:off x="4273350" y="2088443"/>
              <a:ext cx="1433821" cy="0"/>
              <a:chOff x="5224975" y="2962250"/>
              <a:chExt cx="1544400" cy="0"/>
            </a:xfrm>
          </p:grpSpPr>
          <p:cxnSp>
            <p:nvCxnSpPr>
              <p:cNvPr id="7963" name="Google Shape;7963;p7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964" name="Google Shape;7964;p74"/>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965" name="Google Shape;7965;p74"/>
            <p:cNvGrpSpPr/>
            <p:nvPr/>
          </p:nvGrpSpPr>
          <p:grpSpPr>
            <a:xfrm>
              <a:off x="4273350" y="2279944"/>
              <a:ext cx="1433821" cy="0"/>
              <a:chOff x="5224975" y="2962250"/>
              <a:chExt cx="1544400" cy="0"/>
            </a:xfrm>
          </p:grpSpPr>
          <p:cxnSp>
            <p:nvCxnSpPr>
              <p:cNvPr id="7966" name="Google Shape;7966;p7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967" name="Google Shape;7967;p74"/>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968" name="Google Shape;7968;p74"/>
          <p:cNvGrpSpPr/>
          <p:nvPr/>
        </p:nvGrpSpPr>
        <p:grpSpPr>
          <a:xfrm>
            <a:off x="2658741" y="4097347"/>
            <a:ext cx="1304609" cy="294074"/>
            <a:chOff x="2658741" y="4097347"/>
            <a:chExt cx="1304609" cy="294074"/>
          </a:xfrm>
        </p:grpSpPr>
        <p:grpSp>
          <p:nvGrpSpPr>
            <p:cNvPr id="7969" name="Google Shape;7969;p74"/>
            <p:cNvGrpSpPr/>
            <p:nvPr/>
          </p:nvGrpSpPr>
          <p:grpSpPr>
            <a:xfrm>
              <a:off x="2658741" y="4097347"/>
              <a:ext cx="118572" cy="294074"/>
              <a:chOff x="3343310" y="4475555"/>
              <a:chExt cx="127717" cy="316753"/>
            </a:xfrm>
          </p:grpSpPr>
          <p:sp>
            <p:nvSpPr>
              <p:cNvPr id="7970" name="Google Shape;7970;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74"/>
            <p:cNvGrpSpPr/>
            <p:nvPr/>
          </p:nvGrpSpPr>
          <p:grpSpPr>
            <a:xfrm>
              <a:off x="3815519" y="4098388"/>
              <a:ext cx="147831" cy="291991"/>
              <a:chOff x="3527539" y="4476677"/>
              <a:chExt cx="159232" cy="314510"/>
            </a:xfrm>
          </p:grpSpPr>
          <p:sp>
            <p:nvSpPr>
              <p:cNvPr id="7973" name="Google Shape;7973;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74"/>
            <p:cNvGrpSpPr/>
            <p:nvPr/>
          </p:nvGrpSpPr>
          <p:grpSpPr>
            <a:xfrm>
              <a:off x="3511696" y="4098388"/>
              <a:ext cx="147831" cy="291991"/>
              <a:chOff x="3527539" y="4476677"/>
              <a:chExt cx="159232" cy="314510"/>
            </a:xfrm>
          </p:grpSpPr>
          <p:sp>
            <p:nvSpPr>
              <p:cNvPr id="7976" name="Google Shape;7976;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74"/>
            <p:cNvGrpSpPr/>
            <p:nvPr/>
          </p:nvGrpSpPr>
          <p:grpSpPr>
            <a:xfrm>
              <a:off x="3207874" y="4098388"/>
              <a:ext cx="147831" cy="291991"/>
              <a:chOff x="3527539" y="4476677"/>
              <a:chExt cx="159232" cy="314510"/>
            </a:xfrm>
          </p:grpSpPr>
          <p:sp>
            <p:nvSpPr>
              <p:cNvPr id="7979" name="Google Shape;7979;p7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74"/>
            <p:cNvGrpSpPr/>
            <p:nvPr/>
          </p:nvGrpSpPr>
          <p:grpSpPr>
            <a:xfrm>
              <a:off x="2933305" y="4097347"/>
              <a:ext cx="118572" cy="294074"/>
              <a:chOff x="3343310" y="4475555"/>
              <a:chExt cx="127717" cy="316753"/>
            </a:xfrm>
          </p:grpSpPr>
          <p:sp>
            <p:nvSpPr>
              <p:cNvPr id="7982" name="Google Shape;7982;p7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84" name="Google Shape;7984;p74"/>
          <p:cNvGrpSpPr/>
          <p:nvPr/>
        </p:nvGrpSpPr>
        <p:grpSpPr>
          <a:xfrm>
            <a:off x="4209349" y="1176041"/>
            <a:ext cx="1430711" cy="751237"/>
            <a:chOff x="5159450" y="1919950"/>
            <a:chExt cx="1541050" cy="862500"/>
          </a:xfrm>
        </p:grpSpPr>
        <p:sp>
          <p:nvSpPr>
            <p:cNvPr id="7985" name="Google Shape;7985;p7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7986" name="Google Shape;7986;p74"/>
            <p:cNvGrpSpPr/>
            <p:nvPr/>
          </p:nvGrpSpPr>
          <p:grpSpPr>
            <a:xfrm>
              <a:off x="5159450" y="1919950"/>
              <a:ext cx="1541050" cy="862500"/>
              <a:chOff x="5159450" y="1919950"/>
              <a:chExt cx="1541050" cy="862500"/>
            </a:xfrm>
          </p:grpSpPr>
          <p:cxnSp>
            <p:nvCxnSpPr>
              <p:cNvPr id="7987" name="Google Shape;7987;p7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988" name="Google Shape;7988;p7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989" name="Google Shape;7989;p74"/>
          <p:cNvGrpSpPr/>
          <p:nvPr/>
        </p:nvGrpSpPr>
        <p:grpSpPr>
          <a:xfrm>
            <a:off x="4257486" y="2439811"/>
            <a:ext cx="1334436" cy="967914"/>
            <a:chOff x="4294923" y="2439811"/>
            <a:chExt cx="1334436" cy="967914"/>
          </a:xfrm>
        </p:grpSpPr>
        <p:grpSp>
          <p:nvGrpSpPr>
            <p:cNvPr id="7990" name="Google Shape;7990;p74"/>
            <p:cNvGrpSpPr/>
            <p:nvPr/>
          </p:nvGrpSpPr>
          <p:grpSpPr>
            <a:xfrm>
              <a:off x="4960455" y="2469658"/>
              <a:ext cx="668904" cy="885524"/>
              <a:chOff x="4960455" y="2469658"/>
              <a:chExt cx="668904" cy="885524"/>
            </a:xfrm>
          </p:grpSpPr>
          <p:sp>
            <p:nvSpPr>
              <p:cNvPr id="7991" name="Google Shape;7991;p74"/>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4"/>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4"/>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4"/>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4"/>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4"/>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74"/>
            <p:cNvGrpSpPr/>
            <p:nvPr/>
          </p:nvGrpSpPr>
          <p:grpSpPr>
            <a:xfrm>
              <a:off x="4294923" y="2469658"/>
              <a:ext cx="668951" cy="885524"/>
              <a:chOff x="4294923" y="2469658"/>
              <a:chExt cx="668951" cy="885524"/>
            </a:xfrm>
          </p:grpSpPr>
          <p:sp>
            <p:nvSpPr>
              <p:cNvPr id="7998" name="Google Shape;7998;p74"/>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4"/>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4"/>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4"/>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4"/>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4"/>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4" name="Google Shape;8004;p74"/>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5" name="Google Shape;8005;p74"/>
          <p:cNvGrpSpPr/>
          <p:nvPr/>
        </p:nvGrpSpPr>
        <p:grpSpPr>
          <a:xfrm>
            <a:off x="4243690" y="3494256"/>
            <a:ext cx="1430949" cy="897289"/>
            <a:chOff x="4351371" y="3547942"/>
            <a:chExt cx="1345130" cy="843475"/>
          </a:xfrm>
        </p:grpSpPr>
        <p:grpSp>
          <p:nvGrpSpPr>
            <p:cNvPr id="8006" name="Google Shape;8006;p74"/>
            <p:cNvGrpSpPr/>
            <p:nvPr/>
          </p:nvGrpSpPr>
          <p:grpSpPr>
            <a:xfrm>
              <a:off x="4351371" y="4209917"/>
              <a:ext cx="1345130" cy="181500"/>
              <a:chOff x="4351371" y="4209917"/>
              <a:chExt cx="1345130" cy="181500"/>
            </a:xfrm>
          </p:grpSpPr>
          <p:sp>
            <p:nvSpPr>
              <p:cNvPr id="8007" name="Google Shape;8007;p74"/>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8" name="Google Shape;8008;p74"/>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8009" name="Google Shape;8009;p74"/>
            <p:cNvGrpSpPr/>
            <p:nvPr/>
          </p:nvGrpSpPr>
          <p:grpSpPr>
            <a:xfrm>
              <a:off x="4403010" y="3985221"/>
              <a:ext cx="1109518" cy="181500"/>
              <a:chOff x="4403010" y="3985221"/>
              <a:chExt cx="1109518" cy="181500"/>
            </a:xfrm>
          </p:grpSpPr>
          <p:sp>
            <p:nvSpPr>
              <p:cNvPr id="8010" name="Google Shape;8010;p74"/>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11" name="Google Shape;8011;p74"/>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8012" name="Google Shape;8012;p74"/>
            <p:cNvGrpSpPr/>
            <p:nvPr/>
          </p:nvGrpSpPr>
          <p:grpSpPr>
            <a:xfrm>
              <a:off x="4618704" y="3766582"/>
              <a:ext cx="807858" cy="181500"/>
              <a:chOff x="4618704" y="3766582"/>
              <a:chExt cx="807858" cy="181500"/>
            </a:xfrm>
          </p:grpSpPr>
          <p:sp>
            <p:nvSpPr>
              <p:cNvPr id="8013" name="Google Shape;8013;p74"/>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14" name="Google Shape;8014;p74"/>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8015" name="Google Shape;8015;p74"/>
            <p:cNvGrpSpPr/>
            <p:nvPr/>
          </p:nvGrpSpPr>
          <p:grpSpPr>
            <a:xfrm>
              <a:off x="4735238" y="3547942"/>
              <a:ext cx="462839" cy="181500"/>
              <a:chOff x="4735238" y="3547942"/>
              <a:chExt cx="462839" cy="181500"/>
            </a:xfrm>
          </p:grpSpPr>
          <p:sp>
            <p:nvSpPr>
              <p:cNvPr id="8016" name="Google Shape;8016;p74"/>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17" name="Google Shape;8017;p74"/>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8018" name="Google Shape;8018;p74"/>
          <p:cNvGrpSpPr/>
          <p:nvPr/>
        </p:nvGrpSpPr>
        <p:grpSpPr>
          <a:xfrm>
            <a:off x="7420047" y="2429580"/>
            <a:ext cx="1020955" cy="928853"/>
            <a:chOff x="926675" y="238125"/>
            <a:chExt cx="5755100" cy="5232975"/>
          </a:xfrm>
        </p:grpSpPr>
        <p:sp>
          <p:nvSpPr>
            <p:cNvPr id="8019" name="Google Shape;8019;p74"/>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4"/>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4"/>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4"/>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74"/>
          <p:cNvGrpSpPr/>
          <p:nvPr/>
        </p:nvGrpSpPr>
        <p:grpSpPr>
          <a:xfrm>
            <a:off x="727421" y="2828315"/>
            <a:ext cx="1695374" cy="1560837"/>
            <a:chOff x="727421" y="2828315"/>
            <a:chExt cx="1695374" cy="1560837"/>
          </a:xfrm>
        </p:grpSpPr>
        <p:grpSp>
          <p:nvGrpSpPr>
            <p:cNvPr id="8024" name="Google Shape;8024;p74"/>
            <p:cNvGrpSpPr/>
            <p:nvPr/>
          </p:nvGrpSpPr>
          <p:grpSpPr>
            <a:xfrm>
              <a:off x="727421" y="2828315"/>
              <a:ext cx="1695374" cy="1560837"/>
              <a:chOff x="734799" y="2782450"/>
              <a:chExt cx="1571100" cy="1577400"/>
            </a:xfrm>
          </p:grpSpPr>
          <p:cxnSp>
            <p:nvCxnSpPr>
              <p:cNvPr id="8025" name="Google Shape;8025;p7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026" name="Google Shape;8026;p7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027" name="Google Shape;8027;p74"/>
            <p:cNvGrpSpPr/>
            <p:nvPr/>
          </p:nvGrpSpPr>
          <p:grpSpPr>
            <a:xfrm>
              <a:off x="819108" y="2882501"/>
              <a:ext cx="1556791" cy="1426186"/>
              <a:chOff x="819108" y="2882501"/>
              <a:chExt cx="1556791" cy="1426186"/>
            </a:xfrm>
          </p:grpSpPr>
          <p:grpSp>
            <p:nvGrpSpPr>
              <p:cNvPr id="8028" name="Google Shape;8028;p74"/>
              <p:cNvGrpSpPr/>
              <p:nvPr/>
            </p:nvGrpSpPr>
            <p:grpSpPr>
              <a:xfrm>
                <a:off x="819108" y="2882501"/>
                <a:ext cx="103104" cy="1426186"/>
                <a:chOff x="4674013" y="3100904"/>
                <a:chExt cx="122758" cy="1698043"/>
              </a:xfrm>
            </p:grpSpPr>
            <p:sp>
              <p:nvSpPr>
                <p:cNvPr id="8029" name="Google Shape;8029;p7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74"/>
              <p:cNvGrpSpPr/>
              <p:nvPr/>
            </p:nvGrpSpPr>
            <p:grpSpPr>
              <a:xfrm>
                <a:off x="1062475" y="2882501"/>
                <a:ext cx="103104" cy="1426186"/>
                <a:chOff x="4940438" y="3100904"/>
                <a:chExt cx="122758" cy="1698043"/>
              </a:xfrm>
            </p:grpSpPr>
            <p:sp>
              <p:nvSpPr>
                <p:cNvPr id="8037" name="Google Shape;8037;p7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74"/>
              <p:cNvGrpSpPr/>
              <p:nvPr/>
            </p:nvGrpSpPr>
            <p:grpSpPr>
              <a:xfrm>
                <a:off x="1299324" y="2882501"/>
                <a:ext cx="103104" cy="1426186"/>
                <a:chOff x="5206863" y="3100904"/>
                <a:chExt cx="122758" cy="1698043"/>
              </a:xfrm>
            </p:grpSpPr>
            <p:sp>
              <p:nvSpPr>
                <p:cNvPr id="8045" name="Google Shape;8045;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2" name="Google Shape;8052;p74"/>
              <p:cNvGrpSpPr/>
              <p:nvPr/>
            </p:nvGrpSpPr>
            <p:grpSpPr>
              <a:xfrm>
                <a:off x="1786057" y="2882501"/>
                <a:ext cx="103104" cy="1426186"/>
                <a:chOff x="6006138" y="3143629"/>
                <a:chExt cx="122758" cy="1698043"/>
              </a:xfrm>
            </p:grpSpPr>
            <p:sp>
              <p:nvSpPr>
                <p:cNvPr id="8053" name="Google Shape;8053;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0" name="Google Shape;8060;p74"/>
              <p:cNvGrpSpPr/>
              <p:nvPr/>
            </p:nvGrpSpPr>
            <p:grpSpPr>
              <a:xfrm>
                <a:off x="2029422" y="2882501"/>
                <a:ext cx="103104" cy="1426186"/>
                <a:chOff x="6805413" y="3100904"/>
                <a:chExt cx="122758" cy="1698043"/>
              </a:xfrm>
            </p:grpSpPr>
            <p:sp>
              <p:nvSpPr>
                <p:cNvPr id="8061" name="Google Shape;8061;p7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74"/>
              <p:cNvGrpSpPr/>
              <p:nvPr/>
            </p:nvGrpSpPr>
            <p:grpSpPr>
              <a:xfrm>
                <a:off x="2272795" y="2882501"/>
                <a:ext cx="103104" cy="1426186"/>
                <a:chOff x="5206863" y="3100904"/>
                <a:chExt cx="122758" cy="1698043"/>
              </a:xfrm>
            </p:grpSpPr>
            <p:sp>
              <p:nvSpPr>
                <p:cNvPr id="8069" name="Google Shape;8069;p7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6" name="Google Shape;8076;p74"/>
              <p:cNvGrpSpPr/>
              <p:nvPr/>
            </p:nvGrpSpPr>
            <p:grpSpPr>
              <a:xfrm>
                <a:off x="1542694" y="2882501"/>
                <a:ext cx="103104" cy="1426186"/>
                <a:chOff x="6006138" y="3143629"/>
                <a:chExt cx="122758" cy="1698043"/>
              </a:xfrm>
            </p:grpSpPr>
            <p:sp>
              <p:nvSpPr>
                <p:cNvPr id="8077" name="Google Shape;8077;p7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84" name="Google Shape;8084;p74"/>
          <p:cNvGrpSpPr/>
          <p:nvPr/>
        </p:nvGrpSpPr>
        <p:grpSpPr>
          <a:xfrm>
            <a:off x="5683472" y="3518037"/>
            <a:ext cx="2749952" cy="870677"/>
            <a:chOff x="238125" y="1725700"/>
            <a:chExt cx="7139025" cy="2260325"/>
          </a:xfrm>
        </p:grpSpPr>
        <p:sp>
          <p:nvSpPr>
            <p:cNvPr id="8085" name="Google Shape;8085;p74"/>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4"/>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4"/>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4"/>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4"/>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4"/>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4"/>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4"/>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4"/>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4"/>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5" name="Google Shape;8095;p74"/>
          <p:cNvGrpSpPr/>
          <p:nvPr/>
        </p:nvGrpSpPr>
        <p:grpSpPr>
          <a:xfrm>
            <a:off x="5953636" y="2459783"/>
            <a:ext cx="1105452" cy="916747"/>
            <a:chOff x="5249100" y="1210600"/>
            <a:chExt cx="3502700" cy="2904775"/>
          </a:xfrm>
        </p:grpSpPr>
        <p:sp>
          <p:nvSpPr>
            <p:cNvPr id="8096" name="Google Shape;8096;p7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00" name="Google Shape;8100;p74"/>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8101" name="Google Shape;8101;p74"/>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8102" name="Google Shape;8102;p74"/>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8103" name="Google Shape;8103;p74"/>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8104" name="Google Shape;8104;p74"/>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74"/>
          <p:cNvGrpSpPr/>
          <p:nvPr/>
        </p:nvGrpSpPr>
        <p:grpSpPr>
          <a:xfrm>
            <a:off x="7136183" y="1179201"/>
            <a:ext cx="1304650" cy="1124856"/>
            <a:chOff x="7287122" y="1165658"/>
            <a:chExt cx="1219413" cy="1051365"/>
          </a:xfrm>
        </p:grpSpPr>
        <p:grpSp>
          <p:nvGrpSpPr>
            <p:cNvPr id="8106" name="Google Shape;8106;p74"/>
            <p:cNvGrpSpPr/>
            <p:nvPr/>
          </p:nvGrpSpPr>
          <p:grpSpPr>
            <a:xfrm>
              <a:off x="7287122" y="1969723"/>
              <a:ext cx="1219413" cy="247300"/>
              <a:chOff x="7287122" y="1969723"/>
              <a:chExt cx="1219413" cy="247300"/>
            </a:xfrm>
          </p:grpSpPr>
          <p:sp>
            <p:nvSpPr>
              <p:cNvPr id="8107" name="Google Shape;8107;p7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8" name="Google Shape;8108;p74"/>
              <p:cNvGrpSpPr/>
              <p:nvPr/>
            </p:nvGrpSpPr>
            <p:grpSpPr>
              <a:xfrm>
                <a:off x="7287122" y="2063892"/>
                <a:ext cx="1151753" cy="73428"/>
                <a:chOff x="7287122" y="2063892"/>
                <a:chExt cx="1151753" cy="73428"/>
              </a:xfrm>
            </p:grpSpPr>
            <p:sp>
              <p:nvSpPr>
                <p:cNvPr id="8109" name="Google Shape;8109;p7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10" name="Google Shape;8110;p7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111" name="Google Shape;8111;p74"/>
            <p:cNvGrpSpPr/>
            <p:nvPr/>
          </p:nvGrpSpPr>
          <p:grpSpPr>
            <a:xfrm>
              <a:off x="7287122" y="1712201"/>
              <a:ext cx="1219403" cy="246767"/>
              <a:chOff x="7287122" y="1712201"/>
              <a:chExt cx="1219403" cy="246767"/>
            </a:xfrm>
          </p:grpSpPr>
          <p:sp>
            <p:nvSpPr>
              <p:cNvPr id="8112" name="Google Shape;8112;p7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3" name="Google Shape;8113;p74"/>
              <p:cNvGrpSpPr/>
              <p:nvPr/>
            </p:nvGrpSpPr>
            <p:grpSpPr>
              <a:xfrm>
                <a:off x="7287122" y="1842861"/>
                <a:ext cx="1005303" cy="73419"/>
                <a:chOff x="7287122" y="1842861"/>
                <a:chExt cx="1005303" cy="73419"/>
              </a:xfrm>
            </p:grpSpPr>
            <p:sp>
              <p:nvSpPr>
                <p:cNvPr id="8114" name="Google Shape;8114;p7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15" name="Google Shape;8115;p7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116" name="Google Shape;8116;p74"/>
            <p:cNvGrpSpPr/>
            <p:nvPr/>
          </p:nvGrpSpPr>
          <p:grpSpPr>
            <a:xfrm>
              <a:off x="7287122" y="1447520"/>
              <a:ext cx="1219403" cy="286667"/>
              <a:chOff x="7287122" y="1447520"/>
              <a:chExt cx="1219403" cy="286667"/>
            </a:xfrm>
          </p:grpSpPr>
          <p:sp>
            <p:nvSpPr>
              <p:cNvPr id="8117" name="Google Shape;8117;p7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8" name="Google Shape;8118;p74"/>
              <p:cNvGrpSpPr/>
              <p:nvPr/>
            </p:nvGrpSpPr>
            <p:grpSpPr>
              <a:xfrm>
                <a:off x="7287122" y="1581977"/>
                <a:ext cx="852803" cy="73428"/>
                <a:chOff x="7287122" y="1581977"/>
                <a:chExt cx="852803" cy="73428"/>
              </a:xfrm>
            </p:grpSpPr>
            <p:sp>
              <p:nvSpPr>
                <p:cNvPr id="8119" name="Google Shape;8119;p7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0" name="Google Shape;8120;p7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121" name="Google Shape;8121;p74"/>
            <p:cNvGrpSpPr/>
            <p:nvPr/>
          </p:nvGrpSpPr>
          <p:grpSpPr>
            <a:xfrm>
              <a:off x="7287122" y="1165658"/>
              <a:ext cx="1219403" cy="344253"/>
              <a:chOff x="7287122" y="1165658"/>
              <a:chExt cx="1219403" cy="344253"/>
            </a:xfrm>
          </p:grpSpPr>
          <p:sp>
            <p:nvSpPr>
              <p:cNvPr id="8122" name="Google Shape;8122;p7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3" name="Google Shape;8123;p74"/>
              <p:cNvGrpSpPr/>
              <p:nvPr/>
            </p:nvGrpSpPr>
            <p:grpSpPr>
              <a:xfrm>
                <a:off x="7287122" y="1341025"/>
                <a:ext cx="695703" cy="73419"/>
                <a:chOff x="7287122" y="1341025"/>
                <a:chExt cx="695703" cy="73419"/>
              </a:xfrm>
            </p:grpSpPr>
            <p:sp>
              <p:nvSpPr>
                <p:cNvPr id="8124" name="Google Shape;8124;p7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5" name="Google Shape;8125;p7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8126" name="Google Shape;8126;p74"/>
          <p:cNvGrpSpPr/>
          <p:nvPr/>
        </p:nvGrpSpPr>
        <p:grpSpPr>
          <a:xfrm>
            <a:off x="5802676" y="1185224"/>
            <a:ext cx="1397729" cy="1098540"/>
            <a:chOff x="5900602" y="1193063"/>
            <a:chExt cx="1299851" cy="1021707"/>
          </a:xfrm>
        </p:grpSpPr>
        <p:grpSp>
          <p:nvGrpSpPr>
            <p:cNvPr id="8127" name="Google Shape;8127;p74"/>
            <p:cNvGrpSpPr/>
            <p:nvPr/>
          </p:nvGrpSpPr>
          <p:grpSpPr>
            <a:xfrm>
              <a:off x="6520337" y="1193063"/>
              <a:ext cx="341815" cy="799959"/>
              <a:chOff x="6520337" y="1193063"/>
              <a:chExt cx="341815" cy="799959"/>
            </a:xfrm>
          </p:grpSpPr>
          <p:grpSp>
            <p:nvGrpSpPr>
              <p:cNvPr id="8128" name="Google Shape;8128;p74"/>
              <p:cNvGrpSpPr/>
              <p:nvPr/>
            </p:nvGrpSpPr>
            <p:grpSpPr>
              <a:xfrm>
                <a:off x="6520337" y="1589527"/>
                <a:ext cx="213950" cy="403494"/>
                <a:chOff x="6520337" y="1589527"/>
                <a:chExt cx="213950" cy="403494"/>
              </a:xfrm>
            </p:grpSpPr>
            <p:sp>
              <p:nvSpPr>
                <p:cNvPr id="8129" name="Google Shape;8129;p7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4"/>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1" name="Google Shape;8131;p74"/>
              <p:cNvGrpSpPr/>
              <p:nvPr/>
            </p:nvGrpSpPr>
            <p:grpSpPr>
              <a:xfrm>
                <a:off x="6577204" y="1193063"/>
                <a:ext cx="284947" cy="464512"/>
                <a:chOff x="6577204" y="1193063"/>
                <a:chExt cx="284947" cy="464512"/>
              </a:xfrm>
            </p:grpSpPr>
            <p:sp>
              <p:nvSpPr>
                <p:cNvPr id="8132" name="Google Shape;8132;p7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33" name="Google Shape;8133;p74"/>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8134" name="Google Shape;8134;p74"/>
            <p:cNvGrpSpPr/>
            <p:nvPr/>
          </p:nvGrpSpPr>
          <p:grpSpPr>
            <a:xfrm>
              <a:off x="6238903" y="1193063"/>
              <a:ext cx="300475" cy="900152"/>
              <a:chOff x="6238903" y="1193063"/>
              <a:chExt cx="300475" cy="900152"/>
            </a:xfrm>
          </p:grpSpPr>
          <p:grpSp>
            <p:nvGrpSpPr>
              <p:cNvPr id="8135" name="Google Shape;8135;p74"/>
              <p:cNvGrpSpPr/>
              <p:nvPr/>
            </p:nvGrpSpPr>
            <p:grpSpPr>
              <a:xfrm>
                <a:off x="6290865" y="1489315"/>
                <a:ext cx="248514" cy="603900"/>
                <a:chOff x="6290865" y="1489315"/>
                <a:chExt cx="248514" cy="603900"/>
              </a:xfrm>
            </p:grpSpPr>
            <p:sp>
              <p:nvSpPr>
                <p:cNvPr id="8136" name="Google Shape;8136;p7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4"/>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74"/>
              <p:cNvGrpSpPr/>
              <p:nvPr/>
            </p:nvGrpSpPr>
            <p:grpSpPr>
              <a:xfrm>
                <a:off x="6238903" y="1193063"/>
                <a:ext cx="284947" cy="333087"/>
                <a:chOff x="6238903" y="1193063"/>
                <a:chExt cx="284947" cy="333087"/>
              </a:xfrm>
            </p:grpSpPr>
            <p:sp>
              <p:nvSpPr>
                <p:cNvPr id="8139" name="Google Shape;8139;p7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0" name="Google Shape;8140;p74"/>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8141" name="Google Shape;8141;p74"/>
            <p:cNvGrpSpPr/>
            <p:nvPr/>
          </p:nvGrpSpPr>
          <p:grpSpPr>
            <a:xfrm>
              <a:off x="5900602" y="1193063"/>
              <a:ext cx="444345" cy="1021707"/>
              <a:chOff x="5900602" y="1193063"/>
              <a:chExt cx="444345" cy="1021707"/>
            </a:xfrm>
          </p:grpSpPr>
          <p:grpSp>
            <p:nvGrpSpPr>
              <p:cNvPr id="8142" name="Google Shape;8142;p74"/>
              <p:cNvGrpSpPr/>
              <p:nvPr/>
            </p:nvGrpSpPr>
            <p:grpSpPr>
              <a:xfrm>
                <a:off x="6046501" y="1367785"/>
                <a:ext cx="298446" cy="846986"/>
                <a:chOff x="6046501" y="1367785"/>
                <a:chExt cx="298446" cy="846986"/>
              </a:xfrm>
            </p:grpSpPr>
            <p:sp>
              <p:nvSpPr>
                <p:cNvPr id="8143" name="Google Shape;8143;p7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4"/>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74"/>
              <p:cNvGrpSpPr/>
              <p:nvPr/>
            </p:nvGrpSpPr>
            <p:grpSpPr>
              <a:xfrm>
                <a:off x="5900602" y="1193063"/>
                <a:ext cx="284947" cy="182312"/>
                <a:chOff x="5900602" y="1193063"/>
                <a:chExt cx="284947" cy="182312"/>
              </a:xfrm>
            </p:grpSpPr>
            <p:sp>
              <p:nvSpPr>
                <p:cNvPr id="8146" name="Google Shape;8146;p7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7" name="Google Shape;8147;p7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8148" name="Google Shape;8148;p74"/>
            <p:cNvGrpSpPr/>
            <p:nvPr/>
          </p:nvGrpSpPr>
          <p:grpSpPr>
            <a:xfrm>
              <a:off x="6738300" y="1193063"/>
              <a:ext cx="462153" cy="707634"/>
              <a:chOff x="6738300" y="1193063"/>
              <a:chExt cx="462153" cy="707634"/>
            </a:xfrm>
          </p:grpSpPr>
          <p:grpSp>
            <p:nvGrpSpPr>
              <p:cNvPr id="8149" name="Google Shape;8149;p74"/>
              <p:cNvGrpSpPr/>
              <p:nvPr/>
            </p:nvGrpSpPr>
            <p:grpSpPr>
              <a:xfrm>
                <a:off x="6915505" y="1193063"/>
                <a:ext cx="284947" cy="597387"/>
                <a:chOff x="6915505" y="1193063"/>
                <a:chExt cx="284947" cy="597387"/>
              </a:xfrm>
            </p:grpSpPr>
            <p:sp>
              <p:nvSpPr>
                <p:cNvPr id="8150" name="Google Shape;8150;p7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1" name="Google Shape;8151;p74"/>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8152" name="Google Shape;8152;p74"/>
              <p:cNvGrpSpPr/>
              <p:nvPr/>
            </p:nvGrpSpPr>
            <p:grpSpPr>
              <a:xfrm>
                <a:off x="6738300" y="1684725"/>
                <a:ext cx="230066" cy="215971"/>
                <a:chOff x="6738300" y="1684725"/>
                <a:chExt cx="230066" cy="215971"/>
              </a:xfrm>
            </p:grpSpPr>
            <p:sp>
              <p:nvSpPr>
                <p:cNvPr id="8153" name="Google Shape;8153;p74"/>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4"/>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58"/>
        <p:cNvGrpSpPr/>
        <p:nvPr/>
      </p:nvGrpSpPr>
      <p:grpSpPr>
        <a:xfrm>
          <a:off x="0" y="0"/>
          <a:ext cx="0" cy="0"/>
          <a:chOff x="0" y="0"/>
          <a:chExt cx="0" cy="0"/>
        </a:xfrm>
      </p:grpSpPr>
      <p:sp>
        <p:nvSpPr>
          <p:cNvPr id="8159" name="Google Shape;8159;p7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160" name="Google Shape;8160;p75"/>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161" name="Google Shape;8161;p75"/>
          <p:cNvGrpSpPr/>
          <p:nvPr/>
        </p:nvGrpSpPr>
        <p:grpSpPr>
          <a:xfrm>
            <a:off x="839307" y="2318098"/>
            <a:ext cx="387992" cy="329326"/>
            <a:chOff x="839307" y="2318098"/>
            <a:chExt cx="387992" cy="329326"/>
          </a:xfrm>
        </p:grpSpPr>
        <p:sp>
          <p:nvSpPr>
            <p:cNvPr id="8162" name="Google Shape;8162;p75"/>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5"/>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5"/>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5"/>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5"/>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5"/>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5"/>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5"/>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5"/>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5"/>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2" name="Google Shape;8172;p75"/>
          <p:cNvGrpSpPr/>
          <p:nvPr/>
        </p:nvGrpSpPr>
        <p:grpSpPr>
          <a:xfrm>
            <a:off x="1414990" y="2289671"/>
            <a:ext cx="387073" cy="385996"/>
            <a:chOff x="1414990" y="2289671"/>
            <a:chExt cx="387073" cy="385996"/>
          </a:xfrm>
        </p:grpSpPr>
        <p:sp>
          <p:nvSpPr>
            <p:cNvPr id="8173" name="Google Shape;8173;p75"/>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5"/>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5"/>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5"/>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5"/>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5"/>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5"/>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5"/>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5"/>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5"/>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5"/>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5"/>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5"/>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5"/>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5"/>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5"/>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5"/>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5"/>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1" name="Google Shape;8191;p75"/>
          <p:cNvGrpSpPr/>
          <p:nvPr/>
        </p:nvGrpSpPr>
        <p:grpSpPr>
          <a:xfrm>
            <a:off x="1989911" y="2306065"/>
            <a:ext cx="387099" cy="353207"/>
            <a:chOff x="1989911" y="2306065"/>
            <a:chExt cx="387099" cy="353207"/>
          </a:xfrm>
        </p:grpSpPr>
        <p:sp>
          <p:nvSpPr>
            <p:cNvPr id="8192" name="Google Shape;8192;p75"/>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5"/>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5"/>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5"/>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5"/>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5"/>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5"/>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75"/>
          <p:cNvGrpSpPr/>
          <p:nvPr/>
        </p:nvGrpSpPr>
        <p:grpSpPr>
          <a:xfrm>
            <a:off x="2593102" y="2288778"/>
            <a:ext cx="204663" cy="363007"/>
            <a:chOff x="2593102" y="2288778"/>
            <a:chExt cx="204663" cy="363007"/>
          </a:xfrm>
        </p:grpSpPr>
        <p:sp>
          <p:nvSpPr>
            <p:cNvPr id="8200" name="Google Shape;8200;p75"/>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5"/>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5"/>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5"/>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5"/>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5"/>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5"/>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5"/>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5"/>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75"/>
          <p:cNvGrpSpPr/>
          <p:nvPr/>
        </p:nvGrpSpPr>
        <p:grpSpPr>
          <a:xfrm>
            <a:off x="2970874" y="2329763"/>
            <a:ext cx="403651" cy="305996"/>
            <a:chOff x="2970874" y="2329763"/>
            <a:chExt cx="403651" cy="305996"/>
          </a:xfrm>
        </p:grpSpPr>
        <p:sp>
          <p:nvSpPr>
            <p:cNvPr id="8210" name="Google Shape;8210;p75"/>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5"/>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5"/>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5"/>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5"/>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5"/>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5"/>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5"/>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5"/>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9" name="Google Shape;8219;p75"/>
          <p:cNvGrpSpPr/>
          <p:nvPr/>
        </p:nvGrpSpPr>
        <p:grpSpPr>
          <a:xfrm>
            <a:off x="3545795" y="2318755"/>
            <a:ext cx="387835" cy="327933"/>
            <a:chOff x="3545795" y="2318755"/>
            <a:chExt cx="387835" cy="327933"/>
          </a:xfrm>
        </p:grpSpPr>
        <p:sp>
          <p:nvSpPr>
            <p:cNvPr id="8220" name="Google Shape;8220;p75"/>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5"/>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5"/>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3" name="Google Shape;8223;p75"/>
            <p:cNvGrpSpPr/>
            <p:nvPr/>
          </p:nvGrpSpPr>
          <p:grpSpPr>
            <a:xfrm>
              <a:off x="3545795" y="2322301"/>
              <a:ext cx="387835" cy="324387"/>
              <a:chOff x="3545795" y="2322301"/>
              <a:chExt cx="387835" cy="324387"/>
            </a:xfrm>
          </p:grpSpPr>
          <p:sp>
            <p:nvSpPr>
              <p:cNvPr id="8224" name="Google Shape;8224;p75"/>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5"/>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5"/>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5"/>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5"/>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5"/>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5"/>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31" name="Google Shape;8231;p75"/>
          <p:cNvGrpSpPr/>
          <p:nvPr/>
        </p:nvGrpSpPr>
        <p:grpSpPr>
          <a:xfrm>
            <a:off x="4718468" y="2306984"/>
            <a:ext cx="364294" cy="351552"/>
            <a:chOff x="4718468" y="2306984"/>
            <a:chExt cx="364294" cy="351552"/>
          </a:xfrm>
        </p:grpSpPr>
        <p:sp>
          <p:nvSpPr>
            <p:cNvPr id="8232" name="Google Shape;8232;p75"/>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5"/>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5"/>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5"/>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5"/>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5"/>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5"/>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5"/>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5"/>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5"/>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75"/>
          <p:cNvGrpSpPr/>
          <p:nvPr/>
        </p:nvGrpSpPr>
        <p:grpSpPr>
          <a:xfrm>
            <a:off x="4147908" y="2303017"/>
            <a:ext cx="361194" cy="359355"/>
            <a:chOff x="4147908" y="2303017"/>
            <a:chExt cx="361194" cy="359355"/>
          </a:xfrm>
        </p:grpSpPr>
        <p:sp>
          <p:nvSpPr>
            <p:cNvPr id="8243" name="Google Shape;8243;p75"/>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5"/>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5"/>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5"/>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5"/>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5"/>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5"/>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5"/>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5"/>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5"/>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5"/>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5"/>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5"/>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5"/>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75"/>
          <p:cNvGrpSpPr/>
          <p:nvPr/>
        </p:nvGrpSpPr>
        <p:grpSpPr>
          <a:xfrm>
            <a:off x="5292128" y="2299891"/>
            <a:ext cx="367027" cy="365214"/>
            <a:chOff x="5292128" y="2299891"/>
            <a:chExt cx="367027" cy="365214"/>
          </a:xfrm>
        </p:grpSpPr>
        <p:sp>
          <p:nvSpPr>
            <p:cNvPr id="8258" name="Google Shape;8258;p75"/>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5"/>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5"/>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5"/>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5"/>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5"/>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75"/>
          <p:cNvGrpSpPr/>
          <p:nvPr/>
        </p:nvGrpSpPr>
        <p:grpSpPr>
          <a:xfrm>
            <a:off x="5873617" y="2309901"/>
            <a:ext cx="345720" cy="345720"/>
            <a:chOff x="5873617" y="2309901"/>
            <a:chExt cx="345720" cy="345720"/>
          </a:xfrm>
        </p:grpSpPr>
        <p:sp>
          <p:nvSpPr>
            <p:cNvPr id="8265" name="Google Shape;8265;p75"/>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5"/>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5"/>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5"/>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5"/>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5"/>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5"/>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5"/>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5"/>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5"/>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5"/>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5"/>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5"/>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5"/>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5"/>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5"/>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5"/>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5"/>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5"/>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4" name="Google Shape;8284;p75"/>
          <p:cNvGrpSpPr/>
          <p:nvPr/>
        </p:nvGrpSpPr>
        <p:grpSpPr>
          <a:xfrm>
            <a:off x="6863329" y="2297710"/>
            <a:ext cx="391460" cy="370127"/>
            <a:chOff x="6863329" y="2297710"/>
            <a:chExt cx="391460" cy="370127"/>
          </a:xfrm>
        </p:grpSpPr>
        <p:sp>
          <p:nvSpPr>
            <p:cNvPr id="8285" name="Google Shape;8285;p75"/>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5"/>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5"/>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5"/>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5"/>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5"/>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5"/>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5"/>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5"/>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75"/>
          <p:cNvGrpSpPr/>
          <p:nvPr/>
        </p:nvGrpSpPr>
        <p:grpSpPr>
          <a:xfrm>
            <a:off x="7421488" y="2318518"/>
            <a:ext cx="342620" cy="328459"/>
            <a:chOff x="7421488" y="2318518"/>
            <a:chExt cx="342620" cy="328459"/>
          </a:xfrm>
        </p:grpSpPr>
        <p:sp>
          <p:nvSpPr>
            <p:cNvPr id="8295" name="Google Shape;8295;p75"/>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5"/>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5"/>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5"/>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5"/>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5"/>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5"/>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75"/>
          <p:cNvGrpSpPr/>
          <p:nvPr/>
        </p:nvGrpSpPr>
        <p:grpSpPr>
          <a:xfrm>
            <a:off x="2508373" y="2779889"/>
            <a:ext cx="337523" cy="337680"/>
            <a:chOff x="2508373" y="2779889"/>
            <a:chExt cx="337523" cy="337680"/>
          </a:xfrm>
        </p:grpSpPr>
        <p:sp>
          <p:nvSpPr>
            <p:cNvPr id="8303" name="Google Shape;8303;p75"/>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5"/>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5"/>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5"/>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5"/>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5"/>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75"/>
          <p:cNvGrpSpPr/>
          <p:nvPr/>
        </p:nvGrpSpPr>
        <p:grpSpPr>
          <a:xfrm>
            <a:off x="1884401" y="4141593"/>
            <a:ext cx="410613" cy="372229"/>
            <a:chOff x="1884401" y="4141593"/>
            <a:chExt cx="410613" cy="372229"/>
          </a:xfrm>
        </p:grpSpPr>
        <p:sp>
          <p:nvSpPr>
            <p:cNvPr id="8310" name="Google Shape;8310;p75"/>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5"/>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5"/>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5"/>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5"/>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5"/>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5"/>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75"/>
          <p:cNvGrpSpPr/>
          <p:nvPr/>
        </p:nvGrpSpPr>
        <p:grpSpPr>
          <a:xfrm>
            <a:off x="1430832" y="2773689"/>
            <a:ext cx="294515" cy="349897"/>
            <a:chOff x="1430832" y="2773689"/>
            <a:chExt cx="294515" cy="349897"/>
          </a:xfrm>
        </p:grpSpPr>
        <p:sp>
          <p:nvSpPr>
            <p:cNvPr id="8318" name="Google Shape;8318;p75"/>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5"/>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5"/>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5"/>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5"/>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5"/>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5"/>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5"/>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5"/>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5"/>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5"/>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5"/>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5"/>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1" name="Google Shape;8331;p75"/>
          <p:cNvGrpSpPr/>
          <p:nvPr/>
        </p:nvGrpSpPr>
        <p:grpSpPr>
          <a:xfrm>
            <a:off x="3082217" y="2788586"/>
            <a:ext cx="288866" cy="320236"/>
            <a:chOff x="3082217" y="2788586"/>
            <a:chExt cx="288866" cy="320236"/>
          </a:xfrm>
        </p:grpSpPr>
        <p:sp>
          <p:nvSpPr>
            <p:cNvPr id="8332" name="Google Shape;8332;p75"/>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5"/>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5"/>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5"/>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5"/>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5"/>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5"/>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75"/>
          <p:cNvGrpSpPr/>
          <p:nvPr/>
        </p:nvGrpSpPr>
        <p:grpSpPr>
          <a:xfrm>
            <a:off x="3610557" y="2780704"/>
            <a:ext cx="325017" cy="336052"/>
            <a:chOff x="3610557" y="2780704"/>
            <a:chExt cx="325017" cy="336052"/>
          </a:xfrm>
        </p:grpSpPr>
        <p:sp>
          <p:nvSpPr>
            <p:cNvPr id="8340" name="Google Shape;8340;p75"/>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5"/>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5"/>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75"/>
          <p:cNvGrpSpPr/>
          <p:nvPr/>
        </p:nvGrpSpPr>
        <p:grpSpPr>
          <a:xfrm>
            <a:off x="4179067" y="2811495"/>
            <a:ext cx="286475" cy="274390"/>
            <a:chOff x="4179067" y="2811495"/>
            <a:chExt cx="286475" cy="274390"/>
          </a:xfrm>
        </p:grpSpPr>
        <p:sp>
          <p:nvSpPr>
            <p:cNvPr id="8344" name="Google Shape;8344;p75"/>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5"/>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5"/>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5"/>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5"/>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5"/>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5"/>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5"/>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5"/>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3" name="Google Shape;8353;p75"/>
          <p:cNvGrpSpPr/>
          <p:nvPr/>
        </p:nvGrpSpPr>
        <p:grpSpPr>
          <a:xfrm>
            <a:off x="4686757" y="2762156"/>
            <a:ext cx="371047" cy="374199"/>
            <a:chOff x="4686757" y="2762156"/>
            <a:chExt cx="371047" cy="374199"/>
          </a:xfrm>
        </p:grpSpPr>
        <p:sp>
          <p:nvSpPr>
            <p:cNvPr id="8354" name="Google Shape;8354;p75"/>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5"/>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5"/>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5"/>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5"/>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5"/>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5"/>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75"/>
          <p:cNvGrpSpPr/>
          <p:nvPr/>
        </p:nvGrpSpPr>
        <p:grpSpPr>
          <a:xfrm>
            <a:off x="5221613" y="2784802"/>
            <a:ext cx="406567" cy="327855"/>
            <a:chOff x="5221613" y="2784802"/>
            <a:chExt cx="406567" cy="327855"/>
          </a:xfrm>
        </p:grpSpPr>
        <p:sp>
          <p:nvSpPr>
            <p:cNvPr id="8362" name="Google Shape;8362;p75"/>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5"/>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5"/>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5"/>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5"/>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5"/>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5"/>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5"/>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5"/>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5"/>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5"/>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5"/>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5"/>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5"/>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5"/>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5"/>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5"/>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5"/>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5"/>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5"/>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5"/>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5"/>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5"/>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5"/>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5"/>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5"/>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5"/>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5"/>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5"/>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5"/>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2" name="Google Shape;8392;p75"/>
          <p:cNvGrpSpPr/>
          <p:nvPr/>
        </p:nvGrpSpPr>
        <p:grpSpPr>
          <a:xfrm>
            <a:off x="5812586" y="2760921"/>
            <a:ext cx="303605" cy="375434"/>
            <a:chOff x="5812586" y="2760921"/>
            <a:chExt cx="303605" cy="375434"/>
          </a:xfrm>
        </p:grpSpPr>
        <p:sp>
          <p:nvSpPr>
            <p:cNvPr id="8393" name="Google Shape;8393;p75"/>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5"/>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5"/>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5"/>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5"/>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5"/>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5"/>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5"/>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5"/>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5"/>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5"/>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4" name="Google Shape;8404;p75"/>
          <p:cNvGrpSpPr/>
          <p:nvPr/>
        </p:nvGrpSpPr>
        <p:grpSpPr>
          <a:xfrm>
            <a:off x="6334673" y="2759633"/>
            <a:ext cx="378508" cy="378166"/>
            <a:chOff x="6334673" y="2759633"/>
            <a:chExt cx="378508" cy="378166"/>
          </a:xfrm>
        </p:grpSpPr>
        <p:sp>
          <p:nvSpPr>
            <p:cNvPr id="8405" name="Google Shape;8405;p75"/>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5"/>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5"/>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5"/>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75"/>
          <p:cNvGrpSpPr/>
          <p:nvPr/>
        </p:nvGrpSpPr>
        <p:grpSpPr>
          <a:xfrm>
            <a:off x="8012645" y="2806477"/>
            <a:ext cx="319763" cy="284505"/>
            <a:chOff x="8012645" y="2806477"/>
            <a:chExt cx="319763" cy="284505"/>
          </a:xfrm>
        </p:grpSpPr>
        <p:sp>
          <p:nvSpPr>
            <p:cNvPr id="8410" name="Google Shape;8410;p75"/>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5"/>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5"/>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5"/>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5"/>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5"/>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5"/>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5"/>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5"/>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5"/>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75"/>
          <p:cNvGrpSpPr/>
          <p:nvPr/>
        </p:nvGrpSpPr>
        <p:grpSpPr>
          <a:xfrm>
            <a:off x="2454435" y="4162138"/>
            <a:ext cx="385339" cy="388071"/>
            <a:chOff x="2454435" y="4162138"/>
            <a:chExt cx="385339" cy="388071"/>
          </a:xfrm>
        </p:grpSpPr>
        <p:sp>
          <p:nvSpPr>
            <p:cNvPr id="8421" name="Google Shape;8421;p75"/>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5"/>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5"/>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5"/>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5"/>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5"/>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5"/>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5"/>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5"/>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5"/>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5"/>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75"/>
          <p:cNvGrpSpPr/>
          <p:nvPr/>
        </p:nvGrpSpPr>
        <p:grpSpPr>
          <a:xfrm>
            <a:off x="3601939" y="4161192"/>
            <a:ext cx="275178" cy="388912"/>
            <a:chOff x="3601939" y="4161192"/>
            <a:chExt cx="275178" cy="388912"/>
          </a:xfrm>
        </p:grpSpPr>
        <p:sp>
          <p:nvSpPr>
            <p:cNvPr id="8433" name="Google Shape;8433;p75"/>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5"/>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5"/>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5"/>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5"/>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5"/>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5"/>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5"/>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5"/>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5"/>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75"/>
          <p:cNvGrpSpPr/>
          <p:nvPr/>
        </p:nvGrpSpPr>
        <p:grpSpPr>
          <a:xfrm>
            <a:off x="836023" y="3215146"/>
            <a:ext cx="375802" cy="371677"/>
            <a:chOff x="836023" y="3215146"/>
            <a:chExt cx="375802" cy="371677"/>
          </a:xfrm>
        </p:grpSpPr>
        <p:sp>
          <p:nvSpPr>
            <p:cNvPr id="8444" name="Google Shape;8444;p75"/>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5"/>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5"/>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5"/>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5"/>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5"/>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5"/>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5"/>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5"/>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5"/>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5"/>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5"/>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5"/>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5"/>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5"/>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5"/>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75"/>
          <p:cNvGrpSpPr/>
          <p:nvPr/>
        </p:nvGrpSpPr>
        <p:grpSpPr>
          <a:xfrm>
            <a:off x="1356297" y="3210890"/>
            <a:ext cx="431368" cy="380189"/>
            <a:chOff x="1356297" y="3210890"/>
            <a:chExt cx="431368" cy="380189"/>
          </a:xfrm>
        </p:grpSpPr>
        <p:sp>
          <p:nvSpPr>
            <p:cNvPr id="8461" name="Google Shape;8461;p75"/>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5"/>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5"/>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5"/>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5"/>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5"/>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5"/>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5"/>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5"/>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5"/>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5"/>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5"/>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5"/>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75"/>
          <p:cNvGrpSpPr/>
          <p:nvPr/>
        </p:nvGrpSpPr>
        <p:grpSpPr>
          <a:xfrm>
            <a:off x="1903737" y="3215540"/>
            <a:ext cx="411874" cy="370731"/>
            <a:chOff x="1903737" y="3215540"/>
            <a:chExt cx="411874" cy="370731"/>
          </a:xfrm>
        </p:grpSpPr>
        <p:sp>
          <p:nvSpPr>
            <p:cNvPr id="8475" name="Google Shape;8475;p75"/>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5"/>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5"/>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5"/>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5"/>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5"/>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5"/>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5"/>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5"/>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75"/>
          <p:cNvGrpSpPr/>
          <p:nvPr/>
        </p:nvGrpSpPr>
        <p:grpSpPr>
          <a:xfrm>
            <a:off x="2468465" y="3248854"/>
            <a:ext cx="397818" cy="304078"/>
            <a:chOff x="2468465" y="3248854"/>
            <a:chExt cx="397818" cy="304078"/>
          </a:xfrm>
        </p:grpSpPr>
        <p:sp>
          <p:nvSpPr>
            <p:cNvPr id="8485" name="Google Shape;8485;p75"/>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5"/>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5"/>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5"/>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5"/>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5"/>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1" name="Google Shape;8491;p75"/>
          <p:cNvGrpSpPr/>
          <p:nvPr/>
        </p:nvGrpSpPr>
        <p:grpSpPr>
          <a:xfrm>
            <a:off x="3017166" y="3216013"/>
            <a:ext cx="394376" cy="369812"/>
            <a:chOff x="3017166" y="3216013"/>
            <a:chExt cx="394376" cy="369812"/>
          </a:xfrm>
        </p:grpSpPr>
        <p:sp>
          <p:nvSpPr>
            <p:cNvPr id="8492" name="Google Shape;8492;p75"/>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5"/>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75"/>
          <p:cNvGrpSpPr/>
          <p:nvPr/>
        </p:nvGrpSpPr>
        <p:grpSpPr>
          <a:xfrm>
            <a:off x="4210043" y="3213228"/>
            <a:ext cx="199014" cy="375408"/>
            <a:chOff x="4210043" y="3213228"/>
            <a:chExt cx="199014" cy="375408"/>
          </a:xfrm>
        </p:grpSpPr>
        <p:sp>
          <p:nvSpPr>
            <p:cNvPr id="8495" name="Google Shape;8495;p75"/>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5"/>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5"/>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5"/>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5"/>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5"/>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5"/>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5"/>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5"/>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5"/>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75"/>
          <p:cNvGrpSpPr/>
          <p:nvPr/>
        </p:nvGrpSpPr>
        <p:grpSpPr>
          <a:xfrm>
            <a:off x="4818146" y="3203323"/>
            <a:ext cx="77845" cy="395165"/>
            <a:chOff x="4818146" y="3203323"/>
            <a:chExt cx="77845" cy="395165"/>
          </a:xfrm>
        </p:grpSpPr>
        <p:sp>
          <p:nvSpPr>
            <p:cNvPr id="8506" name="Google Shape;8506;p75"/>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5"/>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5"/>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5"/>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5"/>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5"/>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5"/>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5"/>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75"/>
          <p:cNvGrpSpPr/>
          <p:nvPr/>
        </p:nvGrpSpPr>
        <p:grpSpPr>
          <a:xfrm>
            <a:off x="5228890" y="3235428"/>
            <a:ext cx="344091" cy="332767"/>
            <a:chOff x="5228890" y="3235428"/>
            <a:chExt cx="344091" cy="332767"/>
          </a:xfrm>
        </p:grpSpPr>
        <p:sp>
          <p:nvSpPr>
            <p:cNvPr id="8515" name="Google Shape;8515;p75"/>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5"/>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5"/>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5"/>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5"/>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75"/>
          <p:cNvGrpSpPr/>
          <p:nvPr/>
        </p:nvGrpSpPr>
        <p:grpSpPr>
          <a:xfrm>
            <a:off x="5757913" y="3227047"/>
            <a:ext cx="388544" cy="347927"/>
            <a:chOff x="5757913" y="3227047"/>
            <a:chExt cx="388544" cy="347927"/>
          </a:xfrm>
        </p:grpSpPr>
        <p:sp>
          <p:nvSpPr>
            <p:cNvPr id="8521" name="Google Shape;8521;p75"/>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5"/>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3" name="Google Shape;8523;p75"/>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5"/>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5"/>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5"/>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5"/>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5"/>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5"/>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5"/>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5"/>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5"/>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5"/>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5"/>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5"/>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5"/>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5"/>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5"/>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75"/>
          <p:cNvGrpSpPr/>
          <p:nvPr/>
        </p:nvGrpSpPr>
        <p:grpSpPr>
          <a:xfrm>
            <a:off x="7414946" y="3220873"/>
            <a:ext cx="360091" cy="360117"/>
            <a:chOff x="7414946" y="3220873"/>
            <a:chExt cx="360091" cy="360117"/>
          </a:xfrm>
        </p:grpSpPr>
        <p:sp>
          <p:nvSpPr>
            <p:cNvPr id="8540" name="Google Shape;8540;p75"/>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5"/>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5"/>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5"/>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5"/>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5"/>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5"/>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5"/>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5"/>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5"/>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5"/>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75"/>
          <p:cNvGrpSpPr/>
          <p:nvPr/>
        </p:nvGrpSpPr>
        <p:grpSpPr>
          <a:xfrm>
            <a:off x="8027227" y="3215041"/>
            <a:ext cx="231829" cy="371782"/>
            <a:chOff x="8027227" y="3215041"/>
            <a:chExt cx="231829" cy="371782"/>
          </a:xfrm>
        </p:grpSpPr>
        <p:sp>
          <p:nvSpPr>
            <p:cNvPr id="8552" name="Google Shape;8552;p75"/>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5"/>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5"/>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5"/>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5"/>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5"/>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5"/>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5"/>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5"/>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5"/>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2" name="Google Shape;8562;p75"/>
          <p:cNvGrpSpPr/>
          <p:nvPr/>
        </p:nvGrpSpPr>
        <p:grpSpPr>
          <a:xfrm>
            <a:off x="4093603" y="4146138"/>
            <a:ext cx="395638" cy="420544"/>
            <a:chOff x="4093603" y="4146138"/>
            <a:chExt cx="395638" cy="420544"/>
          </a:xfrm>
        </p:grpSpPr>
        <p:sp>
          <p:nvSpPr>
            <p:cNvPr id="8563" name="Google Shape;8563;p75"/>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5"/>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5"/>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5"/>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5"/>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5"/>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5"/>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5"/>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5"/>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5"/>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5"/>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5"/>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5"/>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5"/>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5"/>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5"/>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5"/>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75"/>
          <p:cNvGrpSpPr/>
          <p:nvPr/>
        </p:nvGrpSpPr>
        <p:grpSpPr>
          <a:xfrm>
            <a:off x="4644406" y="4162322"/>
            <a:ext cx="392065" cy="387887"/>
            <a:chOff x="4644406" y="4162322"/>
            <a:chExt cx="392065" cy="387887"/>
          </a:xfrm>
        </p:grpSpPr>
        <p:sp>
          <p:nvSpPr>
            <p:cNvPr id="8581" name="Google Shape;8581;p75"/>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5"/>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5"/>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5"/>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5"/>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5"/>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75"/>
          <p:cNvGrpSpPr/>
          <p:nvPr/>
        </p:nvGrpSpPr>
        <p:grpSpPr>
          <a:xfrm>
            <a:off x="5728383" y="4221698"/>
            <a:ext cx="417128" cy="269162"/>
            <a:chOff x="5728383" y="4221698"/>
            <a:chExt cx="417128" cy="269162"/>
          </a:xfrm>
        </p:grpSpPr>
        <p:sp>
          <p:nvSpPr>
            <p:cNvPr id="8588" name="Google Shape;8588;p75"/>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5"/>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5"/>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5"/>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5"/>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5"/>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5"/>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5"/>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5"/>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5"/>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5"/>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5"/>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75"/>
          <p:cNvGrpSpPr/>
          <p:nvPr/>
        </p:nvGrpSpPr>
        <p:grpSpPr>
          <a:xfrm>
            <a:off x="834210" y="3696905"/>
            <a:ext cx="371782" cy="342751"/>
            <a:chOff x="834210" y="3696905"/>
            <a:chExt cx="371782" cy="342751"/>
          </a:xfrm>
        </p:grpSpPr>
        <p:sp>
          <p:nvSpPr>
            <p:cNvPr id="8601" name="Google Shape;8601;p75"/>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5"/>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5"/>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5"/>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5"/>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5"/>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5"/>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5"/>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5"/>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5"/>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5"/>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5"/>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3" name="Google Shape;8613;p75"/>
          <p:cNvGrpSpPr/>
          <p:nvPr/>
        </p:nvGrpSpPr>
        <p:grpSpPr>
          <a:xfrm>
            <a:off x="1359398" y="3682271"/>
            <a:ext cx="395296" cy="371966"/>
            <a:chOff x="1359398" y="3682271"/>
            <a:chExt cx="395296" cy="371966"/>
          </a:xfrm>
        </p:grpSpPr>
        <p:sp>
          <p:nvSpPr>
            <p:cNvPr id="8614" name="Google Shape;8614;p75"/>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5"/>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5"/>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5"/>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5"/>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5"/>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5"/>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75"/>
          <p:cNvGrpSpPr/>
          <p:nvPr/>
        </p:nvGrpSpPr>
        <p:grpSpPr>
          <a:xfrm>
            <a:off x="1908099" y="3682271"/>
            <a:ext cx="395296" cy="371966"/>
            <a:chOff x="1908099" y="3682271"/>
            <a:chExt cx="395296" cy="371966"/>
          </a:xfrm>
        </p:grpSpPr>
        <p:sp>
          <p:nvSpPr>
            <p:cNvPr id="8622" name="Google Shape;8622;p75"/>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5"/>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5"/>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5"/>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5"/>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5"/>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5"/>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9" name="Google Shape;8629;p75"/>
          <p:cNvGrpSpPr/>
          <p:nvPr/>
        </p:nvGrpSpPr>
        <p:grpSpPr>
          <a:xfrm>
            <a:off x="2456800" y="3682271"/>
            <a:ext cx="395270" cy="371966"/>
            <a:chOff x="2456800" y="3682271"/>
            <a:chExt cx="395270" cy="371966"/>
          </a:xfrm>
        </p:grpSpPr>
        <p:sp>
          <p:nvSpPr>
            <p:cNvPr id="8630" name="Google Shape;8630;p75"/>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5"/>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5"/>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5"/>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5"/>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5"/>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5"/>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5"/>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5"/>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75"/>
          <p:cNvGrpSpPr/>
          <p:nvPr/>
        </p:nvGrpSpPr>
        <p:grpSpPr>
          <a:xfrm>
            <a:off x="3014250" y="3682271"/>
            <a:ext cx="391092" cy="371940"/>
            <a:chOff x="3014250" y="3682271"/>
            <a:chExt cx="391092" cy="371940"/>
          </a:xfrm>
        </p:grpSpPr>
        <p:sp>
          <p:nvSpPr>
            <p:cNvPr id="8640" name="Google Shape;8640;p75"/>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5"/>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5"/>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75"/>
          <p:cNvGrpSpPr/>
          <p:nvPr/>
        </p:nvGrpSpPr>
        <p:grpSpPr>
          <a:xfrm>
            <a:off x="3569125" y="3702947"/>
            <a:ext cx="388728" cy="330692"/>
            <a:chOff x="3569125" y="3702947"/>
            <a:chExt cx="388728" cy="330692"/>
          </a:xfrm>
        </p:grpSpPr>
        <p:sp>
          <p:nvSpPr>
            <p:cNvPr id="8644" name="Google Shape;8644;p75"/>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5"/>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5"/>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5"/>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75"/>
          <p:cNvGrpSpPr/>
          <p:nvPr/>
        </p:nvGrpSpPr>
        <p:grpSpPr>
          <a:xfrm>
            <a:off x="4111994" y="3682455"/>
            <a:ext cx="387992" cy="371625"/>
            <a:chOff x="4111994" y="3682455"/>
            <a:chExt cx="387992" cy="371625"/>
          </a:xfrm>
        </p:grpSpPr>
        <p:sp>
          <p:nvSpPr>
            <p:cNvPr id="8649" name="Google Shape;8649;p75"/>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5"/>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75"/>
          <p:cNvGrpSpPr/>
          <p:nvPr/>
        </p:nvGrpSpPr>
        <p:grpSpPr>
          <a:xfrm>
            <a:off x="4674908" y="3682271"/>
            <a:ext cx="371966" cy="371966"/>
            <a:chOff x="4674908" y="3682271"/>
            <a:chExt cx="371966" cy="371966"/>
          </a:xfrm>
        </p:grpSpPr>
        <p:sp>
          <p:nvSpPr>
            <p:cNvPr id="8652" name="Google Shape;8652;p75"/>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5"/>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5"/>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5"/>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75"/>
          <p:cNvGrpSpPr/>
          <p:nvPr/>
        </p:nvGrpSpPr>
        <p:grpSpPr>
          <a:xfrm>
            <a:off x="5223609" y="3731112"/>
            <a:ext cx="371782" cy="274285"/>
            <a:chOff x="5223609" y="3731112"/>
            <a:chExt cx="371782" cy="274285"/>
          </a:xfrm>
        </p:grpSpPr>
        <p:sp>
          <p:nvSpPr>
            <p:cNvPr id="8657" name="Google Shape;8657;p75"/>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5"/>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9" name="Google Shape;8659;p75"/>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0" name="Google Shape;8660;p75"/>
          <p:cNvGrpSpPr/>
          <p:nvPr/>
        </p:nvGrpSpPr>
        <p:grpSpPr>
          <a:xfrm>
            <a:off x="6319908" y="3696721"/>
            <a:ext cx="373963" cy="343119"/>
            <a:chOff x="6319908" y="3696721"/>
            <a:chExt cx="373963" cy="343119"/>
          </a:xfrm>
        </p:grpSpPr>
        <p:sp>
          <p:nvSpPr>
            <p:cNvPr id="8661" name="Google Shape;8661;p75"/>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5"/>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5"/>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5"/>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5"/>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5"/>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5"/>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5"/>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5"/>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75"/>
          <p:cNvGrpSpPr/>
          <p:nvPr/>
        </p:nvGrpSpPr>
        <p:grpSpPr>
          <a:xfrm>
            <a:off x="6871342" y="3740044"/>
            <a:ext cx="371966" cy="256420"/>
            <a:chOff x="6871342" y="3740044"/>
            <a:chExt cx="371966" cy="256420"/>
          </a:xfrm>
        </p:grpSpPr>
        <p:sp>
          <p:nvSpPr>
            <p:cNvPr id="8671" name="Google Shape;8671;p75"/>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5"/>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5"/>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5"/>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5"/>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5"/>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5"/>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5"/>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5"/>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5"/>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5"/>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5"/>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75"/>
          <p:cNvGrpSpPr/>
          <p:nvPr/>
        </p:nvGrpSpPr>
        <p:grpSpPr>
          <a:xfrm>
            <a:off x="7402362" y="3681535"/>
            <a:ext cx="402757" cy="372728"/>
            <a:chOff x="7402362" y="3681535"/>
            <a:chExt cx="402757" cy="372728"/>
          </a:xfrm>
        </p:grpSpPr>
        <p:sp>
          <p:nvSpPr>
            <p:cNvPr id="8684" name="Google Shape;8684;p75"/>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5"/>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5"/>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5"/>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5"/>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5"/>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5"/>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5"/>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5"/>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5"/>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5"/>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5"/>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5"/>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5"/>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5"/>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5"/>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75"/>
          <p:cNvGrpSpPr/>
          <p:nvPr/>
        </p:nvGrpSpPr>
        <p:grpSpPr>
          <a:xfrm>
            <a:off x="7960705" y="3736235"/>
            <a:ext cx="378902" cy="264065"/>
            <a:chOff x="7960705" y="3736235"/>
            <a:chExt cx="378902" cy="264065"/>
          </a:xfrm>
        </p:grpSpPr>
        <p:sp>
          <p:nvSpPr>
            <p:cNvPr id="8701" name="Google Shape;8701;p75"/>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5"/>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5"/>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5"/>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5"/>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5"/>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5"/>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5"/>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5"/>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5"/>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5"/>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5"/>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5"/>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5"/>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75"/>
          <p:cNvGrpSpPr/>
          <p:nvPr/>
        </p:nvGrpSpPr>
        <p:grpSpPr>
          <a:xfrm>
            <a:off x="6400828" y="4162270"/>
            <a:ext cx="166200" cy="388019"/>
            <a:chOff x="6400828" y="4162270"/>
            <a:chExt cx="166200" cy="388019"/>
          </a:xfrm>
        </p:grpSpPr>
        <p:sp>
          <p:nvSpPr>
            <p:cNvPr id="8716" name="Google Shape;8716;p75"/>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5"/>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5"/>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5"/>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5"/>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5"/>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5"/>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3" name="Google Shape;8723;p75"/>
          <p:cNvGrpSpPr/>
          <p:nvPr/>
        </p:nvGrpSpPr>
        <p:grpSpPr>
          <a:xfrm>
            <a:off x="6919815" y="4162270"/>
            <a:ext cx="225260" cy="388019"/>
            <a:chOff x="6919815" y="4162270"/>
            <a:chExt cx="225260" cy="388019"/>
          </a:xfrm>
        </p:grpSpPr>
        <p:sp>
          <p:nvSpPr>
            <p:cNvPr id="8724" name="Google Shape;8724;p75"/>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5"/>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5"/>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5"/>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5"/>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5"/>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5"/>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5"/>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75"/>
          <p:cNvGrpSpPr/>
          <p:nvPr/>
        </p:nvGrpSpPr>
        <p:grpSpPr>
          <a:xfrm>
            <a:off x="7385600" y="4177035"/>
            <a:ext cx="388728" cy="358383"/>
            <a:chOff x="7385600" y="4177035"/>
            <a:chExt cx="388728" cy="358383"/>
          </a:xfrm>
        </p:grpSpPr>
        <p:sp>
          <p:nvSpPr>
            <p:cNvPr id="8733" name="Google Shape;8733;p75"/>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5"/>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5"/>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5"/>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5"/>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5"/>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5"/>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75"/>
          <p:cNvGrpSpPr/>
          <p:nvPr/>
        </p:nvGrpSpPr>
        <p:grpSpPr>
          <a:xfrm>
            <a:off x="3625085" y="3259862"/>
            <a:ext cx="369207" cy="258259"/>
            <a:chOff x="3625085" y="3259862"/>
            <a:chExt cx="369207" cy="258259"/>
          </a:xfrm>
        </p:grpSpPr>
        <p:sp>
          <p:nvSpPr>
            <p:cNvPr id="8741" name="Google Shape;8741;p75"/>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5"/>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5"/>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5"/>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5"/>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5"/>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5"/>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5"/>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5"/>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5"/>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5"/>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5"/>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5"/>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75"/>
          <p:cNvGrpSpPr/>
          <p:nvPr/>
        </p:nvGrpSpPr>
        <p:grpSpPr>
          <a:xfrm>
            <a:off x="6317360" y="3276808"/>
            <a:ext cx="363217" cy="248590"/>
            <a:chOff x="6317360" y="3276808"/>
            <a:chExt cx="363217" cy="248590"/>
          </a:xfrm>
        </p:grpSpPr>
        <p:sp>
          <p:nvSpPr>
            <p:cNvPr id="8755" name="Google Shape;8755;p75"/>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5"/>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5"/>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5"/>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5"/>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5"/>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5"/>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5"/>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5"/>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5"/>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5"/>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5"/>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5"/>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5"/>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5"/>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5"/>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5"/>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5"/>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5"/>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5"/>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5"/>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5"/>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5"/>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5"/>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5"/>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5"/>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5"/>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75"/>
          <p:cNvGrpSpPr/>
          <p:nvPr/>
        </p:nvGrpSpPr>
        <p:grpSpPr>
          <a:xfrm>
            <a:off x="5084391" y="4183682"/>
            <a:ext cx="504064" cy="325595"/>
            <a:chOff x="5084391" y="4183682"/>
            <a:chExt cx="504064" cy="325595"/>
          </a:xfrm>
        </p:grpSpPr>
        <p:sp>
          <p:nvSpPr>
            <p:cNvPr id="8783" name="Google Shape;8783;p75"/>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5"/>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5"/>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5"/>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5"/>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5"/>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5"/>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5"/>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5"/>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5"/>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5"/>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5"/>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5"/>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5"/>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5"/>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5"/>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9" name="Google Shape;8799;p75"/>
          <p:cNvGrpSpPr/>
          <p:nvPr/>
        </p:nvGrpSpPr>
        <p:grpSpPr>
          <a:xfrm>
            <a:off x="7947595" y="2347996"/>
            <a:ext cx="379795" cy="267165"/>
            <a:chOff x="7947595" y="2347996"/>
            <a:chExt cx="379795" cy="267165"/>
          </a:xfrm>
        </p:grpSpPr>
        <p:sp>
          <p:nvSpPr>
            <p:cNvPr id="8800" name="Google Shape;8800;p75"/>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5"/>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5"/>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5"/>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5"/>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5"/>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5"/>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5"/>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5"/>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75"/>
          <p:cNvGrpSpPr/>
          <p:nvPr/>
        </p:nvGrpSpPr>
        <p:grpSpPr>
          <a:xfrm>
            <a:off x="6400644" y="2310269"/>
            <a:ext cx="275362" cy="338784"/>
            <a:chOff x="6400644" y="2310269"/>
            <a:chExt cx="275362" cy="338784"/>
          </a:xfrm>
        </p:grpSpPr>
        <p:sp>
          <p:nvSpPr>
            <p:cNvPr id="8810" name="Google Shape;8810;p75"/>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5"/>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5"/>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5"/>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5"/>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5"/>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5"/>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5"/>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5"/>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5"/>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5"/>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5"/>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5"/>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75"/>
          <p:cNvGrpSpPr/>
          <p:nvPr/>
        </p:nvGrpSpPr>
        <p:grpSpPr>
          <a:xfrm>
            <a:off x="1342268" y="4161009"/>
            <a:ext cx="359565" cy="358094"/>
            <a:chOff x="1342268" y="4161009"/>
            <a:chExt cx="359565" cy="358094"/>
          </a:xfrm>
        </p:grpSpPr>
        <p:sp>
          <p:nvSpPr>
            <p:cNvPr id="8824" name="Google Shape;8824;p75"/>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5"/>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5"/>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5"/>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5"/>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5"/>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5"/>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5"/>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5"/>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75"/>
          <p:cNvGrpSpPr/>
          <p:nvPr/>
        </p:nvGrpSpPr>
        <p:grpSpPr>
          <a:xfrm>
            <a:off x="1913012" y="2764940"/>
            <a:ext cx="417523" cy="374252"/>
            <a:chOff x="1913012" y="2764940"/>
            <a:chExt cx="417523" cy="374252"/>
          </a:xfrm>
        </p:grpSpPr>
        <p:sp>
          <p:nvSpPr>
            <p:cNvPr id="8834" name="Google Shape;8834;p75"/>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5"/>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5"/>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5"/>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5"/>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5"/>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5"/>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5"/>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5"/>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5"/>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5"/>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5"/>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75"/>
          <p:cNvGrpSpPr/>
          <p:nvPr/>
        </p:nvGrpSpPr>
        <p:grpSpPr>
          <a:xfrm>
            <a:off x="830742" y="2763601"/>
            <a:ext cx="384734" cy="381556"/>
            <a:chOff x="830742" y="2763601"/>
            <a:chExt cx="384734" cy="381556"/>
          </a:xfrm>
        </p:grpSpPr>
        <p:sp>
          <p:nvSpPr>
            <p:cNvPr id="8847" name="Google Shape;8847;p75"/>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5"/>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5"/>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5"/>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5"/>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5"/>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5"/>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5"/>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5"/>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5"/>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5"/>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5"/>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5"/>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5"/>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5"/>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5"/>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5"/>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5"/>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5"/>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8" name="Google Shape;8868;p75"/>
          <p:cNvGrpSpPr/>
          <p:nvPr/>
        </p:nvGrpSpPr>
        <p:grpSpPr>
          <a:xfrm>
            <a:off x="3007498" y="4183419"/>
            <a:ext cx="375434" cy="329667"/>
            <a:chOff x="3007498" y="4183419"/>
            <a:chExt cx="375434" cy="329667"/>
          </a:xfrm>
        </p:grpSpPr>
        <p:sp>
          <p:nvSpPr>
            <p:cNvPr id="8869" name="Google Shape;8869;p75"/>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5"/>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5"/>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5"/>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5"/>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5"/>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5"/>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5"/>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5"/>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5"/>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5"/>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5"/>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5"/>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5"/>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5"/>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5"/>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5"/>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5"/>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5"/>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5"/>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9" name="Google Shape;8889;p75"/>
          <p:cNvGrpSpPr/>
          <p:nvPr/>
        </p:nvGrpSpPr>
        <p:grpSpPr>
          <a:xfrm>
            <a:off x="6919276" y="2766990"/>
            <a:ext cx="274550" cy="354728"/>
            <a:chOff x="7606826" y="2419290"/>
            <a:chExt cx="274550" cy="354728"/>
          </a:xfrm>
        </p:grpSpPr>
        <p:sp>
          <p:nvSpPr>
            <p:cNvPr id="8890" name="Google Shape;8890;p75"/>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5"/>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5"/>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5"/>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5"/>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5"/>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5"/>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5"/>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5"/>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5"/>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5"/>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5"/>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5"/>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5"/>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5"/>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75"/>
          <p:cNvGrpSpPr/>
          <p:nvPr/>
        </p:nvGrpSpPr>
        <p:grpSpPr>
          <a:xfrm>
            <a:off x="7550168" y="2777003"/>
            <a:ext cx="263316" cy="354728"/>
            <a:chOff x="8062968" y="2419290"/>
            <a:chExt cx="263316" cy="354728"/>
          </a:xfrm>
        </p:grpSpPr>
        <p:sp>
          <p:nvSpPr>
            <p:cNvPr id="8906" name="Google Shape;8906;p75"/>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5"/>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5"/>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5"/>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5"/>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5"/>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5"/>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5"/>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5"/>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5"/>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5"/>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5"/>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5"/>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5"/>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5"/>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5"/>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5"/>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926"/>
        <p:cNvGrpSpPr/>
        <p:nvPr/>
      </p:nvGrpSpPr>
      <p:grpSpPr>
        <a:xfrm>
          <a:off x="0" y="0"/>
          <a:ext cx="0" cy="0"/>
          <a:chOff x="0" y="0"/>
          <a:chExt cx="0" cy="0"/>
        </a:xfrm>
      </p:grpSpPr>
      <p:sp>
        <p:nvSpPr>
          <p:cNvPr id="8927" name="Google Shape;8927;p76"/>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928" name="Google Shape;8928;p76"/>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929" name="Google Shape;8929;p76"/>
          <p:cNvGrpSpPr/>
          <p:nvPr/>
        </p:nvGrpSpPr>
        <p:grpSpPr>
          <a:xfrm>
            <a:off x="7075663" y="2444129"/>
            <a:ext cx="362163" cy="347098"/>
            <a:chOff x="7075663" y="2444129"/>
            <a:chExt cx="362163" cy="347098"/>
          </a:xfrm>
        </p:grpSpPr>
        <p:sp>
          <p:nvSpPr>
            <p:cNvPr id="8930" name="Google Shape;8930;p7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76"/>
          <p:cNvGrpSpPr/>
          <p:nvPr/>
        </p:nvGrpSpPr>
        <p:grpSpPr>
          <a:xfrm>
            <a:off x="6638175" y="2436584"/>
            <a:ext cx="372197" cy="362163"/>
            <a:chOff x="6638175" y="2436584"/>
            <a:chExt cx="372197" cy="362163"/>
          </a:xfrm>
        </p:grpSpPr>
        <p:sp>
          <p:nvSpPr>
            <p:cNvPr id="8939" name="Google Shape;8939;p7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76"/>
          <p:cNvGrpSpPr/>
          <p:nvPr/>
        </p:nvGrpSpPr>
        <p:grpSpPr>
          <a:xfrm>
            <a:off x="6192906" y="2439440"/>
            <a:ext cx="371699" cy="356084"/>
            <a:chOff x="6192906" y="2439440"/>
            <a:chExt cx="371699" cy="356084"/>
          </a:xfrm>
        </p:grpSpPr>
        <p:sp>
          <p:nvSpPr>
            <p:cNvPr id="8953" name="Google Shape;8953;p7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76"/>
          <p:cNvGrpSpPr/>
          <p:nvPr/>
        </p:nvGrpSpPr>
        <p:grpSpPr>
          <a:xfrm>
            <a:off x="5762467" y="2436584"/>
            <a:ext cx="362163" cy="362163"/>
            <a:chOff x="5762467" y="2436584"/>
            <a:chExt cx="362163" cy="362163"/>
          </a:xfrm>
        </p:grpSpPr>
        <p:sp>
          <p:nvSpPr>
            <p:cNvPr id="8967" name="Google Shape;8967;p7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76"/>
          <p:cNvGrpSpPr/>
          <p:nvPr/>
        </p:nvGrpSpPr>
        <p:grpSpPr>
          <a:xfrm>
            <a:off x="5323721" y="2437029"/>
            <a:ext cx="362922" cy="361219"/>
            <a:chOff x="5323721" y="2437029"/>
            <a:chExt cx="362922" cy="361219"/>
          </a:xfrm>
        </p:grpSpPr>
        <p:sp>
          <p:nvSpPr>
            <p:cNvPr id="8993" name="Google Shape;8993;p7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0" name="Google Shape;9010;p76"/>
          <p:cNvGrpSpPr/>
          <p:nvPr/>
        </p:nvGrpSpPr>
        <p:grpSpPr>
          <a:xfrm>
            <a:off x="4875937" y="2468731"/>
            <a:ext cx="407122" cy="315448"/>
            <a:chOff x="4875937" y="2468731"/>
            <a:chExt cx="407122" cy="315448"/>
          </a:xfrm>
        </p:grpSpPr>
        <p:sp>
          <p:nvSpPr>
            <p:cNvPr id="9011" name="Google Shape;9011;p7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76"/>
          <p:cNvGrpSpPr/>
          <p:nvPr/>
        </p:nvGrpSpPr>
        <p:grpSpPr>
          <a:xfrm>
            <a:off x="4893282" y="3804774"/>
            <a:ext cx="242114" cy="362163"/>
            <a:chOff x="4893282" y="3804774"/>
            <a:chExt cx="242114" cy="362163"/>
          </a:xfrm>
        </p:grpSpPr>
        <p:sp>
          <p:nvSpPr>
            <p:cNvPr id="9031" name="Google Shape;9031;p7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76"/>
          <p:cNvGrpSpPr/>
          <p:nvPr/>
        </p:nvGrpSpPr>
        <p:grpSpPr>
          <a:xfrm>
            <a:off x="6248162" y="3804774"/>
            <a:ext cx="231058" cy="362425"/>
            <a:chOff x="6248162" y="3804774"/>
            <a:chExt cx="231058" cy="362425"/>
          </a:xfrm>
        </p:grpSpPr>
        <p:sp>
          <p:nvSpPr>
            <p:cNvPr id="9058" name="Google Shape;9058;p7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2" name="Google Shape;9062;p76"/>
          <p:cNvGrpSpPr/>
          <p:nvPr/>
        </p:nvGrpSpPr>
        <p:grpSpPr>
          <a:xfrm>
            <a:off x="5346568" y="3804774"/>
            <a:ext cx="233337" cy="362163"/>
            <a:chOff x="5346568" y="3804774"/>
            <a:chExt cx="233337" cy="362163"/>
          </a:xfrm>
        </p:grpSpPr>
        <p:sp>
          <p:nvSpPr>
            <p:cNvPr id="9063" name="Google Shape;9063;p7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76"/>
          <p:cNvGrpSpPr/>
          <p:nvPr/>
        </p:nvGrpSpPr>
        <p:grpSpPr>
          <a:xfrm>
            <a:off x="6704985" y="3805141"/>
            <a:ext cx="209967" cy="361639"/>
            <a:chOff x="6704985" y="3805141"/>
            <a:chExt cx="209967" cy="361639"/>
          </a:xfrm>
        </p:grpSpPr>
        <p:sp>
          <p:nvSpPr>
            <p:cNvPr id="9083" name="Google Shape;9083;p7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76"/>
          <p:cNvGrpSpPr/>
          <p:nvPr/>
        </p:nvGrpSpPr>
        <p:grpSpPr>
          <a:xfrm>
            <a:off x="7513884" y="2448269"/>
            <a:ext cx="363184" cy="338792"/>
            <a:chOff x="7513884" y="2448269"/>
            <a:chExt cx="363184" cy="338792"/>
          </a:xfrm>
        </p:grpSpPr>
        <p:sp>
          <p:nvSpPr>
            <p:cNvPr id="9096" name="Google Shape;9096;p7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2" name="Google Shape;9102;p76"/>
          <p:cNvGrpSpPr/>
          <p:nvPr/>
        </p:nvGrpSpPr>
        <p:grpSpPr>
          <a:xfrm>
            <a:off x="5777767" y="3804826"/>
            <a:ext cx="258699" cy="362136"/>
            <a:chOff x="5777767" y="3804826"/>
            <a:chExt cx="258699" cy="362136"/>
          </a:xfrm>
        </p:grpSpPr>
        <p:sp>
          <p:nvSpPr>
            <p:cNvPr id="9103" name="Google Shape;9103;p7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76"/>
          <p:cNvGrpSpPr/>
          <p:nvPr/>
        </p:nvGrpSpPr>
        <p:grpSpPr>
          <a:xfrm>
            <a:off x="7953101" y="2436584"/>
            <a:ext cx="361691" cy="362163"/>
            <a:chOff x="7953101" y="2436584"/>
            <a:chExt cx="361691" cy="362163"/>
          </a:xfrm>
        </p:grpSpPr>
        <p:sp>
          <p:nvSpPr>
            <p:cNvPr id="9107" name="Google Shape;9107;p7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6" name="Google Shape;9116;p76"/>
          <p:cNvGrpSpPr/>
          <p:nvPr/>
        </p:nvGrpSpPr>
        <p:grpSpPr>
          <a:xfrm>
            <a:off x="4859353" y="3355130"/>
            <a:ext cx="373481" cy="362267"/>
            <a:chOff x="4859353" y="3355130"/>
            <a:chExt cx="373481" cy="362267"/>
          </a:xfrm>
        </p:grpSpPr>
        <p:sp>
          <p:nvSpPr>
            <p:cNvPr id="9117" name="Google Shape;9117;p7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76"/>
          <p:cNvGrpSpPr/>
          <p:nvPr/>
        </p:nvGrpSpPr>
        <p:grpSpPr>
          <a:xfrm>
            <a:off x="6637678" y="1500982"/>
            <a:ext cx="378721" cy="362005"/>
            <a:chOff x="6637678" y="1500982"/>
            <a:chExt cx="378721" cy="362005"/>
          </a:xfrm>
        </p:grpSpPr>
        <p:sp>
          <p:nvSpPr>
            <p:cNvPr id="9132" name="Google Shape;9132;p7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76"/>
          <p:cNvGrpSpPr/>
          <p:nvPr/>
        </p:nvGrpSpPr>
        <p:grpSpPr>
          <a:xfrm>
            <a:off x="5827993" y="3355496"/>
            <a:ext cx="223041" cy="362163"/>
            <a:chOff x="5827993" y="3355496"/>
            <a:chExt cx="223041" cy="362163"/>
          </a:xfrm>
        </p:grpSpPr>
        <p:sp>
          <p:nvSpPr>
            <p:cNvPr id="9149" name="Google Shape;9149;p7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76"/>
          <p:cNvGrpSpPr/>
          <p:nvPr/>
        </p:nvGrpSpPr>
        <p:grpSpPr>
          <a:xfrm>
            <a:off x="7528713" y="1500641"/>
            <a:ext cx="370520" cy="361586"/>
            <a:chOff x="7528713" y="1500641"/>
            <a:chExt cx="370520" cy="361586"/>
          </a:xfrm>
        </p:grpSpPr>
        <p:sp>
          <p:nvSpPr>
            <p:cNvPr id="9165" name="Google Shape;9165;p7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76"/>
          <p:cNvGrpSpPr/>
          <p:nvPr/>
        </p:nvGrpSpPr>
        <p:grpSpPr>
          <a:xfrm>
            <a:off x="5317198" y="3355496"/>
            <a:ext cx="367429" cy="362163"/>
            <a:chOff x="5317198" y="3355496"/>
            <a:chExt cx="367429" cy="362163"/>
          </a:xfrm>
        </p:grpSpPr>
        <p:sp>
          <p:nvSpPr>
            <p:cNvPr id="9173" name="Google Shape;9173;p7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9" name="Google Shape;9189;p76"/>
          <p:cNvGrpSpPr/>
          <p:nvPr/>
        </p:nvGrpSpPr>
        <p:grpSpPr>
          <a:xfrm>
            <a:off x="5302971" y="1500563"/>
            <a:ext cx="383175" cy="362241"/>
            <a:chOff x="5302971" y="1500563"/>
            <a:chExt cx="383175" cy="362241"/>
          </a:xfrm>
        </p:grpSpPr>
        <p:sp>
          <p:nvSpPr>
            <p:cNvPr id="9190" name="Google Shape;9190;p7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76"/>
          <p:cNvGrpSpPr/>
          <p:nvPr/>
        </p:nvGrpSpPr>
        <p:grpSpPr>
          <a:xfrm>
            <a:off x="6202705" y="1525453"/>
            <a:ext cx="364180" cy="312461"/>
            <a:chOff x="6202705" y="1525453"/>
            <a:chExt cx="364180" cy="312461"/>
          </a:xfrm>
        </p:grpSpPr>
        <p:sp>
          <p:nvSpPr>
            <p:cNvPr id="9193" name="Google Shape;9193;p7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76"/>
          <p:cNvGrpSpPr/>
          <p:nvPr/>
        </p:nvGrpSpPr>
        <p:grpSpPr>
          <a:xfrm>
            <a:off x="7087217" y="1503602"/>
            <a:ext cx="362398" cy="356163"/>
            <a:chOff x="7087217" y="1503602"/>
            <a:chExt cx="362398" cy="356163"/>
          </a:xfrm>
        </p:grpSpPr>
        <p:sp>
          <p:nvSpPr>
            <p:cNvPr id="9201" name="Google Shape;9201;p7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76"/>
          <p:cNvGrpSpPr/>
          <p:nvPr/>
        </p:nvGrpSpPr>
        <p:grpSpPr>
          <a:xfrm>
            <a:off x="7968952" y="1500877"/>
            <a:ext cx="378747" cy="361455"/>
            <a:chOff x="7968952" y="1500877"/>
            <a:chExt cx="378747" cy="361455"/>
          </a:xfrm>
        </p:grpSpPr>
        <p:sp>
          <p:nvSpPr>
            <p:cNvPr id="9223" name="Google Shape;9223;p7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76"/>
          <p:cNvGrpSpPr/>
          <p:nvPr/>
        </p:nvGrpSpPr>
        <p:grpSpPr>
          <a:xfrm>
            <a:off x="5761445" y="1541723"/>
            <a:ext cx="362163" cy="279737"/>
            <a:chOff x="5761445" y="1541723"/>
            <a:chExt cx="362163" cy="279737"/>
          </a:xfrm>
        </p:grpSpPr>
        <p:sp>
          <p:nvSpPr>
            <p:cNvPr id="9239" name="Google Shape;9239;p7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5" name="Google Shape;9245;p76"/>
          <p:cNvGrpSpPr/>
          <p:nvPr/>
        </p:nvGrpSpPr>
        <p:grpSpPr>
          <a:xfrm>
            <a:off x="6204958" y="3355575"/>
            <a:ext cx="358390" cy="362320"/>
            <a:chOff x="6204958" y="3355575"/>
            <a:chExt cx="358390" cy="362320"/>
          </a:xfrm>
        </p:grpSpPr>
        <p:sp>
          <p:nvSpPr>
            <p:cNvPr id="9246" name="Google Shape;9246;p7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76"/>
          <p:cNvGrpSpPr/>
          <p:nvPr/>
        </p:nvGrpSpPr>
        <p:grpSpPr>
          <a:xfrm>
            <a:off x="4939970" y="1499855"/>
            <a:ext cx="242979" cy="362660"/>
            <a:chOff x="4939970" y="1499855"/>
            <a:chExt cx="242979" cy="362660"/>
          </a:xfrm>
        </p:grpSpPr>
        <p:sp>
          <p:nvSpPr>
            <p:cNvPr id="9263" name="Google Shape;9263;p7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6"/>
          <p:cNvGrpSpPr/>
          <p:nvPr/>
        </p:nvGrpSpPr>
        <p:grpSpPr>
          <a:xfrm>
            <a:off x="8023448" y="3355496"/>
            <a:ext cx="284322" cy="362163"/>
            <a:chOff x="8023448" y="3355496"/>
            <a:chExt cx="284322" cy="362163"/>
          </a:xfrm>
        </p:grpSpPr>
        <p:sp>
          <p:nvSpPr>
            <p:cNvPr id="9270" name="Google Shape;9270;p7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9" name="Google Shape;9279;p76"/>
          <p:cNvGrpSpPr/>
          <p:nvPr/>
        </p:nvGrpSpPr>
        <p:grpSpPr>
          <a:xfrm>
            <a:off x="6644201" y="3355496"/>
            <a:ext cx="366695" cy="361979"/>
            <a:chOff x="6644201" y="3355496"/>
            <a:chExt cx="366695" cy="361979"/>
          </a:xfrm>
        </p:grpSpPr>
        <p:sp>
          <p:nvSpPr>
            <p:cNvPr id="9280" name="Google Shape;9280;p7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76"/>
          <p:cNvGrpSpPr/>
          <p:nvPr/>
        </p:nvGrpSpPr>
        <p:grpSpPr>
          <a:xfrm>
            <a:off x="7955145" y="2019192"/>
            <a:ext cx="365176" cy="271013"/>
            <a:chOff x="7955145" y="2019192"/>
            <a:chExt cx="365176" cy="271013"/>
          </a:xfrm>
        </p:grpSpPr>
        <p:sp>
          <p:nvSpPr>
            <p:cNvPr id="9303" name="Google Shape;9303;p7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76"/>
          <p:cNvGrpSpPr/>
          <p:nvPr/>
        </p:nvGrpSpPr>
        <p:grpSpPr>
          <a:xfrm>
            <a:off x="7518155" y="2009471"/>
            <a:ext cx="361927" cy="290270"/>
            <a:chOff x="7518155" y="2009471"/>
            <a:chExt cx="361927" cy="290270"/>
          </a:xfrm>
        </p:grpSpPr>
        <p:sp>
          <p:nvSpPr>
            <p:cNvPr id="9310" name="Google Shape;9310;p7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76"/>
          <p:cNvGrpSpPr/>
          <p:nvPr/>
        </p:nvGrpSpPr>
        <p:grpSpPr>
          <a:xfrm>
            <a:off x="7079672" y="1991053"/>
            <a:ext cx="362163" cy="327264"/>
            <a:chOff x="7079672" y="1991053"/>
            <a:chExt cx="362163" cy="327264"/>
          </a:xfrm>
        </p:grpSpPr>
        <p:sp>
          <p:nvSpPr>
            <p:cNvPr id="9324" name="Google Shape;9324;p7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76"/>
          <p:cNvGrpSpPr/>
          <p:nvPr/>
        </p:nvGrpSpPr>
        <p:grpSpPr>
          <a:xfrm>
            <a:off x="6641188" y="2035514"/>
            <a:ext cx="361901" cy="238132"/>
            <a:chOff x="6641188" y="2035514"/>
            <a:chExt cx="361901" cy="238132"/>
          </a:xfrm>
        </p:grpSpPr>
        <p:sp>
          <p:nvSpPr>
            <p:cNvPr id="9341" name="Google Shape;9341;p7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0" name="Google Shape;9360;p76"/>
          <p:cNvGrpSpPr/>
          <p:nvPr/>
        </p:nvGrpSpPr>
        <p:grpSpPr>
          <a:xfrm>
            <a:off x="6202443" y="1986677"/>
            <a:ext cx="362425" cy="335884"/>
            <a:chOff x="6202443" y="1986677"/>
            <a:chExt cx="362425" cy="335884"/>
          </a:xfrm>
        </p:grpSpPr>
        <p:sp>
          <p:nvSpPr>
            <p:cNvPr id="9361" name="Google Shape;9361;p7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76"/>
          <p:cNvGrpSpPr/>
          <p:nvPr/>
        </p:nvGrpSpPr>
        <p:grpSpPr>
          <a:xfrm>
            <a:off x="5764222" y="2016598"/>
            <a:ext cx="374293" cy="276069"/>
            <a:chOff x="5764222" y="2016598"/>
            <a:chExt cx="374293" cy="276069"/>
          </a:xfrm>
        </p:grpSpPr>
        <p:sp>
          <p:nvSpPr>
            <p:cNvPr id="9382" name="Google Shape;9382;p7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76"/>
          <p:cNvGrpSpPr/>
          <p:nvPr/>
        </p:nvGrpSpPr>
        <p:grpSpPr>
          <a:xfrm>
            <a:off x="5325477" y="2016441"/>
            <a:ext cx="361927" cy="276515"/>
            <a:chOff x="5325477" y="2016441"/>
            <a:chExt cx="361927" cy="276515"/>
          </a:xfrm>
        </p:grpSpPr>
        <p:sp>
          <p:nvSpPr>
            <p:cNvPr id="9394" name="Google Shape;9394;p7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76"/>
          <p:cNvGrpSpPr/>
          <p:nvPr/>
        </p:nvGrpSpPr>
        <p:grpSpPr>
          <a:xfrm>
            <a:off x="4870671" y="2017200"/>
            <a:ext cx="364180" cy="274812"/>
            <a:chOff x="4870671" y="2017200"/>
            <a:chExt cx="364180" cy="274812"/>
          </a:xfrm>
        </p:grpSpPr>
        <p:sp>
          <p:nvSpPr>
            <p:cNvPr id="9415" name="Google Shape;9415;p7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76"/>
          <p:cNvGrpSpPr/>
          <p:nvPr/>
        </p:nvGrpSpPr>
        <p:grpSpPr>
          <a:xfrm>
            <a:off x="7144726" y="3355496"/>
            <a:ext cx="260690" cy="362032"/>
            <a:chOff x="7144726" y="3355496"/>
            <a:chExt cx="260690" cy="362032"/>
          </a:xfrm>
        </p:grpSpPr>
        <p:sp>
          <p:nvSpPr>
            <p:cNvPr id="9429" name="Google Shape;9429;p7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5" name="Google Shape;9435;p76"/>
          <p:cNvGrpSpPr/>
          <p:nvPr/>
        </p:nvGrpSpPr>
        <p:grpSpPr>
          <a:xfrm>
            <a:off x="6705719" y="4278051"/>
            <a:ext cx="261712" cy="361770"/>
            <a:chOff x="6705719" y="4278051"/>
            <a:chExt cx="261712" cy="361770"/>
          </a:xfrm>
        </p:grpSpPr>
        <p:sp>
          <p:nvSpPr>
            <p:cNvPr id="9436" name="Google Shape;9436;p7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1" name="Google Shape;9451;p76"/>
          <p:cNvGrpSpPr/>
          <p:nvPr/>
        </p:nvGrpSpPr>
        <p:grpSpPr>
          <a:xfrm>
            <a:off x="5750650" y="2891652"/>
            <a:ext cx="320216" cy="361403"/>
            <a:chOff x="5750650" y="2891652"/>
            <a:chExt cx="320216" cy="361403"/>
          </a:xfrm>
        </p:grpSpPr>
        <p:sp>
          <p:nvSpPr>
            <p:cNvPr id="9452" name="Google Shape;9452;p7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7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7" name="Google Shape;9467;p76"/>
          <p:cNvGrpSpPr/>
          <p:nvPr/>
        </p:nvGrpSpPr>
        <p:grpSpPr>
          <a:xfrm>
            <a:off x="6658009" y="2891390"/>
            <a:ext cx="315972" cy="361927"/>
            <a:chOff x="6658009" y="2891390"/>
            <a:chExt cx="315972" cy="361927"/>
          </a:xfrm>
        </p:grpSpPr>
        <p:sp>
          <p:nvSpPr>
            <p:cNvPr id="9468" name="Google Shape;9468;p7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5" name="Google Shape;9475;p76"/>
          <p:cNvGrpSpPr/>
          <p:nvPr/>
        </p:nvGrpSpPr>
        <p:grpSpPr>
          <a:xfrm>
            <a:off x="6203465" y="2891206"/>
            <a:ext cx="320478" cy="362110"/>
            <a:chOff x="6203465" y="2891206"/>
            <a:chExt cx="320478" cy="362110"/>
          </a:xfrm>
        </p:grpSpPr>
        <p:sp>
          <p:nvSpPr>
            <p:cNvPr id="9476" name="Google Shape;9476;p7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76"/>
          <p:cNvGrpSpPr/>
          <p:nvPr/>
        </p:nvGrpSpPr>
        <p:grpSpPr>
          <a:xfrm>
            <a:off x="7567280" y="2891259"/>
            <a:ext cx="307116" cy="362294"/>
            <a:chOff x="7567280" y="2891259"/>
            <a:chExt cx="307116" cy="362294"/>
          </a:xfrm>
        </p:grpSpPr>
        <p:sp>
          <p:nvSpPr>
            <p:cNvPr id="9482" name="Google Shape;9482;p7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76"/>
          <p:cNvGrpSpPr/>
          <p:nvPr/>
        </p:nvGrpSpPr>
        <p:grpSpPr>
          <a:xfrm>
            <a:off x="7112579" y="2891521"/>
            <a:ext cx="338556" cy="361534"/>
            <a:chOff x="7112579" y="2891521"/>
            <a:chExt cx="338556" cy="361534"/>
          </a:xfrm>
        </p:grpSpPr>
        <p:sp>
          <p:nvSpPr>
            <p:cNvPr id="9495" name="Google Shape;9495;p7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76"/>
          <p:cNvGrpSpPr/>
          <p:nvPr/>
        </p:nvGrpSpPr>
        <p:grpSpPr>
          <a:xfrm>
            <a:off x="7155259" y="3805036"/>
            <a:ext cx="207478" cy="361272"/>
            <a:chOff x="7155259" y="3805036"/>
            <a:chExt cx="207478" cy="361272"/>
          </a:xfrm>
        </p:grpSpPr>
        <p:sp>
          <p:nvSpPr>
            <p:cNvPr id="9498" name="Google Shape;9498;p7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0" name="Google Shape;9510;p76"/>
          <p:cNvGrpSpPr/>
          <p:nvPr/>
        </p:nvGrpSpPr>
        <p:grpSpPr>
          <a:xfrm>
            <a:off x="4915368" y="2891390"/>
            <a:ext cx="182850" cy="361927"/>
            <a:chOff x="4915368" y="2891390"/>
            <a:chExt cx="182850" cy="361927"/>
          </a:xfrm>
        </p:grpSpPr>
        <p:sp>
          <p:nvSpPr>
            <p:cNvPr id="9511" name="Google Shape;9511;p7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76"/>
          <p:cNvGrpSpPr/>
          <p:nvPr/>
        </p:nvGrpSpPr>
        <p:grpSpPr>
          <a:xfrm>
            <a:off x="8028714" y="2891652"/>
            <a:ext cx="289589" cy="361403"/>
            <a:chOff x="8028714" y="2891652"/>
            <a:chExt cx="289589" cy="361403"/>
          </a:xfrm>
        </p:grpSpPr>
        <p:sp>
          <p:nvSpPr>
            <p:cNvPr id="9523" name="Google Shape;9523;p7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3" name="Google Shape;9543;p76"/>
          <p:cNvGrpSpPr/>
          <p:nvPr/>
        </p:nvGrpSpPr>
        <p:grpSpPr>
          <a:xfrm>
            <a:off x="7551822" y="3804774"/>
            <a:ext cx="293335" cy="361927"/>
            <a:chOff x="7551822" y="3804774"/>
            <a:chExt cx="293335" cy="361927"/>
          </a:xfrm>
        </p:grpSpPr>
        <p:sp>
          <p:nvSpPr>
            <p:cNvPr id="9544" name="Google Shape;9544;p7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5" name="Google Shape;9555;p76"/>
          <p:cNvGrpSpPr/>
          <p:nvPr/>
        </p:nvGrpSpPr>
        <p:grpSpPr>
          <a:xfrm>
            <a:off x="6263725" y="4277658"/>
            <a:ext cx="210491" cy="362163"/>
            <a:chOff x="6263725" y="4277658"/>
            <a:chExt cx="210491" cy="362163"/>
          </a:xfrm>
        </p:grpSpPr>
        <p:sp>
          <p:nvSpPr>
            <p:cNvPr id="9556" name="Google Shape;9556;p7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76"/>
          <p:cNvGrpSpPr/>
          <p:nvPr/>
        </p:nvGrpSpPr>
        <p:grpSpPr>
          <a:xfrm>
            <a:off x="7987790" y="3804695"/>
            <a:ext cx="336303" cy="362005"/>
            <a:chOff x="7987790" y="3804695"/>
            <a:chExt cx="336303" cy="362005"/>
          </a:xfrm>
        </p:grpSpPr>
        <p:sp>
          <p:nvSpPr>
            <p:cNvPr id="9572" name="Google Shape;9572;p7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76"/>
          <p:cNvGrpSpPr/>
          <p:nvPr/>
        </p:nvGrpSpPr>
        <p:grpSpPr>
          <a:xfrm>
            <a:off x="5273444" y="2891285"/>
            <a:ext cx="371123" cy="362267"/>
            <a:chOff x="5273444" y="2891285"/>
            <a:chExt cx="371123" cy="362267"/>
          </a:xfrm>
        </p:grpSpPr>
        <p:sp>
          <p:nvSpPr>
            <p:cNvPr id="9583" name="Google Shape;9583;p7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76"/>
          <p:cNvGrpSpPr/>
          <p:nvPr/>
        </p:nvGrpSpPr>
        <p:grpSpPr>
          <a:xfrm>
            <a:off x="7630397" y="3358399"/>
            <a:ext cx="214759" cy="357030"/>
            <a:chOff x="2235125" y="238075"/>
            <a:chExt cx="3144350" cy="5227375"/>
          </a:xfrm>
        </p:grpSpPr>
        <p:sp>
          <p:nvSpPr>
            <p:cNvPr id="9598" name="Google Shape;9598;p7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76"/>
          <p:cNvGrpSpPr/>
          <p:nvPr/>
        </p:nvGrpSpPr>
        <p:grpSpPr>
          <a:xfrm>
            <a:off x="2810729" y="4267107"/>
            <a:ext cx="342496" cy="351944"/>
            <a:chOff x="2810729" y="4267107"/>
            <a:chExt cx="342496" cy="351944"/>
          </a:xfrm>
        </p:grpSpPr>
        <p:sp>
          <p:nvSpPr>
            <p:cNvPr id="9608" name="Google Shape;9608;p7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76"/>
          <p:cNvGrpSpPr/>
          <p:nvPr/>
        </p:nvGrpSpPr>
        <p:grpSpPr>
          <a:xfrm>
            <a:off x="1779168" y="3805625"/>
            <a:ext cx="282381" cy="343454"/>
            <a:chOff x="1779168" y="3805625"/>
            <a:chExt cx="282381" cy="343454"/>
          </a:xfrm>
        </p:grpSpPr>
        <p:sp>
          <p:nvSpPr>
            <p:cNvPr id="9639" name="Google Shape;9639;p7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76"/>
          <p:cNvGrpSpPr/>
          <p:nvPr/>
        </p:nvGrpSpPr>
        <p:grpSpPr>
          <a:xfrm>
            <a:off x="2593522" y="2407029"/>
            <a:ext cx="391606" cy="364535"/>
            <a:chOff x="2593522" y="2407029"/>
            <a:chExt cx="391606" cy="364535"/>
          </a:xfrm>
        </p:grpSpPr>
        <p:sp>
          <p:nvSpPr>
            <p:cNvPr id="9668" name="Google Shape;9668;p7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76"/>
          <p:cNvGrpSpPr/>
          <p:nvPr/>
        </p:nvGrpSpPr>
        <p:grpSpPr>
          <a:xfrm>
            <a:off x="3955047" y="2432242"/>
            <a:ext cx="322912" cy="334396"/>
            <a:chOff x="3955047" y="2432242"/>
            <a:chExt cx="322912" cy="334396"/>
          </a:xfrm>
        </p:grpSpPr>
        <p:sp>
          <p:nvSpPr>
            <p:cNvPr id="9708" name="Google Shape;9708;p7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1" name="Google Shape;9711;p76"/>
          <p:cNvGrpSpPr/>
          <p:nvPr/>
        </p:nvGrpSpPr>
        <p:grpSpPr>
          <a:xfrm>
            <a:off x="1802465" y="1962854"/>
            <a:ext cx="265373" cy="351944"/>
            <a:chOff x="1802465" y="1962854"/>
            <a:chExt cx="265373" cy="351944"/>
          </a:xfrm>
        </p:grpSpPr>
        <p:sp>
          <p:nvSpPr>
            <p:cNvPr id="9712" name="Google Shape;9712;p7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76"/>
          <p:cNvGrpSpPr/>
          <p:nvPr/>
        </p:nvGrpSpPr>
        <p:grpSpPr>
          <a:xfrm>
            <a:off x="3512070" y="1956222"/>
            <a:ext cx="373983" cy="363622"/>
            <a:chOff x="3512070" y="1956222"/>
            <a:chExt cx="373983" cy="363622"/>
          </a:xfrm>
        </p:grpSpPr>
        <p:sp>
          <p:nvSpPr>
            <p:cNvPr id="9720" name="Google Shape;9720;p7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76"/>
          <p:cNvGrpSpPr/>
          <p:nvPr/>
        </p:nvGrpSpPr>
        <p:grpSpPr>
          <a:xfrm>
            <a:off x="842683" y="2394751"/>
            <a:ext cx="345640" cy="356660"/>
            <a:chOff x="842683" y="2394751"/>
            <a:chExt cx="345640" cy="356660"/>
          </a:xfrm>
        </p:grpSpPr>
        <p:sp>
          <p:nvSpPr>
            <p:cNvPr id="9738" name="Google Shape;9738;p7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76"/>
          <p:cNvGrpSpPr/>
          <p:nvPr/>
        </p:nvGrpSpPr>
        <p:grpSpPr>
          <a:xfrm>
            <a:off x="1290615" y="2399467"/>
            <a:ext cx="336836" cy="342511"/>
            <a:chOff x="1290615" y="2399467"/>
            <a:chExt cx="336836" cy="342511"/>
          </a:xfrm>
        </p:grpSpPr>
        <p:sp>
          <p:nvSpPr>
            <p:cNvPr id="9755" name="Google Shape;9755;p7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76"/>
          <p:cNvGrpSpPr/>
          <p:nvPr/>
        </p:nvGrpSpPr>
        <p:grpSpPr>
          <a:xfrm>
            <a:off x="1748310" y="2408601"/>
            <a:ext cx="308508" cy="333378"/>
            <a:chOff x="1748310" y="2408601"/>
            <a:chExt cx="308508" cy="333378"/>
          </a:xfrm>
        </p:grpSpPr>
        <p:sp>
          <p:nvSpPr>
            <p:cNvPr id="9775" name="Google Shape;9775;p7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3" name="Google Shape;9783;p76"/>
          <p:cNvGrpSpPr/>
          <p:nvPr/>
        </p:nvGrpSpPr>
        <p:grpSpPr>
          <a:xfrm>
            <a:off x="3044614" y="2418033"/>
            <a:ext cx="376184" cy="315141"/>
            <a:chOff x="3044614" y="2418033"/>
            <a:chExt cx="376184" cy="315141"/>
          </a:xfrm>
        </p:grpSpPr>
        <p:sp>
          <p:nvSpPr>
            <p:cNvPr id="9784" name="Google Shape;9784;p7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76"/>
          <p:cNvGrpSpPr/>
          <p:nvPr/>
        </p:nvGrpSpPr>
        <p:grpSpPr>
          <a:xfrm>
            <a:off x="3943638" y="3815072"/>
            <a:ext cx="357933" cy="342676"/>
            <a:chOff x="3943638" y="3815072"/>
            <a:chExt cx="357933" cy="342676"/>
          </a:xfrm>
        </p:grpSpPr>
        <p:sp>
          <p:nvSpPr>
            <p:cNvPr id="9794" name="Google Shape;9794;p7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76"/>
          <p:cNvGrpSpPr/>
          <p:nvPr/>
        </p:nvGrpSpPr>
        <p:grpSpPr>
          <a:xfrm>
            <a:off x="3508282" y="3810341"/>
            <a:ext cx="351644" cy="351959"/>
            <a:chOff x="3508282" y="3810341"/>
            <a:chExt cx="351644" cy="351959"/>
          </a:xfrm>
        </p:grpSpPr>
        <p:sp>
          <p:nvSpPr>
            <p:cNvPr id="9804" name="Google Shape;9804;p7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76"/>
          <p:cNvGrpSpPr/>
          <p:nvPr/>
        </p:nvGrpSpPr>
        <p:grpSpPr>
          <a:xfrm>
            <a:off x="2224585" y="1962854"/>
            <a:ext cx="303163" cy="351809"/>
            <a:chOff x="2224585" y="1962854"/>
            <a:chExt cx="303163" cy="351809"/>
          </a:xfrm>
        </p:grpSpPr>
        <p:sp>
          <p:nvSpPr>
            <p:cNvPr id="9818" name="Google Shape;9818;p7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76"/>
          <p:cNvGrpSpPr/>
          <p:nvPr/>
        </p:nvGrpSpPr>
        <p:grpSpPr>
          <a:xfrm>
            <a:off x="2622794" y="1990868"/>
            <a:ext cx="389090" cy="296231"/>
            <a:chOff x="2622794" y="1990868"/>
            <a:chExt cx="389090" cy="296231"/>
          </a:xfrm>
        </p:grpSpPr>
        <p:sp>
          <p:nvSpPr>
            <p:cNvPr id="9827" name="Google Shape;9827;p7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76"/>
          <p:cNvGrpSpPr/>
          <p:nvPr/>
        </p:nvGrpSpPr>
        <p:grpSpPr>
          <a:xfrm>
            <a:off x="3977326" y="1952149"/>
            <a:ext cx="327074" cy="375241"/>
            <a:chOff x="3977326" y="1952149"/>
            <a:chExt cx="327074" cy="375241"/>
          </a:xfrm>
        </p:grpSpPr>
        <p:sp>
          <p:nvSpPr>
            <p:cNvPr id="9837" name="Google Shape;9837;p7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76"/>
          <p:cNvGrpSpPr/>
          <p:nvPr/>
        </p:nvGrpSpPr>
        <p:grpSpPr>
          <a:xfrm>
            <a:off x="1341612" y="3340055"/>
            <a:ext cx="259399" cy="370524"/>
            <a:chOff x="1341612" y="3340055"/>
            <a:chExt cx="259399" cy="370524"/>
          </a:xfrm>
        </p:grpSpPr>
        <p:sp>
          <p:nvSpPr>
            <p:cNvPr id="9855" name="Google Shape;9855;p7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76"/>
          <p:cNvGrpSpPr/>
          <p:nvPr/>
        </p:nvGrpSpPr>
        <p:grpSpPr>
          <a:xfrm>
            <a:off x="2179892" y="3844972"/>
            <a:ext cx="351629" cy="282381"/>
            <a:chOff x="2179892" y="3844972"/>
            <a:chExt cx="351629" cy="282381"/>
          </a:xfrm>
        </p:grpSpPr>
        <p:sp>
          <p:nvSpPr>
            <p:cNvPr id="9874" name="Google Shape;9874;p7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76"/>
          <p:cNvGrpSpPr/>
          <p:nvPr/>
        </p:nvGrpSpPr>
        <p:grpSpPr>
          <a:xfrm>
            <a:off x="3131170" y="3816884"/>
            <a:ext cx="220051" cy="338169"/>
            <a:chOff x="3131170" y="3816884"/>
            <a:chExt cx="220051" cy="338169"/>
          </a:xfrm>
        </p:grpSpPr>
        <p:sp>
          <p:nvSpPr>
            <p:cNvPr id="9895" name="Google Shape;9895;p7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76"/>
          <p:cNvGrpSpPr/>
          <p:nvPr/>
        </p:nvGrpSpPr>
        <p:grpSpPr>
          <a:xfrm>
            <a:off x="903502" y="3359564"/>
            <a:ext cx="247990" cy="333393"/>
            <a:chOff x="903502" y="3359564"/>
            <a:chExt cx="247990" cy="333393"/>
          </a:xfrm>
        </p:grpSpPr>
        <p:sp>
          <p:nvSpPr>
            <p:cNvPr id="9905" name="Google Shape;9905;p7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76"/>
          <p:cNvGrpSpPr/>
          <p:nvPr/>
        </p:nvGrpSpPr>
        <p:grpSpPr>
          <a:xfrm>
            <a:off x="2616191" y="2890461"/>
            <a:ext cx="365793" cy="361152"/>
            <a:chOff x="2616191" y="2890461"/>
            <a:chExt cx="365793" cy="361152"/>
          </a:xfrm>
        </p:grpSpPr>
        <p:sp>
          <p:nvSpPr>
            <p:cNvPr id="9928" name="Google Shape;9928;p7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76"/>
          <p:cNvGrpSpPr/>
          <p:nvPr/>
        </p:nvGrpSpPr>
        <p:grpSpPr>
          <a:xfrm>
            <a:off x="3049959" y="1945861"/>
            <a:ext cx="402940" cy="388536"/>
            <a:chOff x="3049959" y="1945861"/>
            <a:chExt cx="402940" cy="388536"/>
          </a:xfrm>
        </p:grpSpPr>
        <p:sp>
          <p:nvSpPr>
            <p:cNvPr id="9940" name="Google Shape;9940;p7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76"/>
          <p:cNvGrpSpPr/>
          <p:nvPr/>
        </p:nvGrpSpPr>
        <p:grpSpPr>
          <a:xfrm>
            <a:off x="2483025" y="4268679"/>
            <a:ext cx="202428" cy="349114"/>
            <a:chOff x="2483025" y="4268679"/>
            <a:chExt cx="202428" cy="349114"/>
          </a:xfrm>
        </p:grpSpPr>
        <p:sp>
          <p:nvSpPr>
            <p:cNvPr id="9947" name="Google Shape;9947;p7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3" name="Google Shape;9953;p76"/>
          <p:cNvGrpSpPr/>
          <p:nvPr/>
        </p:nvGrpSpPr>
        <p:grpSpPr>
          <a:xfrm>
            <a:off x="862507" y="2885984"/>
            <a:ext cx="329590" cy="365000"/>
            <a:chOff x="862507" y="2885984"/>
            <a:chExt cx="329590" cy="365000"/>
          </a:xfrm>
        </p:grpSpPr>
        <p:sp>
          <p:nvSpPr>
            <p:cNvPr id="9954" name="Google Shape;9954;p7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76"/>
          <p:cNvGrpSpPr/>
          <p:nvPr/>
        </p:nvGrpSpPr>
        <p:grpSpPr>
          <a:xfrm>
            <a:off x="3082075" y="2871805"/>
            <a:ext cx="318884" cy="379807"/>
            <a:chOff x="3082075" y="2871805"/>
            <a:chExt cx="318884" cy="379807"/>
          </a:xfrm>
        </p:grpSpPr>
        <p:sp>
          <p:nvSpPr>
            <p:cNvPr id="9962" name="Google Shape;9962;p7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76"/>
          <p:cNvGrpSpPr/>
          <p:nvPr/>
        </p:nvGrpSpPr>
        <p:grpSpPr>
          <a:xfrm>
            <a:off x="2594780" y="1516494"/>
            <a:ext cx="410187" cy="324244"/>
            <a:chOff x="2594780" y="1516494"/>
            <a:chExt cx="410187" cy="324244"/>
          </a:xfrm>
        </p:grpSpPr>
        <p:sp>
          <p:nvSpPr>
            <p:cNvPr id="9983" name="Google Shape;9983;p7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76"/>
          <p:cNvGrpSpPr/>
          <p:nvPr/>
        </p:nvGrpSpPr>
        <p:grpSpPr>
          <a:xfrm>
            <a:off x="1742965" y="1502959"/>
            <a:ext cx="333692" cy="333363"/>
            <a:chOff x="1742965" y="1502959"/>
            <a:chExt cx="333692" cy="333363"/>
          </a:xfrm>
        </p:grpSpPr>
        <p:sp>
          <p:nvSpPr>
            <p:cNvPr id="9992" name="Google Shape;9992;p7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7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76"/>
          <p:cNvGrpSpPr/>
          <p:nvPr/>
        </p:nvGrpSpPr>
        <p:grpSpPr>
          <a:xfrm>
            <a:off x="3051531" y="1516809"/>
            <a:ext cx="390034" cy="296545"/>
            <a:chOff x="3051531" y="1516809"/>
            <a:chExt cx="390034" cy="296545"/>
          </a:xfrm>
        </p:grpSpPr>
        <p:sp>
          <p:nvSpPr>
            <p:cNvPr id="9997" name="Google Shape;9997;p7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7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76"/>
          <p:cNvGrpSpPr/>
          <p:nvPr/>
        </p:nvGrpSpPr>
        <p:grpSpPr>
          <a:xfrm>
            <a:off x="3514900" y="1489020"/>
            <a:ext cx="354145" cy="351869"/>
            <a:chOff x="3514900" y="1489020"/>
            <a:chExt cx="354145" cy="351869"/>
          </a:xfrm>
        </p:grpSpPr>
        <p:sp>
          <p:nvSpPr>
            <p:cNvPr id="10013" name="Google Shape;10013;p7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76"/>
          <p:cNvGrpSpPr/>
          <p:nvPr/>
        </p:nvGrpSpPr>
        <p:grpSpPr>
          <a:xfrm>
            <a:off x="3066324" y="3350446"/>
            <a:ext cx="346598" cy="333183"/>
            <a:chOff x="3066324" y="3350446"/>
            <a:chExt cx="346598" cy="333183"/>
          </a:xfrm>
        </p:grpSpPr>
        <p:sp>
          <p:nvSpPr>
            <p:cNvPr id="10036" name="Google Shape;10036;p7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76"/>
          <p:cNvGrpSpPr/>
          <p:nvPr/>
        </p:nvGrpSpPr>
        <p:grpSpPr>
          <a:xfrm>
            <a:off x="1282755" y="1952089"/>
            <a:ext cx="363278" cy="363338"/>
            <a:chOff x="1282755" y="1952089"/>
            <a:chExt cx="363278" cy="363338"/>
          </a:xfrm>
        </p:grpSpPr>
        <p:sp>
          <p:nvSpPr>
            <p:cNvPr id="10047" name="Google Shape;10047;p7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4" name="Google Shape;10054;p76"/>
          <p:cNvGrpSpPr/>
          <p:nvPr/>
        </p:nvGrpSpPr>
        <p:grpSpPr>
          <a:xfrm>
            <a:off x="3510094" y="2909281"/>
            <a:ext cx="355133" cy="343574"/>
            <a:chOff x="3510094" y="2909281"/>
            <a:chExt cx="355133" cy="343574"/>
          </a:xfrm>
        </p:grpSpPr>
        <p:sp>
          <p:nvSpPr>
            <p:cNvPr id="10055" name="Google Shape;10055;p7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8" name="Google Shape;10068;p76"/>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9" name="Google Shape;10069;p76"/>
          <p:cNvGrpSpPr/>
          <p:nvPr/>
        </p:nvGrpSpPr>
        <p:grpSpPr>
          <a:xfrm>
            <a:off x="2163842" y="1506972"/>
            <a:ext cx="382787" cy="331566"/>
            <a:chOff x="2163842" y="1506972"/>
            <a:chExt cx="382787" cy="331566"/>
          </a:xfrm>
        </p:grpSpPr>
        <p:sp>
          <p:nvSpPr>
            <p:cNvPr id="10070" name="Google Shape;10070;p7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76"/>
          <p:cNvGrpSpPr/>
          <p:nvPr/>
        </p:nvGrpSpPr>
        <p:grpSpPr>
          <a:xfrm>
            <a:off x="1738877" y="3349652"/>
            <a:ext cx="357918" cy="350536"/>
            <a:chOff x="1738877" y="3349652"/>
            <a:chExt cx="357918" cy="350536"/>
          </a:xfrm>
        </p:grpSpPr>
        <p:sp>
          <p:nvSpPr>
            <p:cNvPr id="10079" name="Google Shape;10079;p7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76"/>
          <p:cNvGrpSpPr/>
          <p:nvPr/>
        </p:nvGrpSpPr>
        <p:grpSpPr>
          <a:xfrm>
            <a:off x="1971819" y="4276854"/>
            <a:ext cx="383281" cy="333947"/>
            <a:chOff x="1971819" y="4276854"/>
            <a:chExt cx="383281" cy="333947"/>
          </a:xfrm>
        </p:grpSpPr>
        <p:sp>
          <p:nvSpPr>
            <p:cNvPr id="10098" name="Google Shape;10098;p7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76"/>
          <p:cNvGrpSpPr/>
          <p:nvPr/>
        </p:nvGrpSpPr>
        <p:grpSpPr>
          <a:xfrm>
            <a:off x="1825119" y="2885819"/>
            <a:ext cx="175987" cy="361391"/>
            <a:chOff x="1825119" y="2885819"/>
            <a:chExt cx="175987" cy="361391"/>
          </a:xfrm>
        </p:grpSpPr>
        <p:sp>
          <p:nvSpPr>
            <p:cNvPr id="10109" name="Google Shape;10109;p7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76"/>
          <p:cNvGrpSpPr/>
          <p:nvPr/>
        </p:nvGrpSpPr>
        <p:grpSpPr>
          <a:xfrm>
            <a:off x="3504824" y="3405844"/>
            <a:ext cx="369896" cy="226339"/>
            <a:chOff x="3504824" y="3405844"/>
            <a:chExt cx="369896" cy="226339"/>
          </a:xfrm>
        </p:grpSpPr>
        <p:sp>
          <p:nvSpPr>
            <p:cNvPr id="10120" name="Google Shape;10120;p7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76"/>
          <p:cNvGrpSpPr/>
          <p:nvPr/>
        </p:nvGrpSpPr>
        <p:grpSpPr>
          <a:xfrm>
            <a:off x="1295661" y="3819594"/>
            <a:ext cx="345640" cy="342900"/>
            <a:chOff x="1295661" y="3819594"/>
            <a:chExt cx="345640" cy="342900"/>
          </a:xfrm>
        </p:grpSpPr>
        <p:sp>
          <p:nvSpPr>
            <p:cNvPr id="10137" name="Google Shape;10137;p7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76"/>
          <p:cNvGrpSpPr/>
          <p:nvPr/>
        </p:nvGrpSpPr>
        <p:grpSpPr>
          <a:xfrm>
            <a:off x="3486572" y="2433470"/>
            <a:ext cx="379328" cy="281738"/>
            <a:chOff x="3486572" y="2433470"/>
            <a:chExt cx="379328" cy="281738"/>
          </a:xfrm>
        </p:grpSpPr>
        <p:sp>
          <p:nvSpPr>
            <p:cNvPr id="10155" name="Google Shape;10155;p7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2" name="Google Shape;10162;p76"/>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3" name="Google Shape;10163;p76"/>
          <p:cNvGrpSpPr/>
          <p:nvPr/>
        </p:nvGrpSpPr>
        <p:grpSpPr>
          <a:xfrm>
            <a:off x="3997149" y="3329634"/>
            <a:ext cx="270733" cy="355762"/>
            <a:chOff x="3997149" y="3329634"/>
            <a:chExt cx="270733" cy="355762"/>
          </a:xfrm>
        </p:grpSpPr>
        <p:sp>
          <p:nvSpPr>
            <p:cNvPr id="10164" name="Google Shape;10164;p7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76"/>
          <p:cNvGrpSpPr/>
          <p:nvPr/>
        </p:nvGrpSpPr>
        <p:grpSpPr>
          <a:xfrm>
            <a:off x="3954343" y="2899354"/>
            <a:ext cx="345655" cy="343529"/>
            <a:chOff x="3954343" y="2899354"/>
            <a:chExt cx="345655" cy="343529"/>
          </a:xfrm>
        </p:grpSpPr>
        <p:sp>
          <p:nvSpPr>
            <p:cNvPr id="10186" name="Google Shape;10186;p7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76"/>
          <p:cNvGrpSpPr/>
          <p:nvPr/>
        </p:nvGrpSpPr>
        <p:grpSpPr>
          <a:xfrm>
            <a:off x="2166043" y="3351344"/>
            <a:ext cx="369566" cy="349803"/>
            <a:chOff x="2166043" y="3351344"/>
            <a:chExt cx="369566" cy="349803"/>
          </a:xfrm>
        </p:grpSpPr>
        <p:sp>
          <p:nvSpPr>
            <p:cNvPr id="10199" name="Google Shape;10199;p7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76"/>
          <p:cNvGrpSpPr/>
          <p:nvPr/>
        </p:nvGrpSpPr>
        <p:grpSpPr>
          <a:xfrm>
            <a:off x="2619649" y="3352332"/>
            <a:ext cx="365793" cy="329275"/>
            <a:chOff x="2619649" y="3352332"/>
            <a:chExt cx="365793" cy="329275"/>
          </a:xfrm>
        </p:grpSpPr>
        <p:sp>
          <p:nvSpPr>
            <p:cNvPr id="10209" name="Google Shape;10209;p7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9" name="Google Shape;10219;p76"/>
          <p:cNvGrpSpPr/>
          <p:nvPr/>
        </p:nvGrpSpPr>
        <p:grpSpPr>
          <a:xfrm>
            <a:off x="1293760" y="1498228"/>
            <a:ext cx="340624" cy="351944"/>
            <a:chOff x="1293760" y="1498228"/>
            <a:chExt cx="340624" cy="351944"/>
          </a:xfrm>
        </p:grpSpPr>
        <p:sp>
          <p:nvSpPr>
            <p:cNvPr id="10220" name="Google Shape;10220;p7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76"/>
          <p:cNvGrpSpPr/>
          <p:nvPr/>
        </p:nvGrpSpPr>
        <p:grpSpPr>
          <a:xfrm>
            <a:off x="849601" y="1952074"/>
            <a:ext cx="406713" cy="383745"/>
            <a:chOff x="849601" y="1952074"/>
            <a:chExt cx="406713" cy="383745"/>
          </a:xfrm>
        </p:grpSpPr>
        <p:sp>
          <p:nvSpPr>
            <p:cNvPr id="10235" name="Google Shape;10235;p7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6"/>
          <p:cNvGrpSpPr/>
          <p:nvPr/>
        </p:nvGrpSpPr>
        <p:grpSpPr>
          <a:xfrm>
            <a:off x="2253871" y="2893365"/>
            <a:ext cx="203985" cy="355417"/>
            <a:chOff x="2253871" y="2893365"/>
            <a:chExt cx="203985" cy="355417"/>
          </a:xfrm>
        </p:grpSpPr>
        <p:sp>
          <p:nvSpPr>
            <p:cNvPr id="10243" name="Google Shape;10243;p7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76"/>
          <p:cNvGrpSpPr/>
          <p:nvPr/>
        </p:nvGrpSpPr>
        <p:grpSpPr>
          <a:xfrm>
            <a:off x="2191541" y="2408601"/>
            <a:ext cx="308823" cy="342571"/>
            <a:chOff x="2191541" y="2408601"/>
            <a:chExt cx="308823" cy="342571"/>
          </a:xfrm>
        </p:grpSpPr>
        <p:sp>
          <p:nvSpPr>
            <p:cNvPr id="10255" name="Google Shape;10255;p7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8" name="Google Shape;10268;p76"/>
          <p:cNvGrpSpPr/>
          <p:nvPr/>
        </p:nvGrpSpPr>
        <p:grpSpPr>
          <a:xfrm>
            <a:off x="847400" y="1503588"/>
            <a:ext cx="342496" cy="341553"/>
            <a:chOff x="847400" y="1503588"/>
            <a:chExt cx="342496" cy="341553"/>
          </a:xfrm>
        </p:grpSpPr>
        <p:sp>
          <p:nvSpPr>
            <p:cNvPr id="10269" name="Google Shape;10269;p7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7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76"/>
          <p:cNvGrpSpPr/>
          <p:nvPr/>
        </p:nvGrpSpPr>
        <p:grpSpPr>
          <a:xfrm>
            <a:off x="1329963" y="2899669"/>
            <a:ext cx="280495" cy="361077"/>
            <a:chOff x="1329963" y="2899669"/>
            <a:chExt cx="280495" cy="361077"/>
          </a:xfrm>
        </p:grpSpPr>
        <p:sp>
          <p:nvSpPr>
            <p:cNvPr id="10290" name="Google Shape;10290;p7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7" name="Google Shape;10297;p76"/>
          <p:cNvGrpSpPr/>
          <p:nvPr/>
        </p:nvGrpSpPr>
        <p:grpSpPr>
          <a:xfrm>
            <a:off x="937429" y="3800908"/>
            <a:ext cx="195496" cy="343439"/>
            <a:chOff x="937429" y="3800908"/>
            <a:chExt cx="195496" cy="343439"/>
          </a:xfrm>
        </p:grpSpPr>
        <p:sp>
          <p:nvSpPr>
            <p:cNvPr id="10298" name="Google Shape;10298;p7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76"/>
          <p:cNvGrpSpPr/>
          <p:nvPr/>
        </p:nvGrpSpPr>
        <p:grpSpPr>
          <a:xfrm>
            <a:off x="2687659" y="3810655"/>
            <a:ext cx="365164" cy="342511"/>
            <a:chOff x="2611459" y="3810655"/>
            <a:chExt cx="365164" cy="342511"/>
          </a:xfrm>
        </p:grpSpPr>
        <p:sp>
          <p:nvSpPr>
            <p:cNvPr id="10312" name="Google Shape;10312;p7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76"/>
          <p:cNvGrpSpPr/>
          <p:nvPr/>
        </p:nvGrpSpPr>
        <p:grpSpPr>
          <a:xfrm>
            <a:off x="3952456" y="1524280"/>
            <a:ext cx="370195" cy="300154"/>
            <a:chOff x="3952456" y="1524280"/>
            <a:chExt cx="370195" cy="300154"/>
          </a:xfrm>
        </p:grpSpPr>
        <p:sp>
          <p:nvSpPr>
            <p:cNvPr id="10324" name="Google Shape;10324;p7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33"/>
        <p:cNvGrpSpPr/>
        <p:nvPr/>
      </p:nvGrpSpPr>
      <p:grpSpPr>
        <a:xfrm>
          <a:off x="0" y="0"/>
          <a:ext cx="0" cy="0"/>
          <a:chOff x="0" y="0"/>
          <a:chExt cx="0" cy="0"/>
        </a:xfrm>
      </p:grpSpPr>
      <p:sp>
        <p:nvSpPr>
          <p:cNvPr id="10334" name="Google Shape;10334;p77"/>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35" name="Google Shape;10335;p77"/>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336" name="Google Shape;10336;p77"/>
          <p:cNvGrpSpPr/>
          <p:nvPr/>
        </p:nvGrpSpPr>
        <p:grpSpPr>
          <a:xfrm>
            <a:off x="908482" y="1502585"/>
            <a:ext cx="257112" cy="362808"/>
            <a:chOff x="908482" y="1502585"/>
            <a:chExt cx="257112" cy="362808"/>
          </a:xfrm>
        </p:grpSpPr>
        <p:sp>
          <p:nvSpPr>
            <p:cNvPr id="10337" name="Google Shape;10337;p77"/>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7"/>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7"/>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7"/>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7"/>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7"/>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7"/>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7"/>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7"/>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7"/>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7"/>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7"/>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7"/>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7"/>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7"/>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7"/>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7"/>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7"/>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7"/>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7"/>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77"/>
          <p:cNvGrpSpPr/>
          <p:nvPr/>
        </p:nvGrpSpPr>
        <p:grpSpPr>
          <a:xfrm>
            <a:off x="1303537" y="1502716"/>
            <a:ext cx="362939" cy="362677"/>
            <a:chOff x="1303537" y="1502716"/>
            <a:chExt cx="362939" cy="362677"/>
          </a:xfrm>
        </p:grpSpPr>
        <p:sp>
          <p:nvSpPr>
            <p:cNvPr id="10358" name="Google Shape;10358;p77"/>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7"/>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7"/>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7"/>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7"/>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7"/>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7"/>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7"/>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7"/>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7"/>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7"/>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77"/>
          <p:cNvGrpSpPr/>
          <p:nvPr/>
        </p:nvGrpSpPr>
        <p:grpSpPr>
          <a:xfrm>
            <a:off x="1751901" y="1502716"/>
            <a:ext cx="362677" cy="362677"/>
            <a:chOff x="1751901" y="1502716"/>
            <a:chExt cx="362677" cy="362677"/>
          </a:xfrm>
        </p:grpSpPr>
        <p:sp>
          <p:nvSpPr>
            <p:cNvPr id="10370" name="Google Shape;10370;p77"/>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7"/>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7"/>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7"/>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7"/>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7"/>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7"/>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7"/>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7"/>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7"/>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7"/>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7"/>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7"/>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7"/>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7"/>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7"/>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7"/>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7"/>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7"/>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77"/>
          <p:cNvGrpSpPr/>
          <p:nvPr/>
        </p:nvGrpSpPr>
        <p:grpSpPr>
          <a:xfrm>
            <a:off x="3095178" y="1502716"/>
            <a:ext cx="334290" cy="362677"/>
            <a:chOff x="3095178" y="1502716"/>
            <a:chExt cx="334290" cy="362677"/>
          </a:xfrm>
        </p:grpSpPr>
        <p:sp>
          <p:nvSpPr>
            <p:cNvPr id="10390" name="Google Shape;10390;p77"/>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7"/>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7"/>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7"/>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7"/>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7"/>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7"/>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7"/>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7"/>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7"/>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7"/>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7"/>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7"/>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7"/>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7"/>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7"/>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7"/>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7" name="Google Shape;10407;p77"/>
          <p:cNvGrpSpPr/>
          <p:nvPr/>
        </p:nvGrpSpPr>
        <p:grpSpPr>
          <a:xfrm>
            <a:off x="3542281" y="1505605"/>
            <a:ext cx="366196" cy="357005"/>
            <a:chOff x="3542281" y="1505605"/>
            <a:chExt cx="366196" cy="357005"/>
          </a:xfrm>
        </p:grpSpPr>
        <p:sp>
          <p:nvSpPr>
            <p:cNvPr id="10408" name="Google Shape;10408;p77"/>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7"/>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7"/>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7"/>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7"/>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7"/>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7"/>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7"/>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7"/>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7"/>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7"/>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7"/>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7"/>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7"/>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7"/>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7"/>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7"/>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7"/>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7"/>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7"/>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7"/>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7"/>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7"/>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7"/>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7"/>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77"/>
          <p:cNvGrpSpPr/>
          <p:nvPr/>
        </p:nvGrpSpPr>
        <p:grpSpPr>
          <a:xfrm>
            <a:off x="1748382" y="3384797"/>
            <a:ext cx="364673" cy="340067"/>
            <a:chOff x="1748382" y="3384797"/>
            <a:chExt cx="364673" cy="340067"/>
          </a:xfrm>
        </p:grpSpPr>
        <p:sp>
          <p:nvSpPr>
            <p:cNvPr id="10434" name="Google Shape;10434;p77"/>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7"/>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7"/>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7"/>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7"/>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7"/>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7"/>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7"/>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7"/>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7"/>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7"/>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7"/>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7"/>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7"/>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7"/>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77"/>
          <p:cNvGrpSpPr/>
          <p:nvPr/>
        </p:nvGrpSpPr>
        <p:grpSpPr>
          <a:xfrm>
            <a:off x="6221064" y="3811049"/>
            <a:ext cx="364673" cy="339804"/>
            <a:chOff x="6221064" y="3811049"/>
            <a:chExt cx="364673" cy="339804"/>
          </a:xfrm>
        </p:grpSpPr>
        <p:sp>
          <p:nvSpPr>
            <p:cNvPr id="10450" name="Google Shape;10450;p77"/>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7"/>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7"/>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7"/>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7"/>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7"/>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7"/>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7"/>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7"/>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7"/>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7"/>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7"/>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7"/>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7"/>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7"/>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77"/>
          <p:cNvGrpSpPr/>
          <p:nvPr/>
        </p:nvGrpSpPr>
        <p:grpSpPr>
          <a:xfrm>
            <a:off x="2182643" y="3386320"/>
            <a:ext cx="382030" cy="320451"/>
            <a:chOff x="2182643" y="3386320"/>
            <a:chExt cx="382030" cy="320451"/>
          </a:xfrm>
        </p:grpSpPr>
        <p:sp>
          <p:nvSpPr>
            <p:cNvPr id="10466" name="Google Shape;10466;p77"/>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7"/>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7"/>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7"/>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7"/>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7"/>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7"/>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7"/>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7"/>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7"/>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7"/>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7"/>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7"/>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7"/>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7"/>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77"/>
          <p:cNvGrpSpPr/>
          <p:nvPr/>
        </p:nvGrpSpPr>
        <p:grpSpPr>
          <a:xfrm>
            <a:off x="3084386" y="3389340"/>
            <a:ext cx="353880" cy="330745"/>
            <a:chOff x="3084386" y="3389340"/>
            <a:chExt cx="353880" cy="330745"/>
          </a:xfrm>
        </p:grpSpPr>
        <p:sp>
          <p:nvSpPr>
            <p:cNvPr id="10482" name="Google Shape;10482;p77"/>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7"/>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7"/>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7"/>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7"/>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7"/>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7"/>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7"/>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7"/>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7"/>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7"/>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7"/>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4" name="Google Shape;10494;p77"/>
          <p:cNvGrpSpPr/>
          <p:nvPr/>
        </p:nvGrpSpPr>
        <p:grpSpPr>
          <a:xfrm>
            <a:off x="863499" y="1970906"/>
            <a:ext cx="347078" cy="364016"/>
            <a:chOff x="863499" y="1970906"/>
            <a:chExt cx="347078" cy="364016"/>
          </a:xfrm>
        </p:grpSpPr>
        <p:sp>
          <p:nvSpPr>
            <p:cNvPr id="10495" name="Google Shape;10495;p77"/>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7"/>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7"/>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7"/>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7"/>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7"/>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7"/>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7"/>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7"/>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7"/>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7"/>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7"/>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7"/>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7"/>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77"/>
          <p:cNvGrpSpPr/>
          <p:nvPr/>
        </p:nvGrpSpPr>
        <p:grpSpPr>
          <a:xfrm>
            <a:off x="1749879" y="1970906"/>
            <a:ext cx="364436" cy="364174"/>
            <a:chOff x="1749879" y="1970906"/>
            <a:chExt cx="364436" cy="364174"/>
          </a:xfrm>
        </p:grpSpPr>
        <p:sp>
          <p:nvSpPr>
            <p:cNvPr id="10510" name="Google Shape;10510;p77"/>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7"/>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7"/>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7"/>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7"/>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7"/>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7"/>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7"/>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7"/>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7"/>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7"/>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7"/>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7"/>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7"/>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4" name="Google Shape;10524;p77"/>
          <p:cNvGrpSpPr/>
          <p:nvPr/>
        </p:nvGrpSpPr>
        <p:grpSpPr>
          <a:xfrm>
            <a:off x="2186425" y="1976158"/>
            <a:ext cx="396106" cy="353985"/>
            <a:chOff x="2186425" y="1976158"/>
            <a:chExt cx="396106" cy="353985"/>
          </a:xfrm>
        </p:grpSpPr>
        <p:sp>
          <p:nvSpPr>
            <p:cNvPr id="10525" name="Google Shape;10525;p77"/>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7"/>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7"/>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7"/>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7"/>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7"/>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7"/>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77"/>
          <p:cNvGrpSpPr/>
          <p:nvPr/>
        </p:nvGrpSpPr>
        <p:grpSpPr>
          <a:xfrm>
            <a:off x="2659157" y="2017412"/>
            <a:ext cx="319190" cy="271240"/>
            <a:chOff x="2659157" y="2017412"/>
            <a:chExt cx="319190" cy="271240"/>
          </a:xfrm>
        </p:grpSpPr>
        <p:sp>
          <p:nvSpPr>
            <p:cNvPr id="10533" name="Google Shape;10533;p77"/>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7"/>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7"/>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7"/>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7"/>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7"/>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7"/>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7"/>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7"/>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7"/>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7"/>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7"/>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7"/>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7"/>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7"/>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7"/>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7"/>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7"/>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7"/>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7"/>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7"/>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7"/>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7"/>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7"/>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7"/>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7"/>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7"/>
          <p:cNvGrpSpPr/>
          <p:nvPr/>
        </p:nvGrpSpPr>
        <p:grpSpPr>
          <a:xfrm>
            <a:off x="3111775" y="1993516"/>
            <a:ext cx="318928" cy="319217"/>
            <a:chOff x="3111775" y="1993516"/>
            <a:chExt cx="318928" cy="319217"/>
          </a:xfrm>
        </p:grpSpPr>
        <p:sp>
          <p:nvSpPr>
            <p:cNvPr id="10560" name="Google Shape;10560;p77"/>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7"/>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7"/>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7"/>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7"/>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7"/>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7"/>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7"/>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7"/>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7"/>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7"/>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7"/>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7"/>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7"/>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7"/>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7"/>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7"/>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7"/>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7"/>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7"/>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7"/>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7"/>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7"/>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7"/>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7"/>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7"/>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7"/>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7"/>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7"/>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7"/>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0" name="Google Shape;10590;p77"/>
          <p:cNvGrpSpPr/>
          <p:nvPr/>
        </p:nvGrpSpPr>
        <p:grpSpPr>
          <a:xfrm>
            <a:off x="4023785" y="1970407"/>
            <a:ext cx="288807" cy="355377"/>
            <a:chOff x="4023785" y="1970407"/>
            <a:chExt cx="288807" cy="355377"/>
          </a:xfrm>
        </p:grpSpPr>
        <p:sp>
          <p:nvSpPr>
            <p:cNvPr id="10591" name="Google Shape;10591;p77"/>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7"/>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7"/>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7"/>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7"/>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77"/>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7"/>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7"/>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7"/>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7"/>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7"/>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7"/>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7"/>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7"/>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7"/>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7"/>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7"/>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7"/>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7"/>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7"/>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77"/>
          <p:cNvGrpSpPr/>
          <p:nvPr/>
        </p:nvGrpSpPr>
        <p:grpSpPr>
          <a:xfrm>
            <a:off x="3544540" y="3380963"/>
            <a:ext cx="320188" cy="319269"/>
            <a:chOff x="3544540" y="3380963"/>
            <a:chExt cx="320188" cy="319269"/>
          </a:xfrm>
        </p:grpSpPr>
        <p:sp>
          <p:nvSpPr>
            <p:cNvPr id="10612" name="Google Shape;10612;p77"/>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7"/>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7"/>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7"/>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7"/>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7"/>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7"/>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7"/>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7"/>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7"/>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7"/>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7"/>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7"/>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7"/>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7"/>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7"/>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7"/>
          <p:cNvGrpSpPr/>
          <p:nvPr/>
        </p:nvGrpSpPr>
        <p:grpSpPr>
          <a:xfrm>
            <a:off x="3944637" y="3354834"/>
            <a:ext cx="415696" cy="371605"/>
            <a:chOff x="3944637" y="3354834"/>
            <a:chExt cx="415696" cy="371605"/>
          </a:xfrm>
        </p:grpSpPr>
        <p:sp>
          <p:nvSpPr>
            <p:cNvPr id="10629" name="Google Shape;10629;p77"/>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7"/>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7"/>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7"/>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7"/>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7"/>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7"/>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7"/>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7"/>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7"/>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77"/>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7"/>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7"/>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7"/>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7"/>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7"/>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7"/>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6" name="Google Shape;10646;p77"/>
          <p:cNvGrpSpPr/>
          <p:nvPr/>
        </p:nvGrpSpPr>
        <p:grpSpPr>
          <a:xfrm>
            <a:off x="1314619" y="3821527"/>
            <a:ext cx="346317" cy="332136"/>
            <a:chOff x="1314619" y="3821527"/>
            <a:chExt cx="346317" cy="332136"/>
          </a:xfrm>
        </p:grpSpPr>
        <p:sp>
          <p:nvSpPr>
            <p:cNvPr id="10647" name="Google Shape;10647;p77"/>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7"/>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7"/>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7"/>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7"/>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7"/>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7"/>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7"/>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5" name="Google Shape;10655;p77"/>
          <p:cNvGrpSpPr/>
          <p:nvPr/>
        </p:nvGrpSpPr>
        <p:grpSpPr>
          <a:xfrm>
            <a:off x="1751139" y="3790934"/>
            <a:ext cx="386258" cy="380507"/>
            <a:chOff x="1751139" y="3790934"/>
            <a:chExt cx="386258" cy="380507"/>
          </a:xfrm>
        </p:grpSpPr>
        <p:sp>
          <p:nvSpPr>
            <p:cNvPr id="10656" name="Google Shape;10656;p77"/>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7"/>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7"/>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7"/>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77"/>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7"/>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7"/>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7"/>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7"/>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7"/>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7"/>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7"/>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7"/>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7"/>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7"/>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7"/>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4" name="Google Shape;10674;p77"/>
          <p:cNvGrpSpPr/>
          <p:nvPr/>
        </p:nvGrpSpPr>
        <p:grpSpPr>
          <a:xfrm>
            <a:off x="2189681" y="3821606"/>
            <a:ext cx="395607" cy="318928"/>
            <a:chOff x="2189681" y="3821606"/>
            <a:chExt cx="395607" cy="318928"/>
          </a:xfrm>
        </p:grpSpPr>
        <p:sp>
          <p:nvSpPr>
            <p:cNvPr id="10675" name="Google Shape;10675;p77"/>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7"/>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7"/>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7"/>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7"/>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7"/>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77"/>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7"/>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7"/>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7"/>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7"/>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7"/>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7"/>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7"/>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7"/>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7"/>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7"/>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7"/>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7"/>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7"/>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7"/>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7"/>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7"/>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7"/>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7"/>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7"/>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7"/>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7"/>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7"/>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7"/>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5" name="Google Shape;10705;p77"/>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6" name="Google Shape;10706;p77"/>
          <p:cNvGrpSpPr/>
          <p:nvPr/>
        </p:nvGrpSpPr>
        <p:grpSpPr>
          <a:xfrm>
            <a:off x="1277409" y="1961347"/>
            <a:ext cx="420475" cy="383055"/>
            <a:chOff x="1277409" y="1961347"/>
            <a:chExt cx="420475" cy="383055"/>
          </a:xfrm>
        </p:grpSpPr>
        <p:sp>
          <p:nvSpPr>
            <p:cNvPr id="10707" name="Google Shape;10707;p77"/>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7"/>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7"/>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7"/>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7"/>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7"/>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7"/>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7"/>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7"/>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7"/>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7"/>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7"/>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7"/>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7"/>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7"/>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7"/>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7"/>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7"/>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7"/>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7"/>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7"/>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7"/>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7"/>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7"/>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7"/>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7"/>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7"/>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77"/>
          <p:cNvGrpSpPr/>
          <p:nvPr/>
        </p:nvGrpSpPr>
        <p:grpSpPr>
          <a:xfrm>
            <a:off x="2215075" y="2432819"/>
            <a:ext cx="380008" cy="351648"/>
            <a:chOff x="2215075" y="2432819"/>
            <a:chExt cx="380008" cy="351648"/>
          </a:xfrm>
        </p:grpSpPr>
        <p:sp>
          <p:nvSpPr>
            <p:cNvPr id="10735" name="Google Shape;10735;p77"/>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7"/>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7"/>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7"/>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7"/>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7"/>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7"/>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7"/>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7"/>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7"/>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7"/>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7"/>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7"/>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7"/>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7"/>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7"/>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7"/>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7"/>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7"/>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7"/>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7"/>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7"/>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7"/>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7"/>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7"/>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7"/>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7"/>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7"/>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7"/>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77"/>
          <p:cNvGrpSpPr/>
          <p:nvPr/>
        </p:nvGrpSpPr>
        <p:grpSpPr>
          <a:xfrm>
            <a:off x="2661416" y="2422342"/>
            <a:ext cx="344059" cy="340671"/>
            <a:chOff x="2661416" y="2422342"/>
            <a:chExt cx="344059" cy="340671"/>
          </a:xfrm>
        </p:grpSpPr>
        <p:sp>
          <p:nvSpPr>
            <p:cNvPr id="10767" name="Google Shape;10767;p77"/>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7"/>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7"/>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7"/>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7"/>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7"/>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7"/>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7"/>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77"/>
          <p:cNvGrpSpPr/>
          <p:nvPr/>
        </p:nvGrpSpPr>
        <p:grpSpPr>
          <a:xfrm>
            <a:off x="4066510" y="2422342"/>
            <a:ext cx="206876" cy="348470"/>
            <a:chOff x="4066510" y="2422342"/>
            <a:chExt cx="206876" cy="348470"/>
          </a:xfrm>
        </p:grpSpPr>
        <p:sp>
          <p:nvSpPr>
            <p:cNvPr id="10781" name="Google Shape;10781;p77"/>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7"/>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7"/>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7"/>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7"/>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7"/>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3" name="Google Shape;10793;p77"/>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4" name="Google Shape;10794;p77"/>
          <p:cNvGrpSpPr/>
          <p:nvPr/>
        </p:nvGrpSpPr>
        <p:grpSpPr>
          <a:xfrm>
            <a:off x="2617693" y="3817325"/>
            <a:ext cx="420475" cy="326491"/>
            <a:chOff x="2617693" y="3817325"/>
            <a:chExt cx="420475" cy="326491"/>
          </a:xfrm>
        </p:grpSpPr>
        <p:sp>
          <p:nvSpPr>
            <p:cNvPr id="10795" name="Google Shape;10795;p77"/>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7"/>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7"/>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7"/>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7"/>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7"/>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7"/>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7"/>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77"/>
          <p:cNvGrpSpPr/>
          <p:nvPr/>
        </p:nvGrpSpPr>
        <p:grpSpPr>
          <a:xfrm>
            <a:off x="3545301" y="2423523"/>
            <a:ext cx="358134" cy="356637"/>
            <a:chOff x="3545301" y="2423523"/>
            <a:chExt cx="358134" cy="356637"/>
          </a:xfrm>
        </p:grpSpPr>
        <p:sp>
          <p:nvSpPr>
            <p:cNvPr id="10813" name="Google Shape;10813;p77"/>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7"/>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77"/>
          <p:cNvGrpSpPr/>
          <p:nvPr/>
        </p:nvGrpSpPr>
        <p:grpSpPr>
          <a:xfrm>
            <a:off x="5766424" y="4275195"/>
            <a:ext cx="358160" cy="356926"/>
            <a:chOff x="5766424" y="4275195"/>
            <a:chExt cx="358160" cy="356926"/>
          </a:xfrm>
        </p:grpSpPr>
        <p:sp>
          <p:nvSpPr>
            <p:cNvPr id="10823" name="Google Shape;10823;p77"/>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7"/>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77"/>
          <p:cNvGrpSpPr/>
          <p:nvPr/>
        </p:nvGrpSpPr>
        <p:grpSpPr>
          <a:xfrm>
            <a:off x="3531462" y="3824599"/>
            <a:ext cx="377251" cy="324232"/>
            <a:chOff x="3531462" y="3824599"/>
            <a:chExt cx="377251" cy="324232"/>
          </a:xfrm>
        </p:grpSpPr>
        <p:sp>
          <p:nvSpPr>
            <p:cNvPr id="10833" name="Google Shape;10833;p77"/>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7"/>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7"/>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4030586" y="3805246"/>
            <a:ext cx="286523" cy="340566"/>
            <a:chOff x="4030586" y="3805246"/>
            <a:chExt cx="286523" cy="340566"/>
          </a:xfrm>
        </p:grpSpPr>
        <p:sp>
          <p:nvSpPr>
            <p:cNvPr id="10845" name="Google Shape;10845;p77"/>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7"/>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7"/>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7"/>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7"/>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7"/>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7"/>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2180884" y="2888719"/>
            <a:ext cx="376752" cy="374468"/>
            <a:chOff x="2180884" y="2888719"/>
            <a:chExt cx="376752" cy="374468"/>
          </a:xfrm>
        </p:grpSpPr>
        <p:sp>
          <p:nvSpPr>
            <p:cNvPr id="10859" name="Google Shape;10859;p77"/>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7"/>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7"/>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7"/>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7"/>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3" name="Google Shape;10873;p77"/>
          <p:cNvGrpSpPr/>
          <p:nvPr/>
        </p:nvGrpSpPr>
        <p:grpSpPr>
          <a:xfrm>
            <a:off x="3954432" y="2942999"/>
            <a:ext cx="378249" cy="265909"/>
            <a:chOff x="3954432" y="2942999"/>
            <a:chExt cx="378249" cy="265909"/>
          </a:xfrm>
        </p:grpSpPr>
        <p:sp>
          <p:nvSpPr>
            <p:cNvPr id="10874" name="Google Shape;10874;p77"/>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77"/>
          <p:cNvGrpSpPr/>
          <p:nvPr/>
        </p:nvGrpSpPr>
        <p:grpSpPr>
          <a:xfrm>
            <a:off x="1752137" y="4266608"/>
            <a:ext cx="378512" cy="374756"/>
            <a:chOff x="1752137" y="4266608"/>
            <a:chExt cx="378512" cy="374756"/>
          </a:xfrm>
        </p:grpSpPr>
        <p:sp>
          <p:nvSpPr>
            <p:cNvPr id="10884" name="Google Shape;10884;p77"/>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7"/>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7"/>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7"/>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7"/>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7"/>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7"/>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7"/>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5" name="Google Shape;10905;p77"/>
          <p:cNvGrpSpPr/>
          <p:nvPr/>
        </p:nvGrpSpPr>
        <p:grpSpPr>
          <a:xfrm>
            <a:off x="3117788" y="3812546"/>
            <a:ext cx="341065" cy="341065"/>
            <a:chOff x="3117788" y="3812546"/>
            <a:chExt cx="341065" cy="341065"/>
          </a:xfrm>
        </p:grpSpPr>
        <p:sp>
          <p:nvSpPr>
            <p:cNvPr id="10906" name="Google Shape;10906;p77"/>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7"/>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7"/>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7"/>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2" name="Google Shape;10912;p77"/>
          <p:cNvGrpSpPr/>
          <p:nvPr/>
        </p:nvGrpSpPr>
        <p:grpSpPr>
          <a:xfrm>
            <a:off x="3994400" y="4299932"/>
            <a:ext cx="338281" cy="322657"/>
            <a:chOff x="3994400" y="4299932"/>
            <a:chExt cx="338281" cy="322657"/>
          </a:xfrm>
        </p:grpSpPr>
        <p:sp>
          <p:nvSpPr>
            <p:cNvPr id="10913" name="Google Shape;10913;p77"/>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7"/>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7"/>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1" name="Google Shape;10921;p77"/>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3" name="Google Shape;10923;p77"/>
          <p:cNvGrpSpPr/>
          <p:nvPr/>
        </p:nvGrpSpPr>
        <p:grpSpPr>
          <a:xfrm>
            <a:off x="3573426" y="1965628"/>
            <a:ext cx="302358" cy="374993"/>
            <a:chOff x="3573426" y="1965628"/>
            <a:chExt cx="302358" cy="374993"/>
          </a:xfrm>
        </p:grpSpPr>
        <p:sp>
          <p:nvSpPr>
            <p:cNvPr id="10924" name="Google Shape;10924;p77"/>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7"/>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7"/>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7"/>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7"/>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7"/>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7"/>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7"/>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77"/>
          <p:cNvGrpSpPr/>
          <p:nvPr/>
        </p:nvGrpSpPr>
        <p:grpSpPr>
          <a:xfrm>
            <a:off x="3513632" y="2908572"/>
            <a:ext cx="355876" cy="331007"/>
            <a:chOff x="3513632" y="2908572"/>
            <a:chExt cx="355876" cy="331007"/>
          </a:xfrm>
        </p:grpSpPr>
        <p:sp>
          <p:nvSpPr>
            <p:cNvPr id="10972" name="Google Shape;10972;p77"/>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7"/>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7"/>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7"/>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7"/>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7"/>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7"/>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7"/>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77"/>
          <p:cNvGrpSpPr/>
          <p:nvPr/>
        </p:nvGrpSpPr>
        <p:grpSpPr>
          <a:xfrm>
            <a:off x="2694083" y="2888430"/>
            <a:ext cx="235762" cy="374756"/>
            <a:chOff x="2694083" y="2888430"/>
            <a:chExt cx="235762" cy="374756"/>
          </a:xfrm>
        </p:grpSpPr>
        <p:sp>
          <p:nvSpPr>
            <p:cNvPr id="10989" name="Google Shape;10989;p77"/>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7"/>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7"/>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7"/>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7"/>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7"/>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7"/>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77"/>
          <p:cNvGrpSpPr/>
          <p:nvPr/>
        </p:nvGrpSpPr>
        <p:grpSpPr>
          <a:xfrm>
            <a:off x="871534" y="4300588"/>
            <a:ext cx="357661" cy="311155"/>
            <a:chOff x="871534" y="4300588"/>
            <a:chExt cx="357661" cy="311155"/>
          </a:xfrm>
        </p:grpSpPr>
        <p:sp>
          <p:nvSpPr>
            <p:cNvPr id="10999" name="Google Shape;10999;p77"/>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7"/>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7"/>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7"/>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7"/>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7"/>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7"/>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7"/>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77"/>
          <p:cNvGrpSpPr/>
          <p:nvPr/>
        </p:nvGrpSpPr>
        <p:grpSpPr>
          <a:xfrm>
            <a:off x="916019" y="3821606"/>
            <a:ext cx="250100" cy="336785"/>
            <a:chOff x="916019" y="3821606"/>
            <a:chExt cx="250100" cy="336785"/>
          </a:xfrm>
        </p:grpSpPr>
        <p:sp>
          <p:nvSpPr>
            <p:cNvPr id="11021" name="Google Shape;11021;p77"/>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7"/>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7"/>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77"/>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7"/>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7"/>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7"/>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77"/>
          <p:cNvGrpSpPr/>
          <p:nvPr/>
        </p:nvGrpSpPr>
        <p:grpSpPr>
          <a:xfrm>
            <a:off x="849686" y="2909570"/>
            <a:ext cx="374730" cy="332504"/>
            <a:chOff x="849686" y="2909570"/>
            <a:chExt cx="374730" cy="332504"/>
          </a:xfrm>
        </p:grpSpPr>
        <p:sp>
          <p:nvSpPr>
            <p:cNvPr id="11035" name="Google Shape;11035;p77"/>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7"/>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7"/>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77"/>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7"/>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1735567" y="2420241"/>
            <a:ext cx="417718" cy="372866"/>
            <a:chOff x="1735567" y="2420241"/>
            <a:chExt cx="417718" cy="372866"/>
          </a:xfrm>
        </p:grpSpPr>
        <p:sp>
          <p:nvSpPr>
            <p:cNvPr id="11047" name="Google Shape;11047;p77"/>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7"/>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7"/>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7"/>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7"/>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7"/>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77"/>
          <p:cNvGrpSpPr/>
          <p:nvPr/>
        </p:nvGrpSpPr>
        <p:grpSpPr>
          <a:xfrm>
            <a:off x="3599318" y="4299590"/>
            <a:ext cx="251098" cy="309028"/>
            <a:chOff x="3599318" y="4299590"/>
            <a:chExt cx="251098" cy="309028"/>
          </a:xfrm>
        </p:grpSpPr>
        <p:sp>
          <p:nvSpPr>
            <p:cNvPr id="11060" name="Google Shape;11060;p77"/>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7"/>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77"/>
          <p:cNvGrpSpPr/>
          <p:nvPr/>
        </p:nvGrpSpPr>
        <p:grpSpPr>
          <a:xfrm>
            <a:off x="3105998" y="2433240"/>
            <a:ext cx="345818" cy="345056"/>
            <a:chOff x="3105998" y="2433240"/>
            <a:chExt cx="345818" cy="345056"/>
          </a:xfrm>
        </p:grpSpPr>
        <p:sp>
          <p:nvSpPr>
            <p:cNvPr id="11067" name="Google Shape;11067;p77"/>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77"/>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7"/>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7"/>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77"/>
          <p:cNvGrpSpPr/>
          <p:nvPr/>
        </p:nvGrpSpPr>
        <p:grpSpPr>
          <a:xfrm>
            <a:off x="1737326" y="2900773"/>
            <a:ext cx="374730" cy="350361"/>
            <a:chOff x="1737326" y="2900773"/>
            <a:chExt cx="374730" cy="350361"/>
          </a:xfrm>
        </p:grpSpPr>
        <p:sp>
          <p:nvSpPr>
            <p:cNvPr id="11079" name="Google Shape;11079;p77"/>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7"/>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77"/>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77"/>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7"/>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6" name="Google Shape;11096;p77"/>
          <p:cNvGrpSpPr/>
          <p:nvPr/>
        </p:nvGrpSpPr>
        <p:grpSpPr>
          <a:xfrm>
            <a:off x="4000676" y="1579396"/>
            <a:ext cx="327226" cy="211603"/>
            <a:chOff x="4000676" y="1579396"/>
            <a:chExt cx="327226" cy="211603"/>
          </a:xfrm>
        </p:grpSpPr>
        <p:sp>
          <p:nvSpPr>
            <p:cNvPr id="11097" name="Google Shape;11097;p77"/>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7"/>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77"/>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77"/>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7"/>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77"/>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77"/>
          <p:cNvGrpSpPr/>
          <p:nvPr/>
        </p:nvGrpSpPr>
        <p:grpSpPr>
          <a:xfrm>
            <a:off x="2635523" y="1515584"/>
            <a:ext cx="371054" cy="336469"/>
            <a:chOff x="2635523" y="1515584"/>
            <a:chExt cx="371054" cy="336469"/>
          </a:xfrm>
        </p:grpSpPr>
        <p:sp>
          <p:nvSpPr>
            <p:cNvPr id="11114" name="Google Shape;11114;p77"/>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77"/>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77"/>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77"/>
          <p:cNvGrpSpPr/>
          <p:nvPr/>
        </p:nvGrpSpPr>
        <p:grpSpPr>
          <a:xfrm>
            <a:off x="2231907" y="1520731"/>
            <a:ext cx="311627" cy="326569"/>
            <a:chOff x="2231907" y="1520731"/>
            <a:chExt cx="311627" cy="326569"/>
          </a:xfrm>
        </p:grpSpPr>
        <p:sp>
          <p:nvSpPr>
            <p:cNvPr id="11122" name="Google Shape;11122;p77"/>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7"/>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7"/>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77"/>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1340249" y="4301533"/>
            <a:ext cx="311890" cy="304695"/>
            <a:chOff x="1340249" y="4301533"/>
            <a:chExt cx="311890" cy="304695"/>
          </a:xfrm>
        </p:grpSpPr>
        <p:sp>
          <p:nvSpPr>
            <p:cNvPr id="11133" name="Google Shape;11133;p77"/>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7"/>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77"/>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7"/>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77"/>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7"/>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77"/>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77"/>
          <p:cNvGrpSpPr/>
          <p:nvPr/>
        </p:nvGrpSpPr>
        <p:grpSpPr>
          <a:xfrm>
            <a:off x="1330690" y="3377024"/>
            <a:ext cx="306874" cy="332268"/>
            <a:chOff x="1330690" y="3377024"/>
            <a:chExt cx="306874" cy="332268"/>
          </a:xfrm>
        </p:grpSpPr>
        <p:sp>
          <p:nvSpPr>
            <p:cNvPr id="11148" name="Google Shape;11148;p77"/>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7"/>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7"/>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7"/>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7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7"/>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7"/>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7"/>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7"/>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7"/>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7"/>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7"/>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77"/>
          <p:cNvGrpSpPr/>
          <p:nvPr/>
        </p:nvGrpSpPr>
        <p:grpSpPr>
          <a:xfrm>
            <a:off x="2650597" y="3381777"/>
            <a:ext cx="341511" cy="324994"/>
            <a:chOff x="2650597" y="3381777"/>
            <a:chExt cx="341511" cy="324994"/>
          </a:xfrm>
        </p:grpSpPr>
        <p:sp>
          <p:nvSpPr>
            <p:cNvPr id="11168" name="Google Shape;11168;p77"/>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7"/>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7"/>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7"/>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7"/>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7"/>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7"/>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7"/>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7"/>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77"/>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7"/>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7"/>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7"/>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7"/>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7"/>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7"/>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7"/>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7"/>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7"/>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7"/>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7"/>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7"/>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7"/>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7"/>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7"/>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77"/>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7"/>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7"/>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7"/>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7"/>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7"/>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7"/>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7"/>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7"/>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7"/>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77"/>
          <p:cNvGrpSpPr/>
          <p:nvPr/>
        </p:nvGrpSpPr>
        <p:grpSpPr>
          <a:xfrm>
            <a:off x="1295502" y="2437362"/>
            <a:ext cx="402645" cy="323917"/>
            <a:chOff x="1295502" y="2437362"/>
            <a:chExt cx="402645" cy="323917"/>
          </a:xfrm>
        </p:grpSpPr>
        <p:sp>
          <p:nvSpPr>
            <p:cNvPr id="11204" name="Google Shape;11204;p77"/>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7"/>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7"/>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7"/>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77"/>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7"/>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7"/>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7"/>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7"/>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7"/>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7"/>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7"/>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7"/>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7"/>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77"/>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7"/>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77"/>
          <p:cNvGrpSpPr/>
          <p:nvPr/>
        </p:nvGrpSpPr>
        <p:grpSpPr>
          <a:xfrm>
            <a:off x="882590" y="2438360"/>
            <a:ext cx="337310" cy="337047"/>
            <a:chOff x="882590" y="2438360"/>
            <a:chExt cx="337310" cy="337047"/>
          </a:xfrm>
        </p:grpSpPr>
        <p:sp>
          <p:nvSpPr>
            <p:cNvPr id="11221" name="Google Shape;11221;p77"/>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7"/>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7"/>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7"/>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7"/>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7"/>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7"/>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7"/>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7"/>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7"/>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77"/>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7"/>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7"/>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7"/>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7"/>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7"/>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7"/>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7"/>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7"/>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7"/>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7"/>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7"/>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7"/>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7"/>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77"/>
          <p:cNvGrpSpPr/>
          <p:nvPr/>
        </p:nvGrpSpPr>
        <p:grpSpPr>
          <a:xfrm>
            <a:off x="4885060" y="1518788"/>
            <a:ext cx="385786" cy="342588"/>
            <a:chOff x="4885060" y="1518788"/>
            <a:chExt cx="385786" cy="342588"/>
          </a:xfrm>
        </p:grpSpPr>
        <p:sp>
          <p:nvSpPr>
            <p:cNvPr id="11246" name="Google Shape;11246;p77"/>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7"/>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7"/>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7"/>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7"/>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7"/>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7"/>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7"/>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7"/>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7"/>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7"/>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7"/>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7"/>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7"/>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7"/>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7"/>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7"/>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7"/>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7"/>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7"/>
          <p:cNvGrpSpPr/>
          <p:nvPr/>
        </p:nvGrpSpPr>
        <p:grpSpPr>
          <a:xfrm>
            <a:off x="5394478" y="1514533"/>
            <a:ext cx="249076" cy="351096"/>
            <a:chOff x="5394478" y="1514533"/>
            <a:chExt cx="249076" cy="351096"/>
          </a:xfrm>
        </p:grpSpPr>
        <p:sp>
          <p:nvSpPr>
            <p:cNvPr id="11266" name="Google Shape;11266;p77"/>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7"/>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7"/>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7"/>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7"/>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7"/>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7"/>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7"/>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7"/>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7"/>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7"/>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7"/>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7"/>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7"/>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7"/>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77"/>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7"/>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7"/>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7"/>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7"/>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6" name="Google Shape;11286;p77"/>
          <p:cNvGrpSpPr/>
          <p:nvPr/>
        </p:nvGrpSpPr>
        <p:grpSpPr>
          <a:xfrm>
            <a:off x="5782259" y="1512012"/>
            <a:ext cx="356138" cy="356138"/>
            <a:chOff x="5782259" y="1512012"/>
            <a:chExt cx="356138" cy="356138"/>
          </a:xfrm>
        </p:grpSpPr>
        <p:sp>
          <p:nvSpPr>
            <p:cNvPr id="11287" name="Google Shape;11287;p77"/>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7"/>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7"/>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7"/>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7"/>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7"/>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7"/>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7"/>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7"/>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7"/>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7"/>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7"/>
          <p:cNvGrpSpPr/>
          <p:nvPr/>
        </p:nvGrpSpPr>
        <p:grpSpPr>
          <a:xfrm>
            <a:off x="6229598" y="1518052"/>
            <a:ext cx="343560" cy="343822"/>
            <a:chOff x="6229598" y="1518052"/>
            <a:chExt cx="343560" cy="343822"/>
          </a:xfrm>
        </p:grpSpPr>
        <p:sp>
          <p:nvSpPr>
            <p:cNvPr id="11299" name="Google Shape;11299;p77"/>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7"/>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7"/>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7"/>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7"/>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7"/>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7"/>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7"/>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7"/>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7"/>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7"/>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7"/>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7"/>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7"/>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77"/>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7"/>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7"/>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77"/>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7"/>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77"/>
          <p:cNvGrpSpPr/>
          <p:nvPr/>
        </p:nvGrpSpPr>
        <p:grpSpPr>
          <a:xfrm>
            <a:off x="870773" y="3357985"/>
            <a:ext cx="342824" cy="351228"/>
            <a:chOff x="870773" y="3357985"/>
            <a:chExt cx="342824" cy="351228"/>
          </a:xfrm>
        </p:grpSpPr>
        <p:sp>
          <p:nvSpPr>
            <p:cNvPr id="11319" name="Google Shape;11319;p77"/>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77"/>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7"/>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7"/>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77"/>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7"/>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7"/>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7"/>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77"/>
          <p:cNvGrpSpPr/>
          <p:nvPr/>
        </p:nvGrpSpPr>
        <p:grpSpPr>
          <a:xfrm>
            <a:off x="2743084" y="4299590"/>
            <a:ext cx="159372" cy="308896"/>
            <a:chOff x="2743084" y="4299590"/>
            <a:chExt cx="159372" cy="308896"/>
          </a:xfrm>
        </p:grpSpPr>
        <p:sp>
          <p:nvSpPr>
            <p:cNvPr id="11328" name="Google Shape;11328;p77"/>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7"/>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7"/>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7"/>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7"/>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7"/>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7"/>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7"/>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7"/>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7"/>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77"/>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7"/>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7"/>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7"/>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7"/>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3" name="Google Shape;11343;p77"/>
          <p:cNvGrpSpPr/>
          <p:nvPr/>
        </p:nvGrpSpPr>
        <p:grpSpPr>
          <a:xfrm>
            <a:off x="1293506" y="2939716"/>
            <a:ext cx="374730" cy="272211"/>
            <a:chOff x="1293506" y="2939716"/>
            <a:chExt cx="374730" cy="272211"/>
          </a:xfrm>
        </p:grpSpPr>
        <p:sp>
          <p:nvSpPr>
            <p:cNvPr id="11344" name="Google Shape;11344;p77"/>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77"/>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7"/>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7"/>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7"/>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7"/>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77"/>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7"/>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7"/>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7"/>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7"/>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7"/>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7"/>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7"/>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7"/>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7"/>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7"/>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7"/>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7"/>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7"/>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7"/>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7"/>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7"/>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7"/>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7"/>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7"/>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7"/>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77"/>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7"/>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7"/>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77"/>
          <p:cNvGrpSpPr/>
          <p:nvPr/>
        </p:nvGrpSpPr>
        <p:grpSpPr>
          <a:xfrm>
            <a:off x="6669900" y="1505474"/>
            <a:ext cx="345083" cy="369216"/>
            <a:chOff x="6669900" y="1505474"/>
            <a:chExt cx="345083" cy="369216"/>
          </a:xfrm>
        </p:grpSpPr>
        <p:sp>
          <p:nvSpPr>
            <p:cNvPr id="11375" name="Google Shape;11375;p77"/>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7"/>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7"/>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7"/>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7"/>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7"/>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7"/>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7"/>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7"/>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7"/>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7"/>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7"/>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7"/>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7"/>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7"/>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77"/>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7"/>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7"/>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77"/>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7"/>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7"/>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7"/>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7" name="Google Shape;11397;p77"/>
          <p:cNvGrpSpPr/>
          <p:nvPr/>
        </p:nvGrpSpPr>
        <p:grpSpPr>
          <a:xfrm>
            <a:off x="7117003" y="1518000"/>
            <a:ext cx="333003" cy="344085"/>
            <a:chOff x="7117003" y="1518000"/>
            <a:chExt cx="333003" cy="344085"/>
          </a:xfrm>
        </p:grpSpPr>
        <p:sp>
          <p:nvSpPr>
            <p:cNvPr id="11398" name="Google Shape;11398;p77"/>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77"/>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77"/>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7"/>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7"/>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7"/>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7"/>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7"/>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7"/>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7"/>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7"/>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7"/>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7"/>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7"/>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7"/>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7"/>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7"/>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7"/>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7"/>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7"/>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7"/>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7"/>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7"/>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7"/>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77"/>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7"/>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7"/>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7"/>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7"/>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7"/>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7"/>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7"/>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7"/>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7"/>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7"/>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7"/>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77"/>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77"/>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77"/>
          <p:cNvGrpSpPr/>
          <p:nvPr/>
        </p:nvGrpSpPr>
        <p:grpSpPr>
          <a:xfrm>
            <a:off x="2200238" y="4289165"/>
            <a:ext cx="374756" cy="329300"/>
            <a:chOff x="2200238" y="4289165"/>
            <a:chExt cx="374756" cy="329300"/>
          </a:xfrm>
        </p:grpSpPr>
        <p:sp>
          <p:nvSpPr>
            <p:cNvPr id="11437" name="Google Shape;11437;p77"/>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77"/>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7"/>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7"/>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7"/>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7"/>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7"/>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7"/>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7"/>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7"/>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7"/>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7"/>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7"/>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7"/>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7"/>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7"/>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7"/>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7"/>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77"/>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77"/>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7"/>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7"/>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9" name="Google Shape;11459;p77"/>
          <p:cNvGrpSpPr/>
          <p:nvPr/>
        </p:nvGrpSpPr>
        <p:grpSpPr>
          <a:xfrm>
            <a:off x="7556043" y="1499959"/>
            <a:ext cx="337283" cy="380192"/>
            <a:chOff x="7556043" y="1499959"/>
            <a:chExt cx="337283" cy="380192"/>
          </a:xfrm>
        </p:grpSpPr>
        <p:sp>
          <p:nvSpPr>
            <p:cNvPr id="11460" name="Google Shape;11460;p77"/>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7"/>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77"/>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7"/>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7"/>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7"/>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7"/>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7"/>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7"/>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7"/>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7"/>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7"/>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7"/>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7"/>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77"/>
          <p:cNvGrpSpPr/>
          <p:nvPr/>
        </p:nvGrpSpPr>
        <p:grpSpPr>
          <a:xfrm>
            <a:off x="7992826" y="1517790"/>
            <a:ext cx="317431" cy="344584"/>
            <a:chOff x="7992826" y="1517790"/>
            <a:chExt cx="317431" cy="344584"/>
          </a:xfrm>
        </p:grpSpPr>
        <p:sp>
          <p:nvSpPr>
            <p:cNvPr id="11475" name="Google Shape;11475;p77"/>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7"/>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7"/>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7"/>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77"/>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7"/>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7"/>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7"/>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7"/>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7"/>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7"/>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7"/>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7"/>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7"/>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7"/>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7"/>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7"/>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7"/>
          <p:cNvGrpSpPr/>
          <p:nvPr/>
        </p:nvGrpSpPr>
        <p:grpSpPr>
          <a:xfrm>
            <a:off x="4864446" y="3340207"/>
            <a:ext cx="395607" cy="387414"/>
            <a:chOff x="4864446" y="3340207"/>
            <a:chExt cx="395607" cy="387414"/>
          </a:xfrm>
        </p:grpSpPr>
        <p:sp>
          <p:nvSpPr>
            <p:cNvPr id="11493" name="Google Shape;11493;p77"/>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7"/>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77"/>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7"/>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7"/>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7"/>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7"/>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77"/>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7"/>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7"/>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7"/>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7"/>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77"/>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7"/>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7"/>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77"/>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77"/>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7"/>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7"/>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7"/>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7"/>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7"/>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7"/>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77"/>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77"/>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8" name="Google Shape;11518;p77"/>
          <p:cNvGrpSpPr/>
          <p:nvPr/>
        </p:nvGrpSpPr>
        <p:grpSpPr>
          <a:xfrm>
            <a:off x="3130367" y="4324485"/>
            <a:ext cx="297342" cy="258871"/>
            <a:chOff x="3130367" y="4324485"/>
            <a:chExt cx="297342" cy="258871"/>
          </a:xfrm>
        </p:grpSpPr>
        <p:sp>
          <p:nvSpPr>
            <p:cNvPr id="11519" name="Google Shape;11519;p77"/>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7"/>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7"/>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7"/>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7"/>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7"/>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77"/>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7"/>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7"/>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7"/>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77"/>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7"/>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7"/>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7"/>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7"/>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7"/>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7"/>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7"/>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77"/>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7"/>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7"/>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7"/>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7"/>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2" name="Google Shape;11542;p77"/>
          <p:cNvGrpSpPr/>
          <p:nvPr/>
        </p:nvGrpSpPr>
        <p:grpSpPr>
          <a:xfrm>
            <a:off x="5302988" y="3389839"/>
            <a:ext cx="394609" cy="286523"/>
            <a:chOff x="5302988" y="3389839"/>
            <a:chExt cx="394609" cy="286523"/>
          </a:xfrm>
        </p:grpSpPr>
        <p:sp>
          <p:nvSpPr>
            <p:cNvPr id="11543" name="Google Shape;11543;p77"/>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7"/>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7"/>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7"/>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7"/>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7"/>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77"/>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7"/>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7"/>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7"/>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7"/>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77"/>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7"/>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7"/>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7"/>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7"/>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7"/>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7"/>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7"/>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7"/>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7"/>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7"/>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7"/>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7"/>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7"/>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7"/>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7"/>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77"/>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7"/>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7"/>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77"/>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7"/>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7"/>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6" name="Google Shape;11576;p77"/>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7" name="Google Shape;11577;p77"/>
          <p:cNvGrpSpPr/>
          <p:nvPr/>
        </p:nvGrpSpPr>
        <p:grpSpPr>
          <a:xfrm>
            <a:off x="3060752" y="2903609"/>
            <a:ext cx="390565" cy="359578"/>
            <a:chOff x="3060752" y="2903609"/>
            <a:chExt cx="390565" cy="359578"/>
          </a:xfrm>
        </p:grpSpPr>
        <p:sp>
          <p:nvSpPr>
            <p:cNvPr id="11578" name="Google Shape;11578;p7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7"/>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7"/>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77"/>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77"/>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77"/>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7"/>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7"/>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7"/>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7"/>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7"/>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7"/>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7"/>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7"/>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7"/>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7"/>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7"/>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77"/>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77"/>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7"/>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7"/>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7"/>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7"/>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77"/>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77"/>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7"/>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7"/>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7"/>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7"/>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7"/>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7"/>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2" name="Google Shape;11612;p77"/>
          <p:cNvGrpSpPr/>
          <p:nvPr/>
        </p:nvGrpSpPr>
        <p:grpSpPr>
          <a:xfrm>
            <a:off x="5741031" y="3386057"/>
            <a:ext cx="394609" cy="294585"/>
            <a:chOff x="5741031" y="3386057"/>
            <a:chExt cx="394609" cy="294585"/>
          </a:xfrm>
        </p:grpSpPr>
        <p:sp>
          <p:nvSpPr>
            <p:cNvPr id="11613" name="Google Shape;11613;p77"/>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7"/>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7"/>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7"/>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7"/>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7"/>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7"/>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77"/>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77"/>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7"/>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7"/>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7"/>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77"/>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77"/>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7"/>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7"/>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7"/>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7"/>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7"/>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7"/>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7"/>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7"/>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7"/>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7"/>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7"/>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7"/>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7"/>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7"/>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7"/>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7"/>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3" name="Google Shape;11643;p77"/>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4" name="Google Shape;11644;p77"/>
          <p:cNvGrpSpPr/>
          <p:nvPr/>
        </p:nvGrpSpPr>
        <p:grpSpPr>
          <a:xfrm>
            <a:off x="6179074" y="3368726"/>
            <a:ext cx="394609" cy="328749"/>
            <a:chOff x="6179074" y="3368726"/>
            <a:chExt cx="394609" cy="328749"/>
          </a:xfrm>
        </p:grpSpPr>
        <p:sp>
          <p:nvSpPr>
            <p:cNvPr id="11645" name="Google Shape;11645;p77"/>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7"/>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7"/>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7"/>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7"/>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7"/>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7"/>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7"/>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7"/>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7"/>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7"/>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7"/>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7"/>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7"/>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7"/>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7"/>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7"/>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7"/>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7"/>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7"/>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7"/>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7"/>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7"/>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7"/>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7"/>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7"/>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7"/>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7"/>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7"/>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7"/>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7"/>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7"/>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7"/>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7"/>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7"/>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7"/>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7"/>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7"/>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7"/>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7"/>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7"/>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7"/>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7"/>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7"/>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7"/>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7"/>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7"/>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7"/>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7"/>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7"/>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7"/>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7"/>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7"/>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77"/>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77"/>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7"/>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7"/>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7"/>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7"/>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7"/>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77"/>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7"/>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7"/>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7"/>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7"/>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7"/>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7"/>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7"/>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7"/>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77"/>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7"/>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7"/>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7"/>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7"/>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7"/>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7"/>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7"/>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7"/>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7"/>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7"/>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7"/>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7"/>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7"/>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77"/>
          <p:cNvGrpSpPr/>
          <p:nvPr/>
        </p:nvGrpSpPr>
        <p:grpSpPr>
          <a:xfrm>
            <a:off x="7054924" y="3367728"/>
            <a:ext cx="394583" cy="331007"/>
            <a:chOff x="7054924" y="3367728"/>
            <a:chExt cx="394583" cy="331007"/>
          </a:xfrm>
        </p:grpSpPr>
        <p:sp>
          <p:nvSpPr>
            <p:cNvPr id="11729" name="Google Shape;11729;p77"/>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7"/>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7"/>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7"/>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7"/>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7"/>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7"/>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7"/>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77"/>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7"/>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7"/>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77"/>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7"/>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7"/>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7"/>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77"/>
          <p:cNvGrpSpPr/>
          <p:nvPr/>
        </p:nvGrpSpPr>
        <p:grpSpPr>
          <a:xfrm>
            <a:off x="7492967" y="3361425"/>
            <a:ext cx="394583" cy="343586"/>
            <a:chOff x="7492967" y="3361425"/>
            <a:chExt cx="394583" cy="343586"/>
          </a:xfrm>
        </p:grpSpPr>
        <p:sp>
          <p:nvSpPr>
            <p:cNvPr id="11745" name="Google Shape;11745;p77"/>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77"/>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7"/>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7"/>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7"/>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7"/>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7"/>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7"/>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7"/>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7"/>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7"/>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7"/>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7"/>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7"/>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7"/>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77"/>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7"/>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7"/>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7"/>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7"/>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7"/>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7"/>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7"/>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8" name="Google Shape;11768;p77"/>
          <p:cNvGrpSpPr/>
          <p:nvPr/>
        </p:nvGrpSpPr>
        <p:grpSpPr>
          <a:xfrm>
            <a:off x="7935527" y="3353154"/>
            <a:ext cx="385287" cy="360156"/>
            <a:chOff x="7935527" y="3353154"/>
            <a:chExt cx="385287" cy="360156"/>
          </a:xfrm>
        </p:grpSpPr>
        <p:sp>
          <p:nvSpPr>
            <p:cNvPr id="11769" name="Google Shape;11769;p77"/>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7"/>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7"/>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7"/>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7"/>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7"/>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7"/>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7"/>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7"/>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7"/>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7"/>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7"/>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77"/>
          <p:cNvGrpSpPr/>
          <p:nvPr/>
        </p:nvGrpSpPr>
        <p:grpSpPr>
          <a:xfrm>
            <a:off x="5319821" y="1986242"/>
            <a:ext cx="348103" cy="348103"/>
            <a:chOff x="5319821" y="1986242"/>
            <a:chExt cx="348103" cy="348103"/>
          </a:xfrm>
        </p:grpSpPr>
        <p:sp>
          <p:nvSpPr>
            <p:cNvPr id="11782" name="Google Shape;11782;p77"/>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7"/>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7"/>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7"/>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7"/>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77"/>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77"/>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7"/>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7"/>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7"/>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7"/>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77"/>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7"/>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7"/>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77"/>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77"/>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7"/>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7"/>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7"/>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7"/>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7"/>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7"/>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7"/>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7"/>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77"/>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7"/>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77"/>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7"/>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7"/>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7"/>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7"/>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77"/>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77"/>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7"/>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7"/>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7"/>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7"/>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77"/>
          <p:cNvGrpSpPr/>
          <p:nvPr/>
        </p:nvGrpSpPr>
        <p:grpSpPr>
          <a:xfrm>
            <a:off x="5765926" y="1976683"/>
            <a:ext cx="348339" cy="348103"/>
            <a:chOff x="5765926" y="1976683"/>
            <a:chExt cx="348339" cy="348103"/>
          </a:xfrm>
        </p:grpSpPr>
        <p:sp>
          <p:nvSpPr>
            <p:cNvPr id="11820" name="Google Shape;11820;p77"/>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77"/>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7"/>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7"/>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7"/>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7"/>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7"/>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7"/>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7"/>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7"/>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7"/>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7"/>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7"/>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7"/>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77"/>
          <p:cNvGrpSpPr/>
          <p:nvPr/>
        </p:nvGrpSpPr>
        <p:grpSpPr>
          <a:xfrm>
            <a:off x="6191390" y="1981489"/>
            <a:ext cx="389068" cy="347787"/>
            <a:chOff x="6191390" y="1981489"/>
            <a:chExt cx="389068" cy="347787"/>
          </a:xfrm>
        </p:grpSpPr>
        <p:sp>
          <p:nvSpPr>
            <p:cNvPr id="11835" name="Google Shape;11835;p77"/>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7"/>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77"/>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7"/>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7"/>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7"/>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7"/>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2" name="Google Shape;11842;p77"/>
          <p:cNvGrpSpPr/>
          <p:nvPr/>
        </p:nvGrpSpPr>
        <p:grpSpPr>
          <a:xfrm>
            <a:off x="6657846" y="2007591"/>
            <a:ext cx="348103" cy="295714"/>
            <a:chOff x="6657846" y="2007591"/>
            <a:chExt cx="348103" cy="295714"/>
          </a:xfrm>
        </p:grpSpPr>
        <p:sp>
          <p:nvSpPr>
            <p:cNvPr id="11843" name="Google Shape;11843;p77"/>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7"/>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7"/>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7"/>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77"/>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77"/>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7"/>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7"/>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7"/>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77"/>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7"/>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7"/>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7"/>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7"/>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7"/>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77"/>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77"/>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7"/>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77"/>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77"/>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7"/>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7"/>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7"/>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77"/>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77"/>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7"/>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7"/>
          <p:cNvGrpSpPr/>
          <p:nvPr/>
        </p:nvGrpSpPr>
        <p:grpSpPr>
          <a:xfrm>
            <a:off x="7104188" y="1971904"/>
            <a:ext cx="347341" cy="348103"/>
            <a:chOff x="7104188" y="1971904"/>
            <a:chExt cx="347341" cy="348103"/>
          </a:xfrm>
        </p:grpSpPr>
        <p:sp>
          <p:nvSpPr>
            <p:cNvPr id="11870" name="Google Shape;11870;p77"/>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7"/>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7"/>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7"/>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7"/>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7"/>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7"/>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77"/>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77"/>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7"/>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7"/>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7"/>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7"/>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7"/>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7"/>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7"/>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7"/>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7"/>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7"/>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7"/>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7"/>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77"/>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77"/>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7"/>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7"/>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7"/>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7"/>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7"/>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7"/>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7"/>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7"/>
          <p:cNvGrpSpPr/>
          <p:nvPr/>
        </p:nvGrpSpPr>
        <p:grpSpPr>
          <a:xfrm>
            <a:off x="7551264" y="1971904"/>
            <a:ext cx="344321" cy="348155"/>
            <a:chOff x="7551264" y="1971904"/>
            <a:chExt cx="344321" cy="348155"/>
          </a:xfrm>
        </p:grpSpPr>
        <p:sp>
          <p:nvSpPr>
            <p:cNvPr id="11901" name="Google Shape;11901;p77"/>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7"/>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7"/>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7"/>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7"/>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7"/>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7"/>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7"/>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7"/>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7"/>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7"/>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7"/>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7"/>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7"/>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7"/>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7"/>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7"/>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7"/>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7"/>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7"/>
          <p:cNvGrpSpPr/>
          <p:nvPr/>
        </p:nvGrpSpPr>
        <p:grpSpPr>
          <a:xfrm>
            <a:off x="7992065" y="1971904"/>
            <a:ext cx="351621" cy="348103"/>
            <a:chOff x="7992065" y="1971904"/>
            <a:chExt cx="351621" cy="348103"/>
          </a:xfrm>
        </p:grpSpPr>
        <p:sp>
          <p:nvSpPr>
            <p:cNvPr id="11921" name="Google Shape;11921;p77"/>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7"/>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7"/>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7"/>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7"/>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7"/>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77"/>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7"/>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7"/>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7"/>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7"/>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7"/>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7"/>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7"/>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7"/>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77"/>
          <p:cNvGrpSpPr/>
          <p:nvPr/>
        </p:nvGrpSpPr>
        <p:grpSpPr>
          <a:xfrm>
            <a:off x="4911189" y="3793455"/>
            <a:ext cx="296580" cy="364935"/>
            <a:chOff x="4911189" y="3793455"/>
            <a:chExt cx="296580" cy="364935"/>
          </a:xfrm>
        </p:grpSpPr>
        <p:sp>
          <p:nvSpPr>
            <p:cNvPr id="11937" name="Google Shape;11937;p77"/>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7"/>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7"/>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7"/>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7"/>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7"/>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7"/>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7"/>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7"/>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7"/>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77"/>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77"/>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7"/>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7"/>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7"/>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7"/>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7"/>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7"/>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7"/>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7"/>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77"/>
          <p:cNvGrpSpPr/>
          <p:nvPr/>
        </p:nvGrpSpPr>
        <p:grpSpPr>
          <a:xfrm>
            <a:off x="5341433" y="3793271"/>
            <a:ext cx="330272" cy="329117"/>
            <a:chOff x="5341433" y="3793271"/>
            <a:chExt cx="330272" cy="329117"/>
          </a:xfrm>
        </p:grpSpPr>
        <p:sp>
          <p:nvSpPr>
            <p:cNvPr id="11958" name="Google Shape;11958;p77"/>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7"/>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7"/>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7"/>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7"/>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7"/>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7"/>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7"/>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7"/>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7"/>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7"/>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7"/>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7"/>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7"/>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7"/>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7"/>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77"/>
          <p:cNvGrpSpPr/>
          <p:nvPr/>
        </p:nvGrpSpPr>
        <p:grpSpPr>
          <a:xfrm>
            <a:off x="5744051" y="3766250"/>
            <a:ext cx="428511" cy="383186"/>
            <a:chOff x="5744051" y="3766250"/>
            <a:chExt cx="428511" cy="383186"/>
          </a:xfrm>
        </p:grpSpPr>
        <p:sp>
          <p:nvSpPr>
            <p:cNvPr id="11975" name="Google Shape;11975;p77"/>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7"/>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7"/>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7"/>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7"/>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7"/>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7"/>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7"/>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77"/>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77"/>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7"/>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7"/>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7"/>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7"/>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7"/>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7"/>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7"/>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77"/>
          <p:cNvGrpSpPr/>
          <p:nvPr/>
        </p:nvGrpSpPr>
        <p:grpSpPr>
          <a:xfrm>
            <a:off x="6678697" y="3793324"/>
            <a:ext cx="342824" cy="328985"/>
            <a:chOff x="6678697" y="3793324"/>
            <a:chExt cx="342824" cy="328985"/>
          </a:xfrm>
        </p:grpSpPr>
        <p:sp>
          <p:nvSpPr>
            <p:cNvPr id="11993" name="Google Shape;11993;p77"/>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7"/>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7"/>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7"/>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7"/>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7"/>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7"/>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7"/>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7"/>
          <p:cNvGrpSpPr/>
          <p:nvPr/>
        </p:nvGrpSpPr>
        <p:grpSpPr>
          <a:xfrm>
            <a:off x="7101903" y="3762022"/>
            <a:ext cx="398627" cy="392088"/>
            <a:chOff x="7101903" y="3762022"/>
            <a:chExt cx="398627" cy="392088"/>
          </a:xfrm>
        </p:grpSpPr>
        <p:sp>
          <p:nvSpPr>
            <p:cNvPr id="12002" name="Google Shape;12002;p77"/>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7"/>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7"/>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7"/>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7"/>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7"/>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7"/>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7"/>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7"/>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7"/>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7"/>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7"/>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77"/>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7"/>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7"/>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7"/>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77"/>
          <p:cNvGrpSpPr/>
          <p:nvPr/>
        </p:nvGrpSpPr>
        <p:grpSpPr>
          <a:xfrm>
            <a:off x="7541469" y="3793455"/>
            <a:ext cx="407897" cy="328985"/>
            <a:chOff x="7541469" y="3793455"/>
            <a:chExt cx="407897" cy="328985"/>
          </a:xfrm>
        </p:grpSpPr>
        <p:sp>
          <p:nvSpPr>
            <p:cNvPr id="12021" name="Google Shape;12021;p77"/>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7"/>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7"/>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77"/>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77"/>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7"/>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7"/>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7"/>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7"/>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7"/>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7"/>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7"/>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7"/>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7"/>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7"/>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7"/>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7"/>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7"/>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7"/>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7"/>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7"/>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7"/>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7"/>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7"/>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7"/>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7"/>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7"/>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7"/>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7"/>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7"/>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1" name="Google Shape;12051;p77"/>
          <p:cNvGrpSpPr/>
          <p:nvPr/>
        </p:nvGrpSpPr>
        <p:grpSpPr>
          <a:xfrm>
            <a:off x="5310288" y="2956312"/>
            <a:ext cx="432292" cy="264412"/>
            <a:chOff x="5310288" y="2956312"/>
            <a:chExt cx="432292" cy="264412"/>
          </a:xfrm>
        </p:grpSpPr>
        <p:sp>
          <p:nvSpPr>
            <p:cNvPr id="12052" name="Google Shape;12052;p77"/>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7"/>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7"/>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7"/>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7"/>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7"/>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7"/>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7"/>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7"/>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7"/>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7"/>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7"/>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7"/>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7"/>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7"/>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7"/>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7"/>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7"/>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7"/>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7"/>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7"/>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7"/>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7"/>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7"/>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7"/>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7"/>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77"/>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77"/>
          <p:cNvGrpSpPr/>
          <p:nvPr/>
        </p:nvGrpSpPr>
        <p:grpSpPr>
          <a:xfrm>
            <a:off x="4879047" y="2432320"/>
            <a:ext cx="398075" cy="340303"/>
            <a:chOff x="4879047" y="2432320"/>
            <a:chExt cx="398075" cy="340303"/>
          </a:xfrm>
        </p:grpSpPr>
        <p:sp>
          <p:nvSpPr>
            <p:cNvPr id="12080" name="Google Shape;12080;p77"/>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7"/>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7"/>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7"/>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7"/>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7"/>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7"/>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7"/>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7"/>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7"/>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7"/>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77"/>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7"/>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7"/>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7"/>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7"/>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7"/>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7"/>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7"/>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7"/>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7"/>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77"/>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77"/>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7"/>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7"/>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7"/>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6" name="Google Shape;12106;p77"/>
          <p:cNvGrpSpPr/>
          <p:nvPr/>
        </p:nvGrpSpPr>
        <p:grpSpPr>
          <a:xfrm>
            <a:off x="5388701" y="2393823"/>
            <a:ext cx="280982" cy="395896"/>
            <a:chOff x="5388701" y="2393823"/>
            <a:chExt cx="280982" cy="395896"/>
          </a:xfrm>
        </p:grpSpPr>
        <p:sp>
          <p:nvSpPr>
            <p:cNvPr id="12107" name="Google Shape;12107;p77"/>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7"/>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7"/>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7"/>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7"/>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7"/>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7"/>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7"/>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7"/>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7"/>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7"/>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7"/>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7"/>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7"/>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7"/>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7"/>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77"/>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7"/>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7"/>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7"/>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7"/>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7"/>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7"/>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7"/>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7"/>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7"/>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7"/>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77"/>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7"/>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7"/>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77"/>
          <p:cNvGrpSpPr/>
          <p:nvPr/>
        </p:nvGrpSpPr>
        <p:grpSpPr>
          <a:xfrm>
            <a:off x="5743289" y="2439122"/>
            <a:ext cx="444871" cy="316407"/>
            <a:chOff x="5743289" y="2439122"/>
            <a:chExt cx="444871" cy="316407"/>
          </a:xfrm>
        </p:grpSpPr>
        <p:sp>
          <p:nvSpPr>
            <p:cNvPr id="12138" name="Google Shape;12138;p77"/>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7"/>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7"/>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7"/>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7"/>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7"/>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7"/>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7"/>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77"/>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77"/>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7"/>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7"/>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7"/>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77"/>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77"/>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7"/>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77"/>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7"/>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7"/>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7"/>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7"/>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7"/>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7"/>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7"/>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7"/>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7"/>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77"/>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77"/>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77"/>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77"/>
          <p:cNvGrpSpPr/>
          <p:nvPr/>
        </p:nvGrpSpPr>
        <p:grpSpPr>
          <a:xfrm>
            <a:off x="6230360" y="2432583"/>
            <a:ext cx="351359" cy="363412"/>
            <a:chOff x="6230360" y="2432583"/>
            <a:chExt cx="351359" cy="363412"/>
          </a:xfrm>
        </p:grpSpPr>
        <p:sp>
          <p:nvSpPr>
            <p:cNvPr id="12168" name="Google Shape;12168;p77"/>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7"/>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7"/>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7"/>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7"/>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77"/>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7"/>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7"/>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7"/>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7"/>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7"/>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7"/>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7"/>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7"/>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7"/>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7"/>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7"/>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7"/>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77"/>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7"/>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7"/>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77"/>
          <p:cNvGrpSpPr/>
          <p:nvPr/>
        </p:nvGrpSpPr>
        <p:grpSpPr>
          <a:xfrm>
            <a:off x="6633976" y="2459552"/>
            <a:ext cx="387781" cy="286680"/>
            <a:chOff x="6633976" y="2459552"/>
            <a:chExt cx="387781" cy="286680"/>
          </a:xfrm>
        </p:grpSpPr>
        <p:sp>
          <p:nvSpPr>
            <p:cNvPr id="12190" name="Google Shape;12190;p77"/>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7"/>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7"/>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7"/>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7"/>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7"/>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7"/>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77"/>
          <p:cNvGrpSpPr/>
          <p:nvPr/>
        </p:nvGrpSpPr>
        <p:grpSpPr>
          <a:xfrm>
            <a:off x="7091110" y="2428565"/>
            <a:ext cx="376989" cy="348864"/>
            <a:chOff x="7091110" y="2428565"/>
            <a:chExt cx="376989" cy="348864"/>
          </a:xfrm>
        </p:grpSpPr>
        <p:sp>
          <p:nvSpPr>
            <p:cNvPr id="12198" name="Google Shape;12198;p77"/>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7"/>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7"/>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7"/>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7"/>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7"/>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7"/>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7"/>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7"/>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7"/>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7"/>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7"/>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7"/>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7"/>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7"/>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7"/>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7"/>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7"/>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7"/>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7"/>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7"/>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7"/>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7"/>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7"/>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7"/>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7"/>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7"/>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7"/>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7"/>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7"/>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7"/>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77"/>
          <p:cNvGrpSpPr/>
          <p:nvPr/>
        </p:nvGrpSpPr>
        <p:grpSpPr>
          <a:xfrm>
            <a:off x="7536427" y="2415225"/>
            <a:ext cx="369715" cy="375492"/>
            <a:chOff x="7536427" y="2415225"/>
            <a:chExt cx="369715" cy="375492"/>
          </a:xfrm>
        </p:grpSpPr>
        <p:sp>
          <p:nvSpPr>
            <p:cNvPr id="12230" name="Google Shape;12230;p77"/>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7"/>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7"/>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7"/>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77"/>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7"/>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7"/>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77"/>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77"/>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7"/>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7"/>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7"/>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7"/>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7"/>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7"/>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7"/>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7"/>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7"/>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7"/>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7"/>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7"/>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7"/>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7"/>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7"/>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7"/>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7"/>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7"/>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7"/>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7"/>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7"/>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7"/>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7"/>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7"/>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7"/>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7"/>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7"/>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77"/>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7"/>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8" name="Google Shape;12268;p77"/>
          <p:cNvGrpSpPr/>
          <p:nvPr/>
        </p:nvGrpSpPr>
        <p:grpSpPr>
          <a:xfrm>
            <a:off x="7980773" y="2428802"/>
            <a:ext cx="353381" cy="358160"/>
            <a:chOff x="7980773" y="2428802"/>
            <a:chExt cx="353381" cy="358160"/>
          </a:xfrm>
        </p:grpSpPr>
        <p:sp>
          <p:nvSpPr>
            <p:cNvPr id="12269" name="Google Shape;12269;p77"/>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7"/>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7"/>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7"/>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7"/>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7"/>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7"/>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7"/>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7"/>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7"/>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7"/>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7"/>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7"/>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7"/>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7"/>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7"/>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7"/>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7"/>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7"/>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7"/>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7"/>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7"/>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77"/>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77"/>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7"/>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7"/>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7"/>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7"/>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7"/>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7"/>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9" name="Google Shape;12299;p77"/>
          <p:cNvGrpSpPr/>
          <p:nvPr/>
        </p:nvGrpSpPr>
        <p:grpSpPr>
          <a:xfrm>
            <a:off x="4886058" y="4291240"/>
            <a:ext cx="346343" cy="343953"/>
            <a:chOff x="4886058" y="4291240"/>
            <a:chExt cx="346343" cy="343953"/>
          </a:xfrm>
        </p:grpSpPr>
        <p:sp>
          <p:nvSpPr>
            <p:cNvPr id="12300" name="Google Shape;12300;p77"/>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7"/>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7"/>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7"/>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7"/>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7"/>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7"/>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7"/>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7"/>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7"/>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7"/>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7"/>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7"/>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3" name="Google Shape;12313;p77"/>
          <p:cNvGrpSpPr/>
          <p:nvPr/>
        </p:nvGrpSpPr>
        <p:grpSpPr>
          <a:xfrm>
            <a:off x="5344216" y="4291056"/>
            <a:ext cx="304616" cy="343560"/>
            <a:chOff x="5344216" y="4291056"/>
            <a:chExt cx="304616" cy="343560"/>
          </a:xfrm>
        </p:grpSpPr>
        <p:sp>
          <p:nvSpPr>
            <p:cNvPr id="12314" name="Google Shape;12314;p77"/>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7"/>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7"/>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7"/>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7"/>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7"/>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7"/>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7"/>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7"/>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7"/>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7"/>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5" name="Google Shape;12325;p77"/>
          <p:cNvGrpSpPr/>
          <p:nvPr/>
        </p:nvGrpSpPr>
        <p:grpSpPr>
          <a:xfrm>
            <a:off x="6279999" y="4264422"/>
            <a:ext cx="204093" cy="343743"/>
            <a:chOff x="6271562" y="4290872"/>
            <a:chExt cx="204093" cy="343743"/>
          </a:xfrm>
        </p:grpSpPr>
        <p:sp>
          <p:nvSpPr>
            <p:cNvPr id="12326" name="Google Shape;12326;p77"/>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7"/>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7"/>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7"/>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7"/>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7"/>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7"/>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7"/>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7"/>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7"/>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7"/>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7"/>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77"/>
          <p:cNvGrpSpPr/>
          <p:nvPr/>
        </p:nvGrpSpPr>
        <p:grpSpPr>
          <a:xfrm>
            <a:off x="6639491" y="4329238"/>
            <a:ext cx="344085" cy="267195"/>
            <a:chOff x="6639491" y="4329238"/>
            <a:chExt cx="344085" cy="267195"/>
          </a:xfrm>
        </p:grpSpPr>
        <p:sp>
          <p:nvSpPr>
            <p:cNvPr id="12339" name="Google Shape;12339;p77"/>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7"/>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7"/>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7"/>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77"/>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77"/>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7"/>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7"/>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7"/>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7"/>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77"/>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7"/>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7"/>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7"/>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7"/>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7"/>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7"/>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7"/>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7" name="Google Shape;12357;p77"/>
          <p:cNvGrpSpPr/>
          <p:nvPr/>
        </p:nvGrpSpPr>
        <p:grpSpPr>
          <a:xfrm>
            <a:off x="7133336" y="4291056"/>
            <a:ext cx="232979" cy="343560"/>
            <a:chOff x="7133336" y="4291056"/>
            <a:chExt cx="232979" cy="343560"/>
          </a:xfrm>
        </p:grpSpPr>
        <p:sp>
          <p:nvSpPr>
            <p:cNvPr id="12358" name="Google Shape;12358;p77"/>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7"/>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7"/>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7"/>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7"/>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7"/>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7"/>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7"/>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7"/>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7"/>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7"/>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7"/>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7"/>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7"/>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7"/>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7"/>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77"/>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77"/>
          <p:cNvGrpSpPr/>
          <p:nvPr/>
        </p:nvGrpSpPr>
        <p:grpSpPr>
          <a:xfrm>
            <a:off x="7571379" y="4291056"/>
            <a:ext cx="232979" cy="343560"/>
            <a:chOff x="7571379" y="4291056"/>
            <a:chExt cx="232979" cy="343560"/>
          </a:xfrm>
        </p:grpSpPr>
        <p:sp>
          <p:nvSpPr>
            <p:cNvPr id="12376" name="Google Shape;12376;p77"/>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77"/>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7"/>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7"/>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77"/>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77"/>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7"/>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7"/>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7"/>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7"/>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7"/>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7"/>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77"/>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77"/>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77"/>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7"/>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77"/>
          <p:cNvGrpSpPr/>
          <p:nvPr/>
        </p:nvGrpSpPr>
        <p:grpSpPr>
          <a:xfrm>
            <a:off x="6666381" y="3347875"/>
            <a:ext cx="295819" cy="370712"/>
            <a:chOff x="6666381" y="3347875"/>
            <a:chExt cx="295819" cy="370712"/>
          </a:xfrm>
        </p:grpSpPr>
        <p:sp>
          <p:nvSpPr>
            <p:cNvPr id="12393" name="Google Shape;12393;p77"/>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7"/>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7"/>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77"/>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77"/>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77"/>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7"/>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77"/>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77"/>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77"/>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77"/>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77"/>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77"/>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77"/>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7"/>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77"/>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77"/>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7"/>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77"/>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77"/>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77"/>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77"/>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7"/>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77"/>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77"/>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77"/>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7"/>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77"/>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77"/>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77"/>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77"/>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77"/>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77"/>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77"/>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77"/>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7"/>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7"/>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77"/>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77"/>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7"/>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77"/>
          <p:cNvGrpSpPr/>
          <p:nvPr/>
        </p:nvGrpSpPr>
        <p:grpSpPr>
          <a:xfrm>
            <a:off x="4877760" y="2887459"/>
            <a:ext cx="389567" cy="390329"/>
            <a:chOff x="4877760" y="2887459"/>
            <a:chExt cx="389567" cy="390329"/>
          </a:xfrm>
        </p:grpSpPr>
        <p:sp>
          <p:nvSpPr>
            <p:cNvPr id="12434" name="Google Shape;12434;p77"/>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7"/>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7"/>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7"/>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7"/>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7"/>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7"/>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77"/>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77"/>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7"/>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7"/>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77"/>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77"/>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77"/>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77"/>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77"/>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7"/>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7"/>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77"/>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77"/>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77"/>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77"/>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77"/>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77"/>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77"/>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7"/>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7"/>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77"/>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7"/>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7"/>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77"/>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7"/>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7"/>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7"/>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77"/>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77"/>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7"/>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7"/>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7"/>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7"/>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7"/>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77"/>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77"/>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77"/>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8" name="Google Shape;12478;p77"/>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7"/>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7"/>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7"/>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77"/>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3" name="Google Shape;12483;p77"/>
          <p:cNvGrpSpPr/>
          <p:nvPr/>
        </p:nvGrpSpPr>
        <p:grpSpPr>
          <a:xfrm>
            <a:off x="5779239" y="2887695"/>
            <a:ext cx="314411" cy="389830"/>
            <a:chOff x="5779239" y="2887695"/>
            <a:chExt cx="314411" cy="389830"/>
          </a:xfrm>
        </p:grpSpPr>
        <p:sp>
          <p:nvSpPr>
            <p:cNvPr id="12484" name="Google Shape;12484;p77"/>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77"/>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7"/>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7"/>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77"/>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7"/>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77"/>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77"/>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7"/>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7"/>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7"/>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7"/>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77"/>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7"/>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7"/>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7"/>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7"/>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7"/>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77"/>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7"/>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7"/>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77"/>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77"/>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77"/>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77"/>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77"/>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77"/>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7"/>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77"/>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77"/>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77"/>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77"/>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77"/>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77"/>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77"/>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77"/>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77"/>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77"/>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77"/>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77"/>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77"/>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77"/>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77"/>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77"/>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77"/>
          <p:cNvGrpSpPr/>
          <p:nvPr/>
        </p:nvGrpSpPr>
        <p:grpSpPr>
          <a:xfrm>
            <a:off x="6190130" y="2940977"/>
            <a:ext cx="389830" cy="283004"/>
            <a:chOff x="6190130" y="2940977"/>
            <a:chExt cx="389830" cy="283004"/>
          </a:xfrm>
        </p:grpSpPr>
        <p:sp>
          <p:nvSpPr>
            <p:cNvPr id="12529" name="Google Shape;12529;p77"/>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77"/>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77"/>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7"/>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7"/>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77"/>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77"/>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7"/>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7"/>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77"/>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77"/>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7"/>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7"/>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77"/>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77"/>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7"/>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7"/>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7"/>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77"/>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77"/>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7"/>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7"/>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7"/>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77"/>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77"/>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7"/>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7"/>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7"/>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7"/>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77"/>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77"/>
          <p:cNvGrpSpPr/>
          <p:nvPr/>
        </p:nvGrpSpPr>
        <p:grpSpPr>
          <a:xfrm>
            <a:off x="6633976" y="2900274"/>
            <a:ext cx="389803" cy="364673"/>
            <a:chOff x="6633976" y="2900274"/>
            <a:chExt cx="389803" cy="364673"/>
          </a:xfrm>
        </p:grpSpPr>
        <p:sp>
          <p:nvSpPr>
            <p:cNvPr id="12560" name="Google Shape;12560;p77"/>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7"/>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77"/>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77"/>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7"/>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7"/>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7"/>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7"/>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7"/>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77"/>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7"/>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77"/>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77"/>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7"/>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7"/>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7"/>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77"/>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77"/>
          <p:cNvGrpSpPr/>
          <p:nvPr/>
        </p:nvGrpSpPr>
        <p:grpSpPr>
          <a:xfrm>
            <a:off x="7517835" y="2885437"/>
            <a:ext cx="364935" cy="382529"/>
            <a:chOff x="7517835" y="2885437"/>
            <a:chExt cx="364935" cy="382529"/>
          </a:xfrm>
        </p:grpSpPr>
        <p:sp>
          <p:nvSpPr>
            <p:cNvPr id="12578" name="Google Shape;12578;p77"/>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7"/>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7"/>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77"/>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77"/>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77"/>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77"/>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77"/>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7"/>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7"/>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77"/>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77"/>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77"/>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77"/>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77"/>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7"/>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7"/>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7"/>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77"/>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7"/>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7"/>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7"/>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7"/>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7"/>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7"/>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7"/>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7"/>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7"/>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7"/>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7"/>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77"/>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7"/>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7"/>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7"/>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7"/>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77"/>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77"/>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5" name="Google Shape;12615;p77"/>
          <p:cNvGrpSpPr/>
          <p:nvPr/>
        </p:nvGrpSpPr>
        <p:grpSpPr>
          <a:xfrm>
            <a:off x="7087591" y="2887144"/>
            <a:ext cx="358160" cy="385602"/>
            <a:chOff x="7087591" y="2887144"/>
            <a:chExt cx="358160" cy="385602"/>
          </a:xfrm>
        </p:grpSpPr>
        <p:sp>
          <p:nvSpPr>
            <p:cNvPr id="12616" name="Google Shape;12616;p77"/>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7"/>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7"/>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7"/>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77"/>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77"/>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7"/>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7"/>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7"/>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7"/>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77"/>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77"/>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7"/>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77"/>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77"/>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77"/>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77"/>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77"/>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77"/>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77"/>
          <p:cNvGrpSpPr/>
          <p:nvPr/>
        </p:nvGrpSpPr>
        <p:grpSpPr>
          <a:xfrm>
            <a:off x="7951362" y="2885437"/>
            <a:ext cx="382529" cy="382529"/>
            <a:chOff x="7951362" y="2885437"/>
            <a:chExt cx="382529" cy="382529"/>
          </a:xfrm>
        </p:grpSpPr>
        <p:sp>
          <p:nvSpPr>
            <p:cNvPr id="12636" name="Google Shape;12636;p77"/>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77"/>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77"/>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7"/>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77"/>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77"/>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7"/>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7"/>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7"/>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77"/>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7"/>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7"/>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77"/>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77"/>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77"/>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77"/>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77"/>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7"/>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7"/>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7"/>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77"/>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7"/>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77"/>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7"/>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7"/>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7"/>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77"/>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7"/>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7"/>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7"/>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77"/>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77"/>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7"/>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7"/>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7"/>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7"/>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7"/>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77"/>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77"/>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7"/>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7"/>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77"/>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7"/>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7"/>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7"/>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7"/>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7"/>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7"/>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7"/>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77"/>
          <p:cNvGrpSpPr/>
          <p:nvPr/>
        </p:nvGrpSpPr>
        <p:grpSpPr>
          <a:xfrm>
            <a:off x="8054406" y="3814489"/>
            <a:ext cx="276964" cy="336601"/>
            <a:chOff x="8054406" y="3814489"/>
            <a:chExt cx="276964" cy="336601"/>
          </a:xfrm>
        </p:grpSpPr>
        <p:sp>
          <p:nvSpPr>
            <p:cNvPr id="12686" name="Google Shape;12686;p77"/>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7"/>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77"/>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77"/>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7"/>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7"/>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7"/>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77"/>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7"/>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77"/>
          <p:cNvGrpSpPr/>
          <p:nvPr/>
        </p:nvGrpSpPr>
        <p:grpSpPr>
          <a:xfrm>
            <a:off x="7936787" y="4295074"/>
            <a:ext cx="378249" cy="335524"/>
            <a:chOff x="7936787" y="4295074"/>
            <a:chExt cx="378249" cy="335524"/>
          </a:xfrm>
        </p:grpSpPr>
        <p:sp>
          <p:nvSpPr>
            <p:cNvPr id="12696" name="Google Shape;12696;p77"/>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7"/>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7"/>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7"/>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7"/>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7"/>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77"/>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77"/>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7"/>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7"/>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7"/>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7"/>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7"/>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7"/>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7"/>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77"/>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77"/>
          <p:cNvGrpSpPr/>
          <p:nvPr/>
        </p:nvGrpSpPr>
        <p:grpSpPr>
          <a:xfrm>
            <a:off x="4886058" y="1965890"/>
            <a:ext cx="388569" cy="388307"/>
            <a:chOff x="4886058" y="1965890"/>
            <a:chExt cx="388569" cy="388307"/>
          </a:xfrm>
        </p:grpSpPr>
        <p:sp>
          <p:nvSpPr>
            <p:cNvPr id="12713" name="Google Shape;12713;p77"/>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7"/>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77"/>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7"/>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7"/>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7"/>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7"/>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7"/>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77"/>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7"/>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7"/>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27"/>
        <p:cNvGrpSpPr/>
        <p:nvPr/>
      </p:nvGrpSpPr>
      <p:grpSpPr>
        <a:xfrm>
          <a:off x="0" y="0"/>
          <a:ext cx="0" cy="0"/>
          <a:chOff x="0" y="0"/>
          <a:chExt cx="0" cy="0"/>
        </a:xfrm>
      </p:grpSpPr>
      <p:sp>
        <p:nvSpPr>
          <p:cNvPr id="12728" name="Google Shape;12728;p78"/>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29" name="Google Shape;12729;p78"/>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730" name="Google Shape;12730;p78"/>
          <p:cNvGrpSpPr/>
          <p:nvPr/>
        </p:nvGrpSpPr>
        <p:grpSpPr>
          <a:xfrm>
            <a:off x="1765162" y="3346789"/>
            <a:ext cx="292801" cy="359258"/>
            <a:chOff x="1765162" y="3346789"/>
            <a:chExt cx="292801" cy="359258"/>
          </a:xfrm>
        </p:grpSpPr>
        <p:sp>
          <p:nvSpPr>
            <p:cNvPr id="12731" name="Google Shape;12731;p78"/>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8"/>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8"/>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78"/>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8"/>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8"/>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8"/>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8"/>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78"/>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78"/>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8"/>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8"/>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8"/>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8"/>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8"/>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78"/>
          <p:cNvGrpSpPr/>
          <p:nvPr/>
        </p:nvGrpSpPr>
        <p:grpSpPr>
          <a:xfrm>
            <a:off x="3077632" y="2445004"/>
            <a:ext cx="358996" cy="296309"/>
            <a:chOff x="3077632" y="2445004"/>
            <a:chExt cx="358996" cy="296309"/>
          </a:xfrm>
        </p:grpSpPr>
        <p:sp>
          <p:nvSpPr>
            <p:cNvPr id="12747" name="Google Shape;12747;p78"/>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8"/>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8"/>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8"/>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8"/>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8"/>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8"/>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8"/>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78"/>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8"/>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8"/>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8"/>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8"/>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8"/>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8"/>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8"/>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8"/>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8"/>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8"/>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8"/>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8"/>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8"/>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78"/>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8"/>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8"/>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8"/>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3" name="Google Shape;12773;p78"/>
          <p:cNvGrpSpPr/>
          <p:nvPr/>
        </p:nvGrpSpPr>
        <p:grpSpPr>
          <a:xfrm>
            <a:off x="2635237" y="2431780"/>
            <a:ext cx="359232" cy="323018"/>
            <a:chOff x="2635237" y="2431780"/>
            <a:chExt cx="359232" cy="323018"/>
          </a:xfrm>
        </p:grpSpPr>
        <p:sp>
          <p:nvSpPr>
            <p:cNvPr id="12774" name="Google Shape;12774;p78"/>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78"/>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78"/>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8"/>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8"/>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8"/>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78"/>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8"/>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78"/>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78"/>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8"/>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78"/>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78"/>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8"/>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8"/>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9" name="Google Shape;12789;p78"/>
          <p:cNvGrpSpPr/>
          <p:nvPr/>
        </p:nvGrpSpPr>
        <p:grpSpPr>
          <a:xfrm>
            <a:off x="4011651" y="3768132"/>
            <a:ext cx="373189" cy="358944"/>
            <a:chOff x="4011651" y="3768132"/>
            <a:chExt cx="373189" cy="358944"/>
          </a:xfrm>
        </p:grpSpPr>
        <p:sp>
          <p:nvSpPr>
            <p:cNvPr id="12790" name="Google Shape;12790;p78"/>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8"/>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8"/>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78"/>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78"/>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8"/>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8"/>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78"/>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8"/>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8"/>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0" name="Google Shape;12800;p78"/>
          <p:cNvGrpSpPr/>
          <p:nvPr/>
        </p:nvGrpSpPr>
        <p:grpSpPr>
          <a:xfrm>
            <a:off x="2189568" y="1961603"/>
            <a:ext cx="364993" cy="359049"/>
            <a:chOff x="2189568" y="1961603"/>
            <a:chExt cx="364993" cy="359049"/>
          </a:xfrm>
        </p:grpSpPr>
        <p:sp>
          <p:nvSpPr>
            <p:cNvPr id="12801" name="Google Shape;12801;p78"/>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78"/>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8"/>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78"/>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78"/>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8"/>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8"/>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78"/>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8"/>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78"/>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8"/>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8"/>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8"/>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78"/>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78"/>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8"/>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78"/>
          <p:cNvGrpSpPr/>
          <p:nvPr/>
        </p:nvGrpSpPr>
        <p:grpSpPr>
          <a:xfrm>
            <a:off x="2193077" y="2419971"/>
            <a:ext cx="378426" cy="346323"/>
            <a:chOff x="2193077" y="2419971"/>
            <a:chExt cx="378426" cy="346323"/>
          </a:xfrm>
        </p:grpSpPr>
        <p:sp>
          <p:nvSpPr>
            <p:cNvPr id="12818" name="Google Shape;12818;p78"/>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8"/>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8"/>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8"/>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8"/>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8"/>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78"/>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78"/>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8"/>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78"/>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8"/>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8"/>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8"/>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78"/>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78"/>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8"/>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8"/>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8"/>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8"/>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78"/>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78"/>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78"/>
          <p:cNvGrpSpPr/>
          <p:nvPr/>
        </p:nvGrpSpPr>
        <p:grpSpPr>
          <a:xfrm>
            <a:off x="861622" y="2881770"/>
            <a:ext cx="276802" cy="367140"/>
            <a:chOff x="861622" y="2881770"/>
            <a:chExt cx="276802" cy="367140"/>
          </a:xfrm>
        </p:grpSpPr>
        <p:sp>
          <p:nvSpPr>
            <p:cNvPr id="12840" name="Google Shape;12840;p78"/>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8"/>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8"/>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8"/>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8"/>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8"/>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8"/>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8"/>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8"/>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78"/>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8"/>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8"/>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8"/>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8"/>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8"/>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8"/>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8"/>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8"/>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8"/>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78"/>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8"/>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8"/>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78"/>
          <p:cNvGrpSpPr/>
          <p:nvPr/>
        </p:nvGrpSpPr>
        <p:grpSpPr>
          <a:xfrm>
            <a:off x="3968184" y="2881691"/>
            <a:ext cx="369444" cy="367140"/>
            <a:chOff x="3968184" y="2881691"/>
            <a:chExt cx="369444" cy="367140"/>
          </a:xfrm>
        </p:grpSpPr>
        <p:sp>
          <p:nvSpPr>
            <p:cNvPr id="12863" name="Google Shape;12863;p78"/>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8"/>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8"/>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8"/>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8"/>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8"/>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78"/>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78"/>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8"/>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8"/>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8"/>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8"/>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8"/>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8"/>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8"/>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8"/>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8"/>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8"/>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78"/>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8"/>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8"/>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8"/>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8"/>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8"/>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7" name="Google Shape;12887;p78"/>
          <p:cNvGrpSpPr/>
          <p:nvPr/>
        </p:nvGrpSpPr>
        <p:grpSpPr>
          <a:xfrm>
            <a:off x="3513796" y="2882084"/>
            <a:ext cx="371487" cy="366826"/>
            <a:chOff x="3513796" y="2882084"/>
            <a:chExt cx="371487" cy="366826"/>
          </a:xfrm>
        </p:grpSpPr>
        <p:sp>
          <p:nvSpPr>
            <p:cNvPr id="12888" name="Google Shape;12888;p78"/>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8"/>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8"/>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78"/>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78"/>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78"/>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8"/>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8"/>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8"/>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8"/>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8"/>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8"/>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8"/>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8"/>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8"/>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8"/>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78"/>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8"/>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8"/>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8"/>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8"/>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8"/>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8"/>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8"/>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8"/>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8"/>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8"/>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78"/>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8"/>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8"/>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8"/>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8"/>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8"/>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8"/>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8"/>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8"/>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8"/>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78"/>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78"/>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8"/>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8"/>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8"/>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8"/>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8"/>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8"/>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8"/>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8"/>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8"/>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8"/>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7" name="Google Shape;12937;p78"/>
          <p:cNvGrpSpPr/>
          <p:nvPr/>
        </p:nvGrpSpPr>
        <p:grpSpPr>
          <a:xfrm>
            <a:off x="873615" y="1500275"/>
            <a:ext cx="335011" cy="359232"/>
            <a:chOff x="873615" y="1500275"/>
            <a:chExt cx="335011" cy="359232"/>
          </a:xfrm>
        </p:grpSpPr>
        <p:sp>
          <p:nvSpPr>
            <p:cNvPr id="12938" name="Google Shape;12938;p78"/>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8"/>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78"/>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8"/>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8"/>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78"/>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78"/>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8"/>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8"/>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8"/>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8"/>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78"/>
          <p:cNvGrpSpPr/>
          <p:nvPr/>
        </p:nvGrpSpPr>
        <p:grpSpPr>
          <a:xfrm>
            <a:off x="2202058" y="3346737"/>
            <a:ext cx="337158" cy="359311"/>
            <a:chOff x="2202058" y="3346737"/>
            <a:chExt cx="337158" cy="359311"/>
          </a:xfrm>
        </p:grpSpPr>
        <p:sp>
          <p:nvSpPr>
            <p:cNvPr id="12950" name="Google Shape;12950;p78"/>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78"/>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78"/>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8"/>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8"/>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78"/>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8"/>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8"/>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8"/>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9" name="Google Shape;12959;p78"/>
          <p:cNvGrpSpPr/>
          <p:nvPr/>
        </p:nvGrpSpPr>
        <p:grpSpPr>
          <a:xfrm>
            <a:off x="2223059" y="3818172"/>
            <a:ext cx="359232" cy="306050"/>
            <a:chOff x="2223059" y="3818172"/>
            <a:chExt cx="359232" cy="306050"/>
          </a:xfrm>
        </p:grpSpPr>
        <p:sp>
          <p:nvSpPr>
            <p:cNvPr id="12960" name="Google Shape;12960;p78"/>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8"/>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78"/>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8"/>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8"/>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8"/>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8"/>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8"/>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8"/>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78"/>
          <p:cNvGrpSpPr/>
          <p:nvPr/>
        </p:nvGrpSpPr>
        <p:grpSpPr>
          <a:xfrm>
            <a:off x="1725989" y="1991820"/>
            <a:ext cx="378426" cy="298509"/>
            <a:chOff x="1725989" y="1991820"/>
            <a:chExt cx="378426" cy="298509"/>
          </a:xfrm>
        </p:grpSpPr>
        <p:sp>
          <p:nvSpPr>
            <p:cNvPr id="12970" name="Google Shape;12970;p78"/>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8"/>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8"/>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8"/>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8"/>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8"/>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8"/>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8"/>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8"/>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78"/>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78"/>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8"/>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78"/>
          <p:cNvGrpSpPr/>
          <p:nvPr/>
        </p:nvGrpSpPr>
        <p:grpSpPr>
          <a:xfrm>
            <a:off x="1768409" y="3791751"/>
            <a:ext cx="367978" cy="359075"/>
            <a:chOff x="1768409" y="3791751"/>
            <a:chExt cx="367978" cy="359075"/>
          </a:xfrm>
        </p:grpSpPr>
        <p:sp>
          <p:nvSpPr>
            <p:cNvPr id="12983" name="Google Shape;12983;p78"/>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78"/>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8"/>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8"/>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8"/>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8"/>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8"/>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8"/>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8"/>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8"/>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8"/>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8"/>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78"/>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78"/>
          <p:cNvGrpSpPr/>
          <p:nvPr/>
        </p:nvGrpSpPr>
        <p:grpSpPr>
          <a:xfrm>
            <a:off x="2668963" y="3791306"/>
            <a:ext cx="358735" cy="359311"/>
            <a:chOff x="2668963" y="3791306"/>
            <a:chExt cx="358735" cy="359311"/>
          </a:xfrm>
        </p:grpSpPr>
        <p:sp>
          <p:nvSpPr>
            <p:cNvPr id="12997" name="Google Shape;12997;p78"/>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8"/>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8"/>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8"/>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78"/>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78"/>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8"/>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8"/>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8"/>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8"/>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8"/>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78"/>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8"/>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8"/>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78"/>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8"/>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78"/>
          <p:cNvGrpSpPr/>
          <p:nvPr/>
        </p:nvGrpSpPr>
        <p:grpSpPr>
          <a:xfrm>
            <a:off x="849682" y="1995198"/>
            <a:ext cx="363893" cy="291727"/>
            <a:chOff x="849682" y="1995198"/>
            <a:chExt cx="363893" cy="291727"/>
          </a:xfrm>
        </p:grpSpPr>
        <p:sp>
          <p:nvSpPr>
            <p:cNvPr id="13014" name="Google Shape;13014;p78"/>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8"/>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8"/>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78"/>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78"/>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8"/>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78"/>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78"/>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8"/>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78"/>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78"/>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8"/>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8"/>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78"/>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78"/>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8"/>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8"/>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8"/>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78"/>
          <p:cNvGrpSpPr/>
          <p:nvPr/>
        </p:nvGrpSpPr>
        <p:grpSpPr>
          <a:xfrm>
            <a:off x="3065430" y="1990066"/>
            <a:ext cx="378190" cy="302044"/>
            <a:chOff x="3065430" y="1990066"/>
            <a:chExt cx="378190" cy="302044"/>
          </a:xfrm>
        </p:grpSpPr>
        <p:sp>
          <p:nvSpPr>
            <p:cNvPr id="13033" name="Google Shape;13033;p78"/>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8"/>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78"/>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78"/>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8"/>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8"/>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8"/>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8"/>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8"/>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8"/>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8"/>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78"/>
          <p:cNvGrpSpPr/>
          <p:nvPr/>
        </p:nvGrpSpPr>
        <p:grpSpPr>
          <a:xfrm>
            <a:off x="3568234" y="3791410"/>
            <a:ext cx="347501" cy="359284"/>
            <a:chOff x="3568234" y="3791410"/>
            <a:chExt cx="347501" cy="359284"/>
          </a:xfrm>
        </p:grpSpPr>
        <p:sp>
          <p:nvSpPr>
            <p:cNvPr id="13045" name="Google Shape;13045;p78"/>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8"/>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8"/>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8"/>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78"/>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78"/>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78"/>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8"/>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8"/>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8"/>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8"/>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6" name="Google Shape;13056;p78"/>
          <p:cNvGrpSpPr/>
          <p:nvPr/>
        </p:nvGrpSpPr>
        <p:grpSpPr>
          <a:xfrm>
            <a:off x="1759925" y="1501087"/>
            <a:ext cx="347004" cy="358420"/>
            <a:chOff x="1759925" y="1501087"/>
            <a:chExt cx="347004" cy="358420"/>
          </a:xfrm>
        </p:grpSpPr>
        <p:sp>
          <p:nvSpPr>
            <p:cNvPr id="13057" name="Google Shape;13057;p78"/>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78"/>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78"/>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8"/>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8"/>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78"/>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78"/>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8"/>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78"/>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8"/>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8"/>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8"/>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8"/>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8"/>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78"/>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78"/>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8"/>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8"/>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8"/>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8"/>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8"/>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78"/>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8"/>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78"/>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78"/>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8"/>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8"/>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78"/>
          <p:cNvGrpSpPr/>
          <p:nvPr/>
        </p:nvGrpSpPr>
        <p:grpSpPr>
          <a:xfrm>
            <a:off x="3519295" y="2413660"/>
            <a:ext cx="360227" cy="359311"/>
            <a:chOff x="3519295" y="2413660"/>
            <a:chExt cx="360227" cy="359311"/>
          </a:xfrm>
        </p:grpSpPr>
        <p:sp>
          <p:nvSpPr>
            <p:cNvPr id="13085" name="Google Shape;13085;p78"/>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8"/>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78"/>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78"/>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78"/>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8"/>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8"/>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8"/>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78"/>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8"/>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8"/>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78"/>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78"/>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8"/>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8"/>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8"/>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8"/>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8"/>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8"/>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78"/>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78"/>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8"/>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78"/>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78"/>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8"/>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8"/>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8"/>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78"/>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78"/>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8"/>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78"/>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78"/>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78"/>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8"/>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8"/>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78"/>
          <p:cNvGrpSpPr/>
          <p:nvPr/>
        </p:nvGrpSpPr>
        <p:grpSpPr>
          <a:xfrm>
            <a:off x="1330255" y="3845718"/>
            <a:ext cx="358996" cy="250774"/>
            <a:chOff x="1330255" y="3845718"/>
            <a:chExt cx="358996" cy="250774"/>
          </a:xfrm>
        </p:grpSpPr>
        <p:sp>
          <p:nvSpPr>
            <p:cNvPr id="13121" name="Google Shape;13121;p78"/>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8"/>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78"/>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78"/>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8"/>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8"/>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8"/>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78"/>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78"/>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78"/>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1" name="Google Shape;13131;p78"/>
          <p:cNvGrpSpPr/>
          <p:nvPr/>
        </p:nvGrpSpPr>
        <p:grpSpPr>
          <a:xfrm>
            <a:off x="3115103" y="3791384"/>
            <a:ext cx="373424" cy="359311"/>
            <a:chOff x="3115103" y="3791384"/>
            <a:chExt cx="373424" cy="359311"/>
          </a:xfrm>
        </p:grpSpPr>
        <p:sp>
          <p:nvSpPr>
            <p:cNvPr id="13132" name="Google Shape;13132;p78"/>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78"/>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78"/>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78"/>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78"/>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8"/>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8"/>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8"/>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78"/>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78"/>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78"/>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78"/>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78"/>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78"/>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78"/>
          <p:cNvGrpSpPr/>
          <p:nvPr/>
        </p:nvGrpSpPr>
        <p:grpSpPr>
          <a:xfrm>
            <a:off x="883853" y="3792641"/>
            <a:ext cx="378190" cy="357059"/>
            <a:chOff x="883853" y="3792641"/>
            <a:chExt cx="378190" cy="357059"/>
          </a:xfrm>
        </p:grpSpPr>
        <p:sp>
          <p:nvSpPr>
            <p:cNvPr id="13147" name="Google Shape;13147;p78"/>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78"/>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78"/>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78"/>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78"/>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78"/>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78"/>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78"/>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78"/>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78"/>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78"/>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78"/>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8"/>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8"/>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8"/>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8"/>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78"/>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78"/>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78"/>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78"/>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8"/>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8"/>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78"/>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78"/>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78"/>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78"/>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3" name="Google Shape;13173;p78"/>
          <p:cNvGrpSpPr/>
          <p:nvPr/>
        </p:nvGrpSpPr>
        <p:grpSpPr>
          <a:xfrm>
            <a:off x="3934196" y="2484805"/>
            <a:ext cx="401207" cy="214036"/>
            <a:chOff x="3934196" y="2484805"/>
            <a:chExt cx="401207" cy="214036"/>
          </a:xfrm>
        </p:grpSpPr>
        <p:sp>
          <p:nvSpPr>
            <p:cNvPr id="13174" name="Google Shape;13174;p78"/>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8"/>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78"/>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78"/>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78"/>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9" name="Google Shape;13179;p78"/>
          <p:cNvGrpSpPr/>
          <p:nvPr/>
        </p:nvGrpSpPr>
        <p:grpSpPr>
          <a:xfrm>
            <a:off x="3999894" y="1500197"/>
            <a:ext cx="342474" cy="359232"/>
            <a:chOff x="3999894" y="1500197"/>
            <a:chExt cx="342474" cy="359232"/>
          </a:xfrm>
        </p:grpSpPr>
        <p:sp>
          <p:nvSpPr>
            <p:cNvPr id="13180" name="Google Shape;13180;p78"/>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78"/>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78"/>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78"/>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78"/>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78"/>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78"/>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78"/>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78"/>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78"/>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0" name="Google Shape;13190;p78"/>
          <p:cNvGrpSpPr/>
          <p:nvPr/>
        </p:nvGrpSpPr>
        <p:grpSpPr>
          <a:xfrm>
            <a:off x="2233795" y="2882162"/>
            <a:ext cx="232601" cy="366747"/>
            <a:chOff x="2233795" y="2882162"/>
            <a:chExt cx="232601" cy="366747"/>
          </a:xfrm>
        </p:grpSpPr>
        <p:sp>
          <p:nvSpPr>
            <p:cNvPr id="13191" name="Google Shape;13191;p78"/>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78"/>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78"/>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78"/>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78"/>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78"/>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78"/>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78"/>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78"/>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78"/>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78"/>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78"/>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78"/>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78"/>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78"/>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78"/>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8"/>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78"/>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9" name="Google Shape;13209;p78"/>
          <p:cNvGrpSpPr/>
          <p:nvPr/>
        </p:nvGrpSpPr>
        <p:grpSpPr>
          <a:xfrm>
            <a:off x="3523772" y="3404422"/>
            <a:ext cx="362008" cy="244175"/>
            <a:chOff x="3523772" y="3404422"/>
            <a:chExt cx="362008" cy="244175"/>
          </a:xfrm>
        </p:grpSpPr>
        <p:sp>
          <p:nvSpPr>
            <p:cNvPr id="13210" name="Google Shape;13210;p78"/>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8"/>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78"/>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78"/>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78"/>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78"/>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78"/>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78"/>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78"/>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78"/>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78"/>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78"/>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78"/>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78"/>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8"/>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78"/>
          <p:cNvGrpSpPr/>
          <p:nvPr/>
        </p:nvGrpSpPr>
        <p:grpSpPr>
          <a:xfrm>
            <a:off x="3531026" y="1977314"/>
            <a:ext cx="359232" cy="327836"/>
            <a:chOff x="3531026" y="1977314"/>
            <a:chExt cx="359232" cy="327836"/>
          </a:xfrm>
        </p:grpSpPr>
        <p:sp>
          <p:nvSpPr>
            <p:cNvPr id="13226" name="Google Shape;13226;p78"/>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78"/>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78"/>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78"/>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78"/>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78"/>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78"/>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78"/>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78"/>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78"/>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78"/>
          <p:cNvGrpSpPr/>
          <p:nvPr/>
        </p:nvGrpSpPr>
        <p:grpSpPr>
          <a:xfrm>
            <a:off x="3123351" y="1500275"/>
            <a:ext cx="296781" cy="359232"/>
            <a:chOff x="3123351" y="1500275"/>
            <a:chExt cx="296781" cy="359232"/>
          </a:xfrm>
        </p:grpSpPr>
        <p:sp>
          <p:nvSpPr>
            <p:cNvPr id="13237" name="Google Shape;13237;p78"/>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78"/>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78"/>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78"/>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78"/>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78"/>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8"/>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78"/>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78"/>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78"/>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78"/>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8" name="Google Shape;13248;p78"/>
          <p:cNvGrpSpPr/>
          <p:nvPr/>
        </p:nvGrpSpPr>
        <p:grpSpPr>
          <a:xfrm>
            <a:off x="2659458" y="1500275"/>
            <a:ext cx="332261" cy="359232"/>
            <a:chOff x="2659458" y="1500275"/>
            <a:chExt cx="332261" cy="359232"/>
          </a:xfrm>
        </p:grpSpPr>
        <p:sp>
          <p:nvSpPr>
            <p:cNvPr id="13249" name="Google Shape;13249;p78"/>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78"/>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78"/>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78"/>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78"/>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78"/>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78"/>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78"/>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78"/>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78"/>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78"/>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78"/>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78"/>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78"/>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78"/>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78"/>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78"/>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78"/>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78"/>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78"/>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78"/>
          <p:cNvGrpSpPr/>
          <p:nvPr/>
        </p:nvGrpSpPr>
        <p:grpSpPr>
          <a:xfrm>
            <a:off x="1750184" y="2413530"/>
            <a:ext cx="359730" cy="359441"/>
            <a:chOff x="1750184" y="2413530"/>
            <a:chExt cx="359730" cy="359441"/>
          </a:xfrm>
        </p:grpSpPr>
        <p:sp>
          <p:nvSpPr>
            <p:cNvPr id="13270" name="Google Shape;13270;p78"/>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8"/>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78"/>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78"/>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78"/>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78"/>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78"/>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78"/>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78"/>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78"/>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78"/>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78"/>
          <p:cNvGrpSpPr/>
          <p:nvPr/>
        </p:nvGrpSpPr>
        <p:grpSpPr>
          <a:xfrm>
            <a:off x="2230050" y="1500223"/>
            <a:ext cx="316524" cy="359284"/>
            <a:chOff x="2230050" y="1500223"/>
            <a:chExt cx="316524" cy="359284"/>
          </a:xfrm>
        </p:grpSpPr>
        <p:sp>
          <p:nvSpPr>
            <p:cNvPr id="13282" name="Google Shape;13282;p78"/>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78"/>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78"/>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7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7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78"/>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78"/>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78"/>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78"/>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8"/>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78"/>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78"/>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78"/>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78"/>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78"/>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8"/>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78"/>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78"/>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78"/>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78"/>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2" name="Google Shape;13302;p78"/>
          <p:cNvGrpSpPr/>
          <p:nvPr/>
        </p:nvGrpSpPr>
        <p:grpSpPr>
          <a:xfrm>
            <a:off x="2690042" y="4262767"/>
            <a:ext cx="359389" cy="359232"/>
            <a:chOff x="2690042" y="4262767"/>
            <a:chExt cx="359389" cy="359232"/>
          </a:xfrm>
        </p:grpSpPr>
        <p:sp>
          <p:nvSpPr>
            <p:cNvPr id="13303" name="Google Shape;13303;p78"/>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78"/>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78"/>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78"/>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78"/>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78"/>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78"/>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0" name="Google Shape;13310;p78"/>
          <p:cNvGrpSpPr/>
          <p:nvPr/>
        </p:nvGrpSpPr>
        <p:grpSpPr>
          <a:xfrm>
            <a:off x="2689440" y="2882162"/>
            <a:ext cx="222337" cy="366721"/>
            <a:chOff x="2689440" y="2882162"/>
            <a:chExt cx="222337" cy="366721"/>
          </a:xfrm>
        </p:grpSpPr>
        <p:sp>
          <p:nvSpPr>
            <p:cNvPr id="13311" name="Google Shape;13311;p78"/>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78"/>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78"/>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78"/>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78"/>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78"/>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78"/>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78"/>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78"/>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0" name="Google Shape;13320;p78"/>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1" name="Google Shape;13321;p78"/>
          <p:cNvGrpSpPr/>
          <p:nvPr/>
        </p:nvGrpSpPr>
        <p:grpSpPr>
          <a:xfrm>
            <a:off x="2637986" y="1980142"/>
            <a:ext cx="359232" cy="322023"/>
            <a:chOff x="2637986" y="1980142"/>
            <a:chExt cx="359232" cy="322023"/>
          </a:xfrm>
        </p:grpSpPr>
        <p:sp>
          <p:nvSpPr>
            <p:cNvPr id="13322" name="Google Shape;13322;p78"/>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78"/>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78"/>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78"/>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8"/>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78"/>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78"/>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78"/>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78"/>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78"/>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78"/>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78"/>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78"/>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78"/>
          <p:cNvGrpSpPr/>
          <p:nvPr/>
        </p:nvGrpSpPr>
        <p:grpSpPr>
          <a:xfrm>
            <a:off x="1306531" y="3346972"/>
            <a:ext cx="323018" cy="359075"/>
            <a:chOff x="1306531" y="3346972"/>
            <a:chExt cx="323018" cy="359075"/>
          </a:xfrm>
        </p:grpSpPr>
        <p:sp>
          <p:nvSpPr>
            <p:cNvPr id="13336" name="Google Shape;13336;p78"/>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8"/>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78"/>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78"/>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78"/>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78"/>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78"/>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78"/>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78"/>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78"/>
          <p:cNvGrpSpPr/>
          <p:nvPr/>
        </p:nvGrpSpPr>
        <p:grpSpPr>
          <a:xfrm>
            <a:off x="1308024" y="2413975"/>
            <a:ext cx="360253" cy="357111"/>
            <a:chOff x="1308024" y="2413975"/>
            <a:chExt cx="360253" cy="357111"/>
          </a:xfrm>
        </p:grpSpPr>
        <p:sp>
          <p:nvSpPr>
            <p:cNvPr id="13346" name="Google Shape;13346;p78"/>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78"/>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78"/>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78"/>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78"/>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78"/>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78"/>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78"/>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78"/>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78"/>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78"/>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78"/>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78"/>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78"/>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8"/>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78"/>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78"/>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8"/>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8"/>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8"/>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78"/>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78"/>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78"/>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78"/>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78"/>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8"/>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78"/>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78"/>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78"/>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78"/>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6" name="Google Shape;13376;p78"/>
          <p:cNvGrpSpPr/>
          <p:nvPr/>
        </p:nvGrpSpPr>
        <p:grpSpPr>
          <a:xfrm>
            <a:off x="1298519" y="1970322"/>
            <a:ext cx="378452" cy="341321"/>
            <a:chOff x="1298519" y="1970322"/>
            <a:chExt cx="378452" cy="341321"/>
          </a:xfrm>
        </p:grpSpPr>
        <p:sp>
          <p:nvSpPr>
            <p:cNvPr id="13377" name="Google Shape;13377;p78"/>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8"/>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78"/>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78"/>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78"/>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78"/>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78"/>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8"/>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78"/>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78"/>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78"/>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78"/>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8"/>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78"/>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78"/>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78"/>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78"/>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78"/>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78"/>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78"/>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78"/>
          <p:cNvGrpSpPr/>
          <p:nvPr/>
        </p:nvGrpSpPr>
        <p:grpSpPr>
          <a:xfrm>
            <a:off x="3114815" y="3346868"/>
            <a:ext cx="283217" cy="359180"/>
            <a:chOff x="3114815" y="3346868"/>
            <a:chExt cx="283217" cy="359180"/>
          </a:xfrm>
        </p:grpSpPr>
        <p:sp>
          <p:nvSpPr>
            <p:cNvPr id="13398" name="Google Shape;13398;p78"/>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8"/>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8"/>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8"/>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78"/>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78"/>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8"/>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78"/>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78"/>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78"/>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8"/>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8"/>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78"/>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1" name="Google Shape;13411;p78"/>
          <p:cNvGrpSpPr/>
          <p:nvPr/>
        </p:nvGrpSpPr>
        <p:grpSpPr>
          <a:xfrm>
            <a:off x="3973186" y="3353231"/>
            <a:ext cx="378661" cy="346558"/>
            <a:chOff x="3973186" y="3353231"/>
            <a:chExt cx="378661" cy="346558"/>
          </a:xfrm>
        </p:grpSpPr>
        <p:sp>
          <p:nvSpPr>
            <p:cNvPr id="13412" name="Google Shape;13412;p78"/>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78"/>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78"/>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8"/>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78"/>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78"/>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8"/>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78"/>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78"/>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78"/>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78"/>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78"/>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78"/>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78"/>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78"/>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78"/>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78"/>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78"/>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0" name="Google Shape;13430;p78"/>
          <p:cNvGrpSpPr/>
          <p:nvPr/>
        </p:nvGrpSpPr>
        <p:grpSpPr>
          <a:xfrm>
            <a:off x="2152857" y="4263002"/>
            <a:ext cx="373241" cy="359127"/>
            <a:chOff x="2152857" y="4263002"/>
            <a:chExt cx="373241" cy="359127"/>
          </a:xfrm>
        </p:grpSpPr>
        <p:sp>
          <p:nvSpPr>
            <p:cNvPr id="13431" name="Google Shape;13431;p78"/>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8"/>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78"/>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78"/>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78"/>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78"/>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78"/>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8"/>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9" name="Google Shape;13439;p78"/>
          <p:cNvGrpSpPr/>
          <p:nvPr/>
        </p:nvGrpSpPr>
        <p:grpSpPr>
          <a:xfrm>
            <a:off x="859632" y="3346972"/>
            <a:ext cx="303537" cy="359127"/>
            <a:chOff x="859632" y="3346972"/>
            <a:chExt cx="303537" cy="359127"/>
          </a:xfrm>
        </p:grpSpPr>
        <p:sp>
          <p:nvSpPr>
            <p:cNvPr id="13440" name="Google Shape;13440;p78"/>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78"/>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8"/>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78"/>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78"/>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78"/>
          <p:cNvGrpSpPr/>
          <p:nvPr/>
        </p:nvGrpSpPr>
        <p:grpSpPr>
          <a:xfrm>
            <a:off x="1767911" y="2882241"/>
            <a:ext cx="265306" cy="366799"/>
            <a:chOff x="1767911" y="2882241"/>
            <a:chExt cx="265306" cy="366799"/>
          </a:xfrm>
        </p:grpSpPr>
        <p:sp>
          <p:nvSpPr>
            <p:cNvPr id="13446" name="Google Shape;13446;p78"/>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78"/>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78"/>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78"/>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7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7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78"/>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78"/>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78"/>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78"/>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7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7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78"/>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78"/>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78"/>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78"/>
          <p:cNvGrpSpPr/>
          <p:nvPr/>
        </p:nvGrpSpPr>
        <p:grpSpPr>
          <a:xfrm>
            <a:off x="1332009" y="1499935"/>
            <a:ext cx="331895" cy="359311"/>
            <a:chOff x="1332009" y="1499935"/>
            <a:chExt cx="331895" cy="359311"/>
          </a:xfrm>
        </p:grpSpPr>
        <p:sp>
          <p:nvSpPr>
            <p:cNvPr id="13462" name="Google Shape;13462;p78"/>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78"/>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78"/>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78"/>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78"/>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78"/>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78"/>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78"/>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78"/>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78"/>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78"/>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78"/>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78"/>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78"/>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78"/>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78"/>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78"/>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9" name="Google Shape;13479;p78"/>
          <p:cNvGrpSpPr/>
          <p:nvPr/>
        </p:nvGrpSpPr>
        <p:grpSpPr>
          <a:xfrm>
            <a:off x="2663464" y="3346815"/>
            <a:ext cx="289528" cy="359232"/>
            <a:chOff x="2663464" y="3346815"/>
            <a:chExt cx="289528" cy="359232"/>
          </a:xfrm>
        </p:grpSpPr>
        <p:sp>
          <p:nvSpPr>
            <p:cNvPr id="13480" name="Google Shape;13480;p78"/>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78"/>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78"/>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78"/>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78"/>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78"/>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78"/>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78"/>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78"/>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78"/>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78"/>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1" name="Google Shape;13491;p78"/>
          <p:cNvGrpSpPr/>
          <p:nvPr/>
        </p:nvGrpSpPr>
        <p:grpSpPr>
          <a:xfrm>
            <a:off x="1315775" y="2881927"/>
            <a:ext cx="269051" cy="366983"/>
            <a:chOff x="1315775" y="2881927"/>
            <a:chExt cx="269051" cy="366983"/>
          </a:xfrm>
        </p:grpSpPr>
        <p:sp>
          <p:nvSpPr>
            <p:cNvPr id="13492" name="Google Shape;13492;p78"/>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78"/>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78"/>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78"/>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78"/>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78"/>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78"/>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8"/>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78"/>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78"/>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78"/>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8"/>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8"/>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8"/>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78"/>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7" name="Google Shape;13507;p78"/>
          <p:cNvGrpSpPr/>
          <p:nvPr/>
        </p:nvGrpSpPr>
        <p:grpSpPr>
          <a:xfrm>
            <a:off x="3977427" y="1980142"/>
            <a:ext cx="359232" cy="322023"/>
            <a:chOff x="3977427" y="1980142"/>
            <a:chExt cx="359232" cy="322023"/>
          </a:xfrm>
        </p:grpSpPr>
        <p:sp>
          <p:nvSpPr>
            <p:cNvPr id="13508" name="Google Shape;13508;p78"/>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78"/>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78"/>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78"/>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78"/>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8"/>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8"/>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78"/>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78"/>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78"/>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8" name="Google Shape;13518;p78"/>
          <p:cNvGrpSpPr/>
          <p:nvPr/>
        </p:nvGrpSpPr>
        <p:grpSpPr>
          <a:xfrm>
            <a:off x="865628" y="2413608"/>
            <a:ext cx="361720" cy="359180"/>
            <a:chOff x="865628" y="2413608"/>
            <a:chExt cx="361720" cy="359180"/>
          </a:xfrm>
        </p:grpSpPr>
        <p:sp>
          <p:nvSpPr>
            <p:cNvPr id="13519" name="Google Shape;13519;p78"/>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78"/>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78"/>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78"/>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78"/>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8"/>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8"/>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78"/>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78"/>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78"/>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8"/>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78"/>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78"/>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2" name="Google Shape;13532;p78"/>
          <p:cNvGrpSpPr/>
          <p:nvPr/>
        </p:nvGrpSpPr>
        <p:grpSpPr>
          <a:xfrm>
            <a:off x="3117093" y="2881927"/>
            <a:ext cx="268815" cy="366983"/>
            <a:chOff x="3117093" y="2881927"/>
            <a:chExt cx="268815" cy="366983"/>
          </a:xfrm>
        </p:grpSpPr>
        <p:sp>
          <p:nvSpPr>
            <p:cNvPr id="13533" name="Google Shape;13533;p78"/>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78"/>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78"/>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78"/>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8"/>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78"/>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78"/>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78"/>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8"/>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8"/>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78"/>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78"/>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78"/>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8"/>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78"/>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8" name="Google Shape;13548;p78"/>
          <p:cNvGrpSpPr/>
          <p:nvPr/>
        </p:nvGrpSpPr>
        <p:grpSpPr>
          <a:xfrm>
            <a:off x="3534508" y="1508000"/>
            <a:ext cx="368502" cy="343521"/>
            <a:chOff x="3534508" y="1508000"/>
            <a:chExt cx="368502" cy="343521"/>
          </a:xfrm>
        </p:grpSpPr>
        <p:sp>
          <p:nvSpPr>
            <p:cNvPr id="13549" name="Google Shape;13549;p78"/>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78"/>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8"/>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78"/>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78"/>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78"/>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78"/>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78"/>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78"/>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78"/>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78"/>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78"/>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8"/>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78"/>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78"/>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78"/>
          <p:cNvGrpSpPr/>
          <p:nvPr/>
        </p:nvGrpSpPr>
        <p:grpSpPr>
          <a:xfrm>
            <a:off x="7147436" y="1502999"/>
            <a:ext cx="279054" cy="354754"/>
            <a:chOff x="7147436" y="1502999"/>
            <a:chExt cx="279054" cy="354754"/>
          </a:xfrm>
        </p:grpSpPr>
        <p:sp>
          <p:nvSpPr>
            <p:cNvPr id="13565" name="Google Shape;13565;p78"/>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78"/>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78"/>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78"/>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78"/>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8"/>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78"/>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78"/>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78"/>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78"/>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8"/>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78"/>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78"/>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78"/>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78"/>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8"/>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1" name="Google Shape;13581;p78"/>
          <p:cNvGrpSpPr/>
          <p:nvPr/>
        </p:nvGrpSpPr>
        <p:grpSpPr>
          <a:xfrm>
            <a:off x="7603081" y="1973072"/>
            <a:ext cx="276802" cy="354807"/>
            <a:chOff x="7603081" y="1973072"/>
            <a:chExt cx="276802" cy="354807"/>
          </a:xfrm>
        </p:grpSpPr>
        <p:sp>
          <p:nvSpPr>
            <p:cNvPr id="13582" name="Google Shape;13582;p78"/>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78"/>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78"/>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78"/>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78"/>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78"/>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78"/>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78"/>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78"/>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78"/>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78"/>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8"/>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8"/>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78"/>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6" name="Google Shape;13596;p78"/>
          <p:cNvGrpSpPr/>
          <p:nvPr/>
        </p:nvGrpSpPr>
        <p:grpSpPr>
          <a:xfrm>
            <a:off x="6696792" y="1502999"/>
            <a:ext cx="276802" cy="354754"/>
            <a:chOff x="6696792" y="1502999"/>
            <a:chExt cx="276802" cy="354754"/>
          </a:xfrm>
        </p:grpSpPr>
        <p:sp>
          <p:nvSpPr>
            <p:cNvPr id="13597" name="Google Shape;13597;p78"/>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78"/>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78"/>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8"/>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78"/>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78"/>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78"/>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8"/>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78"/>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78"/>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78"/>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78"/>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78"/>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78"/>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78"/>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2" name="Google Shape;13612;p78"/>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3" name="Google Shape;13613;p78"/>
          <p:cNvGrpSpPr/>
          <p:nvPr/>
        </p:nvGrpSpPr>
        <p:grpSpPr>
          <a:xfrm>
            <a:off x="6223393" y="1502999"/>
            <a:ext cx="320295" cy="354754"/>
            <a:chOff x="6223393" y="1502999"/>
            <a:chExt cx="320295" cy="354754"/>
          </a:xfrm>
        </p:grpSpPr>
        <p:sp>
          <p:nvSpPr>
            <p:cNvPr id="13614" name="Google Shape;13614;p78"/>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78"/>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78"/>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78"/>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78"/>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8"/>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78"/>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78"/>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78"/>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78"/>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78"/>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78"/>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8"/>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8"/>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78"/>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78"/>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78"/>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78"/>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78"/>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8"/>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8"/>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8"/>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78"/>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7" name="Google Shape;13637;p78"/>
          <p:cNvGrpSpPr/>
          <p:nvPr/>
        </p:nvGrpSpPr>
        <p:grpSpPr>
          <a:xfrm>
            <a:off x="5310611" y="1502972"/>
            <a:ext cx="339515" cy="354781"/>
            <a:chOff x="5310611" y="1502972"/>
            <a:chExt cx="339515" cy="354781"/>
          </a:xfrm>
        </p:grpSpPr>
        <p:sp>
          <p:nvSpPr>
            <p:cNvPr id="13638" name="Google Shape;13638;p78"/>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78"/>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78"/>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78"/>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8"/>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8"/>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8"/>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78"/>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78"/>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78"/>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78"/>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78"/>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78"/>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78"/>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78"/>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78"/>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4" name="Google Shape;13654;p78"/>
          <p:cNvGrpSpPr/>
          <p:nvPr/>
        </p:nvGrpSpPr>
        <p:grpSpPr>
          <a:xfrm>
            <a:off x="6253637" y="3790101"/>
            <a:ext cx="274550" cy="354833"/>
            <a:chOff x="6253637" y="3790101"/>
            <a:chExt cx="274550" cy="354833"/>
          </a:xfrm>
        </p:grpSpPr>
        <p:sp>
          <p:nvSpPr>
            <p:cNvPr id="13655" name="Google Shape;13655;p78"/>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78"/>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78"/>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78"/>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78"/>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78"/>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78"/>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78"/>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8"/>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8"/>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78"/>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8"/>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78"/>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78"/>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78"/>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78"/>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78"/>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2" name="Google Shape;13672;p78"/>
          <p:cNvGrpSpPr/>
          <p:nvPr/>
        </p:nvGrpSpPr>
        <p:grpSpPr>
          <a:xfrm>
            <a:off x="5802731" y="3790180"/>
            <a:ext cx="274576" cy="354754"/>
            <a:chOff x="5802731" y="3790180"/>
            <a:chExt cx="274576" cy="354754"/>
          </a:xfrm>
        </p:grpSpPr>
        <p:sp>
          <p:nvSpPr>
            <p:cNvPr id="13673" name="Google Shape;13673;p78"/>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78"/>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78"/>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8"/>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8"/>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8"/>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78"/>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78"/>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78"/>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78"/>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78"/>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78"/>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78"/>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78"/>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78"/>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78"/>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78"/>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78"/>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78"/>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78"/>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78"/>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4" name="Google Shape;13694;p78"/>
          <p:cNvGrpSpPr/>
          <p:nvPr/>
        </p:nvGrpSpPr>
        <p:grpSpPr>
          <a:xfrm>
            <a:off x="5352088" y="3790206"/>
            <a:ext cx="274550" cy="354728"/>
            <a:chOff x="5352088" y="3790206"/>
            <a:chExt cx="274550" cy="354728"/>
          </a:xfrm>
        </p:grpSpPr>
        <p:sp>
          <p:nvSpPr>
            <p:cNvPr id="13695" name="Google Shape;13695;p78"/>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78"/>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78"/>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8"/>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8"/>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78"/>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78"/>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8"/>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78"/>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78"/>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8"/>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8"/>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78"/>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78"/>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8"/>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78"/>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78"/>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8"/>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8"/>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78"/>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8"/>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78"/>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78"/>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78"/>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9" name="Google Shape;13719;p78"/>
          <p:cNvGrpSpPr/>
          <p:nvPr/>
        </p:nvGrpSpPr>
        <p:grpSpPr>
          <a:xfrm>
            <a:off x="4901706" y="3790075"/>
            <a:ext cx="274550" cy="354859"/>
            <a:chOff x="4901706" y="3790075"/>
            <a:chExt cx="274550" cy="354859"/>
          </a:xfrm>
        </p:grpSpPr>
        <p:sp>
          <p:nvSpPr>
            <p:cNvPr id="13720" name="Google Shape;13720;p78"/>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78"/>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78"/>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78"/>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78"/>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78"/>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8"/>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78"/>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78"/>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78"/>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8"/>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78"/>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78"/>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78"/>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78"/>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8"/>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78"/>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7" name="Google Shape;13737;p78"/>
          <p:cNvGrpSpPr/>
          <p:nvPr/>
        </p:nvGrpSpPr>
        <p:grpSpPr>
          <a:xfrm>
            <a:off x="8052704" y="1503208"/>
            <a:ext cx="275073" cy="354545"/>
            <a:chOff x="8052704" y="1503208"/>
            <a:chExt cx="275073" cy="354545"/>
          </a:xfrm>
        </p:grpSpPr>
        <p:sp>
          <p:nvSpPr>
            <p:cNvPr id="13738" name="Google Shape;13738;p78"/>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78"/>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78"/>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78"/>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78"/>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78"/>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78"/>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78"/>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78"/>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78"/>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8"/>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78"/>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78"/>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8"/>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78"/>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78"/>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78"/>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5" name="Google Shape;13755;p78"/>
          <p:cNvGrpSpPr/>
          <p:nvPr/>
        </p:nvGrpSpPr>
        <p:grpSpPr>
          <a:xfrm>
            <a:off x="5794745" y="1502999"/>
            <a:ext cx="274550" cy="354754"/>
            <a:chOff x="5794745" y="1502999"/>
            <a:chExt cx="274550" cy="354754"/>
          </a:xfrm>
        </p:grpSpPr>
        <p:sp>
          <p:nvSpPr>
            <p:cNvPr id="13756" name="Google Shape;13756;p78"/>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78"/>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78"/>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78"/>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78"/>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8"/>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78"/>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78"/>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78"/>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8"/>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78"/>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78"/>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78"/>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78"/>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8"/>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78"/>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78"/>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78"/>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78"/>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78"/>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78"/>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8"/>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8"/>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78"/>
          <p:cNvGrpSpPr/>
          <p:nvPr/>
        </p:nvGrpSpPr>
        <p:grpSpPr>
          <a:xfrm>
            <a:off x="4896940" y="1502999"/>
            <a:ext cx="263316" cy="354754"/>
            <a:chOff x="4896940" y="1502999"/>
            <a:chExt cx="263316" cy="354754"/>
          </a:xfrm>
        </p:grpSpPr>
        <p:sp>
          <p:nvSpPr>
            <p:cNvPr id="13780" name="Google Shape;13780;p78"/>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78"/>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78"/>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78"/>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78"/>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78"/>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78"/>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78"/>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78"/>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78"/>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78"/>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78"/>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78"/>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78"/>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78"/>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78"/>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78"/>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78"/>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78"/>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78"/>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78"/>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1" name="Google Shape;13801;p78"/>
          <p:cNvGrpSpPr/>
          <p:nvPr/>
        </p:nvGrpSpPr>
        <p:grpSpPr>
          <a:xfrm>
            <a:off x="6255392" y="4268082"/>
            <a:ext cx="274550" cy="354728"/>
            <a:chOff x="6255392" y="4268082"/>
            <a:chExt cx="274550" cy="354728"/>
          </a:xfrm>
        </p:grpSpPr>
        <p:sp>
          <p:nvSpPr>
            <p:cNvPr id="13802" name="Google Shape;13802;p78"/>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8"/>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78"/>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78"/>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78"/>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78"/>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78"/>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78"/>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8"/>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78"/>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78"/>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78"/>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78"/>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78"/>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78"/>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78"/>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78"/>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8"/>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78"/>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78"/>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2" name="Google Shape;13822;p78"/>
          <p:cNvGrpSpPr/>
          <p:nvPr/>
        </p:nvGrpSpPr>
        <p:grpSpPr>
          <a:xfrm>
            <a:off x="7604076" y="3790075"/>
            <a:ext cx="275807" cy="354859"/>
            <a:chOff x="7604076" y="3790075"/>
            <a:chExt cx="275807" cy="354859"/>
          </a:xfrm>
        </p:grpSpPr>
        <p:sp>
          <p:nvSpPr>
            <p:cNvPr id="13823" name="Google Shape;13823;p78"/>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78"/>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8"/>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8"/>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78"/>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78"/>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78"/>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78"/>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78"/>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78"/>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78"/>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78"/>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78"/>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78"/>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78"/>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78"/>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78"/>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78"/>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78"/>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78"/>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78"/>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78"/>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5" name="Google Shape;13845;p78"/>
          <p:cNvGrpSpPr/>
          <p:nvPr/>
        </p:nvGrpSpPr>
        <p:grpSpPr>
          <a:xfrm>
            <a:off x="7154427" y="3790206"/>
            <a:ext cx="274550" cy="354493"/>
            <a:chOff x="7154427" y="3790206"/>
            <a:chExt cx="274550" cy="354493"/>
          </a:xfrm>
        </p:grpSpPr>
        <p:sp>
          <p:nvSpPr>
            <p:cNvPr id="13846" name="Google Shape;13846;p78"/>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78"/>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78"/>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78"/>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8"/>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8"/>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78"/>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78"/>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78"/>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78"/>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78"/>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78"/>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78"/>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78"/>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78"/>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78"/>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78"/>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78"/>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78"/>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78"/>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78"/>
          <p:cNvGrpSpPr/>
          <p:nvPr/>
        </p:nvGrpSpPr>
        <p:grpSpPr>
          <a:xfrm>
            <a:off x="8054458" y="1973150"/>
            <a:ext cx="274576" cy="354728"/>
            <a:chOff x="8054458" y="1973150"/>
            <a:chExt cx="274576" cy="354728"/>
          </a:xfrm>
        </p:grpSpPr>
        <p:sp>
          <p:nvSpPr>
            <p:cNvPr id="13867" name="Google Shape;13867;p78"/>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8"/>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78"/>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78"/>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78"/>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78"/>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78"/>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78"/>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78"/>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78"/>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78"/>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78"/>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78"/>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78"/>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78"/>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78"/>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78"/>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8"/>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78"/>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78"/>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78"/>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78"/>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78"/>
          <p:cNvGrpSpPr/>
          <p:nvPr/>
        </p:nvGrpSpPr>
        <p:grpSpPr>
          <a:xfrm>
            <a:off x="7153930" y="1973150"/>
            <a:ext cx="274812" cy="354728"/>
            <a:chOff x="7153930" y="1973150"/>
            <a:chExt cx="274812" cy="354728"/>
          </a:xfrm>
        </p:grpSpPr>
        <p:sp>
          <p:nvSpPr>
            <p:cNvPr id="13890" name="Google Shape;13890;p78"/>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8"/>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78"/>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78"/>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78"/>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8"/>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8"/>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78"/>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78"/>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78"/>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78"/>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78"/>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78"/>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78"/>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78"/>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78"/>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78"/>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78"/>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8"/>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9" name="Google Shape;13909;p78"/>
          <p:cNvGrpSpPr/>
          <p:nvPr/>
        </p:nvGrpSpPr>
        <p:grpSpPr>
          <a:xfrm>
            <a:off x="6703522" y="1973098"/>
            <a:ext cx="274812" cy="354781"/>
            <a:chOff x="6703522" y="1973098"/>
            <a:chExt cx="274812" cy="354781"/>
          </a:xfrm>
        </p:grpSpPr>
        <p:sp>
          <p:nvSpPr>
            <p:cNvPr id="13910" name="Google Shape;13910;p78"/>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78"/>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78"/>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8"/>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8"/>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78"/>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78"/>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78"/>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78"/>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8"/>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8"/>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78"/>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78"/>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78"/>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78"/>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78"/>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8"/>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8"/>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78"/>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78"/>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78"/>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78"/>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78"/>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78"/>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78"/>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5" name="Google Shape;13935;p78"/>
          <p:cNvGrpSpPr/>
          <p:nvPr/>
        </p:nvGrpSpPr>
        <p:grpSpPr>
          <a:xfrm>
            <a:off x="6253375" y="1973150"/>
            <a:ext cx="274812" cy="354728"/>
            <a:chOff x="6253375" y="1973150"/>
            <a:chExt cx="274812" cy="354728"/>
          </a:xfrm>
        </p:grpSpPr>
        <p:sp>
          <p:nvSpPr>
            <p:cNvPr id="13936" name="Google Shape;13936;p78"/>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78"/>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78"/>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78"/>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8"/>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78"/>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78"/>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78"/>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78"/>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78"/>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78"/>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78"/>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78"/>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78"/>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8"/>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78"/>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78"/>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8"/>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78"/>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78"/>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78"/>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78"/>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78"/>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78"/>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78"/>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78"/>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78"/>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78"/>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78"/>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78"/>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78"/>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78"/>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78"/>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8"/>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78"/>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78"/>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78"/>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78"/>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78"/>
          <p:cNvGrpSpPr/>
          <p:nvPr/>
        </p:nvGrpSpPr>
        <p:grpSpPr>
          <a:xfrm>
            <a:off x="5802496" y="1973150"/>
            <a:ext cx="275309" cy="354728"/>
            <a:chOff x="5802496" y="1973150"/>
            <a:chExt cx="275309" cy="354728"/>
          </a:xfrm>
        </p:grpSpPr>
        <p:sp>
          <p:nvSpPr>
            <p:cNvPr id="13975" name="Google Shape;13975;p78"/>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78"/>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78"/>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78"/>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78"/>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78"/>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78"/>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78"/>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78"/>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8"/>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78"/>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78"/>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78"/>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78"/>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78"/>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78"/>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78"/>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78"/>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78"/>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78"/>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78"/>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78"/>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78"/>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78"/>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78"/>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78"/>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1" name="Google Shape;14001;p78"/>
          <p:cNvGrpSpPr/>
          <p:nvPr/>
        </p:nvGrpSpPr>
        <p:grpSpPr>
          <a:xfrm>
            <a:off x="5353083" y="1973150"/>
            <a:ext cx="274576" cy="354728"/>
            <a:chOff x="5353083" y="1973150"/>
            <a:chExt cx="274576" cy="354728"/>
          </a:xfrm>
        </p:grpSpPr>
        <p:sp>
          <p:nvSpPr>
            <p:cNvPr id="14002" name="Google Shape;14002;p78"/>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78"/>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78"/>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78"/>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78"/>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78"/>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78"/>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78"/>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78"/>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78"/>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8"/>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78"/>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78"/>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78"/>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78"/>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78"/>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78"/>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8"/>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78"/>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78"/>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78"/>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3" name="Google Shape;14023;p78"/>
          <p:cNvGrpSpPr/>
          <p:nvPr/>
        </p:nvGrpSpPr>
        <p:grpSpPr>
          <a:xfrm>
            <a:off x="4902701" y="1973150"/>
            <a:ext cx="274812" cy="354728"/>
            <a:chOff x="4902701" y="1973150"/>
            <a:chExt cx="274812" cy="354728"/>
          </a:xfrm>
        </p:grpSpPr>
        <p:sp>
          <p:nvSpPr>
            <p:cNvPr id="14024" name="Google Shape;14024;p78"/>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78"/>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8"/>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78"/>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8"/>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78"/>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78"/>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8"/>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78"/>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78"/>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78"/>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78"/>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8"/>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78"/>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78"/>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78"/>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78"/>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78"/>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8"/>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78"/>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8"/>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8"/>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78"/>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78"/>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8"/>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9" name="Google Shape;14049;p78"/>
          <p:cNvGrpSpPr/>
          <p:nvPr/>
        </p:nvGrpSpPr>
        <p:grpSpPr>
          <a:xfrm>
            <a:off x="4902701" y="2879989"/>
            <a:ext cx="272560" cy="354676"/>
            <a:chOff x="4902701" y="2879989"/>
            <a:chExt cx="272560" cy="354676"/>
          </a:xfrm>
        </p:grpSpPr>
        <p:sp>
          <p:nvSpPr>
            <p:cNvPr id="14050" name="Google Shape;14050;p78"/>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8"/>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8"/>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78"/>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78"/>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78"/>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78"/>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78"/>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8"/>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8"/>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78"/>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78"/>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78"/>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8"/>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78"/>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78"/>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78"/>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8"/>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78"/>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78"/>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78"/>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8"/>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8"/>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78"/>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4" name="Google Shape;14074;p78"/>
          <p:cNvGrpSpPr/>
          <p:nvPr/>
        </p:nvGrpSpPr>
        <p:grpSpPr>
          <a:xfrm>
            <a:off x="5803988" y="4268082"/>
            <a:ext cx="274550" cy="354728"/>
            <a:chOff x="5803988" y="4268082"/>
            <a:chExt cx="274550" cy="354728"/>
          </a:xfrm>
        </p:grpSpPr>
        <p:sp>
          <p:nvSpPr>
            <p:cNvPr id="14075" name="Google Shape;14075;p78"/>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78"/>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78"/>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78"/>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8"/>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78"/>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78"/>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8"/>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8"/>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8"/>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8"/>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78"/>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78"/>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78"/>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78"/>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78"/>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78"/>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8"/>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78"/>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78"/>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78"/>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78"/>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78"/>
          <p:cNvGrpSpPr/>
          <p:nvPr/>
        </p:nvGrpSpPr>
        <p:grpSpPr>
          <a:xfrm>
            <a:off x="5352349" y="4268082"/>
            <a:ext cx="274550" cy="354728"/>
            <a:chOff x="5352349" y="4268082"/>
            <a:chExt cx="274550" cy="354728"/>
          </a:xfrm>
        </p:grpSpPr>
        <p:sp>
          <p:nvSpPr>
            <p:cNvPr id="14098" name="Google Shape;14098;p78"/>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8"/>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78"/>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78"/>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78"/>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78"/>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78"/>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8"/>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78"/>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78"/>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78"/>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78"/>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8"/>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8"/>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8"/>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78"/>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78"/>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8"/>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8"/>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8"/>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78"/>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78"/>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0" name="Google Shape;14120;p78"/>
          <p:cNvGrpSpPr/>
          <p:nvPr/>
        </p:nvGrpSpPr>
        <p:grpSpPr>
          <a:xfrm>
            <a:off x="7606826" y="2419290"/>
            <a:ext cx="274550" cy="354728"/>
            <a:chOff x="7606826" y="2419290"/>
            <a:chExt cx="274550" cy="354728"/>
          </a:xfrm>
        </p:grpSpPr>
        <p:sp>
          <p:nvSpPr>
            <p:cNvPr id="14121" name="Google Shape;14121;p78"/>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78"/>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78"/>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78"/>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8"/>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8"/>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8"/>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8"/>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8"/>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78"/>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78"/>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8"/>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8"/>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78"/>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78"/>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78"/>
          <p:cNvGrpSpPr/>
          <p:nvPr/>
        </p:nvGrpSpPr>
        <p:grpSpPr>
          <a:xfrm>
            <a:off x="7156182" y="2419290"/>
            <a:ext cx="274550" cy="354728"/>
            <a:chOff x="7156182" y="2419290"/>
            <a:chExt cx="274550" cy="354728"/>
          </a:xfrm>
        </p:grpSpPr>
        <p:sp>
          <p:nvSpPr>
            <p:cNvPr id="14137" name="Google Shape;14137;p78"/>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78"/>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8"/>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8"/>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78"/>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78"/>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8"/>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78"/>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78"/>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78"/>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78"/>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78"/>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78"/>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78"/>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78"/>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78"/>
          <p:cNvGrpSpPr/>
          <p:nvPr/>
        </p:nvGrpSpPr>
        <p:grpSpPr>
          <a:xfrm>
            <a:off x="6705276" y="2419290"/>
            <a:ext cx="274812" cy="354728"/>
            <a:chOff x="6705276" y="2419290"/>
            <a:chExt cx="274812" cy="354728"/>
          </a:xfrm>
        </p:grpSpPr>
        <p:sp>
          <p:nvSpPr>
            <p:cNvPr id="14153" name="Google Shape;14153;p78"/>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78"/>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78"/>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8"/>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8"/>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78"/>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78"/>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8"/>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8"/>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78"/>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78"/>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78"/>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78"/>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78"/>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78"/>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8"/>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78"/>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78"/>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78"/>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8"/>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78"/>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78"/>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78"/>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8"/>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78"/>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78"/>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78"/>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78"/>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78"/>
          <p:cNvGrpSpPr/>
          <p:nvPr/>
        </p:nvGrpSpPr>
        <p:grpSpPr>
          <a:xfrm>
            <a:off x="4902936" y="2419290"/>
            <a:ext cx="274576" cy="354728"/>
            <a:chOff x="4902936" y="2419290"/>
            <a:chExt cx="274576" cy="354728"/>
          </a:xfrm>
        </p:grpSpPr>
        <p:sp>
          <p:nvSpPr>
            <p:cNvPr id="14182" name="Google Shape;14182;p78"/>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78"/>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8"/>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8"/>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78"/>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78"/>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78"/>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78"/>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78"/>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78"/>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78"/>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78"/>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78"/>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78"/>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8"/>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78"/>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78"/>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78"/>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78"/>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78"/>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2" name="Google Shape;14202;p78"/>
          <p:cNvGrpSpPr/>
          <p:nvPr/>
        </p:nvGrpSpPr>
        <p:grpSpPr>
          <a:xfrm>
            <a:off x="7608056" y="3345794"/>
            <a:ext cx="270334" cy="354754"/>
            <a:chOff x="7608056" y="3345794"/>
            <a:chExt cx="270334" cy="354754"/>
          </a:xfrm>
        </p:grpSpPr>
        <p:sp>
          <p:nvSpPr>
            <p:cNvPr id="14203" name="Google Shape;14203;p78"/>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78"/>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78"/>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8"/>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78"/>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78"/>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78"/>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78"/>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78"/>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78"/>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78"/>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78"/>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78"/>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78"/>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78"/>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8"/>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8"/>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78"/>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78"/>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78"/>
          <p:cNvGrpSpPr/>
          <p:nvPr/>
        </p:nvGrpSpPr>
        <p:grpSpPr>
          <a:xfrm>
            <a:off x="6712765" y="4268082"/>
            <a:ext cx="263316" cy="354728"/>
            <a:chOff x="6712765" y="4268082"/>
            <a:chExt cx="263316" cy="354728"/>
          </a:xfrm>
        </p:grpSpPr>
        <p:sp>
          <p:nvSpPr>
            <p:cNvPr id="14223" name="Google Shape;14223;p78"/>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8"/>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8"/>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78"/>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78"/>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78"/>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8"/>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8"/>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78"/>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78"/>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78"/>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8"/>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8"/>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8"/>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8"/>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8"/>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9" name="Google Shape;14239;p78"/>
          <p:cNvGrpSpPr/>
          <p:nvPr/>
        </p:nvGrpSpPr>
        <p:grpSpPr>
          <a:xfrm>
            <a:off x="5359341" y="2419159"/>
            <a:ext cx="262819" cy="354859"/>
            <a:chOff x="5359341" y="2419159"/>
            <a:chExt cx="262819" cy="354859"/>
          </a:xfrm>
        </p:grpSpPr>
        <p:sp>
          <p:nvSpPr>
            <p:cNvPr id="14240" name="Google Shape;14240;p78"/>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8"/>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8"/>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78"/>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78"/>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78"/>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78"/>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8"/>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78"/>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8"/>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78"/>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78"/>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8"/>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8"/>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78"/>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78"/>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8"/>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8"/>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78"/>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78"/>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78"/>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78"/>
          <p:cNvGrpSpPr/>
          <p:nvPr/>
        </p:nvGrpSpPr>
        <p:grpSpPr>
          <a:xfrm>
            <a:off x="6709282" y="3790206"/>
            <a:ext cx="263316" cy="354493"/>
            <a:chOff x="6709282" y="3790206"/>
            <a:chExt cx="263316" cy="354493"/>
          </a:xfrm>
        </p:grpSpPr>
        <p:sp>
          <p:nvSpPr>
            <p:cNvPr id="14262" name="Google Shape;14262;p78"/>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78"/>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8"/>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78"/>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78"/>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78"/>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78"/>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8"/>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8"/>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8"/>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8"/>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8"/>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78"/>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8"/>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8"/>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8"/>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8" name="Google Shape;14278;p78"/>
          <p:cNvGrpSpPr/>
          <p:nvPr/>
        </p:nvGrpSpPr>
        <p:grpSpPr>
          <a:xfrm>
            <a:off x="6260629" y="2419290"/>
            <a:ext cx="263055" cy="354493"/>
            <a:chOff x="6260629" y="2419290"/>
            <a:chExt cx="263055" cy="354493"/>
          </a:xfrm>
        </p:grpSpPr>
        <p:sp>
          <p:nvSpPr>
            <p:cNvPr id="14279" name="Google Shape;14279;p78"/>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78"/>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8"/>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8"/>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78"/>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78"/>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8"/>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8"/>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8"/>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78"/>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78"/>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78"/>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8"/>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78"/>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78"/>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4" name="Google Shape;14294;p78"/>
          <p:cNvGrpSpPr/>
          <p:nvPr/>
        </p:nvGrpSpPr>
        <p:grpSpPr>
          <a:xfrm>
            <a:off x="6260864" y="2879911"/>
            <a:ext cx="263343" cy="354754"/>
            <a:chOff x="6260864" y="2879911"/>
            <a:chExt cx="263343" cy="354754"/>
          </a:xfrm>
        </p:grpSpPr>
        <p:sp>
          <p:nvSpPr>
            <p:cNvPr id="14295" name="Google Shape;14295;p78"/>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8"/>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8"/>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78"/>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78"/>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78"/>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8"/>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8"/>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78"/>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8"/>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78"/>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78"/>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78"/>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8"/>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78"/>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78"/>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78"/>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78"/>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3" name="Google Shape;14313;p78"/>
          <p:cNvGrpSpPr/>
          <p:nvPr/>
        </p:nvGrpSpPr>
        <p:grpSpPr>
          <a:xfrm>
            <a:off x="8062968" y="2419290"/>
            <a:ext cx="263316" cy="354728"/>
            <a:chOff x="8062968" y="2419290"/>
            <a:chExt cx="263316" cy="354728"/>
          </a:xfrm>
        </p:grpSpPr>
        <p:sp>
          <p:nvSpPr>
            <p:cNvPr id="14314" name="Google Shape;14314;p78"/>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78"/>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8"/>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78"/>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78"/>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78"/>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8"/>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8"/>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78"/>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78"/>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8"/>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78"/>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78"/>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78"/>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78"/>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78"/>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78"/>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1" name="Google Shape;14331;p78"/>
          <p:cNvGrpSpPr/>
          <p:nvPr/>
        </p:nvGrpSpPr>
        <p:grpSpPr>
          <a:xfrm>
            <a:off x="5809723" y="2419290"/>
            <a:ext cx="263316" cy="354728"/>
            <a:chOff x="5809723" y="2419290"/>
            <a:chExt cx="263316" cy="354728"/>
          </a:xfrm>
        </p:grpSpPr>
        <p:sp>
          <p:nvSpPr>
            <p:cNvPr id="14332" name="Google Shape;14332;p78"/>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8"/>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8"/>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8"/>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78"/>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78"/>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8"/>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8"/>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78"/>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78"/>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78"/>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8"/>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78"/>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78"/>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8"/>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8"/>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78"/>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9" name="Google Shape;14349;p78"/>
          <p:cNvGrpSpPr/>
          <p:nvPr/>
        </p:nvGrpSpPr>
        <p:grpSpPr>
          <a:xfrm>
            <a:off x="7606826" y="1502999"/>
            <a:ext cx="263552" cy="354754"/>
            <a:chOff x="7606826" y="1502999"/>
            <a:chExt cx="263552" cy="354754"/>
          </a:xfrm>
        </p:grpSpPr>
        <p:sp>
          <p:nvSpPr>
            <p:cNvPr id="14350" name="Google Shape;14350;p78"/>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8"/>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8"/>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8"/>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78"/>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78"/>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8"/>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78"/>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78"/>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8"/>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78"/>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8"/>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78"/>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78"/>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8"/>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8"/>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78"/>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78"/>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8" name="Google Shape;14368;p78"/>
          <p:cNvGrpSpPr/>
          <p:nvPr/>
        </p:nvGrpSpPr>
        <p:grpSpPr>
          <a:xfrm>
            <a:off x="8060455" y="3790075"/>
            <a:ext cx="264076" cy="354623"/>
            <a:chOff x="8060455" y="3790075"/>
            <a:chExt cx="264076" cy="354623"/>
          </a:xfrm>
        </p:grpSpPr>
        <p:sp>
          <p:nvSpPr>
            <p:cNvPr id="14369" name="Google Shape;14369;p78"/>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8"/>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8"/>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78"/>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78"/>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78"/>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78"/>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8"/>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78"/>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78"/>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8"/>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8"/>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8"/>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8"/>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78"/>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78"/>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78"/>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78"/>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78"/>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8"/>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8"/>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8"/>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8"/>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2" name="Google Shape;14392;p78"/>
          <p:cNvGrpSpPr/>
          <p:nvPr/>
        </p:nvGrpSpPr>
        <p:grpSpPr>
          <a:xfrm>
            <a:off x="7614550" y="2879911"/>
            <a:ext cx="263316" cy="354754"/>
            <a:chOff x="7614550" y="2879911"/>
            <a:chExt cx="263316" cy="354754"/>
          </a:xfrm>
        </p:grpSpPr>
        <p:sp>
          <p:nvSpPr>
            <p:cNvPr id="14393" name="Google Shape;14393;p78"/>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78"/>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8"/>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8"/>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8"/>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78"/>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78"/>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8"/>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8"/>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8"/>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78"/>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78"/>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8"/>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8"/>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8"/>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78"/>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78"/>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8"/>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8"/>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78"/>
          <p:cNvGrpSpPr/>
          <p:nvPr/>
        </p:nvGrpSpPr>
        <p:grpSpPr>
          <a:xfrm>
            <a:off x="4900684" y="4268187"/>
            <a:ext cx="274576" cy="354623"/>
            <a:chOff x="4900684" y="4268187"/>
            <a:chExt cx="274576" cy="354623"/>
          </a:xfrm>
        </p:grpSpPr>
        <p:sp>
          <p:nvSpPr>
            <p:cNvPr id="14413" name="Google Shape;14413;p78"/>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78"/>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8"/>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8"/>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8"/>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78"/>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78"/>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78"/>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8"/>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8"/>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8"/>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8"/>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78"/>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78"/>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8"/>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8" name="Google Shape;14428;p78"/>
          <p:cNvGrpSpPr/>
          <p:nvPr/>
        </p:nvGrpSpPr>
        <p:grpSpPr>
          <a:xfrm>
            <a:off x="7161654" y="3345794"/>
            <a:ext cx="263343" cy="354754"/>
            <a:chOff x="7161654" y="3345794"/>
            <a:chExt cx="263343" cy="354754"/>
          </a:xfrm>
        </p:grpSpPr>
        <p:sp>
          <p:nvSpPr>
            <p:cNvPr id="14429" name="Google Shape;14429;p78"/>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78"/>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78"/>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78"/>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78"/>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78"/>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8"/>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8"/>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8"/>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8"/>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78"/>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78"/>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8"/>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78"/>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78"/>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78"/>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78"/>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8"/>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8"/>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8" name="Google Shape;14448;p78"/>
          <p:cNvGrpSpPr/>
          <p:nvPr/>
        </p:nvGrpSpPr>
        <p:grpSpPr>
          <a:xfrm>
            <a:off x="6711770" y="3345794"/>
            <a:ext cx="263081" cy="354754"/>
            <a:chOff x="6711770" y="3345794"/>
            <a:chExt cx="263081" cy="354754"/>
          </a:xfrm>
        </p:grpSpPr>
        <p:sp>
          <p:nvSpPr>
            <p:cNvPr id="14449" name="Google Shape;14449;p78"/>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78"/>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8"/>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78"/>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78"/>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78"/>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8"/>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78"/>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78"/>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8"/>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8"/>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8"/>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78"/>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78"/>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8"/>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8"/>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8"/>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6" name="Google Shape;14466;p78"/>
          <p:cNvGrpSpPr/>
          <p:nvPr/>
        </p:nvGrpSpPr>
        <p:grpSpPr>
          <a:xfrm>
            <a:off x="7163409" y="2880251"/>
            <a:ext cx="263316" cy="354414"/>
            <a:chOff x="7163409" y="2880251"/>
            <a:chExt cx="263316" cy="354414"/>
          </a:xfrm>
        </p:grpSpPr>
        <p:sp>
          <p:nvSpPr>
            <p:cNvPr id="14467" name="Google Shape;14467;p78"/>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8"/>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78"/>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78"/>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78"/>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8"/>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78"/>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78"/>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8"/>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8"/>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78"/>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78"/>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9" name="Google Shape;14479;p78"/>
          <p:cNvGrpSpPr/>
          <p:nvPr/>
        </p:nvGrpSpPr>
        <p:grpSpPr>
          <a:xfrm>
            <a:off x="6712032" y="2880172"/>
            <a:ext cx="263316" cy="354493"/>
            <a:chOff x="6712032" y="2880172"/>
            <a:chExt cx="263316" cy="354493"/>
          </a:xfrm>
        </p:grpSpPr>
        <p:sp>
          <p:nvSpPr>
            <p:cNvPr id="14480" name="Google Shape;14480;p78"/>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78"/>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78"/>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8"/>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8"/>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8"/>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78"/>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78"/>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8"/>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8"/>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8"/>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78"/>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78"/>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78"/>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78"/>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78"/>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8"/>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8"/>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78"/>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78"/>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8"/>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78"/>
          <p:cNvGrpSpPr/>
          <p:nvPr/>
        </p:nvGrpSpPr>
        <p:grpSpPr>
          <a:xfrm>
            <a:off x="6261624" y="3345794"/>
            <a:ext cx="263316" cy="354754"/>
            <a:chOff x="6261624" y="3345794"/>
            <a:chExt cx="263316" cy="354754"/>
          </a:xfrm>
        </p:grpSpPr>
        <p:sp>
          <p:nvSpPr>
            <p:cNvPr id="14502" name="Google Shape;14502;p78"/>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78"/>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78"/>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78"/>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78"/>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8"/>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78"/>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78"/>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8"/>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8"/>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78"/>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78"/>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8"/>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8"/>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8"/>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78"/>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78"/>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8"/>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78"/>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78"/>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78"/>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78"/>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78"/>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8"/>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8"/>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78"/>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78"/>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78"/>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0" name="Google Shape;14530;p78"/>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1" name="Google Shape;14531;p78"/>
          <p:cNvGrpSpPr/>
          <p:nvPr/>
        </p:nvGrpSpPr>
        <p:grpSpPr>
          <a:xfrm>
            <a:off x="5811739" y="3345794"/>
            <a:ext cx="263316" cy="354754"/>
            <a:chOff x="5811739" y="3345794"/>
            <a:chExt cx="263316" cy="354754"/>
          </a:xfrm>
        </p:grpSpPr>
        <p:sp>
          <p:nvSpPr>
            <p:cNvPr id="14532" name="Google Shape;14532;p78"/>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78"/>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78"/>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78"/>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8"/>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78"/>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78"/>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78"/>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8"/>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8"/>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78"/>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78"/>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8"/>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8"/>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78"/>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78"/>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78"/>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8"/>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8"/>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78"/>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78"/>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3" name="Google Shape;14553;p78"/>
          <p:cNvGrpSpPr/>
          <p:nvPr/>
        </p:nvGrpSpPr>
        <p:grpSpPr>
          <a:xfrm>
            <a:off x="5363818" y="3345794"/>
            <a:ext cx="259074" cy="354493"/>
            <a:chOff x="5363818" y="3345794"/>
            <a:chExt cx="259074" cy="354493"/>
          </a:xfrm>
        </p:grpSpPr>
        <p:sp>
          <p:nvSpPr>
            <p:cNvPr id="14554" name="Google Shape;14554;p78"/>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8"/>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78"/>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78"/>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78"/>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78"/>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8"/>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78"/>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78"/>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78"/>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78"/>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78"/>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78"/>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78"/>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78"/>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78"/>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8"/>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78"/>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78"/>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8"/>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78"/>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78"/>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78"/>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8"/>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8"/>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9" name="Google Shape;14579;p78"/>
          <p:cNvGrpSpPr/>
          <p:nvPr/>
        </p:nvGrpSpPr>
        <p:grpSpPr>
          <a:xfrm>
            <a:off x="4912939" y="3345663"/>
            <a:ext cx="261326" cy="354885"/>
            <a:chOff x="4912939" y="3345663"/>
            <a:chExt cx="261326" cy="354885"/>
          </a:xfrm>
        </p:grpSpPr>
        <p:sp>
          <p:nvSpPr>
            <p:cNvPr id="14580" name="Google Shape;14580;p78"/>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78"/>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78"/>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8"/>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78"/>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78"/>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8"/>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78"/>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78"/>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78"/>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8"/>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8"/>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8"/>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78"/>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78"/>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8"/>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78"/>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78"/>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8"/>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78"/>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78"/>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1" name="Google Shape;14601;p78"/>
          <p:cNvGrpSpPr/>
          <p:nvPr/>
        </p:nvGrpSpPr>
        <p:grpSpPr>
          <a:xfrm>
            <a:off x="5809723" y="2879911"/>
            <a:ext cx="263081" cy="355016"/>
            <a:chOff x="5809723" y="2879911"/>
            <a:chExt cx="263081" cy="355016"/>
          </a:xfrm>
        </p:grpSpPr>
        <p:sp>
          <p:nvSpPr>
            <p:cNvPr id="14602" name="Google Shape;14602;p78"/>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78"/>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8"/>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78"/>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78"/>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78"/>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8"/>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78"/>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78"/>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8"/>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78"/>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78"/>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8"/>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78"/>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78"/>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78"/>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8"/>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8"/>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8"/>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78"/>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78"/>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78"/>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4" name="Google Shape;14624;p78"/>
          <p:cNvGrpSpPr/>
          <p:nvPr/>
        </p:nvGrpSpPr>
        <p:grpSpPr>
          <a:xfrm>
            <a:off x="7616069" y="4268056"/>
            <a:ext cx="263316" cy="354754"/>
            <a:chOff x="7616069" y="4268056"/>
            <a:chExt cx="263316" cy="354754"/>
          </a:xfrm>
        </p:grpSpPr>
        <p:sp>
          <p:nvSpPr>
            <p:cNvPr id="14625" name="Google Shape;14625;p78"/>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78"/>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78"/>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8"/>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78"/>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78"/>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78"/>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78"/>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8"/>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78"/>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78"/>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78"/>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78"/>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78"/>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8"/>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8"/>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78"/>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78"/>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78"/>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8"/>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8"/>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6" name="Google Shape;14646;p78"/>
          <p:cNvGrpSpPr/>
          <p:nvPr/>
        </p:nvGrpSpPr>
        <p:grpSpPr>
          <a:xfrm>
            <a:off x="7164404" y="4268318"/>
            <a:ext cx="263316" cy="354493"/>
            <a:chOff x="7164404" y="4268318"/>
            <a:chExt cx="263316" cy="354493"/>
          </a:xfrm>
        </p:grpSpPr>
        <p:sp>
          <p:nvSpPr>
            <p:cNvPr id="14647" name="Google Shape;14647;p78"/>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8"/>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78"/>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78"/>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8"/>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78"/>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78"/>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8"/>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8"/>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78"/>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78"/>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8"/>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78"/>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8"/>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78"/>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78"/>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3" name="Google Shape;14663;p78"/>
          <p:cNvGrpSpPr/>
          <p:nvPr/>
        </p:nvGrpSpPr>
        <p:grpSpPr>
          <a:xfrm>
            <a:off x="5358346" y="2879911"/>
            <a:ext cx="263316" cy="354754"/>
            <a:chOff x="5358346" y="2879911"/>
            <a:chExt cx="263316" cy="354754"/>
          </a:xfrm>
        </p:grpSpPr>
        <p:sp>
          <p:nvSpPr>
            <p:cNvPr id="14664" name="Google Shape;14664;p78"/>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78"/>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78"/>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8"/>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8"/>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78"/>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78"/>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8"/>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8"/>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8"/>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8"/>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8"/>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8"/>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78"/>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8"/>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8"/>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78"/>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8"/>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78"/>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78"/>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78"/>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5" name="Google Shape;14685;p78"/>
          <p:cNvGrpSpPr/>
          <p:nvPr/>
        </p:nvGrpSpPr>
        <p:grpSpPr>
          <a:xfrm>
            <a:off x="8061450" y="3345742"/>
            <a:ext cx="263316" cy="354807"/>
            <a:chOff x="8061450" y="3345742"/>
            <a:chExt cx="263316" cy="354807"/>
          </a:xfrm>
        </p:grpSpPr>
        <p:sp>
          <p:nvSpPr>
            <p:cNvPr id="14686" name="Google Shape;14686;p78"/>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78"/>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78"/>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78"/>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8"/>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8"/>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78"/>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78"/>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8"/>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78"/>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78"/>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8"/>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8"/>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8"/>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8"/>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8"/>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2" name="Google Shape;14702;p78"/>
          <p:cNvGrpSpPr/>
          <p:nvPr/>
        </p:nvGrpSpPr>
        <p:grpSpPr>
          <a:xfrm>
            <a:off x="8065953" y="2879911"/>
            <a:ext cx="263081" cy="354754"/>
            <a:chOff x="8065953" y="2879911"/>
            <a:chExt cx="263081" cy="354754"/>
          </a:xfrm>
        </p:grpSpPr>
        <p:sp>
          <p:nvSpPr>
            <p:cNvPr id="14703" name="Google Shape;14703;p78"/>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78"/>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78"/>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78"/>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78"/>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8"/>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8"/>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8"/>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78"/>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78"/>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78"/>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8"/>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8"/>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78"/>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78"/>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78"/>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78"/>
          <p:cNvGrpSpPr/>
          <p:nvPr/>
        </p:nvGrpSpPr>
        <p:grpSpPr>
          <a:xfrm>
            <a:off x="8064199" y="4268318"/>
            <a:ext cx="270308" cy="354493"/>
            <a:chOff x="8064199" y="4268318"/>
            <a:chExt cx="270308" cy="354493"/>
          </a:xfrm>
        </p:grpSpPr>
        <p:sp>
          <p:nvSpPr>
            <p:cNvPr id="14720" name="Google Shape;14720;p78"/>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8"/>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78"/>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78"/>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78"/>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78"/>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78"/>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8"/>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78"/>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78"/>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78"/>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8"/>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78"/>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78"/>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8"/>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8"/>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1"/>
        <p:cNvGrpSpPr/>
        <p:nvPr/>
      </p:nvGrpSpPr>
      <p:grpSpPr>
        <a:xfrm>
          <a:off x="0" y="0"/>
          <a:ext cx="0" cy="0"/>
          <a:chOff x="0" y="0"/>
          <a:chExt cx="0" cy="0"/>
        </a:xfrm>
      </p:grpSpPr>
      <p:sp>
        <p:nvSpPr>
          <p:cNvPr id="14742" name="Google Shape;14742;p7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743" name="Google Shape;14743;p7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744" name="Google Shape;14744;p79"/>
          <p:cNvGrpSpPr/>
          <p:nvPr/>
        </p:nvGrpSpPr>
        <p:grpSpPr>
          <a:xfrm>
            <a:off x="3511608" y="3348218"/>
            <a:ext cx="381482" cy="366926"/>
            <a:chOff x="3511608" y="3348218"/>
            <a:chExt cx="381482" cy="366926"/>
          </a:xfrm>
        </p:grpSpPr>
        <p:sp>
          <p:nvSpPr>
            <p:cNvPr id="14745" name="Google Shape;14745;p79"/>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9"/>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9"/>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79"/>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79"/>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79"/>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9"/>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9"/>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9"/>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79"/>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79"/>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9"/>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9"/>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9"/>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9" name="Google Shape;14759;p79"/>
          <p:cNvGrpSpPr/>
          <p:nvPr/>
        </p:nvGrpSpPr>
        <p:grpSpPr>
          <a:xfrm>
            <a:off x="1849816" y="3807339"/>
            <a:ext cx="163616" cy="366665"/>
            <a:chOff x="1849816" y="3807339"/>
            <a:chExt cx="163616" cy="366665"/>
          </a:xfrm>
        </p:grpSpPr>
        <p:sp>
          <p:nvSpPr>
            <p:cNvPr id="14760" name="Google Shape;14760;p79"/>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79"/>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9"/>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9"/>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79"/>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79"/>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79"/>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9"/>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9"/>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9"/>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9"/>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79"/>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79"/>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79"/>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4" name="Google Shape;14774;p79"/>
          <p:cNvGrpSpPr/>
          <p:nvPr/>
        </p:nvGrpSpPr>
        <p:grpSpPr>
          <a:xfrm>
            <a:off x="2274757" y="3807313"/>
            <a:ext cx="202292" cy="366430"/>
            <a:chOff x="2274757" y="3807313"/>
            <a:chExt cx="202292" cy="366430"/>
          </a:xfrm>
        </p:grpSpPr>
        <p:sp>
          <p:nvSpPr>
            <p:cNvPr id="14775" name="Google Shape;14775;p79"/>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9"/>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79"/>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9"/>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79"/>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79"/>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79"/>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9"/>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79"/>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79"/>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5" name="Google Shape;14785;p79"/>
          <p:cNvGrpSpPr/>
          <p:nvPr/>
        </p:nvGrpSpPr>
        <p:grpSpPr>
          <a:xfrm>
            <a:off x="3972716" y="3348218"/>
            <a:ext cx="366404" cy="366665"/>
            <a:chOff x="3972716" y="3348218"/>
            <a:chExt cx="366404" cy="366665"/>
          </a:xfrm>
        </p:grpSpPr>
        <p:sp>
          <p:nvSpPr>
            <p:cNvPr id="14786" name="Google Shape;14786;p79"/>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79"/>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79"/>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9"/>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9"/>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79"/>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79"/>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79"/>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9"/>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79"/>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79"/>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79"/>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79"/>
          <p:cNvGrpSpPr/>
          <p:nvPr/>
        </p:nvGrpSpPr>
        <p:grpSpPr>
          <a:xfrm>
            <a:off x="866528" y="3348348"/>
            <a:ext cx="317405" cy="366534"/>
            <a:chOff x="866528" y="3348348"/>
            <a:chExt cx="317405" cy="366534"/>
          </a:xfrm>
        </p:grpSpPr>
        <p:sp>
          <p:nvSpPr>
            <p:cNvPr id="14799" name="Google Shape;14799;p79"/>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79"/>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79"/>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79"/>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9"/>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79"/>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9"/>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9"/>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7" name="Google Shape;14807;p79"/>
          <p:cNvGrpSpPr/>
          <p:nvPr/>
        </p:nvGrpSpPr>
        <p:grpSpPr>
          <a:xfrm>
            <a:off x="1316818" y="3348296"/>
            <a:ext cx="310872" cy="366848"/>
            <a:chOff x="1316818" y="3348296"/>
            <a:chExt cx="310872" cy="366848"/>
          </a:xfrm>
        </p:grpSpPr>
        <p:sp>
          <p:nvSpPr>
            <p:cNvPr id="14808" name="Google Shape;14808;p79"/>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79"/>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9"/>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79"/>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79"/>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79"/>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79"/>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79"/>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79"/>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79"/>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79"/>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9"/>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79"/>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79"/>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9"/>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9"/>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79"/>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79"/>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9"/>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79"/>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79"/>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79"/>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79"/>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9"/>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2" name="Google Shape;14832;p79"/>
          <p:cNvGrpSpPr/>
          <p:nvPr/>
        </p:nvGrpSpPr>
        <p:grpSpPr>
          <a:xfrm>
            <a:off x="3105248" y="3348244"/>
            <a:ext cx="305620" cy="366430"/>
            <a:chOff x="3105248" y="3348244"/>
            <a:chExt cx="305620" cy="366430"/>
          </a:xfrm>
        </p:grpSpPr>
        <p:sp>
          <p:nvSpPr>
            <p:cNvPr id="14833" name="Google Shape;14833;p79"/>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79"/>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9"/>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79"/>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79"/>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79"/>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79"/>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0" name="Google Shape;14840;p79"/>
          <p:cNvGrpSpPr/>
          <p:nvPr/>
        </p:nvGrpSpPr>
        <p:grpSpPr>
          <a:xfrm>
            <a:off x="2661988" y="3348218"/>
            <a:ext cx="304078" cy="366665"/>
            <a:chOff x="2661988" y="3348218"/>
            <a:chExt cx="304078" cy="366665"/>
          </a:xfrm>
        </p:grpSpPr>
        <p:sp>
          <p:nvSpPr>
            <p:cNvPr id="14841" name="Google Shape;14841;p79"/>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79"/>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9"/>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9"/>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9"/>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9"/>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79"/>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79"/>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79"/>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9"/>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79"/>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79"/>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79"/>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79"/>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79"/>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79"/>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79"/>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79"/>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79"/>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0" name="Google Shape;14860;p79"/>
          <p:cNvGrpSpPr/>
          <p:nvPr/>
        </p:nvGrpSpPr>
        <p:grpSpPr>
          <a:xfrm>
            <a:off x="2212927" y="3348897"/>
            <a:ext cx="307606" cy="366482"/>
            <a:chOff x="2212927" y="3348897"/>
            <a:chExt cx="307606" cy="366482"/>
          </a:xfrm>
        </p:grpSpPr>
        <p:sp>
          <p:nvSpPr>
            <p:cNvPr id="14861" name="Google Shape;14861;p79"/>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79"/>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79"/>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79"/>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79"/>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9"/>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79"/>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79"/>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9"/>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9"/>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1" name="Google Shape;14871;p79"/>
          <p:cNvGrpSpPr/>
          <p:nvPr/>
        </p:nvGrpSpPr>
        <p:grpSpPr>
          <a:xfrm>
            <a:off x="1764389" y="3348218"/>
            <a:ext cx="310114" cy="366665"/>
            <a:chOff x="1764389" y="3348218"/>
            <a:chExt cx="310114" cy="366665"/>
          </a:xfrm>
        </p:grpSpPr>
        <p:sp>
          <p:nvSpPr>
            <p:cNvPr id="14872" name="Google Shape;14872;p79"/>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79"/>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79"/>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79"/>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79"/>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79"/>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9"/>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79"/>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79"/>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79"/>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79"/>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79"/>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79"/>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79"/>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79"/>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79"/>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9"/>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9"/>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79"/>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79"/>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2" name="Google Shape;14892;p79"/>
          <p:cNvGrpSpPr/>
          <p:nvPr/>
        </p:nvGrpSpPr>
        <p:grpSpPr>
          <a:xfrm>
            <a:off x="2777572" y="3807287"/>
            <a:ext cx="81716" cy="366717"/>
            <a:chOff x="2777572" y="3807287"/>
            <a:chExt cx="81716" cy="366717"/>
          </a:xfrm>
        </p:grpSpPr>
        <p:sp>
          <p:nvSpPr>
            <p:cNvPr id="14893" name="Google Shape;14893;p79"/>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79"/>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79"/>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79"/>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9"/>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79"/>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79"/>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9"/>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79"/>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79"/>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79"/>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4" name="Google Shape;14904;p79"/>
          <p:cNvGrpSpPr/>
          <p:nvPr/>
        </p:nvGrpSpPr>
        <p:grpSpPr>
          <a:xfrm>
            <a:off x="3934014" y="4329780"/>
            <a:ext cx="366665" cy="256334"/>
            <a:chOff x="3934014" y="4329780"/>
            <a:chExt cx="366665" cy="256334"/>
          </a:xfrm>
        </p:grpSpPr>
        <p:sp>
          <p:nvSpPr>
            <p:cNvPr id="14905" name="Google Shape;14905;p79"/>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79"/>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79"/>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79"/>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79"/>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79"/>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79"/>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79"/>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79"/>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79"/>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79"/>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79"/>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79"/>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8" name="Google Shape;14918;p79"/>
          <p:cNvGrpSpPr/>
          <p:nvPr/>
        </p:nvGrpSpPr>
        <p:grpSpPr>
          <a:xfrm>
            <a:off x="947670" y="3807339"/>
            <a:ext cx="194295" cy="366404"/>
            <a:chOff x="947670" y="3807339"/>
            <a:chExt cx="194295" cy="366404"/>
          </a:xfrm>
        </p:grpSpPr>
        <p:sp>
          <p:nvSpPr>
            <p:cNvPr id="14919" name="Google Shape;14919;p79"/>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79"/>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79"/>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79"/>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79"/>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79"/>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79"/>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79"/>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79"/>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79"/>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9" name="Google Shape;14929;p79"/>
          <p:cNvGrpSpPr/>
          <p:nvPr/>
        </p:nvGrpSpPr>
        <p:grpSpPr>
          <a:xfrm>
            <a:off x="3420379" y="4286557"/>
            <a:ext cx="368939" cy="342283"/>
            <a:chOff x="3420379" y="4286557"/>
            <a:chExt cx="368939" cy="342283"/>
          </a:xfrm>
        </p:grpSpPr>
        <p:sp>
          <p:nvSpPr>
            <p:cNvPr id="14930" name="Google Shape;14930;p79"/>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79"/>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79"/>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79"/>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79"/>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79"/>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79"/>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79"/>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79"/>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79"/>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79"/>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79"/>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79"/>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79"/>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79"/>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79"/>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79"/>
          <p:cNvGrpSpPr/>
          <p:nvPr/>
        </p:nvGrpSpPr>
        <p:grpSpPr>
          <a:xfrm>
            <a:off x="3965190" y="3842252"/>
            <a:ext cx="369801" cy="296813"/>
            <a:chOff x="3965190" y="3842252"/>
            <a:chExt cx="369801" cy="296813"/>
          </a:xfrm>
        </p:grpSpPr>
        <p:sp>
          <p:nvSpPr>
            <p:cNvPr id="14947" name="Google Shape;14947;p79"/>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79"/>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79"/>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79"/>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79"/>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79"/>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79"/>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79"/>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79"/>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79"/>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79"/>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79"/>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79"/>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79"/>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79"/>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79"/>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79"/>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79"/>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79"/>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7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7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8" name="Google Shape;14968;p79"/>
          <p:cNvGrpSpPr/>
          <p:nvPr/>
        </p:nvGrpSpPr>
        <p:grpSpPr>
          <a:xfrm>
            <a:off x="3506590" y="3833812"/>
            <a:ext cx="396796" cy="313407"/>
            <a:chOff x="3506590" y="3833812"/>
            <a:chExt cx="396796" cy="313407"/>
          </a:xfrm>
        </p:grpSpPr>
        <p:sp>
          <p:nvSpPr>
            <p:cNvPr id="14969" name="Google Shape;14969;p79"/>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79"/>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79"/>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2" name="Google Shape;14972;p79"/>
          <p:cNvGrpSpPr/>
          <p:nvPr/>
        </p:nvGrpSpPr>
        <p:grpSpPr>
          <a:xfrm>
            <a:off x="2769288" y="1965364"/>
            <a:ext cx="104556" cy="366665"/>
            <a:chOff x="2769288" y="1965364"/>
            <a:chExt cx="104556" cy="366665"/>
          </a:xfrm>
        </p:grpSpPr>
        <p:sp>
          <p:nvSpPr>
            <p:cNvPr id="14973" name="Google Shape;14973;p79"/>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79"/>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79"/>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79"/>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79"/>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79"/>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79"/>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79"/>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79"/>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79"/>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79"/>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79"/>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5" name="Google Shape;14985;p79"/>
          <p:cNvGrpSpPr/>
          <p:nvPr/>
        </p:nvGrpSpPr>
        <p:grpSpPr>
          <a:xfrm>
            <a:off x="3966679" y="2010861"/>
            <a:ext cx="367162" cy="275698"/>
            <a:chOff x="3966679" y="2010861"/>
            <a:chExt cx="367162" cy="275698"/>
          </a:xfrm>
        </p:grpSpPr>
        <p:sp>
          <p:nvSpPr>
            <p:cNvPr id="14986" name="Google Shape;14986;p79"/>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79"/>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79"/>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79"/>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0" name="Google Shape;14990;p79"/>
          <p:cNvGrpSpPr/>
          <p:nvPr/>
        </p:nvGrpSpPr>
        <p:grpSpPr>
          <a:xfrm>
            <a:off x="1752577" y="2025495"/>
            <a:ext cx="366404" cy="246220"/>
            <a:chOff x="1752577" y="2025495"/>
            <a:chExt cx="366404" cy="246220"/>
          </a:xfrm>
        </p:grpSpPr>
        <p:sp>
          <p:nvSpPr>
            <p:cNvPr id="14991" name="Google Shape;14991;p79"/>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79"/>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79"/>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79"/>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79"/>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79"/>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79"/>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79"/>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79"/>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79"/>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79"/>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79"/>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79"/>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79"/>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79"/>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79"/>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79"/>
          <p:cNvGrpSpPr/>
          <p:nvPr/>
        </p:nvGrpSpPr>
        <p:grpSpPr>
          <a:xfrm>
            <a:off x="1309553" y="2069580"/>
            <a:ext cx="366404" cy="158363"/>
            <a:chOff x="1309553" y="2069580"/>
            <a:chExt cx="366404" cy="158363"/>
          </a:xfrm>
        </p:grpSpPr>
        <p:sp>
          <p:nvSpPr>
            <p:cNvPr id="15008" name="Google Shape;15008;p79"/>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79"/>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79"/>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79"/>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79"/>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7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7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79"/>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79"/>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79"/>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79"/>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79"/>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79"/>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79"/>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79"/>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79"/>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79"/>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79"/>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79"/>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79"/>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79"/>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79"/>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79"/>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79"/>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79"/>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79"/>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4" name="Google Shape;15034;p79"/>
          <p:cNvGrpSpPr/>
          <p:nvPr/>
        </p:nvGrpSpPr>
        <p:grpSpPr>
          <a:xfrm>
            <a:off x="866528" y="2088762"/>
            <a:ext cx="366639" cy="119635"/>
            <a:chOff x="866528" y="2088762"/>
            <a:chExt cx="366639" cy="119635"/>
          </a:xfrm>
        </p:grpSpPr>
        <p:sp>
          <p:nvSpPr>
            <p:cNvPr id="15035" name="Google Shape;15035;p79"/>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79"/>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79"/>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79"/>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79"/>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79"/>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79"/>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79"/>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79"/>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79"/>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79"/>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79"/>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79"/>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79"/>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9" name="Google Shape;15049;p79"/>
          <p:cNvGrpSpPr/>
          <p:nvPr/>
        </p:nvGrpSpPr>
        <p:grpSpPr>
          <a:xfrm>
            <a:off x="2329269" y="1965312"/>
            <a:ext cx="98807" cy="366273"/>
            <a:chOff x="2329269" y="1965312"/>
            <a:chExt cx="98807" cy="366273"/>
          </a:xfrm>
        </p:grpSpPr>
        <p:sp>
          <p:nvSpPr>
            <p:cNvPr id="15050" name="Google Shape;15050;p79"/>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79"/>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79"/>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3" name="Google Shape;15053;p79"/>
          <p:cNvGrpSpPr/>
          <p:nvPr/>
        </p:nvGrpSpPr>
        <p:grpSpPr>
          <a:xfrm>
            <a:off x="3208053" y="1964972"/>
            <a:ext cx="112344" cy="366926"/>
            <a:chOff x="3208053" y="1964972"/>
            <a:chExt cx="112344" cy="366926"/>
          </a:xfrm>
        </p:grpSpPr>
        <p:sp>
          <p:nvSpPr>
            <p:cNvPr id="15054" name="Google Shape;15054;p79"/>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79"/>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79"/>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79"/>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79"/>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79"/>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0" name="Google Shape;15060;p79"/>
          <p:cNvGrpSpPr/>
          <p:nvPr/>
        </p:nvGrpSpPr>
        <p:grpSpPr>
          <a:xfrm>
            <a:off x="3225379" y="3807339"/>
            <a:ext cx="72413" cy="366404"/>
            <a:chOff x="3225379" y="3807339"/>
            <a:chExt cx="72413" cy="366404"/>
          </a:xfrm>
        </p:grpSpPr>
        <p:sp>
          <p:nvSpPr>
            <p:cNvPr id="15061" name="Google Shape;15061;p79"/>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79"/>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79"/>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79"/>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79"/>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79"/>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79"/>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79"/>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9" name="Google Shape;15069;p79"/>
          <p:cNvGrpSpPr/>
          <p:nvPr/>
        </p:nvGrpSpPr>
        <p:grpSpPr>
          <a:xfrm>
            <a:off x="3523916" y="2011096"/>
            <a:ext cx="366665" cy="275201"/>
            <a:chOff x="3523916" y="2011096"/>
            <a:chExt cx="366665" cy="275201"/>
          </a:xfrm>
        </p:grpSpPr>
        <p:sp>
          <p:nvSpPr>
            <p:cNvPr id="15070" name="Google Shape;15070;p79"/>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79"/>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79"/>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79"/>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79"/>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79"/>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79"/>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79"/>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79"/>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79"/>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79"/>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79"/>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79"/>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79"/>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79"/>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79"/>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79"/>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79"/>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79"/>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79"/>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79"/>
          <p:cNvGrpSpPr/>
          <p:nvPr/>
        </p:nvGrpSpPr>
        <p:grpSpPr>
          <a:xfrm>
            <a:off x="1742777" y="1499997"/>
            <a:ext cx="393791" cy="366744"/>
            <a:chOff x="1742777" y="1499997"/>
            <a:chExt cx="393791" cy="366744"/>
          </a:xfrm>
        </p:grpSpPr>
        <p:sp>
          <p:nvSpPr>
            <p:cNvPr id="15091" name="Google Shape;15091;p79"/>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79"/>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79"/>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79"/>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79"/>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79"/>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79"/>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79"/>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79"/>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79"/>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79"/>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79"/>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79"/>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79"/>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79"/>
          <p:cNvGrpSpPr/>
          <p:nvPr/>
        </p:nvGrpSpPr>
        <p:grpSpPr>
          <a:xfrm>
            <a:off x="4014449" y="1499997"/>
            <a:ext cx="319914" cy="366639"/>
            <a:chOff x="4014449" y="1499997"/>
            <a:chExt cx="319914" cy="366639"/>
          </a:xfrm>
        </p:grpSpPr>
        <p:sp>
          <p:nvSpPr>
            <p:cNvPr id="15106" name="Google Shape;15106;p79"/>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79"/>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79"/>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79"/>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79"/>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1" name="Google Shape;15111;p79"/>
          <p:cNvGrpSpPr/>
          <p:nvPr/>
        </p:nvGrpSpPr>
        <p:grpSpPr>
          <a:xfrm>
            <a:off x="866267" y="1591460"/>
            <a:ext cx="367397" cy="183711"/>
            <a:chOff x="866267" y="1591460"/>
            <a:chExt cx="367397" cy="183711"/>
          </a:xfrm>
        </p:grpSpPr>
        <p:sp>
          <p:nvSpPr>
            <p:cNvPr id="15112" name="Google Shape;15112;p79"/>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79"/>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79"/>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79"/>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79"/>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79"/>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79"/>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79"/>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79"/>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79"/>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79"/>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79"/>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79"/>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79"/>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79"/>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79"/>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79"/>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79"/>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79"/>
          <p:cNvGrpSpPr/>
          <p:nvPr/>
        </p:nvGrpSpPr>
        <p:grpSpPr>
          <a:xfrm>
            <a:off x="3117843" y="1499892"/>
            <a:ext cx="327440" cy="366744"/>
            <a:chOff x="3117843" y="1499892"/>
            <a:chExt cx="327440" cy="366744"/>
          </a:xfrm>
        </p:grpSpPr>
        <p:sp>
          <p:nvSpPr>
            <p:cNvPr id="15131" name="Google Shape;15131;p79"/>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79"/>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79"/>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79"/>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79"/>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79"/>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79"/>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8" name="Google Shape;15138;p79"/>
          <p:cNvGrpSpPr/>
          <p:nvPr/>
        </p:nvGrpSpPr>
        <p:grpSpPr>
          <a:xfrm>
            <a:off x="2667005" y="1499997"/>
            <a:ext cx="336770" cy="366639"/>
            <a:chOff x="2667005" y="1499997"/>
            <a:chExt cx="336770" cy="366639"/>
          </a:xfrm>
        </p:grpSpPr>
        <p:sp>
          <p:nvSpPr>
            <p:cNvPr id="15139" name="Google Shape;15139;p79"/>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79"/>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79"/>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79"/>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79"/>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79"/>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79"/>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79"/>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79"/>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79"/>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79"/>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79"/>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79"/>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79"/>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79"/>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79"/>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79"/>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79"/>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79"/>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79"/>
          <p:cNvGrpSpPr/>
          <p:nvPr/>
        </p:nvGrpSpPr>
        <p:grpSpPr>
          <a:xfrm>
            <a:off x="3564866" y="1499997"/>
            <a:ext cx="326473" cy="366639"/>
            <a:chOff x="3564866" y="1499997"/>
            <a:chExt cx="326473" cy="366639"/>
          </a:xfrm>
        </p:grpSpPr>
        <p:sp>
          <p:nvSpPr>
            <p:cNvPr id="15159" name="Google Shape;15159;p79"/>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79"/>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79"/>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79"/>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79"/>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79"/>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79"/>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79"/>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79"/>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8" name="Google Shape;15168;p79"/>
          <p:cNvGrpSpPr/>
          <p:nvPr/>
        </p:nvGrpSpPr>
        <p:grpSpPr>
          <a:xfrm>
            <a:off x="1314074" y="1499997"/>
            <a:ext cx="364392" cy="366639"/>
            <a:chOff x="1314074" y="1499997"/>
            <a:chExt cx="364392" cy="366639"/>
          </a:xfrm>
        </p:grpSpPr>
        <p:sp>
          <p:nvSpPr>
            <p:cNvPr id="15169" name="Google Shape;15169;p79"/>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79"/>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79"/>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79"/>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79"/>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79"/>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79"/>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7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79"/>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7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79"/>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79"/>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1" name="Google Shape;15181;p79"/>
          <p:cNvGrpSpPr/>
          <p:nvPr/>
        </p:nvGrpSpPr>
        <p:grpSpPr>
          <a:xfrm>
            <a:off x="2220479" y="1499997"/>
            <a:ext cx="337005" cy="366639"/>
            <a:chOff x="2220479" y="1499997"/>
            <a:chExt cx="337005" cy="366639"/>
          </a:xfrm>
        </p:grpSpPr>
        <p:sp>
          <p:nvSpPr>
            <p:cNvPr id="15182" name="Google Shape;15182;p79"/>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79"/>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79"/>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79"/>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79"/>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79"/>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79"/>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79"/>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79"/>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79"/>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79"/>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3" name="Google Shape;15193;p79"/>
          <p:cNvGrpSpPr/>
          <p:nvPr/>
        </p:nvGrpSpPr>
        <p:grpSpPr>
          <a:xfrm>
            <a:off x="4105155" y="2425976"/>
            <a:ext cx="87230" cy="366430"/>
            <a:chOff x="4105155" y="2425976"/>
            <a:chExt cx="87230" cy="366430"/>
          </a:xfrm>
        </p:grpSpPr>
        <p:sp>
          <p:nvSpPr>
            <p:cNvPr id="15194" name="Google Shape;15194;p79"/>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79"/>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79"/>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79"/>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79"/>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79"/>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79"/>
          <p:cNvGrpSpPr/>
          <p:nvPr/>
        </p:nvGrpSpPr>
        <p:grpSpPr>
          <a:xfrm>
            <a:off x="1808109" y="2426002"/>
            <a:ext cx="267884" cy="366639"/>
            <a:chOff x="1808109" y="2426002"/>
            <a:chExt cx="267884" cy="366639"/>
          </a:xfrm>
        </p:grpSpPr>
        <p:sp>
          <p:nvSpPr>
            <p:cNvPr id="15201" name="Google Shape;15201;p79"/>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79"/>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79"/>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79"/>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79"/>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79"/>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79"/>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79"/>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79"/>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79"/>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79"/>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79"/>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79"/>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79"/>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79"/>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79"/>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79"/>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79"/>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79"/>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79"/>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79"/>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2" name="Google Shape;15222;p79"/>
          <p:cNvGrpSpPr/>
          <p:nvPr/>
        </p:nvGrpSpPr>
        <p:grpSpPr>
          <a:xfrm>
            <a:off x="3603568" y="2426002"/>
            <a:ext cx="207597" cy="366639"/>
            <a:chOff x="3603568" y="2426002"/>
            <a:chExt cx="207597" cy="366639"/>
          </a:xfrm>
        </p:grpSpPr>
        <p:sp>
          <p:nvSpPr>
            <p:cNvPr id="15223" name="Google Shape;15223;p79"/>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79"/>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79"/>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79"/>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79"/>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79"/>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9" name="Google Shape;15229;p79"/>
          <p:cNvGrpSpPr/>
          <p:nvPr/>
        </p:nvGrpSpPr>
        <p:grpSpPr>
          <a:xfrm>
            <a:off x="2246115" y="2426002"/>
            <a:ext cx="274417" cy="366404"/>
            <a:chOff x="2246115" y="2426002"/>
            <a:chExt cx="274417" cy="366404"/>
          </a:xfrm>
        </p:grpSpPr>
        <p:sp>
          <p:nvSpPr>
            <p:cNvPr id="15230" name="Google Shape;15230;p79"/>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79"/>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79"/>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79"/>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79"/>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79"/>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79"/>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79"/>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79"/>
          <p:cNvGrpSpPr/>
          <p:nvPr/>
        </p:nvGrpSpPr>
        <p:grpSpPr>
          <a:xfrm>
            <a:off x="2696666" y="2426002"/>
            <a:ext cx="256099" cy="366639"/>
            <a:chOff x="2696666" y="2426002"/>
            <a:chExt cx="256099" cy="366639"/>
          </a:xfrm>
        </p:grpSpPr>
        <p:sp>
          <p:nvSpPr>
            <p:cNvPr id="15239" name="Google Shape;15239;p79"/>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79"/>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79"/>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79"/>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79"/>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79"/>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5" name="Google Shape;15245;p79"/>
          <p:cNvGrpSpPr/>
          <p:nvPr/>
        </p:nvGrpSpPr>
        <p:grpSpPr>
          <a:xfrm>
            <a:off x="3149072" y="2426002"/>
            <a:ext cx="225863" cy="366430"/>
            <a:chOff x="3149072" y="2426002"/>
            <a:chExt cx="225863" cy="366430"/>
          </a:xfrm>
        </p:grpSpPr>
        <p:sp>
          <p:nvSpPr>
            <p:cNvPr id="15246" name="Google Shape;15246;p79"/>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79"/>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79"/>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79"/>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79"/>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79"/>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79"/>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79"/>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79"/>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79"/>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79"/>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7" name="Google Shape;15257;p79"/>
          <p:cNvGrpSpPr/>
          <p:nvPr/>
        </p:nvGrpSpPr>
        <p:grpSpPr>
          <a:xfrm>
            <a:off x="1361556" y="2425923"/>
            <a:ext cx="283224" cy="366482"/>
            <a:chOff x="1361556" y="2425923"/>
            <a:chExt cx="283224" cy="366482"/>
          </a:xfrm>
        </p:grpSpPr>
        <p:sp>
          <p:nvSpPr>
            <p:cNvPr id="15258" name="Google Shape;15258;p79"/>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79"/>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79"/>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79"/>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79"/>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79"/>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79"/>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79"/>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79"/>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79"/>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79"/>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79"/>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79"/>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79"/>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79"/>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79"/>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79"/>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79"/>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79"/>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79"/>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8" name="Google Shape;15278;p79"/>
          <p:cNvGrpSpPr/>
          <p:nvPr/>
        </p:nvGrpSpPr>
        <p:grpSpPr>
          <a:xfrm>
            <a:off x="3973735" y="2891056"/>
            <a:ext cx="361883" cy="366979"/>
            <a:chOff x="3973735" y="2891056"/>
            <a:chExt cx="361883" cy="366979"/>
          </a:xfrm>
        </p:grpSpPr>
        <p:sp>
          <p:nvSpPr>
            <p:cNvPr id="15279" name="Google Shape;15279;p79"/>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79"/>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79"/>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79"/>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79"/>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79"/>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79"/>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79"/>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79"/>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79"/>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79"/>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79"/>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7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79"/>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79"/>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79"/>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7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6" name="Google Shape;15296;p79"/>
          <p:cNvGrpSpPr/>
          <p:nvPr/>
        </p:nvGrpSpPr>
        <p:grpSpPr>
          <a:xfrm>
            <a:off x="3527941" y="2916744"/>
            <a:ext cx="366665" cy="315654"/>
            <a:chOff x="3527941" y="2916744"/>
            <a:chExt cx="366665" cy="315654"/>
          </a:xfrm>
        </p:grpSpPr>
        <p:sp>
          <p:nvSpPr>
            <p:cNvPr id="15297" name="Google Shape;15297;p79"/>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79"/>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79"/>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79"/>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79"/>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79"/>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79"/>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79"/>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79"/>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79"/>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79"/>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79"/>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79"/>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79"/>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79"/>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79"/>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79"/>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79"/>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79"/>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79"/>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79"/>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79"/>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79"/>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79"/>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79"/>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79"/>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79"/>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79"/>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79"/>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79"/>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7" name="Google Shape;15327;p79"/>
          <p:cNvGrpSpPr/>
          <p:nvPr/>
        </p:nvGrpSpPr>
        <p:grpSpPr>
          <a:xfrm>
            <a:off x="2640873" y="2891631"/>
            <a:ext cx="366404" cy="366404"/>
            <a:chOff x="2640873" y="2891631"/>
            <a:chExt cx="366404" cy="366404"/>
          </a:xfrm>
        </p:grpSpPr>
        <p:sp>
          <p:nvSpPr>
            <p:cNvPr id="15328" name="Google Shape;15328;p79"/>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79"/>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79"/>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79"/>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79"/>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79"/>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79"/>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79"/>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79"/>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79"/>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79"/>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79"/>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79"/>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79"/>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2" name="Google Shape;15342;p79"/>
          <p:cNvGrpSpPr/>
          <p:nvPr/>
        </p:nvGrpSpPr>
        <p:grpSpPr>
          <a:xfrm>
            <a:off x="2197091" y="2938120"/>
            <a:ext cx="366665" cy="273189"/>
            <a:chOff x="2197091" y="2938120"/>
            <a:chExt cx="366665" cy="273189"/>
          </a:xfrm>
        </p:grpSpPr>
        <p:sp>
          <p:nvSpPr>
            <p:cNvPr id="15343" name="Google Shape;15343;p79"/>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79"/>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79"/>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7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7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79"/>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79"/>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79"/>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79"/>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79"/>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79"/>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79"/>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79"/>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79"/>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79"/>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79"/>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79"/>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79"/>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79"/>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79"/>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79"/>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79"/>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79"/>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79"/>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7" name="Google Shape;15367;p79"/>
          <p:cNvGrpSpPr/>
          <p:nvPr/>
        </p:nvGrpSpPr>
        <p:grpSpPr>
          <a:xfrm>
            <a:off x="1753570" y="2892127"/>
            <a:ext cx="366665" cy="365202"/>
            <a:chOff x="1753570" y="2892127"/>
            <a:chExt cx="366665" cy="365202"/>
          </a:xfrm>
        </p:grpSpPr>
        <p:sp>
          <p:nvSpPr>
            <p:cNvPr id="15368" name="Google Shape;15368;p7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79"/>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79"/>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79"/>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79"/>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79"/>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79"/>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79"/>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79"/>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79"/>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79"/>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79"/>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79"/>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79"/>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79"/>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79"/>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79"/>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7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79"/>
          <p:cNvGrpSpPr/>
          <p:nvPr/>
        </p:nvGrpSpPr>
        <p:grpSpPr>
          <a:xfrm>
            <a:off x="1303751" y="3807339"/>
            <a:ext cx="367684" cy="366561"/>
            <a:chOff x="1303751" y="3807339"/>
            <a:chExt cx="367684" cy="366561"/>
          </a:xfrm>
        </p:grpSpPr>
        <p:sp>
          <p:nvSpPr>
            <p:cNvPr id="15387" name="Google Shape;15387;p79"/>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79"/>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79"/>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79"/>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79"/>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79"/>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79"/>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79"/>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79"/>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79"/>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79"/>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79"/>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79"/>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79"/>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79"/>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79"/>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79"/>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79"/>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79"/>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79"/>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79"/>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79"/>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79"/>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79"/>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79"/>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79"/>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79"/>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79"/>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79"/>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79"/>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79"/>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79"/>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79"/>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79"/>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79"/>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79"/>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79"/>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79"/>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79"/>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79"/>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79"/>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28" name="Google Shape;15428;p79"/>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29" name="Google Shape;15429;p79"/>
          <p:cNvGrpSpPr/>
          <p:nvPr/>
        </p:nvGrpSpPr>
        <p:grpSpPr>
          <a:xfrm>
            <a:off x="1310049" y="2891421"/>
            <a:ext cx="384749" cy="366613"/>
            <a:chOff x="1310049" y="2891421"/>
            <a:chExt cx="384749" cy="366613"/>
          </a:xfrm>
        </p:grpSpPr>
        <p:sp>
          <p:nvSpPr>
            <p:cNvPr id="15430" name="Google Shape;15430;p79"/>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79"/>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79"/>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79"/>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79"/>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79"/>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79"/>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79"/>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79"/>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79"/>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79"/>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79"/>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79"/>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79"/>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4" name="Google Shape;15444;p79"/>
          <p:cNvGrpSpPr/>
          <p:nvPr/>
        </p:nvGrpSpPr>
        <p:grpSpPr>
          <a:xfrm>
            <a:off x="849673" y="2891343"/>
            <a:ext cx="383468" cy="366665"/>
            <a:chOff x="849673" y="2891343"/>
            <a:chExt cx="383468" cy="366665"/>
          </a:xfrm>
        </p:grpSpPr>
        <p:sp>
          <p:nvSpPr>
            <p:cNvPr id="15445" name="Google Shape;15445;p79"/>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79"/>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79"/>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79"/>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79"/>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79"/>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79"/>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79"/>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79"/>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79"/>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79"/>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79"/>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7" name="Google Shape;15457;p79"/>
          <p:cNvGrpSpPr/>
          <p:nvPr/>
        </p:nvGrpSpPr>
        <p:grpSpPr>
          <a:xfrm>
            <a:off x="920257" y="2426002"/>
            <a:ext cx="278024" cy="366508"/>
            <a:chOff x="920257" y="2426002"/>
            <a:chExt cx="278024" cy="366508"/>
          </a:xfrm>
        </p:grpSpPr>
        <p:sp>
          <p:nvSpPr>
            <p:cNvPr id="15458" name="Google Shape;15458;p79"/>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79"/>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79"/>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79"/>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79"/>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79"/>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79"/>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79"/>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79"/>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79"/>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79"/>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79"/>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79"/>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1" name="Google Shape;15471;p79"/>
          <p:cNvGrpSpPr/>
          <p:nvPr/>
        </p:nvGrpSpPr>
        <p:grpSpPr>
          <a:xfrm>
            <a:off x="866528" y="4274484"/>
            <a:ext cx="349810" cy="366665"/>
            <a:chOff x="866528" y="4274484"/>
            <a:chExt cx="349810" cy="366665"/>
          </a:xfrm>
        </p:grpSpPr>
        <p:sp>
          <p:nvSpPr>
            <p:cNvPr id="15472" name="Google Shape;15472;p79"/>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79"/>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79"/>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79"/>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79"/>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79"/>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79"/>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79"/>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79"/>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79"/>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79"/>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3" name="Google Shape;15483;p79"/>
          <p:cNvGrpSpPr/>
          <p:nvPr/>
        </p:nvGrpSpPr>
        <p:grpSpPr>
          <a:xfrm>
            <a:off x="1388708" y="4274484"/>
            <a:ext cx="330210" cy="366665"/>
            <a:chOff x="1388708" y="4274484"/>
            <a:chExt cx="330210" cy="366665"/>
          </a:xfrm>
        </p:grpSpPr>
        <p:sp>
          <p:nvSpPr>
            <p:cNvPr id="15484" name="Google Shape;15484;p79"/>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79"/>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79"/>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79"/>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79"/>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79"/>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79"/>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79"/>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79"/>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79"/>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79"/>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79"/>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79"/>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79"/>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79"/>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79"/>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79"/>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79"/>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79"/>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79"/>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4" name="Google Shape;15504;p79"/>
          <p:cNvGrpSpPr/>
          <p:nvPr/>
        </p:nvGrpSpPr>
        <p:grpSpPr>
          <a:xfrm>
            <a:off x="1874694" y="4293326"/>
            <a:ext cx="375446" cy="328982"/>
            <a:chOff x="1874694" y="4293326"/>
            <a:chExt cx="375446" cy="328982"/>
          </a:xfrm>
        </p:grpSpPr>
        <p:sp>
          <p:nvSpPr>
            <p:cNvPr id="15505" name="Google Shape;15505;p79"/>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79"/>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79"/>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79"/>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79"/>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79"/>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79"/>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79"/>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79"/>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79"/>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79"/>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79"/>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79"/>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79"/>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79"/>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79"/>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79"/>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79"/>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79"/>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79"/>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79"/>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79"/>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7" name="Google Shape;15527;p79"/>
          <p:cNvGrpSpPr/>
          <p:nvPr/>
        </p:nvGrpSpPr>
        <p:grpSpPr>
          <a:xfrm>
            <a:off x="2396116" y="4293090"/>
            <a:ext cx="366665" cy="329714"/>
            <a:chOff x="2396116" y="4293090"/>
            <a:chExt cx="366665" cy="329714"/>
          </a:xfrm>
        </p:grpSpPr>
        <p:sp>
          <p:nvSpPr>
            <p:cNvPr id="15528" name="Google Shape;15528;p79"/>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79"/>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79"/>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79"/>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79"/>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79"/>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79"/>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79"/>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79"/>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79"/>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79"/>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79"/>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79"/>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1" name="Google Shape;15541;p79"/>
          <p:cNvGrpSpPr/>
          <p:nvPr/>
        </p:nvGrpSpPr>
        <p:grpSpPr>
          <a:xfrm>
            <a:off x="2908757" y="4289824"/>
            <a:ext cx="367162" cy="336116"/>
            <a:chOff x="2908757" y="4289824"/>
            <a:chExt cx="367162" cy="336116"/>
          </a:xfrm>
        </p:grpSpPr>
        <p:sp>
          <p:nvSpPr>
            <p:cNvPr id="15542" name="Google Shape;15542;p79"/>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79"/>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79"/>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79"/>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79"/>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79"/>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79"/>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79"/>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79"/>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79"/>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79"/>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79"/>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79"/>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79"/>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79"/>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79"/>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79"/>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79"/>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79"/>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79"/>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79"/>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79"/>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79"/>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79"/>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79"/>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79"/>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79"/>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9" name="Google Shape;15569;p79"/>
          <p:cNvGrpSpPr/>
          <p:nvPr/>
        </p:nvGrpSpPr>
        <p:grpSpPr>
          <a:xfrm>
            <a:off x="3082408" y="2919540"/>
            <a:ext cx="368651" cy="310350"/>
            <a:chOff x="3082408" y="2919540"/>
            <a:chExt cx="368651" cy="310350"/>
          </a:xfrm>
        </p:grpSpPr>
        <p:sp>
          <p:nvSpPr>
            <p:cNvPr id="15570" name="Google Shape;15570;p79"/>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79"/>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79"/>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79"/>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79"/>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79"/>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79"/>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79"/>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79"/>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79"/>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79"/>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79"/>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2" name="Google Shape;15582;p79"/>
          <p:cNvGrpSpPr/>
          <p:nvPr/>
        </p:nvGrpSpPr>
        <p:grpSpPr>
          <a:xfrm>
            <a:off x="7069130" y="2424800"/>
            <a:ext cx="366169" cy="360498"/>
            <a:chOff x="7069130" y="2424800"/>
            <a:chExt cx="366169" cy="360498"/>
          </a:xfrm>
        </p:grpSpPr>
        <p:sp>
          <p:nvSpPr>
            <p:cNvPr id="15583" name="Google Shape;15583;p79"/>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79"/>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79"/>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79"/>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79"/>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79"/>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79"/>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79"/>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79"/>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79"/>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79"/>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79"/>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79"/>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79"/>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79"/>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79"/>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79"/>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79"/>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79"/>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79"/>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3" name="Google Shape;15603;p79"/>
          <p:cNvGrpSpPr/>
          <p:nvPr/>
        </p:nvGrpSpPr>
        <p:grpSpPr>
          <a:xfrm>
            <a:off x="4885655" y="2424721"/>
            <a:ext cx="281473" cy="360629"/>
            <a:chOff x="4885655" y="2424721"/>
            <a:chExt cx="281473" cy="360629"/>
          </a:xfrm>
        </p:grpSpPr>
        <p:sp>
          <p:nvSpPr>
            <p:cNvPr id="15604" name="Google Shape;15604;p79"/>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79"/>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79"/>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79"/>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79"/>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79"/>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79"/>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79"/>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79"/>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79"/>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79"/>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79"/>
          <p:cNvGrpSpPr/>
          <p:nvPr/>
        </p:nvGrpSpPr>
        <p:grpSpPr>
          <a:xfrm>
            <a:off x="6625609" y="2446777"/>
            <a:ext cx="364130" cy="316726"/>
            <a:chOff x="6625609" y="2446777"/>
            <a:chExt cx="364130" cy="316726"/>
          </a:xfrm>
        </p:grpSpPr>
        <p:sp>
          <p:nvSpPr>
            <p:cNvPr id="15616" name="Google Shape;15616;p79"/>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79"/>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79"/>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79"/>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79"/>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79"/>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79"/>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79"/>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79"/>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79"/>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79"/>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79"/>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8" name="Google Shape;15628;p79"/>
          <p:cNvGrpSpPr/>
          <p:nvPr/>
        </p:nvGrpSpPr>
        <p:grpSpPr>
          <a:xfrm>
            <a:off x="5757644" y="2012350"/>
            <a:ext cx="360628" cy="298825"/>
            <a:chOff x="5757644" y="2012350"/>
            <a:chExt cx="360628" cy="298825"/>
          </a:xfrm>
        </p:grpSpPr>
        <p:sp>
          <p:nvSpPr>
            <p:cNvPr id="15629" name="Google Shape;15629;p79"/>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79"/>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79"/>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79"/>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79"/>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79"/>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79"/>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79"/>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79"/>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79"/>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79"/>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79"/>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79"/>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79"/>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79"/>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79"/>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79"/>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79"/>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79"/>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79"/>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79"/>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79"/>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1" name="Google Shape;15651;p79"/>
          <p:cNvGrpSpPr/>
          <p:nvPr/>
        </p:nvGrpSpPr>
        <p:grpSpPr>
          <a:xfrm>
            <a:off x="5317625" y="1983474"/>
            <a:ext cx="360628" cy="356839"/>
            <a:chOff x="5317625" y="1983474"/>
            <a:chExt cx="360628" cy="356839"/>
          </a:xfrm>
        </p:grpSpPr>
        <p:sp>
          <p:nvSpPr>
            <p:cNvPr id="15652" name="Google Shape;15652;p79"/>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79"/>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79"/>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79"/>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79"/>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79"/>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79"/>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79"/>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79"/>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79"/>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79"/>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79"/>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79"/>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79"/>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79"/>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79"/>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79"/>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79"/>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79"/>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79"/>
          <p:cNvGrpSpPr/>
          <p:nvPr/>
        </p:nvGrpSpPr>
        <p:grpSpPr>
          <a:xfrm>
            <a:off x="6181827" y="2463685"/>
            <a:ext cx="360629" cy="282989"/>
            <a:chOff x="6181827" y="2463685"/>
            <a:chExt cx="360629" cy="282989"/>
          </a:xfrm>
        </p:grpSpPr>
        <p:sp>
          <p:nvSpPr>
            <p:cNvPr id="15672" name="Google Shape;15672;p79"/>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79"/>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79"/>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79"/>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79"/>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79"/>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79"/>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79"/>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79"/>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79"/>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79"/>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3" name="Google Shape;15683;p79"/>
          <p:cNvGrpSpPr/>
          <p:nvPr/>
        </p:nvGrpSpPr>
        <p:grpSpPr>
          <a:xfrm>
            <a:off x="5346292" y="3340691"/>
            <a:ext cx="291247" cy="360628"/>
            <a:chOff x="5346292" y="3340691"/>
            <a:chExt cx="291247" cy="360628"/>
          </a:xfrm>
        </p:grpSpPr>
        <p:sp>
          <p:nvSpPr>
            <p:cNvPr id="15684" name="Google Shape;15684;p79"/>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79"/>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79"/>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79"/>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79"/>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79"/>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79"/>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79"/>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79"/>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79"/>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79"/>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79"/>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79"/>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79"/>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79"/>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79"/>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79"/>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79"/>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79"/>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79"/>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79"/>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79"/>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79"/>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79"/>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79"/>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79"/>
          <p:cNvGrpSpPr/>
          <p:nvPr/>
        </p:nvGrpSpPr>
        <p:grpSpPr>
          <a:xfrm>
            <a:off x="7969264" y="1981697"/>
            <a:ext cx="337763" cy="360393"/>
            <a:chOff x="7969264" y="1981697"/>
            <a:chExt cx="337763" cy="360393"/>
          </a:xfrm>
        </p:grpSpPr>
        <p:sp>
          <p:nvSpPr>
            <p:cNvPr id="15710" name="Google Shape;15710;p79"/>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79"/>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79"/>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79"/>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79"/>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79"/>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79"/>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79"/>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79"/>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79"/>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79"/>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79"/>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79"/>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79"/>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79"/>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79"/>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79"/>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79"/>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8" name="Google Shape;15728;p79"/>
          <p:cNvGrpSpPr/>
          <p:nvPr/>
        </p:nvGrpSpPr>
        <p:grpSpPr>
          <a:xfrm>
            <a:off x="5736032" y="2430000"/>
            <a:ext cx="360890" cy="350332"/>
            <a:chOff x="5736032" y="2430000"/>
            <a:chExt cx="360890" cy="350332"/>
          </a:xfrm>
        </p:grpSpPr>
        <p:sp>
          <p:nvSpPr>
            <p:cNvPr id="15729" name="Google Shape;15729;p79"/>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79"/>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79"/>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79"/>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79"/>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79"/>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79"/>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79"/>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79"/>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79"/>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79"/>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79"/>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79"/>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79"/>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79"/>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79"/>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79"/>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6" name="Google Shape;15746;p79"/>
          <p:cNvGrpSpPr/>
          <p:nvPr/>
        </p:nvGrpSpPr>
        <p:grpSpPr>
          <a:xfrm>
            <a:off x="4877867" y="1995991"/>
            <a:ext cx="360628" cy="331778"/>
            <a:chOff x="4877867" y="1995991"/>
            <a:chExt cx="360628" cy="331778"/>
          </a:xfrm>
        </p:grpSpPr>
        <p:sp>
          <p:nvSpPr>
            <p:cNvPr id="15747" name="Google Shape;15747;p79"/>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79"/>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79"/>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79"/>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79"/>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79"/>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79"/>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79"/>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79"/>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79"/>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79"/>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79"/>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79"/>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79"/>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79"/>
          <p:cNvGrpSpPr/>
          <p:nvPr/>
        </p:nvGrpSpPr>
        <p:grpSpPr>
          <a:xfrm>
            <a:off x="7050889" y="2913503"/>
            <a:ext cx="363529" cy="339513"/>
            <a:chOff x="7050889" y="2913503"/>
            <a:chExt cx="363529" cy="339513"/>
          </a:xfrm>
        </p:grpSpPr>
        <p:sp>
          <p:nvSpPr>
            <p:cNvPr id="15762" name="Google Shape;15762;p79"/>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79"/>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79"/>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79"/>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79"/>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79"/>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79"/>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79"/>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79"/>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1" name="Google Shape;15771;p79"/>
          <p:cNvGrpSpPr/>
          <p:nvPr/>
        </p:nvGrpSpPr>
        <p:grpSpPr>
          <a:xfrm>
            <a:off x="7510900" y="1981462"/>
            <a:ext cx="372937" cy="360629"/>
            <a:chOff x="7510900" y="1981462"/>
            <a:chExt cx="372937" cy="360629"/>
          </a:xfrm>
        </p:grpSpPr>
        <p:sp>
          <p:nvSpPr>
            <p:cNvPr id="15772" name="Google Shape;15772;p79"/>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79"/>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79"/>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79"/>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79"/>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79"/>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79"/>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79"/>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79"/>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79"/>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79"/>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79"/>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79"/>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79"/>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79"/>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79"/>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8" name="Google Shape;15788;p79"/>
          <p:cNvGrpSpPr/>
          <p:nvPr/>
        </p:nvGrpSpPr>
        <p:grpSpPr>
          <a:xfrm>
            <a:off x="6599476" y="2918260"/>
            <a:ext cx="360629" cy="329975"/>
            <a:chOff x="6599476" y="2918260"/>
            <a:chExt cx="360629" cy="329975"/>
          </a:xfrm>
        </p:grpSpPr>
        <p:sp>
          <p:nvSpPr>
            <p:cNvPr id="15789" name="Google Shape;15789;p79"/>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79"/>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79"/>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79"/>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79"/>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79"/>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79"/>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79"/>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79"/>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79"/>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79"/>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79"/>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79"/>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79"/>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79"/>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79"/>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79"/>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79"/>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79"/>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79"/>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79"/>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79"/>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79"/>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79"/>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79"/>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4" name="Google Shape;15814;p79"/>
          <p:cNvGrpSpPr/>
          <p:nvPr/>
        </p:nvGrpSpPr>
        <p:grpSpPr>
          <a:xfrm>
            <a:off x="5290499" y="2481533"/>
            <a:ext cx="360628" cy="247292"/>
            <a:chOff x="5290499" y="2481533"/>
            <a:chExt cx="360628" cy="247292"/>
          </a:xfrm>
        </p:grpSpPr>
        <p:sp>
          <p:nvSpPr>
            <p:cNvPr id="15815" name="Google Shape;15815;p79"/>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79"/>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79"/>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79"/>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79"/>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79"/>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79"/>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79"/>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79"/>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79"/>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79"/>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79"/>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79"/>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79"/>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79"/>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79"/>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79"/>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79"/>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79"/>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79"/>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79"/>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79"/>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79"/>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79"/>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79"/>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79"/>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79"/>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2" name="Google Shape;15842;p79"/>
          <p:cNvGrpSpPr/>
          <p:nvPr/>
        </p:nvGrpSpPr>
        <p:grpSpPr>
          <a:xfrm>
            <a:off x="6201923" y="1981514"/>
            <a:ext cx="351325" cy="360576"/>
            <a:chOff x="6201923" y="1981514"/>
            <a:chExt cx="351325" cy="360576"/>
          </a:xfrm>
        </p:grpSpPr>
        <p:sp>
          <p:nvSpPr>
            <p:cNvPr id="15843" name="Google Shape;15843;p79"/>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79"/>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79"/>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79"/>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79"/>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79"/>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79"/>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0" name="Google Shape;15850;p79"/>
          <p:cNvGrpSpPr/>
          <p:nvPr/>
        </p:nvGrpSpPr>
        <p:grpSpPr>
          <a:xfrm>
            <a:off x="4894461" y="3340691"/>
            <a:ext cx="312884" cy="360785"/>
            <a:chOff x="4894461" y="3340691"/>
            <a:chExt cx="312884" cy="360785"/>
          </a:xfrm>
        </p:grpSpPr>
        <p:sp>
          <p:nvSpPr>
            <p:cNvPr id="15851" name="Google Shape;15851;p79"/>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79"/>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79"/>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7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79"/>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7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79"/>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79"/>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79"/>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79"/>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79"/>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79"/>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79"/>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79"/>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79"/>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79"/>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7" name="Google Shape;15867;p79"/>
          <p:cNvGrpSpPr/>
          <p:nvPr/>
        </p:nvGrpSpPr>
        <p:grpSpPr>
          <a:xfrm>
            <a:off x="5339237" y="1501251"/>
            <a:ext cx="245541" cy="360628"/>
            <a:chOff x="5339237" y="1501251"/>
            <a:chExt cx="245541" cy="360628"/>
          </a:xfrm>
        </p:grpSpPr>
        <p:sp>
          <p:nvSpPr>
            <p:cNvPr id="15868" name="Google Shape;15868;p79"/>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79"/>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79"/>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79"/>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79"/>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7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79"/>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79"/>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79"/>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79"/>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79"/>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79"/>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79"/>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79"/>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79"/>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79"/>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79"/>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79"/>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79"/>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79"/>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79"/>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79"/>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79"/>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79"/>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79"/>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79"/>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79"/>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79"/>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7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79"/>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79"/>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79"/>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79"/>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79"/>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79"/>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79"/>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79"/>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79"/>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79"/>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79"/>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79"/>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79"/>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0" name="Google Shape;15910;p79"/>
          <p:cNvGrpSpPr/>
          <p:nvPr/>
        </p:nvGrpSpPr>
        <p:grpSpPr>
          <a:xfrm>
            <a:off x="7959464" y="2474216"/>
            <a:ext cx="370428" cy="261926"/>
            <a:chOff x="7959464" y="2474216"/>
            <a:chExt cx="370428" cy="261926"/>
          </a:xfrm>
        </p:grpSpPr>
        <p:sp>
          <p:nvSpPr>
            <p:cNvPr id="15911" name="Google Shape;15911;p79"/>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79"/>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79"/>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79"/>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79"/>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79"/>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79"/>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79"/>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79"/>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79"/>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79"/>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79"/>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3" name="Google Shape;15923;p79"/>
          <p:cNvGrpSpPr/>
          <p:nvPr/>
        </p:nvGrpSpPr>
        <p:grpSpPr>
          <a:xfrm>
            <a:off x="7518687" y="2457909"/>
            <a:ext cx="360629" cy="294461"/>
            <a:chOff x="7518687" y="2457909"/>
            <a:chExt cx="360629" cy="294461"/>
          </a:xfrm>
        </p:grpSpPr>
        <p:sp>
          <p:nvSpPr>
            <p:cNvPr id="15924" name="Google Shape;15924;p79"/>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79"/>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79"/>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79"/>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79"/>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79"/>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79"/>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79"/>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79"/>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79"/>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79"/>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79"/>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79"/>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79"/>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79"/>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79"/>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79"/>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79"/>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79"/>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3" name="Google Shape;15943;p79"/>
          <p:cNvGrpSpPr/>
          <p:nvPr/>
        </p:nvGrpSpPr>
        <p:grpSpPr>
          <a:xfrm>
            <a:off x="7086220" y="1981566"/>
            <a:ext cx="343799" cy="360524"/>
            <a:chOff x="7086220" y="1981566"/>
            <a:chExt cx="343799" cy="360524"/>
          </a:xfrm>
        </p:grpSpPr>
        <p:sp>
          <p:nvSpPr>
            <p:cNvPr id="15944" name="Google Shape;15944;p79"/>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79"/>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79"/>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79"/>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79"/>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79"/>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79"/>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79"/>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79"/>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79"/>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79"/>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79"/>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79"/>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79"/>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79"/>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79"/>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0" name="Google Shape;15960;p79"/>
          <p:cNvGrpSpPr/>
          <p:nvPr/>
        </p:nvGrpSpPr>
        <p:grpSpPr>
          <a:xfrm>
            <a:off x="6141112" y="2927563"/>
            <a:ext cx="368416" cy="311369"/>
            <a:chOff x="6141112" y="2927563"/>
            <a:chExt cx="368416" cy="311369"/>
          </a:xfrm>
        </p:grpSpPr>
        <p:sp>
          <p:nvSpPr>
            <p:cNvPr id="15961" name="Google Shape;15961;p79"/>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79"/>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79"/>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79"/>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79"/>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79"/>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79"/>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8" name="Google Shape;15968;p79"/>
          <p:cNvGrpSpPr/>
          <p:nvPr/>
        </p:nvGrpSpPr>
        <p:grpSpPr>
          <a:xfrm>
            <a:off x="7520699" y="2902946"/>
            <a:ext cx="335489" cy="360629"/>
            <a:chOff x="7520699" y="2902946"/>
            <a:chExt cx="335489" cy="360629"/>
          </a:xfrm>
        </p:grpSpPr>
        <p:sp>
          <p:nvSpPr>
            <p:cNvPr id="15969" name="Google Shape;15969;p79"/>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79"/>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79"/>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79"/>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79"/>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79"/>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79"/>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79"/>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79"/>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79"/>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79"/>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79"/>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79"/>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79"/>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79"/>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4" name="Google Shape;15984;p79"/>
          <p:cNvGrpSpPr/>
          <p:nvPr/>
        </p:nvGrpSpPr>
        <p:grpSpPr>
          <a:xfrm>
            <a:off x="7988340" y="2902946"/>
            <a:ext cx="308886" cy="360628"/>
            <a:chOff x="7988340" y="2902946"/>
            <a:chExt cx="308886" cy="360628"/>
          </a:xfrm>
        </p:grpSpPr>
        <p:sp>
          <p:nvSpPr>
            <p:cNvPr id="15985" name="Google Shape;15985;p79"/>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79"/>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79"/>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79"/>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79"/>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79"/>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79"/>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79"/>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79"/>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79"/>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79"/>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79"/>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79"/>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79"/>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79"/>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79"/>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79"/>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79"/>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79"/>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79"/>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79"/>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79"/>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79"/>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8" name="Google Shape;16008;p79"/>
          <p:cNvGrpSpPr/>
          <p:nvPr/>
        </p:nvGrpSpPr>
        <p:grpSpPr>
          <a:xfrm>
            <a:off x="5690039" y="2902998"/>
            <a:ext cx="362902" cy="360498"/>
            <a:chOff x="5690039" y="2902998"/>
            <a:chExt cx="362902" cy="360498"/>
          </a:xfrm>
        </p:grpSpPr>
        <p:sp>
          <p:nvSpPr>
            <p:cNvPr id="16009" name="Google Shape;16009;p79"/>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79"/>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79"/>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79"/>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79"/>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79"/>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79"/>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6" name="Google Shape;16016;p79"/>
          <p:cNvGrpSpPr/>
          <p:nvPr/>
        </p:nvGrpSpPr>
        <p:grpSpPr>
          <a:xfrm>
            <a:off x="4871935" y="1500990"/>
            <a:ext cx="258503" cy="360890"/>
            <a:chOff x="4871935" y="1500990"/>
            <a:chExt cx="258503" cy="360890"/>
          </a:xfrm>
        </p:grpSpPr>
        <p:sp>
          <p:nvSpPr>
            <p:cNvPr id="16017" name="Google Shape;16017;p79"/>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79"/>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79"/>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7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7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7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7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79"/>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79"/>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79"/>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79"/>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79"/>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79"/>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79"/>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1" name="Google Shape;16031;p79"/>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2" name="Google Shape;16032;p79"/>
          <p:cNvGrpSpPr/>
          <p:nvPr/>
        </p:nvGrpSpPr>
        <p:grpSpPr>
          <a:xfrm>
            <a:off x="6265764" y="1501251"/>
            <a:ext cx="234983" cy="360628"/>
            <a:chOff x="6265764" y="1501251"/>
            <a:chExt cx="234983" cy="360628"/>
          </a:xfrm>
        </p:grpSpPr>
        <p:sp>
          <p:nvSpPr>
            <p:cNvPr id="16033" name="Google Shape;16033;p79"/>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79"/>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79"/>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7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7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79"/>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79"/>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79"/>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79"/>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79"/>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79"/>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79"/>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5" name="Google Shape;16045;p79"/>
          <p:cNvGrpSpPr/>
          <p:nvPr/>
        </p:nvGrpSpPr>
        <p:grpSpPr>
          <a:xfrm>
            <a:off x="6193639" y="3401998"/>
            <a:ext cx="360628" cy="238250"/>
            <a:chOff x="6193639" y="3401998"/>
            <a:chExt cx="360628" cy="238250"/>
          </a:xfrm>
        </p:grpSpPr>
        <p:sp>
          <p:nvSpPr>
            <p:cNvPr id="16046" name="Google Shape;16046;p79"/>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79"/>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79"/>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79"/>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79"/>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79"/>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79"/>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79"/>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79"/>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79"/>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79"/>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7" name="Google Shape;16057;p79"/>
          <p:cNvGrpSpPr/>
          <p:nvPr/>
        </p:nvGrpSpPr>
        <p:grpSpPr>
          <a:xfrm>
            <a:off x="5801625" y="1501251"/>
            <a:ext cx="246037" cy="360629"/>
            <a:chOff x="5801625" y="1501251"/>
            <a:chExt cx="246037" cy="360629"/>
          </a:xfrm>
        </p:grpSpPr>
        <p:sp>
          <p:nvSpPr>
            <p:cNvPr id="16058" name="Google Shape;16058;p79"/>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79"/>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79"/>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79"/>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79"/>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79"/>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79"/>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79"/>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79"/>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79"/>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79"/>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79"/>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79"/>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79"/>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79"/>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79"/>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79"/>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79"/>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79"/>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79"/>
          <p:cNvGrpSpPr/>
          <p:nvPr/>
        </p:nvGrpSpPr>
        <p:grpSpPr>
          <a:xfrm>
            <a:off x="6641680" y="1981462"/>
            <a:ext cx="352083" cy="360864"/>
            <a:chOff x="6641680" y="1981462"/>
            <a:chExt cx="352083" cy="360864"/>
          </a:xfrm>
        </p:grpSpPr>
        <p:sp>
          <p:nvSpPr>
            <p:cNvPr id="16078" name="Google Shape;16078;p79"/>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79"/>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79"/>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79"/>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79"/>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79"/>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79"/>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79"/>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79"/>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79"/>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79"/>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79"/>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79"/>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79"/>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79"/>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79"/>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79"/>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79"/>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79"/>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79"/>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79"/>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79"/>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79"/>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79"/>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79"/>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79"/>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79"/>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79"/>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79"/>
          <p:cNvGrpSpPr/>
          <p:nvPr/>
        </p:nvGrpSpPr>
        <p:grpSpPr>
          <a:xfrm>
            <a:off x="7205332" y="1501251"/>
            <a:ext cx="198032" cy="360629"/>
            <a:chOff x="7205332" y="1501251"/>
            <a:chExt cx="198032" cy="360629"/>
          </a:xfrm>
        </p:grpSpPr>
        <p:sp>
          <p:nvSpPr>
            <p:cNvPr id="16107" name="Google Shape;16107;p79"/>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79"/>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79"/>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79"/>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79"/>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79"/>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79"/>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79"/>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79"/>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79"/>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79"/>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79"/>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79"/>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79"/>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79"/>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79"/>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79"/>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79"/>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79"/>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79"/>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7" name="Google Shape;16127;p79"/>
          <p:cNvGrpSpPr/>
          <p:nvPr/>
        </p:nvGrpSpPr>
        <p:grpSpPr>
          <a:xfrm>
            <a:off x="7688313" y="1501251"/>
            <a:ext cx="153058" cy="360628"/>
            <a:chOff x="7688313" y="1501251"/>
            <a:chExt cx="153058" cy="360628"/>
          </a:xfrm>
        </p:grpSpPr>
        <p:sp>
          <p:nvSpPr>
            <p:cNvPr id="16128" name="Google Shape;16128;p79"/>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79"/>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79"/>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79"/>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79"/>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79"/>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79"/>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79"/>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79"/>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79"/>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79"/>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79"/>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79"/>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79"/>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79"/>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79"/>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79"/>
          <p:cNvGrpSpPr/>
          <p:nvPr/>
        </p:nvGrpSpPr>
        <p:grpSpPr>
          <a:xfrm>
            <a:off x="8150179" y="1501251"/>
            <a:ext cx="150811" cy="360628"/>
            <a:chOff x="8150179" y="1501251"/>
            <a:chExt cx="150811" cy="360628"/>
          </a:xfrm>
        </p:grpSpPr>
        <p:sp>
          <p:nvSpPr>
            <p:cNvPr id="16145" name="Google Shape;16145;p79"/>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79"/>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79"/>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79"/>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79"/>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79"/>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79"/>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79"/>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79"/>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4" name="Google Shape;16154;p79"/>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55" name="Google Shape;16155;p79"/>
          <p:cNvGrpSpPr/>
          <p:nvPr/>
        </p:nvGrpSpPr>
        <p:grpSpPr>
          <a:xfrm>
            <a:off x="4877867" y="2902946"/>
            <a:ext cx="170149" cy="360629"/>
            <a:chOff x="4877867" y="2902946"/>
            <a:chExt cx="170149" cy="360629"/>
          </a:xfrm>
        </p:grpSpPr>
        <p:sp>
          <p:nvSpPr>
            <p:cNvPr id="16156" name="Google Shape;16156;p79"/>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79"/>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79"/>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79"/>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79"/>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79"/>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79"/>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79"/>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79"/>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79"/>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79"/>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79"/>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79"/>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9" name="Google Shape;16169;p79"/>
          <p:cNvGrpSpPr/>
          <p:nvPr/>
        </p:nvGrpSpPr>
        <p:grpSpPr>
          <a:xfrm>
            <a:off x="6741689" y="1500676"/>
            <a:ext cx="207962" cy="361203"/>
            <a:chOff x="6741689" y="1500676"/>
            <a:chExt cx="207962" cy="361203"/>
          </a:xfrm>
        </p:grpSpPr>
        <p:sp>
          <p:nvSpPr>
            <p:cNvPr id="16170" name="Google Shape;16170;p79"/>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79"/>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79"/>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79"/>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79"/>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79"/>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79"/>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79"/>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79"/>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79"/>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79"/>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79"/>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79"/>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79"/>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79"/>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79"/>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79"/>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79"/>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79"/>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79"/>
          <p:cNvGrpSpPr/>
          <p:nvPr/>
        </p:nvGrpSpPr>
        <p:grpSpPr>
          <a:xfrm>
            <a:off x="5752627" y="3430404"/>
            <a:ext cx="360628" cy="181464"/>
            <a:chOff x="5752627" y="3430404"/>
            <a:chExt cx="360628" cy="181464"/>
          </a:xfrm>
        </p:grpSpPr>
        <p:sp>
          <p:nvSpPr>
            <p:cNvPr id="16190" name="Google Shape;16190;p79"/>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79"/>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79"/>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79"/>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79"/>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79"/>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79"/>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79"/>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79"/>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79"/>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79"/>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79"/>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79"/>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79"/>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79"/>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79"/>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79"/>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79"/>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79"/>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79"/>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79"/>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79"/>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79"/>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79"/>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79"/>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79"/>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79"/>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79"/>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8" name="Google Shape;16218;p79"/>
          <p:cNvGrpSpPr/>
          <p:nvPr/>
        </p:nvGrpSpPr>
        <p:grpSpPr>
          <a:xfrm>
            <a:off x="5235700" y="2902998"/>
            <a:ext cx="361909" cy="360759"/>
            <a:chOff x="5235700" y="2902998"/>
            <a:chExt cx="361909" cy="360759"/>
          </a:xfrm>
        </p:grpSpPr>
        <p:sp>
          <p:nvSpPr>
            <p:cNvPr id="16219" name="Google Shape;16219;p79"/>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79"/>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79"/>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79"/>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79"/>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79"/>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79"/>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6" name="Google Shape;16226;p79"/>
          <p:cNvGrpSpPr/>
          <p:nvPr/>
        </p:nvGrpSpPr>
        <p:grpSpPr>
          <a:xfrm>
            <a:off x="6634912" y="3394969"/>
            <a:ext cx="360367" cy="252309"/>
            <a:chOff x="6634912" y="3394969"/>
            <a:chExt cx="360367" cy="252309"/>
          </a:xfrm>
        </p:grpSpPr>
        <p:sp>
          <p:nvSpPr>
            <p:cNvPr id="16227" name="Google Shape;16227;p79"/>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79"/>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79"/>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79"/>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79"/>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79"/>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79"/>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79"/>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79"/>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79"/>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79"/>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79"/>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79"/>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0" name="Google Shape;16240;p79"/>
          <p:cNvGrpSpPr/>
          <p:nvPr/>
        </p:nvGrpSpPr>
        <p:grpSpPr>
          <a:xfrm>
            <a:off x="7059330" y="3340796"/>
            <a:ext cx="377170" cy="360655"/>
            <a:chOff x="7059330" y="3340796"/>
            <a:chExt cx="377170" cy="360655"/>
          </a:xfrm>
        </p:grpSpPr>
        <p:sp>
          <p:nvSpPr>
            <p:cNvPr id="16241" name="Google Shape;16241;p79"/>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79"/>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79"/>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79"/>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79"/>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79"/>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79"/>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79"/>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79"/>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79"/>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79"/>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79"/>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3" name="Google Shape;16253;p79"/>
          <p:cNvGrpSpPr/>
          <p:nvPr/>
        </p:nvGrpSpPr>
        <p:grpSpPr>
          <a:xfrm>
            <a:off x="7957948" y="3375631"/>
            <a:ext cx="360629" cy="291012"/>
            <a:chOff x="7957948" y="3375631"/>
            <a:chExt cx="360629" cy="291012"/>
          </a:xfrm>
        </p:grpSpPr>
        <p:sp>
          <p:nvSpPr>
            <p:cNvPr id="16254" name="Google Shape;16254;p79"/>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79"/>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79"/>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79"/>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79"/>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79"/>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79"/>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79"/>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79"/>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79"/>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79"/>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79"/>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79"/>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79"/>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79"/>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79"/>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79"/>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79"/>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2" name="Google Shape;16272;p79"/>
          <p:cNvGrpSpPr/>
          <p:nvPr/>
        </p:nvGrpSpPr>
        <p:grpSpPr>
          <a:xfrm>
            <a:off x="6198656" y="3867888"/>
            <a:ext cx="347562" cy="227954"/>
            <a:chOff x="6198656" y="3867888"/>
            <a:chExt cx="347562" cy="227954"/>
          </a:xfrm>
        </p:grpSpPr>
        <p:sp>
          <p:nvSpPr>
            <p:cNvPr id="16273" name="Google Shape;16273;p79"/>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79"/>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79"/>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79"/>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79"/>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79"/>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79"/>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79"/>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79"/>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79"/>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79"/>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79"/>
          <p:cNvGrpSpPr/>
          <p:nvPr/>
        </p:nvGrpSpPr>
        <p:grpSpPr>
          <a:xfrm>
            <a:off x="5706895" y="3819151"/>
            <a:ext cx="349392" cy="325454"/>
            <a:chOff x="5706895" y="3819151"/>
            <a:chExt cx="349392" cy="325454"/>
          </a:xfrm>
        </p:grpSpPr>
        <p:sp>
          <p:nvSpPr>
            <p:cNvPr id="16285" name="Google Shape;16285;p79"/>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79"/>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79"/>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79"/>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79"/>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79"/>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79"/>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79"/>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79"/>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79"/>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79"/>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79"/>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79"/>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79"/>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79"/>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79"/>
          <p:cNvGrpSpPr/>
          <p:nvPr/>
        </p:nvGrpSpPr>
        <p:grpSpPr>
          <a:xfrm>
            <a:off x="7648618" y="3340744"/>
            <a:ext cx="97265" cy="360393"/>
            <a:chOff x="7648618" y="3340744"/>
            <a:chExt cx="97265" cy="360393"/>
          </a:xfrm>
        </p:grpSpPr>
        <p:sp>
          <p:nvSpPr>
            <p:cNvPr id="16301" name="Google Shape;16301;p79"/>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79"/>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79"/>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79"/>
          <p:cNvGrpSpPr/>
          <p:nvPr/>
        </p:nvGrpSpPr>
        <p:grpSpPr>
          <a:xfrm>
            <a:off x="7164356" y="3790667"/>
            <a:ext cx="385507" cy="382501"/>
            <a:chOff x="7164356" y="3790667"/>
            <a:chExt cx="385507" cy="382501"/>
          </a:xfrm>
        </p:grpSpPr>
        <p:sp>
          <p:nvSpPr>
            <p:cNvPr id="16305" name="Google Shape;16305;p79"/>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79"/>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79"/>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79"/>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79"/>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79"/>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79"/>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79"/>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79"/>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79"/>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79"/>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79"/>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79"/>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79"/>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79"/>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79"/>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79"/>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79"/>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79"/>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79"/>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79"/>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79"/>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79"/>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79"/>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9" name="Google Shape;16329;p79"/>
          <p:cNvGrpSpPr/>
          <p:nvPr/>
        </p:nvGrpSpPr>
        <p:grpSpPr>
          <a:xfrm>
            <a:off x="6670400" y="3826468"/>
            <a:ext cx="387911" cy="310846"/>
            <a:chOff x="6670400" y="3826468"/>
            <a:chExt cx="387911" cy="310846"/>
          </a:xfrm>
        </p:grpSpPr>
        <p:sp>
          <p:nvSpPr>
            <p:cNvPr id="16330" name="Google Shape;16330;p79"/>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79"/>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79"/>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79"/>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79"/>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79"/>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79"/>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79"/>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79"/>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79"/>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79"/>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79"/>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79"/>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79"/>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79"/>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79"/>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79"/>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79"/>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8" name="Google Shape;16348;p79"/>
          <p:cNvGrpSpPr/>
          <p:nvPr/>
        </p:nvGrpSpPr>
        <p:grpSpPr>
          <a:xfrm>
            <a:off x="7662181" y="3803446"/>
            <a:ext cx="302823" cy="360498"/>
            <a:chOff x="7662181" y="3803446"/>
            <a:chExt cx="302823" cy="360498"/>
          </a:xfrm>
        </p:grpSpPr>
        <p:sp>
          <p:nvSpPr>
            <p:cNvPr id="16349" name="Google Shape;16349;p79"/>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79"/>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79"/>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79"/>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79"/>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79"/>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79"/>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79"/>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79"/>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79"/>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9" name="Google Shape;16359;p79"/>
          <p:cNvGrpSpPr/>
          <p:nvPr/>
        </p:nvGrpSpPr>
        <p:grpSpPr>
          <a:xfrm>
            <a:off x="5206562" y="3803994"/>
            <a:ext cx="363895" cy="355663"/>
            <a:chOff x="5206562" y="3803994"/>
            <a:chExt cx="363895" cy="355663"/>
          </a:xfrm>
        </p:grpSpPr>
        <p:sp>
          <p:nvSpPr>
            <p:cNvPr id="16360" name="Google Shape;16360;p79"/>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79"/>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79"/>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79"/>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79"/>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79"/>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79"/>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79"/>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79"/>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79"/>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79"/>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79"/>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79"/>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79"/>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77"/>
        <p:cNvGrpSpPr/>
        <p:nvPr/>
      </p:nvGrpSpPr>
      <p:grpSpPr>
        <a:xfrm>
          <a:off x="0" y="0"/>
          <a:ext cx="0" cy="0"/>
          <a:chOff x="0" y="0"/>
          <a:chExt cx="0" cy="0"/>
        </a:xfrm>
      </p:grpSpPr>
      <p:sp>
        <p:nvSpPr>
          <p:cNvPr id="16378" name="Google Shape;16378;p8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379" name="Google Shape;16379;p80"/>
          <p:cNvGrpSpPr/>
          <p:nvPr/>
        </p:nvGrpSpPr>
        <p:grpSpPr>
          <a:xfrm>
            <a:off x="4682526" y="1512217"/>
            <a:ext cx="369948" cy="370132"/>
            <a:chOff x="4682526" y="1512217"/>
            <a:chExt cx="369948" cy="370132"/>
          </a:xfrm>
        </p:grpSpPr>
        <p:sp>
          <p:nvSpPr>
            <p:cNvPr id="16380" name="Google Shape;16380;p80"/>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0"/>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80"/>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80"/>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80"/>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80"/>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80"/>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80"/>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80"/>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80"/>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80"/>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80"/>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80"/>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80"/>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80"/>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80"/>
          <p:cNvGrpSpPr/>
          <p:nvPr/>
        </p:nvGrpSpPr>
        <p:grpSpPr>
          <a:xfrm>
            <a:off x="3592433" y="1980212"/>
            <a:ext cx="381542" cy="370079"/>
            <a:chOff x="3592433" y="1980212"/>
            <a:chExt cx="381542" cy="370079"/>
          </a:xfrm>
        </p:grpSpPr>
        <p:sp>
          <p:nvSpPr>
            <p:cNvPr id="16396" name="Google Shape;16396;p80"/>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80"/>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80"/>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80"/>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80"/>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80"/>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80"/>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80"/>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80"/>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80"/>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80"/>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80"/>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8" name="Google Shape;16408;p80"/>
          <p:cNvGrpSpPr/>
          <p:nvPr/>
        </p:nvGrpSpPr>
        <p:grpSpPr>
          <a:xfrm>
            <a:off x="1398582" y="2973490"/>
            <a:ext cx="371391" cy="235126"/>
            <a:chOff x="1398582" y="2973490"/>
            <a:chExt cx="371391" cy="235126"/>
          </a:xfrm>
        </p:grpSpPr>
        <p:sp>
          <p:nvSpPr>
            <p:cNvPr id="16409" name="Google Shape;16409;p80"/>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80"/>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80"/>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80"/>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80"/>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80"/>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80"/>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80"/>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80"/>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80"/>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80"/>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80"/>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80"/>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80"/>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80"/>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4" name="Google Shape;16424;p80"/>
          <p:cNvGrpSpPr/>
          <p:nvPr/>
        </p:nvGrpSpPr>
        <p:grpSpPr>
          <a:xfrm>
            <a:off x="850795" y="1512217"/>
            <a:ext cx="370132" cy="370132"/>
            <a:chOff x="850795" y="1512217"/>
            <a:chExt cx="370132" cy="370132"/>
          </a:xfrm>
        </p:grpSpPr>
        <p:sp>
          <p:nvSpPr>
            <p:cNvPr id="16425" name="Google Shape;16425;p80"/>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80"/>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80"/>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80"/>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80"/>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80"/>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80"/>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80"/>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80"/>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80"/>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80"/>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80"/>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80"/>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80"/>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80"/>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80"/>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80"/>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80"/>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3" name="Google Shape;16443;p80"/>
          <p:cNvGrpSpPr/>
          <p:nvPr/>
        </p:nvGrpSpPr>
        <p:grpSpPr>
          <a:xfrm>
            <a:off x="8038497" y="2906079"/>
            <a:ext cx="236568" cy="370105"/>
            <a:chOff x="8038497" y="2906079"/>
            <a:chExt cx="236568" cy="370105"/>
          </a:xfrm>
        </p:grpSpPr>
        <p:sp>
          <p:nvSpPr>
            <p:cNvPr id="16444" name="Google Shape;16444;p80"/>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80"/>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80"/>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80"/>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80"/>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80"/>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80"/>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80"/>
          <p:cNvGrpSpPr/>
          <p:nvPr/>
        </p:nvGrpSpPr>
        <p:grpSpPr>
          <a:xfrm>
            <a:off x="6324130" y="1566303"/>
            <a:ext cx="370630" cy="261802"/>
            <a:chOff x="6324130" y="1566303"/>
            <a:chExt cx="370630" cy="261802"/>
          </a:xfrm>
        </p:grpSpPr>
        <p:sp>
          <p:nvSpPr>
            <p:cNvPr id="16452" name="Google Shape;16452;p80"/>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80"/>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80"/>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80"/>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80"/>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80"/>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80"/>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80"/>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80"/>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80"/>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80"/>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80"/>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80"/>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80"/>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80"/>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80"/>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80"/>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9" name="Google Shape;16469;p80"/>
          <p:cNvGrpSpPr/>
          <p:nvPr/>
        </p:nvGrpSpPr>
        <p:grpSpPr>
          <a:xfrm>
            <a:off x="5232280" y="2026587"/>
            <a:ext cx="370840" cy="353213"/>
            <a:chOff x="5232280" y="2026587"/>
            <a:chExt cx="370840" cy="353213"/>
          </a:xfrm>
        </p:grpSpPr>
        <p:sp>
          <p:nvSpPr>
            <p:cNvPr id="16470" name="Google Shape;16470;p80"/>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80"/>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80"/>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80"/>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80"/>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80"/>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80"/>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80"/>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80"/>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80"/>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0" name="Google Shape;16480;p80"/>
          <p:cNvGrpSpPr/>
          <p:nvPr/>
        </p:nvGrpSpPr>
        <p:grpSpPr>
          <a:xfrm>
            <a:off x="7968961" y="2435329"/>
            <a:ext cx="379548" cy="365331"/>
            <a:chOff x="7968961" y="2435329"/>
            <a:chExt cx="379548" cy="365331"/>
          </a:xfrm>
        </p:grpSpPr>
        <p:sp>
          <p:nvSpPr>
            <p:cNvPr id="16481" name="Google Shape;16481;p80"/>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80"/>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80"/>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80"/>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80"/>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80"/>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7" name="Google Shape;16487;p80"/>
          <p:cNvGrpSpPr/>
          <p:nvPr/>
        </p:nvGrpSpPr>
        <p:grpSpPr>
          <a:xfrm>
            <a:off x="4136679" y="2115323"/>
            <a:ext cx="373305" cy="223217"/>
            <a:chOff x="4136679" y="2115323"/>
            <a:chExt cx="373305" cy="223217"/>
          </a:xfrm>
        </p:grpSpPr>
        <p:sp>
          <p:nvSpPr>
            <p:cNvPr id="16488" name="Google Shape;16488;p80"/>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80"/>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80"/>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80"/>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80"/>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80"/>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80"/>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80"/>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80"/>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80"/>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8" name="Google Shape;16498;p80"/>
          <p:cNvGrpSpPr/>
          <p:nvPr/>
        </p:nvGrpSpPr>
        <p:grpSpPr>
          <a:xfrm>
            <a:off x="7423823" y="2464077"/>
            <a:ext cx="372046" cy="307730"/>
            <a:chOff x="7423823" y="2464077"/>
            <a:chExt cx="372046" cy="307730"/>
          </a:xfrm>
        </p:grpSpPr>
        <p:sp>
          <p:nvSpPr>
            <p:cNvPr id="16499" name="Google Shape;16499;p80"/>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80"/>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80"/>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80"/>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80"/>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80"/>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80"/>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80"/>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80"/>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80"/>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80"/>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80"/>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80"/>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2" name="Google Shape;16512;p80"/>
          <p:cNvGrpSpPr/>
          <p:nvPr/>
        </p:nvGrpSpPr>
        <p:grpSpPr>
          <a:xfrm>
            <a:off x="3882511" y="3365156"/>
            <a:ext cx="295061" cy="370263"/>
            <a:chOff x="3882511" y="3365156"/>
            <a:chExt cx="295061" cy="370263"/>
          </a:xfrm>
        </p:grpSpPr>
        <p:sp>
          <p:nvSpPr>
            <p:cNvPr id="16513" name="Google Shape;16513;p80"/>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80"/>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80"/>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80"/>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80"/>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8" name="Google Shape;16518;p80"/>
          <p:cNvGrpSpPr/>
          <p:nvPr/>
        </p:nvGrpSpPr>
        <p:grpSpPr>
          <a:xfrm>
            <a:off x="5229788" y="1512217"/>
            <a:ext cx="370132" cy="370132"/>
            <a:chOff x="5229788" y="1512217"/>
            <a:chExt cx="370132" cy="370132"/>
          </a:xfrm>
        </p:grpSpPr>
        <p:sp>
          <p:nvSpPr>
            <p:cNvPr id="16519" name="Google Shape;16519;p80"/>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80"/>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80"/>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80"/>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80"/>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80"/>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80"/>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80"/>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80"/>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80"/>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80"/>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80"/>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80"/>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80"/>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80"/>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80"/>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80"/>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6" name="Google Shape;16536;p80"/>
          <p:cNvGrpSpPr/>
          <p:nvPr/>
        </p:nvGrpSpPr>
        <p:grpSpPr>
          <a:xfrm>
            <a:off x="6041869" y="3365392"/>
            <a:ext cx="373882" cy="370053"/>
            <a:chOff x="6041869" y="3365392"/>
            <a:chExt cx="373882" cy="370053"/>
          </a:xfrm>
        </p:grpSpPr>
        <p:sp>
          <p:nvSpPr>
            <p:cNvPr id="16537" name="Google Shape;16537;p80"/>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80"/>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80"/>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80"/>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80"/>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80"/>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80"/>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80"/>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80"/>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80"/>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7" name="Google Shape;16547;p80"/>
          <p:cNvGrpSpPr/>
          <p:nvPr/>
        </p:nvGrpSpPr>
        <p:grpSpPr>
          <a:xfrm>
            <a:off x="4684309" y="2087493"/>
            <a:ext cx="374748" cy="279140"/>
            <a:chOff x="4684309" y="2087493"/>
            <a:chExt cx="374748" cy="279140"/>
          </a:xfrm>
        </p:grpSpPr>
        <p:sp>
          <p:nvSpPr>
            <p:cNvPr id="16548" name="Google Shape;16548;p80"/>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80"/>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80"/>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80"/>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80"/>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80"/>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80"/>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80"/>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80"/>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80"/>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80"/>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80"/>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0" name="Google Shape;16560;p80"/>
          <p:cNvGrpSpPr/>
          <p:nvPr/>
        </p:nvGrpSpPr>
        <p:grpSpPr>
          <a:xfrm>
            <a:off x="7521110" y="2906131"/>
            <a:ext cx="175400" cy="370053"/>
            <a:chOff x="7521110" y="2906131"/>
            <a:chExt cx="175400" cy="370053"/>
          </a:xfrm>
        </p:grpSpPr>
        <p:sp>
          <p:nvSpPr>
            <p:cNvPr id="16561" name="Google Shape;16561;p80"/>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80"/>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80"/>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80"/>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80"/>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80"/>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80"/>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80"/>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80"/>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0" name="Google Shape;16570;p80"/>
          <p:cNvGrpSpPr/>
          <p:nvPr/>
        </p:nvGrpSpPr>
        <p:grpSpPr>
          <a:xfrm>
            <a:off x="3586925" y="1523286"/>
            <a:ext cx="371023" cy="347915"/>
            <a:chOff x="3586925" y="1523286"/>
            <a:chExt cx="371023" cy="347915"/>
          </a:xfrm>
        </p:grpSpPr>
        <p:sp>
          <p:nvSpPr>
            <p:cNvPr id="16571" name="Google Shape;16571;p80"/>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80"/>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80"/>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80"/>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80"/>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80"/>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80"/>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80"/>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80"/>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80"/>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80"/>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80"/>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80"/>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80"/>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80"/>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80"/>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80"/>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80"/>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80"/>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0" name="Google Shape;16590;p80"/>
          <p:cNvGrpSpPr/>
          <p:nvPr/>
        </p:nvGrpSpPr>
        <p:grpSpPr>
          <a:xfrm>
            <a:off x="6876009" y="2475461"/>
            <a:ext cx="370158" cy="285120"/>
            <a:chOff x="6876009" y="2475461"/>
            <a:chExt cx="370158" cy="285120"/>
          </a:xfrm>
        </p:grpSpPr>
        <p:sp>
          <p:nvSpPr>
            <p:cNvPr id="16591" name="Google Shape;16591;p80"/>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80"/>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80"/>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80"/>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80"/>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80"/>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80"/>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80"/>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80"/>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0" name="Google Shape;16600;p80"/>
          <p:cNvGrpSpPr/>
          <p:nvPr/>
        </p:nvGrpSpPr>
        <p:grpSpPr>
          <a:xfrm>
            <a:off x="6328222" y="2445847"/>
            <a:ext cx="370158" cy="344269"/>
            <a:chOff x="6328222" y="2445847"/>
            <a:chExt cx="370158" cy="344269"/>
          </a:xfrm>
        </p:grpSpPr>
        <p:sp>
          <p:nvSpPr>
            <p:cNvPr id="16601" name="Google Shape;16601;p80"/>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80"/>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80"/>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80"/>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80"/>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80"/>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80"/>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80"/>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9" name="Google Shape;16609;p80"/>
          <p:cNvGrpSpPr/>
          <p:nvPr/>
        </p:nvGrpSpPr>
        <p:grpSpPr>
          <a:xfrm>
            <a:off x="5249540" y="2432942"/>
            <a:ext cx="351639" cy="370184"/>
            <a:chOff x="5249540" y="2432942"/>
            <a:chExt cx="351639" cy="370184"/>
          </a:xfrm>
        </p:grpSpPr>
        <p:sp>
          <p:nvSpPr>
            <p:cNvPr id="16610" name="Google Shape;16610;p80"/>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80"/>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80"/>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80"/>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80"/>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80"/>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80"/>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7" name="Google Shape;16617;p80"/>
          <p:cNvGrpSpPr/>
          <p:nvPr/>
        </p:nvGrpSpPr>
        <p:grpSpPr>
          <a:xfrm>
            <a:off x="4137047" y="2482176"/>
            <a:ext cx="371102" cy="271585"/>
            <a:chOff x="4137047" y="2482176"/>
            <a:chExt cx="371102" cy="271585"/>
          </a:xfrm>
        </p:grpSpPr>
        <p:sp>
          <p:nvSpPr>
            <p:cNvPr id="16618" name="Google Shape;16618;p80"/>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80"/>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80"/>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80"/>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80"/>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80"/>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80"/>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80"/>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80"/>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80"/>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80"/>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9" name="Google Shape;16629;p80"/>
          <p:cNvGrpSpPr/>
          <p:nvPr/>
        </p:nvGrpSpPr>
        <p:grpSpPr>
          <a:xfrm>
            <a:off x="4686434" y="2432916"/>
            <a:ext cx="367377" cy="370079"/>
            <a:chOff x="4686434" y="2432916"/>
            <a:chExt cx="367377" cy="370079"/>
          </a:xfrm>
        </p:grpSpPr>
        <p:sp>
          <p:nvSpPr>
            <p:cNvPr id="16630" name="Google Shape;16630;p80"/>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80"/>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80"/>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80"/>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80"/>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80"/>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80"/>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80"/>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80"/>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80"/>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80"/>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1" name="Google Shape;16641;p80"/>
          <p:cNvGrpSpPr/>
          <p:nvPr/>
        </p:nvGrpSpPr>
        <p:grpSpPr>
          <a:xfrm>
            <a:off x="6328222" y="2056306"/>
            <a:ext cx="372099" cy="293986"/>
            <a:chOff x="6328222" y="2056306"/>
            <a:chExt cx="372099" cy="293986"/>
          </a:xfrm>
        </p:grpSpPr>
        <p:sp>
          <p:nvSpPr>
            <p:cNvPr id="16642" name="Google Shape;16642;p80"/>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80"/>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80"/>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80"/>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80"/>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80"/>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80"/>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80"/>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80"/>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1" name="Google Shape;16651;p80"/>
          <p:cNvGrpSpPr/>
          <p:nvPr/>
        </p:nvGrpSpPr>
        <p:grpSpPr>
          <a:xfrm>
            <a:off x="5789327" y="2432968"/>
            <a:ext cx="352531" cy="370132"/>
            <a:chOff x="5789327" y="2432968"/>
            <a:chExt cx="352531" cy="370132"/>
          </a:xfrm>
        </p:grpSpPr>
        <p:sp>
          <p:nvSpPr>
            <p:cNvPr id="16652" name="Google Shape;16652;p80"/>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80"/>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80"/>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80"/>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80"/>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80"/>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80"/>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80"/>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80"/>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80"/>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2" name="Google Shape;16662;p80"/>
          <p:cNvGrpSpPr/>
          <p:nvPr/>
        </p:nvGrpSpPr>
        <p:grpSpPr>
          <a:xfrm>
            <a:off x="874612" y="1980134"/>
            <a:ext cx="322314" cy="370158"/>
            <a:chOff x="874612" y="1980134"/>
            <a:chExt cx="322314" cy="370158"/>
          </a:xfrm>
        </p:grpSpPr>
        <p:sp>
          <p:nvSpPr>
            <p:cNvPr id="16663" name="Google Shape;16663;p80"/>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80"/>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80"/>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80"/>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80"/>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80"/>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80"/>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80"/>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80"/>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80"/>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80"/>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80"/>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80"/>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80"/>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80"/>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80"/>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80"/>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0" name="Google Shape;16680;p80"/>
          <p:cNvGrpSpPr/>
          <p:nvPr/>
        </p:nvGrpSpPr>
        <p:grpSpPr>
          <a:xfrm>
            <a:off x="3039662" y="2514780"/>
            <a:ext cx="374223" cy="329764"/>
            <a:chOff x="3039662" y="2514780"/>
            <a:chExt cx="374223" cy="329764"/>
          </a:xfrm>
        </p:grpSpPr>
        <p:sp>
          <p:nvSpPr>
            <p:cNvPr id="16681" name="Google Shape;16681;p80"/>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80"/>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80"/>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80"/>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80"/>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80"/>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80"/>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80"/>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80"/>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80"/>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80"/>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80"/>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80"/>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80"/>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80"/>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80"/>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80"/>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80"/>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9" name="Google Shape;16699;p80"/>
          <p:cNvGrpSpPr/>
          <p:nvPr/>
        </p:nvGrpSpPr>
        <p:grpSpPr>
          <a:xfrm>
            <a:off x="1946369" y="2563122"/>
            <a:ext cx="374066" cy="233395"/>
            <a:chOff x="1946369" y="2563122"/>
            <a:chExt cx="374066" cy="233395"/>
          </a:xfrm>
        </p:grpSpPr>
        <p:sp>
          <p:nvSpPr>
            <p:cNvPr id="16700" name="Google Shape;16700;p80"/>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80"/>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80"/>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80"/>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80"/>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80"/>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80"/>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80"/>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8" name="Google Shape;16708;p80"/>
          <p:cNvGrpSpPr/>
          <p:nvPr/>
        </p:nvGrpSpPr>
        <p:grpSpPr>
          <a:xfrm>
            <a:off x="4135263" y="2906184"/>
            <a:ext cx="374040" cy="370184"/>
            <a:chOff x="4135263" y="2906184"/>
            <a:chExt cx="374040" cy="370184"/>
          </a:xfrm>
        </p:grpSpPr>
        <p:sp>
          <p:nvSpPr>
            <p:cNvPr id="16709" name="Google Shape;16709;p80"/>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80"/>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80"/>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80"/>
          <p:cNvGrpSpPr/>
          <p:nvPr/>
        </p:nvGrpSpPr>
        <p:grpSpPr>
          <a:xfrm>
            <a:off x="4683601" y="2906184"/>
            <a:ext cx="372676" cy="370184"/>
            <a:chOff x="4683601" y="2906184"/>
            <a:chExt cx="372676" cy="370184"/>
          </a:xfrm>
        </p:grpSpPr>
        <p:sp>
          <p:nvSpPr>
            <p:cNvPr id="16713" name="Google Shape;16713;p80"/>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80"/>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80"/>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80"/>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80"/>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80"/>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80"/>
          <p:cNvGrpSpPr/>
          <p:nvPr/>
        </p:nvGrpSpPr>
        <p:grpSpPr>
          <a:xfrm>
            <a:off x="870808" y="2906053"/>
            <a:ext cx="329134" cy="370132"/>
            <a:chOff x="870808" y="2906053"/>
            <a:chExt cx="329134" cy="370132"/>
          </a:xfrm>
        </p:grpSpPr>
        <p:sp>
          <p:nvSpPr>
            <p:cNvPr id="16720" name="Google Shape;16720;p80"/>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80"/>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80"/>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80"/>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80"/>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80"/>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80"/>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80"/>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80"/>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80"/>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80"/>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80"/>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80"/>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80"/>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80"/>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80"/>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80"/>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80"/>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80"/>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9" name="Google Shape;16739;p80"/>
          <p:cNvGrpSpPr/>
          <p:nvPr/>
        </p:nvGrpSpPr>
        <p:grpSpPr>
          <a:xfrm>
            <a:off x="1943878" y="2909069"/>
            <a:ext cx="374774" cy="364282"/>
            <a:chOff x="1943878" y="2909069"/>
            <a:chExt cx="374774" cy="364282"/>
          </a:xfrm>
        </p:grpSpPr>
        <p:sp>
          <p:nvSpPr>
            <p:cNvPr id="16740" name="Google Shape;16740;p80"/>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80"/>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80"/>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80"/>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80"/>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80"/>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80"/>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80"/>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80"/>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80"/>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80"/>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80"/>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80"/>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80"/>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80"/>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80"/>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80"/>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80"/>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80"/>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80"/>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80"/>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1" name="Google Shape;16761;p80"/>
          <p:cNvGrpSpPr/>
          <p:nvPr/>
        </p:nvGrpSpPr>
        <p:grpSpPr>
          <a:xfrm>
            <a:off x="1128072" y="3365261"/>
            <a:ext cx="328872" cy="370158"/>
            <a:chOff x="1128072" y="3365261"/>
            <a:chExt cx="328872" cy="370158"/>
          </a:xfrm>
        </p:grpSpPr>
        <p:sp>
          <p:nvSpPr>
            <p:cNvPr id="16762" name="Google Shape;16762;p80"/>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80"/>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80"/>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80"/>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80"/>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80"/>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80"/>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80"/>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80"/>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80"/>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80"/>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80"/>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80"/>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80"/>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80"/>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80"/>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80"/>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80"/>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80"/>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80"/>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80"/>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80"/>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80"/>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80"/>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80"/>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80"/>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80"/>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80"/>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80"/>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80"/>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80"/>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80"/>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80"/>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80"/>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80"/>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80"/>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80"/>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80"/>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80"/>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80"/>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80"/>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80"/>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80"/>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80"/>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6" name="Google Shape;16806;p80"/>
          <p:cNvGrpSpPr/>
          <p:nvPr/>
        </p:nvGrpSpPr>
        <p:grpSpPr>
          <a:xfrm>
            <a:off x="5776868" y="1515181"/>
            <a:ext cx="370866" cy="364151"/>
            <a:chOff x="5776868" y="1515181"/>
            <a:chExt cx="370866" cy="364151"/>
          </a:xfrm>
        </p:grpSpPr>
        <p:sp>
          <p:nvSpPr>
            <p:cNvPr id="16807" name="Google Shape;16807;p80"/>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80"/>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80"/>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80"/>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80"/>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80"/>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80"/>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80"/>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80"/>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80"/>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80"/>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80"/>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80"/>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80"/>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80"/>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80"/>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80"/>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4" name="Google Shape;16824;p80"/>
          <p:cNvGrpSpPr/>
          <p:nvPr/>
        </p:nvGrpSpPr>
        <p:grpSpPr>
          <a:xfrm>
            <a:off x="3577849" y="2432942"/>
            <a:ext cx="393660" cy="370079"/>
            <a:chOff x="3577849" y="2432942"/>
            <a:chExt cx="393660" cy="370079"/>
          </a:xfrm>
        </p:grpSpPr>
        <p:sp>
          <p:nvSpPr>
            <p:cNvPr id="16825" name="Google Shape;16825;p80"/>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80"/>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80"/>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80"/>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80"/>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80"/>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80"/>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80"/>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80"/>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80"/>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5" name="Google Shape;16835;p80"/>
          <p:cNvGrpSpPr/>
          <p:nvPr/>
        </p:nvGrpSpPr>
        <p:grpSpPr>
          <a:xfrm>
            <a:off x="2493999" y="2927037"/>
            <a:ext cx="370132" cy="328164"/>
            <a:chOff x="2493999" y="2927037"/>
            <a:chExt cx="370132" cy="328164"/>
          </a:xfrm>
        </p:grpSpPr>
        <p:sp>
          <p:nvSpPr>
            <p:cNvPr id="16836" name="Google Shape;16836;p80"/>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80"/>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80"/>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80"/>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80"/>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80"/>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80"/>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80"/>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80"/>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80"/>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80"/>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80"/>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8" name="Google Shape;16848;p80"/>
          <p:cNvGrpSpPr/>
          <p:nvPr/>
        </p:nvGrpSpPr>
        <p:grpSpPr>
          <a:xfrm>
            <a:off x="3589417" y="2950696"/>
            <a:ext cx="370315" cy="281028"/>
            <a:chOff x="3589417" y="2950696"/>
            <a:chExt cx="370315" cy="281028"/>
          </a:xfrm>
        </p:grpSpPr>
        <p:sp>
          <p:nvSpPr>
            <p:cNvPr id="16849" name="Google Shape;16849;p80"/>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80"/>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80"/>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80"/>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80"/>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80"/>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80"/>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80"/>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80"/>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80"/>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80"/>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80"/>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80"/>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80"/>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80"/>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80"/>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80"/>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80"/>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80"/>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80"/>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9" name="Google Shape;16869;p80"/>
          <p:cNvGrpSpPr/>
          <p:nvPr/>
        </p:nvGrpSpPr>
        <p:grpSpPr>
          <a:xfrm>
            <a:off x="3032711" y="2911718"/>
            <a:ext cx="396125" cy="359062"/>
            <a:chOff x="3032711" y="2911718"/>
            <a:chExt cx="396125" cy="359062"/>
          </a:xfrm>
        </p:grpSpPr>
        <p:sp>
          <p:nvSpPr>
            <p:cNvPr id="16870" name="Google Shape;16870;p80"/>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80"/>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80"/>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80"/>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80"/>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80"/>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80"/>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80"/>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80"/>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80"/>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80"/>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80"/>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2" name="Google Shape;16882;p80"/>
          <p:cNvGrpSpPr/>
          <p:nvPr/>
        </p:nvGrpSpPr>
        <p:grpSpPr>
          <a:xfrm>
            <a:off x="7417764" y="1513397"/>
            <a:ext cx="373174" cy="367692"/>
            <a:chOff x="7417764" y="1513397"/>
            <a:chExt cx="373174" cy="367692"/>
          </a:xfrm>
        </p:grpSpPr>
        <p:sp>
          <p:nvSpPr>
            <p:cNvPr id="16883" name="Google Shape;16883;p80"/>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80"/>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80"/>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80"/>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80"/>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80"/>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80"/>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80"/>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80"/>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80"/>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80"/>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80"/>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80"/>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80"/>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80"/>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80"/>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80"/>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80"/>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80"/>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2" name="Google Shape;16902;p80"/>
          <p:cNvGrpSpPr/>
          <p:nvPr/>
        </p:nvGrpSpPr>
        <p:grpSpPr>
          <a:xfrm>
            <a:off x="6871944" y="1514368"/>
            <a:ext cx="370132" cy="365672"/>
            <a:chOff x="6871944" y="1514368"/>
            <a:chExt cx="370132" cy="365672"/>
          </a:xfrm>
        </p:grpSpPr>
        <p:sp>
          <p:nvSpPr>
            <p:cNvPr id="16903" name="Google Shape;16903;p80"/>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80"/>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80"/>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80"/>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80"/>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80"/>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80"/>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80"/>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80"/>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80"/>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80"/>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80"/>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80"/>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80"/>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80"/>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80"/>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80"/>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80"/>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1" name="Google Shape;16921;p80"/>
          <p:cNvGrpSpPr/>
          <p:nvPr/>
        </p:nvGrpSpPr>
        <p:grpSpPr>
          <a:xfrm>
            <a:off x="6561931" y="3365261"/>
            <a:ext cx="400375" cy="370184"/>
            <a:chOff x="6561931" y="3365261"/>
            <a:chExt cx="400375" cy="370184"/>
          </a:xfrm>
        </p:grpSpPr>
        <p:sp>
          <p:nvSpPr>
            <p:cNvPr id="16922" name="Google Shape;16922;p80"/>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80"/>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80"/>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80"/>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80"/>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80"/>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80"/>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80"/>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80"/>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80"/>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80"/>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80"/>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4" name="Google Shape;16934;p80"/>
          <p:cNvGrpSpPr/>
          <p:nvPr/>
        </p:nvGrpSpPr>
        <p:grpSpPr>
          <a:xfrm>
            <a:off x="1942120" y="1985852"/>
            <a:ext cx="378315" cy="358695"/>
            <a:chOff x="1942120" y="1985852"/>
            <a:chExt cx="378315" cy="358695"/>
          </a:xfrm>
        </p:grpSpPr>
        <p:sp>
          <p:nvSpPr>
            <p:cNvPr id="16935" name="Google Shape;16935;p80"/>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80"/>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80"/>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80"/>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80"/>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80"/>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80"/>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80"/>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80"/>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80"/>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80"/>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80"/>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80"/>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80"/>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80"/>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80"/>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80"/>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80"/>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80"/>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80"/>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5" name="Google Shape;16955;p80"/>
          <p:cNvGrpSpPr/>
          <p:nvPr/>
        </p:nvGrpSpPr>
        <p:grpSpPr>
          <a:xfrm>
            <a:off x="1401415" y="2429218"/>
            <a:ext cx="364282" cy="374197"/>
            <a:chOff x="1401415" y="2429218"/>
            <a:chExt cx="364282" cy="374197"/>
          </a:xfrm>
        </p:grpSpPr>
        <p:sp>
          <p:nvSpPr>
            <p:cNvPr id="16956" name="Google Shape;16956;p80"/>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80"/>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80"/>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80"/>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80"/>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80"/>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80"/>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80"/>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80"/>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80"/>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80"/>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80"/>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80"/>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80"/>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80"/>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1" name="Google Shape;16971;p80"/>
          <p:cNvGrpSpPr/>
          <p:nvPr/>
        </p:nvGrpSpPr>
        <p:grpSpPr>
          <a:xfrm>
            <a:off x="7110427" y="3365261"/>
            <a:ext cx="400401" cy="370184"/>
            <a:chOff x="7110427" y="3365261"/>
            <a:chExt cx="400401" cy="370184"/>
          </a:xfrm>
        </p:grpSpPr>
        <p:sp>
          <p:nvSpPr>
            <p:cNvPr id="16972" name="Google Shape;16972;p80"/>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80"/>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80"/>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80"/>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80"/>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80"/>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80"/>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9" name="Google Shape;16979;p80"/>
          <p:cNvGrpSpPr/>
          <p:nvPr/>
        </p:nvGrpSpPr>
        <p:grpSpPr>
          <a:xfrm>
            <a:off x="7658949" y="3363137"/>
            <a:ext cx="400375" cy="370132"/>
            <a:chOff x="7658949" y="3363137"/>
            <a:chExt cx="400375" cy="370132"/>
          </a:xfrm>
        </p:grpSpPr>
        <p:sp>
          <p:nvSpPr>
            <p:cNvPr id="16980" name="Google Shape;16980;p80"/>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80"/>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80"/>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80"/>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80"/>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5" name="Google Shape;16985;p80"/>
          <p:cNvGrpSpPr/>
          <p:nvPr/>
        </p:nvGrpSpPr>
        <p:grpSpPr>
          <a:xfrm>
            <a:off x="3304481" y="3379389"/>
            <a:ext cx="356623" cy="370105"/>
            <a:chOff x="3307156" y="3365314"/>
            <a:chExt cx="356623" cy="370105"/>
          </a:xfrm>
        </p:grpSpPr>
        <p:sp>
          <p:nvSpPr>
            <p:cNvPr id="16986" name="Google Shape;16986;p80"/>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80"/>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80"/>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80"/>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80"/>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80"/>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80"/>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80"/>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80"/>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80"/>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80"/>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80"/>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80"/>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80"/>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80"/>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1" name="Google Shape;17001;p80"/>
          <p:cNvGrpSpPr/>
          <p:nvPr/>
        </p:nvGrpSpPr>
        <p:grpSpPr>
          <a:xfrm>
            <a:off x="7422407" y="1980107"/>
            <a:ext cx="372807" cy="370079"/>
            <a:chOff x="7422407" y="1980107"/>
            <a:chExt cx="372807" cy="370079"/>
          </a:xfrm>
        </p:grpSpPr>
        <p:sp>
          <p:nvSpPr>
            <p:cNvPr id="17002" name="Google Shape;17002;p80"/>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80"/>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80"/>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80"/>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80"/>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80"/>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80"/>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80"/>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80"/>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80"/>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80"/>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80"/>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80"/>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5" name="Google Shape;17015;p80"/>
          <p:cNvGrpSpPr/>
          <p:nvPr/>
        </p:nvGrpSpPr>
        <p:grpSpPr>
          <a:xfrm>
            <a:off x="6916141" y="2906184"/>
            <a:ext cx="289737" cy="370394"/>
            <a:chOff x="6916141" y="2906184"/>
            <a:chExt cx="289737" cy="370394"/>
          </a:xfrm>
        </p:grpSpPr>
        <p:sp>
          <p:nvSpPr>
            <p:cNvPr id="17016" name="Google Shape;17016;p80"/>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80"/>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80"/>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80"/>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80"/>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80"/>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80"/>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80"/>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80"/>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80"/>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80"/>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80"/>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80"/>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80"/>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80"/>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80"/>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80"/>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80"/>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80"/>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80"/>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80"/>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7" name="Google Shape;17037;p80"/>
          <p:cNvGrpSpPr/>
          <p:nvPr/>
        </p:nvGrpSpPr>
        <p:grpSpPr>
          <a:xfrm>
            <a:off x="7970194" y="2013577"/>
            <a:ext cx="372676" cy="331731"/>
            <a:chOff x="7970194" y="2013577"/>
            <a:chExt cx="372676" cy="331731"/>
          </a:xfrm>
        </p:grpSpPr>
        <p:sp>
          <p:nvSpPr>
            <p:cNvPr id="17038" name="Google Shape;17038;p80"/>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80"/>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80"/>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80"/>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80"/>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80"/>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80"/>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80"/>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80"/>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80"/>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8" name="Google Shape;17048;p80"/>
          <p:cNvGrpSpPr/>
          <p:nvPr/>
        </p:nvGrpSpPr>
        <p:grpSpPr>
          <a:xfrm>
            <a:off x="1416733" y="1512190"/>
            <a:ext cx="332964" cy="370158"/>
            <a:chOff x="1416733" y="1512190"/>
            <a:chExt cx="332964" cy="370158"/>
          </a:xfrm>
        </p:grpSpPr>
        <p:sp>
          <p:nvSpPr>
            <p:cNvPr id="17049" name="Google Shape;17049;p80"/>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80"/>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80"/>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80"/>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80"/>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80"/>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80"/>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80"/>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80"/>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80"/>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80"/>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80"/>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80"/>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80"/>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80"/>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80"/>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80"/>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80"/>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80"/>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8" name="Google Shape;17068;p80"/>
          <p:cNvGrpSpPr/>
          <p:nvPr/>
        </p:nvGrpSpPr>
        <p:grpSpPr>
          <a:xfrm>
            <a:off x="5246366" y="2906105"/>
            <a:ext cx="342852" cy="370079"/>
            <a:chOff x="5246366" y="2906105"/>
            <a:chExt cx="342852" cy="370079"/>
          </a:xfrm>
        </p:grpSpPr>
        <p:sp>
          <p:nvSpPr>
            <p:cNvPr id="17069" name="Google Shape;17069;p80"/>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80"/>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80"/>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80"/>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80"/>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80"/>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5" name="Google Shape;17075;p80"/>
          <p:cNvGrpSpPr/>
          <p:nvPr/>
        </p:nvGrpSpPr>
        <p:grpSpPr>
          <a:xfrm>
            <a:off x="849667" y="2434883"/>
            <a:ext cx="371259" cy="366249"/>
            <a:chOff x="849667" y="2434883"/>
            <a:chExt cx="371259" cy="366249"/>
          </a:xfrm>
        </p:grpSpPr>
        <p:sp>
          <p:nvSpPr>
            <p:cNvPr id="17076" name="Google Shape;17076;p80"/>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80"/>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80"/>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80"/>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80"/>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80"/>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80"/>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80"/>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80"/>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80"/>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80"/>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80"/>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80"/>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9" name="Google Shape;17089;p80"/>
          <p:cNvGrpSpPr/>
          <p:nvPr/>
        </p:nvGrpSpPr>
        <p:grpSpPr>
          <a:xfrm>
            <a:off x="4417026" y="3365366"/>
            <a:ext cx="332728" cy="370053"/>
            <a:chOff x="4417026" y="3365366"/>
            <a:chExt cx="332728" cy="370053"/>
          </a:xfrm>
        </p:grpSpPr>
        <p:sp>
          <p:nvSpPr>
            <p:cNvPr id="17090" name="Google Shape;17090;p80"/>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80"/>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80"/>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80"/>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80"/>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80"/>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80"/>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80"/>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80"/>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80"/>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80"/>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80"/>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80"/>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80"/>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80"/>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80"/>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80"/>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80"/>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8" name="Google Shape;17108;p80"/>
          <p:cNvGrpSpPr/>
          <p:nvPr/>
        </p:nvGrpSpPr>
        <p:grpSpPr>
          <a:xfrm>
            <a:off x="2497068" y="1980186"/>
            <a:ext cx="363994" cy="370105"/>
            <a:chOff x="2497068" y="1980186"/>
            <a:chExt cx="363994" cy="370105"/>
          </a:xfrm>
        </p:grpSpPr>
        <p:sp>
          <p:nvSpPr>
            <p:cNvPr id="17109" name="Google Shape;17109;p80"/>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80"/>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80"/>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80"/>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80"/>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80"/>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80"/>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80"/>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80"/>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80"/>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80"/>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80"/>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80"/>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80"/>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80"/>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80"/>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80"/>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80"/>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80"/>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80"/>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80"/>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0" name="Google Shape;17130;p80"/>
          <p:cNvGrpSpPr/>
          <p:nvPr/>
        </p:nvGrpSpPr>
        <p:grpSpPr>
          <a:xfrm>
            <a:off x="5820278" y="2906158"/>
            <a:ext cx="294904" cy="370027"/>
            <a:chOff x="5820278" y="2906158"/>
            <a:chExt cx="294904" cy="370027"/>
          </a:xfrm>
        </p:grpSpPr>
        <p:sp>
          <p:nvSpPr>
            <p:cNvPr id="17131" name="Google Shape;17131;p80"/>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80"/>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80"/>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80"/>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80"/>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80"/>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80"/>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8" name="Google Shape;17138;p80"/>
          <p:cNvGrpSpPr/>
          <p:nvPr/>
        </p:nvGrpSpPr>
        <p:grpSpPr>
          <a:xfrm>
            <a:off x="4946819" y="3383229"/>
            <a:ext cx="370132" cy="334223"/>
            <a:chOff x="4946819" y="3383229"/>
            <a:chExt cx="370132" cy="334223"/>
          </a:xfrm>
        </p:grpSpPr>
        <p:sp>
          <p:nvSpPr>
            <p:cNvPr id="17139" name="Google Shape;17139;p80"/>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80"/>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80"/>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80"/>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80"/>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80"/>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80"/>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80"/>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80"/>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8" name="Google Shape;17148;p80"/>
          <p:cNvGrpSpPr/>
          <p:nvPr/>
        </p:nvGrpSpPr>
        <p:grpSpPr>
          <a:xfrm>
            <a:off x="3038403" y="1539234"/>
            <a:ext cx="375482" cy="316072"/>
            <a:chOff x="3038403" y="1539234"/>
            <a:chExt cx="375482" cy="316072"/>
          </a:xfrm>
        </p:grpSpPr>
        <p:sp>
          <p:nvSpPr>
            <p:cNvPr id="17149" name="Google Shape;17149;p80"/>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50" name="Google Shape;17150;p80"/>
            <p:cNvGrpSpPr/>
            <p:nvPr/>
          </p:nvGrpSpPr>
          <p:grpSpPr>
            <a:xfrm>
              <a:off x="3038403" y="1539234"/>
              <a:ext cx="375482" cy="316072"/>
              <a:chOff x="3038403" y="1539234"/>
              <a:chExt cx="375482" cy="316072"/>
            </a:xfrm>
          </p:grpSpPr>
          <p:sp>
            <p:nvSpPr>
              <p:cNvPr id="17151" name="Google Shape;17151;p80"/>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80"/>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80"/>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80"/>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80"/>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80"/>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80"/>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80"/>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80"/>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160" name="Google Shape;17160;p80"/>
          <p:cNvGrpSpPr/>
          <p:nvPr/>
        </p:nvGrpSpPr>
        <p:grpSpPr>
          <a:xfrm>
            <a:off x="6332865" y="2906131"/>
            <a:ext cx="360846" cy="370184"/>
            <a:chOff x="6332865" y="2906131"/>
            <a:chExt cx="360846" cy="370184"/>
          </a:xfrm>
        </p:grpSpPr>
        <p:sp>
          <p:nvSpPr>
            <p:cNvPr id="17161" name="Google Shape;17161;p80"/>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80"/>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80"/>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80"/>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80"/>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80"/>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80"/>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80"/>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80"/>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80"/>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80"/>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2" name="Google Shape;17172;p80"/>
          <p:cNvGrpSpPr/>
          <p:nvPr/>
        </p:nvGrpSpPr>
        <p:grpSpPr>
          <a:xfrm>
            <a:off x="4135079" y="1518066"/>
            <a:ext cx="370132" cy="358223"/>
            <a:chOff x="4135079" y="1518066"/>
            <a:chExt cx="370132" cy="358223"/>
          </a:xfrm>
        </p:grpSpPr>
        <p:sp>
          <p:nvSpPr>
            <p:cNvPr id="17173" name="Google Shape;17173;p80"/>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80"/>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80"/>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80"/>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80"/>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80"/>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80"/>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80"/>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80"/>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80"/>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80"/>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80"/>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80"/>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80"/>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80"/>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80"/>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80"/>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80"/>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80"/>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2" name="Google Shape;17192;p80"/>
          <p:cNvGrpSpPr/>
          <p:nvPr/>
        </p:nvGrpSpPr>
        <p:grpSpPr>
          <a:xfrm>
            <a:off x="6878869" y="1980134"/>
            <a:ext cx="361240" cy="370158"/>
            <a:chOff x="6878869" y="1980134"/>
            <a:chExt cx="361240" cy="370158"/>
          </a:xfrm>
        </p:grpSpPr>
        <p:sp>
          <p:nvSpPr>
            <p:cNvPr id="17193" name="Google Shape;17193;p80"/>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80"/>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80"/>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80"/>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80"/>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80"/>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80"/>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80"/>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80"/>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80"/>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80"/>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80"/>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80"/>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6" name="Google Shape;17206;p80"/>
          <p:cNvGrpSpPr/>
          <p:nvPr/>
        </p:nvGrpSpPr>
        <p:grpSpPr>
          <a:xfrm>
            <a:off x="2493999" y="2550033"/>
            <a:ext cx="370132" cy="259467"/>
            <a:chOff x="2493999" y="2550033"/>
            <a:chExt cx="370132" cy="259467"/>
          </a:xfrm>
        </p:grpSpPr>
        <p:sp>
          <p:nvSpPr>
            <p:cNvPr id="17207" name="Google Shape;17207;p80"/>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80"/>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80"/>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80"/>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80"/>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80"/>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80"/>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80"/>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80"/>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80"/>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80"/>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80"/>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80"/>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80"/>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80"/>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80"/>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80"/>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80"/>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80"/>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6" name="Google Shape;17226;p80"/>
          <p:cNvGrpSpPr/>
          <p:nvPr/>
        </p:nvGrpSpPr>
        <p:grpSpPr>
          <a:xfrm>
            <a:off x="1699703" y="3365261"/>
            <a:ext cx="281054" cy="370158"/>
            <a:chOff x="1699703" y="3365261"/>
            <a:chExt cx="281054" cy="370158"/>
          </a:xfrm>
        </p:grpSpPr>
        <p:sp>
          <p:nvSpPr>
            <p:cNvPr id="17227" name="Google Shape;17227;p80"/>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80"/>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80"/>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80"/>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80"/>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80"/>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80"/>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80"/>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80"/>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80"/>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80"/>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80"/>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80"/>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0" name="Google Shape;17240;p80"/>
          <p:cNvGrpSpPr/>
          <p:nvPr/>
        </p:nvGrpSpPr>
        <p:grpSpPr>
          <a:xfrm>
            <a:off x="7966810" y="1519430"/>
            <a:ext cx="369974" cy="355626"/>
            <a:chOff x="7966810" y="1519430"/>
            <a:chExt cx="369974" cy="355626"/>
          </a:xfrm>
        </p:grpSpPr>
        <p:sp>
          <p:nvSpPr>
            <p:cNvPr id="17241" name="Google Shape;17241;p80"/>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80"/>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80"/>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80"/>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80"/>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80"/>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80"/>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80"/>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80"/>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80"/>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80"/>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80"/>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80"/>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80"/>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80"/>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80"/>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7" name="Google Shape;17257;p80"/>
          <p:cNvGrpSpPr/>
          <p:nvPr/>
        </p:nvGrpSpPr>
        <p:grpSpPr>
          <a:xfrm>
            <a:off x="2792628" y="3365340"/>
            <a:ext cx="290445" cy="370079"/>
            <a:chOff x="2792628" y="3365340"/>
            <a:chExt cx="290445" cy="370079"/>
          </a:xfrm>
        </p:grpSpPr>
        <p:sp>
          <p:nvSpPr>
            <p:cNvPr id="17258" name="Google Shape;17258;p80"/>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80"/>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80"/>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80"/>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80"/>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80"/>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80"/>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80"/>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80"/>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80"/>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80"/>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80"/>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80"/>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80"/>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2" name="Google Shape;17272;p80"/>
          <p:cNvGrpSpPr/>
          <p:nvPr/>
        </p:nvGrpSpPr>
        <p:grpSpPr>
          <a:xfrm>
            <a:off x="1389585" y="1988317"/>
            <a:ext cx="388125" cy="353790"/>
            <a:chOff x="1389585" y="1988317"/>
            <a:chExt cx="388125" cy="353790"/>
          </a:xfrm>
        </p:grpSpPr>
        <p:sp>
          <p:nvSpPr>
            <p:cNvPr id="17273" name="Google Shape;17273;p80"/>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80"/>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80"/>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80"/>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80"/>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80"/>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80"/>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80"/>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80"/>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80"/>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80"/>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80"/>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80"/>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80"/>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80"/>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80"/>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80"/>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80"/>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80"/>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80"/>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80"/>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80"/>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5" name="Google Shape;17295;p80"/>
          <p:cNvGrpSpPr/>
          <p:nvPr/>
        </p:nvGrpSpPr>
        <p:grpSpPr>
          <a:xfrm>
            <a:off x="2492924" y="1512190"/>
            <a:ext cx="370158" cy="370158"/>
            <a:chOff x="2492924" y="1512190"/>
            <a:chExt cx="370158" cy="370158"/>
          </a:xfrm>
        </p:grpSpPr>
        <p:sp>
          <p:nvSpPr>
            <p:cNvPr id="17296" name="Google Shape;17296;p80"/>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80"/>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80"/>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80"/>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80"/>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80"/>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80"/>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80"/>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80"/>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80"/>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80"/>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80"/>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80"/>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80"/>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80"/>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80"/>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80"/>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80"/>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80"/>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80"/>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80"/>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80"/>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8" name="Google Shape;17318;p80"/>
          <p:cNvGrpSpPr/>
          <p:nvPr/>
        </p:nvGrpSpPr>
        <p:grpSpPr>
          <a:xfrm>
            <a:off x="1933569" y="1512243"/>
            <a:ext cx="393975" cy="370105"/>
            <a:chOff x="1933569" y="1512243"/>
            <a:chExt cx="393975" cy="370105"/>
          </a:xfrm>
        </p:grpSpPr>
        <p:sp>
          <p:nvSpPr>
            <p:cNvPr id="17319" name="Google Shape;17319;p80"/>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80"/>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80"/>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80"/>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80"/>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80"/>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80"/>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80"/>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80"/>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80"/>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80"/>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80"/>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80"/>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80"/>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80"/>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80"/>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80"/>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80"/>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80"/>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80"/>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80"/>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80"/>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80"/>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80"/>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80"/>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80"/>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80"/>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80"/>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7" name="Google Shape;17347;p80"/>
          <p:cNvGrpSpPr/>
          <p:nvPr/>
        </p:nvGrpSpPr>
        <p:grpSpPr>
          <a:xfrm>
            <a:off x="2236106" y="3365392"/>
            <a:ext cx="306471" cy="370000"/>
            <a:chOff x="2236106" y="3365392"/>
            <a:chExt cx="306471" cy="370000"/>
          </a:xfrm>
        </p:grpSpPr>
        <p:sp>
          <p:nvSpPr>
            <p:cNvPr id="17348" name="Google Shape;17348;p80"/>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80"/>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80"/>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80"/>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80"/>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80"/>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80"/>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80"/>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80"/>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80"/>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80"/>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80"/>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80"/>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80"/>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2" name="Google Shape;17362;p80"/>
          <p:cNvGrpSpPr/>
          <p:nvPr/>
        </p:nvGrpSpPr>
        <p:grpSpPr>
          <a:xfrm>
            <a:off x="5492823" y="3385563"/>
            <a:ext cx="375325" cy="329606"/>
            <a:chOff x="5492823" y="3385563"/>
            <a:chExt cx="375325" cy="329606"/>
          </a:xfrm>
        </p:grpSpPr>
        <p:sp>
          <p:nvSpPr>
            <p:cNvPr id="17363" name="Google Shape;17363;p80"/>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80"/>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80"/>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80"/>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80"/>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80"/>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80"/>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80"/>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80"/>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80"/>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80"/>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80"/>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80"/>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80"/>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80"/>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80"/>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80"/>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80"/>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80"/>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80"/>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3" name="Google Shape;17383;p80"/>
          <p:cNvGrpSpPr/>
          <p:nvPr/>
        </p:nvGrpSpPr>
        <p:grpSpPr>
          <a:xfrm>
            <a:off x="3041787" y="2001118"/>
            <a:ext cx="370158" cy="328164"/>
            <a:chOff x="3041787" y="2001118"/>
            <a:chExt cx="370158" cy="328164"/>
          </a:xfrm>
        </p:grpSpPr>
        <p:sp>
          <p:nvSpPr>
            <p:cNvPr id="17384" name="Google Shape;17384;p80"/>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80"/>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80"/>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80"/>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80"/>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80"/>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80"/>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80"/>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80"/>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80"/>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80"/>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80"/>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80"/>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80"/>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80"/>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80"/>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80"/>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80"/>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2" name="Google Shape;17402;p80"/>
          <p:cNvGrpSpPr/>
          <p:nvPr/>
        </p:nvGrpSpPr>
        <p:grpSpPr>
          <a:xfrm>
            <a:off x="5779884" y="2039125"/>
            <a:ext cx="372309" cy="328216"/>
            <a:chOff x="5779884" y="2039125"/>
            <a:chExt cx="372309" cy="328216"/>
          </a:xfrm>
        </p:grpSpPr>
        <p:sp>
          <p:nvSpPr>
            <p:cNvPr id="17403" name="Google Shape;17403;p8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8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80"/>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80"/>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80"/>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80"/>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80"/>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80"/>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80"/>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80"/>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80"/>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8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8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19"/>
        <p:cNvGrpSpPr/>
        <p:nvPr/>
      </p:nvGrpSpPr>
      <p:grpSpPr>
        <a:xfrm>
          <a:off x="0" y="0"/>
          <a:ext cx="0" cy="0"/>
          <a:chOff x="0" y="0"/>
          <a:chExt cx="0" cy="0"/>
        </a:xfrm>
      </p:grpSpPr>
      <p:sp>
        <p:nvSpPr>
          <p:cNvPr id="17420" name="Google Shape;17420;p8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7421" name="Google Shape;17421;p81"/>
          <p:cNvGrpSpPr/>
          <p:nvPr/>
        </p:nvGrpSpPr>
        <p:grpSpPr>
          <a:xfrm>
            <a:off x="878066" y="1981993"/>
            <a:ext cx="354610" cy="372358"/>
            <a:chOff x="878066" y="1981993"/>
            <a:chExt cx="354610" cy="372358"/>
          </a:xfrm>
        </p:grpSpPr>
        <p:sp>
          <p:nvSpPr>
            <p:cNvPr id="17422" name="Google Shape;17422;p81"/>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81"/>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81"/>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81"/>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81"/>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81"/>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81"/>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81"/>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81"/>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81"/>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81"/>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81"/>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81"/>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81"/>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6" name="Google Shape;17436;p81"/>
          <p:cNvGrpSpPr/>
          <p:nvPr/>
        </p:nvGrpSpPr>
        <p:grpSpPr>
          <a:xfrm>
            <a:off x="1345794" y="1982386"/>
            <a:ext cx="371650" cy="371624"/>
            <a:chOff x="1345794" y="1982386"/>
            <a:chExt cx="371650" cy="371624"/>
          </a:xfrm>
        </p:grpSpPr>
        <p:sp>
          <p:nvSpPr>
            <p:cNvPr id="17437" name="Google Shape;17437;p81"/>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81"/>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81"/>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81"/>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81"/>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81"/>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81"/>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81"/>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81"/>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81"/>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81"/>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81"/>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81"/>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81"/>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81"/>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81"/>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81"/>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81"/>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81"/>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81"/>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81"/>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81"/>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81"/>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81"/>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81"/>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81"/>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81"/>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81"/>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81"/>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81"/>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81"/>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81"/>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81"/>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81"/>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81"/>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81"/>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81"/>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4" name="Google Shape;17474;p81"/>
          <p:cNvGrpSpPr/>
          <p:nvPr/>
        </p:nvGrpSpPr>
        <p:grpSpPr>
          <a:xfrm>
            <a:off x="1821465" y="1981993"/>
            <a:ext cx="372410" cy="372410"/>
            <a:chOff x="1821465" y="1981993"/>
            <a:chExt cx="372410" cy="372410"/>
          </a:xfrm>
        </p:grpSpPr>
        <p:sp>
          <p:nvSpPr>
            <p:cNvPr id="17475" name="Google Shape;17475;p81"/>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81"/>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81"/>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81"/>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81"/>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81"/>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81"/>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81"/>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81"/>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81"/>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81"/>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81"/>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81"/>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81"/>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9" name="Google Shape;17489;p81"/>
          <p:cNvGrpSpPr/>
          <p:nvPr/>
        </p:nvGrpSpPr>
        <p:grpSpPr>
          <a:xfrm>
            <a:off x="2276348" y="1981809"/>
            <a:ext cx="415901" cy="372699"/>
            <a:chOff x="2276348" y="1981809"/>
            <a:chExt cx="415901" cy="372699"/>
          </a:xfrm>
        </p:grpSpPr>
        <p:sp>
          <p:nvSpPr>
            <p:cNvPr id="17490" name="Google Shape;17490;p81"/>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81"/>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81"/>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81"/>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81"/>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81"/>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81"/>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7" name="Google Shape;17497;p81"/>
          <p:cNvGrpSpPr/>
          <p:nvPr/>
        </p:nvGrpSpPr>
        <p:grpSpPr>
          <a:xfrm>
            <a:off x="2774354" y="2009990"/>
            <a:ext cx="372017" cy="316310"/>
            <a:chOff x="2774354" y="2009990"/>
            <a:chExt cx="372017" cy="316310"/>
          </a:xfrm>
        </p:grpSpPr>
        <p:sp>
          <p:nvSpPr>
            <p:cNvPr id="17498" name="Google Shape;17498;p81"/>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81"/>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81"/>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81"/>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81"/>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81"/>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81"/>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81"/>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81"/>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81"/>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81"/>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81"/>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81"/>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81"/>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81"/>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81"/>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81"/>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81"/>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81"/>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81"/>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81"/>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81"/>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81"/>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81"/>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81"/>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81"/>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4" name="Google Shape;17524;p81"/>
          <p:cNvGrpSpPr/>
          <p:nvPr/>
        </p:nvGrpSpPr>
        <p:grpSpPr>
          <a:xfrm>
            <a:off x="3722682" y="1981993"/>
            <a:ext cx="375818" cy="372043"/>
            <a:chOff x="3722682" y="1981993"/>
            <a:chExt cx="375818" cy="372043"/>
          </a:xfrm>
        </p:grpSpPr>
        <p:sp>
          <p:nvSpPr>
            <p:cNvPr id="17525" name="Google Shape;17525;p81"/>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81"/>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81"/>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81"/>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81"/>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81"/>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81"/>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81"/>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81"/>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81"/>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81"/>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81"/>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81"/>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81"/>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81"/>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0" name="Google Shape;17540;p81"/>
          <p:cNvGrpSpPr/>
          <p:nvPr/>
        </p:nvGrpSpPr>
        <p:grpSpPr>
          <a:xfrm>
            <a:off x="4201394" y="1981809"/>
            <a:ext cx="373538" cy="372305"/>
            <a:chOff x="4201394" y="1981809"/>
            <a:chExt cx="373538" cy="372305"/>
          </a:xfrm>
        </p:grpSpPr>
        <p:sp>
          <p:nvSpPr>
            <p:cNvPr id="17541" name="Google Shape;17541;p81"/>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81"/>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81"/>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81"/>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81"/>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81"/>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81"/>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81"/>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81"/>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81"/>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81"/>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81"/>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81"/>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81"/>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81"/>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81"/>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7" name="Google Shape;17557;p81"/>
          <p:cNvGrpSpPr/>
          <p:nvPr/>
        </p:nvGrpSpPr>
        <p:grpSpPr>
          <a:xfrm>
            <a:off x="4659658" y="1500266"/>
            <a:ext cx="422743" cy="377784"/>
            <a:chOff x="4659658" y="1500266"/>
            <a:chExt cx="422743" cy="377784"/>
          </a:xfrm>
        </p:grpSpPr>
        <p:sp>
          <p:nvSpPr>
            <p:cNvPr id="17558" name="Google Shape;17558;p81"/>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81"/>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81"/>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81"/>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81"/>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81"/>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81"/>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81"/>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81"/>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81"/>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81"/>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81"/>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81"/>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81"/>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81"/>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81"/>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81"/>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5" name="Google Shape;17575;p81"/>
          <p:cNvGrpSpPr/>
          <p:nvPr/>
        </p:nvGrpSpPr>
        <p:grpSpPr>
          <a:xfrm>
            <a:off x="5211406" y="1513504"/>
            <a:ext cx="260394" cy="351202"/>
            <a:chOff x="5211406" y="1513504"/>
            <a:chExt cx="260394" cy="351202"/>
          </a:xfrm>
        </p:grpSpPr>
        <p:sp>
          <p:nvSpPr>
            <p:cNvPr id="17576" name="Google Shape;17576;p81"/>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81"/>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81"/>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81"/>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81"/>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81"/>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81"/>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81"/>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81"/>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81"/>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81"/>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81"/>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81"/>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9" name="Google Shape;17589;p81"/>
          <p:cNvGrpSpPr/>
          <p:nvPr/>
        </p:nvGrpSpPr>
        <p:grpSpPr>
          <a:xfrm>
            <a:off x="5632602" y="1513216"/>
            <a:ext cx="366722" cy="351779"/>
            <a:chOff x="5632602" y="1513216"/>
            <a:chExt cx="366722" cy="351779"/>
          </a:xfrm>
        </p:grpSpPr>
        <p:sp>
          <p:nvSpPr>
            <p:cNvPr id="17590" name="Google Shape;17590;p81"/>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81"/>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81"/>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81"/>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81"/>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81"/>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81"/>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81"/>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8" name="Google Shape;17598;p81"/>
          <p:cNvGrpSpPr/>
          <p:nvPr/>
        </p:nvGrpSpPr>
        <p:grpSpPr>
          <a:xfrm>
            <a:off x="6089372" y="1527136"/>
            <a:ext cx="401902" cy="323965"/>
            <a:chOff x="6089372" y="1527136"/>
            <a:chExt cx="401902" cy="323965"/>
          </a:xfrm>
        </p:grpSpPr>
        <p:sp>
          <p:nvSpPr>
            <p:cNvPr id="17599" name="Google Shape;17599;p81"/>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81"/>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81"/>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81"/>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81"/>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81"/>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81"/>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81"/>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81"/>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81"/>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81"/>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81"/>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81"/>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81"/>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81"/>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81"/>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81"/>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81"/>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81"/>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81"/>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81"/>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81"/>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81"/>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81"/>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81"/>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81"/>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81"/>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81"/>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81"/>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81"/>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9" name="Google Shape;17629;p81"/>
          <p:cNvGrpSpPr/>
          <p:nvPr/>
        </p:nvGrpSpPr>
        <p:grpSpPr>
          <a:xfrm>
            <a:off x="6579435" y="1527897"/>
            <a:ext cx="370103" cy="322445"/>
            <a:chOff x="6579435" y="1527897"/>
            <a:chExt cx="370103" cy="322445"/>
          </a:xfrm>
        </p:grpSpPr>
        <p:sp>
          <p:nvSpPr>
            <p:cNvPr id="17630" name="Google Shape;17630;p81"/>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81"/>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81"/>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81"/>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81"/>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81"/>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81"/>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81"/>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81"/>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81"/>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81"/>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81"/>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81"/>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81"/>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81"/>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81"/>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81"/>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81"/>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81"/>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81"/>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81"/>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1" name="Google Shape;17651;p81"/>
          <p:cNvGrpSpPr/>
          <p:nvPr/>
        </p:nvGrpSpPr>
        <p:grpSpPr>
          <a:xfrm>
            <a:off x="6988887" y="1538854"/>
            <a:ext cx="499920" cy="300136"/>
            <a:chOff x="6988887" y="1538854"/>
            <a:chExt cx="499920" cy="300136"/>
          </a:xfrm>
        </p:grpSpPr>
        <p:sp>
          <p:nvSpPr>
            <p:cNvPr id="17652" name="Google Shape;17652;p81"/>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81"/>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81"/>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81"/>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81"/>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81"/>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81"/>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81"/>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81"/>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81"/>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81"/>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81"/>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81"/>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5" name="Google Shape;17665;p81"/>
          <p:cNvGrpSpPr/>
          <p:nvPr/>
        </p:nvGrpSpPr>
        <p:grpSpPr>
          <a:xfrm>
            <a:off x="8050359" y="1520687"/>
            <a:ext cx="279321" cy="336837"/>
            <a:chOff x="8050359" y="1520687"/>
            <a:chExt cx="279321" cy="336837"/>
          </a:xfrm>
        </p:grpSpPr>
        <p:sp>
          <p:nvSpPr>
            <p:cNvPr id="17666" name="Google Shape;17666;p81"/>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81"/>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81"/>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81"/>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81"/>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81"/>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81"/>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81"/>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81"/>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81"/>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81"/>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81"/>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81"/>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9" name="Google Shape;17679;p81"/>
          <p:cNvGrpSpPr/>
          <p:nvPr/>
        </p:nvGrpSpPr>
        <p:grpSpPr>
          <a:xfrm>
            <a:off x="6093907" y="2461832"/>
            <a:ext cx="364441" cy="339091"/>
            <a:chOff x="6093907" y="2461832"/>
            <a:chExt cx="364441" cy="339091"/>
          </a:xfrm>
        </p:grpSpPr>
        <p:sp>
          <p:nvSpPr>
            <p:cNvPr id="17680" name="Google Shape;17680;p81"/>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81"/>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81"/>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81"/>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81"/>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81"/>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81"/>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81"/>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81"/>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81"/>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0" name="Google Shape;17690;p81"/>
          <p:cNvGrpSpPr/>
          <p:nvPr/>
        </p:nvGrpSpPr>
        <p:grpSpPr>
          <a:xfrm>
            <a:off x="4676331" y="1980866"/>
            <a:ext cx="377680" cy="377680"/>
            <a:chOff x="4676331" y="1980866"/>
            <a:chExt cx="377680" cy="377680"/>
          </a:xfrm>
        </p:grpSpPr>
        <p:sp>
          <p:nvSpPr>
            <p:cNvPr id="17691" name="Google Shape;17691;p81"/>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81"/>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81"/>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81"/>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81"/>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81"/>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81"/>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81"/>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81"/>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81"/>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81"/>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81"/>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81"/>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81"/>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81"/>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81"/>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81"/>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81"/>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81"/>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0" name="Google Shape;17710;p81"/>
          <p:cNvGrpSpPr/>
          <p:nvPr/>
        </p:nvGrpSpPr>
        <p:grpSpPr>
          <a:xfrm>
            <a:off x="7526242" y="1522968"/>
            <a:ext cx="357651" cy="332275"/>
            <a:chOff x="7526242" y="1522968"/>
            <a:chExt cx="357651" cy="332275"/>
          </a:xfrm>
        </p:grpSpPr>
        <p:sp>
          <p:nvSpPr>
            <p:cNvPr id="17711" name="Google Shape;17711;p81"/>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81"/>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81"/>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81"/>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81"/>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81"/>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81"/>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81"/>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81"/>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81"/>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81"/>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81"/>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81"/>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81"/>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81"/>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81"/>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7" name="Google Shape;17727;p81"/>
          <p:cNvGrpSpPr/>
          <p:nvPr/>
        </p:nvGrpSpPr>
        <p:grpSpPr>
          <a:xfrm>
            <a:off x="3250786" y="1982386"/>
            <a:ext cx="371650" cy="371624"/>
            <a:chOff x="3250786" y="1982386"/>
            <a:chExt cx="371650" cy="371624"/>
          </a:xfrm>
        </p:grpSpPr>
        <p:sp>
          <p:nvSpPr>
            <p:cNvPr id="17728" name="Google Shape;17728;p81"/>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81"/>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81"/>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81"/>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81"/>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81"/>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81"/>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81"/>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81"/>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81"/>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81"/>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81"/>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81"/>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81"/>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81"/>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81"/>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81"/>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81"/>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81"/>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81"/>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81"/>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81"/>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81"/>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81"/>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81"/>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81"/>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81"/>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81"/>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81"/>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81"/>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8" name="Google Shape;17758;p81"/>
          <p:cNvGrpSpPr/>
          <p:nvPr/>
        </p:nvGrpSpPr>
        <p:grpSpPr>
          <a:xfrm>
            <a:off x="1342386" y="2916322"/>
            <a:ext cx="373538" cy="331515"/>
            <a:chOff x="1342386" y="2916322"/>
            <a:chExt cx="373538" cy="331515"/>
          </a:xfrm>
        </p:grpSpPr>
        <p:sp>
          <p:nvSpPr>
            <p:cNvPr id="17759" name="Google Shape;17759;p81"/>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81"/>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81"/>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81"/>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81"/>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81"/>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81"/>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81"/>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81"/>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81"/>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81"/>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0" name="Google Shape;17770;p81"/>
          <p:cNvGrpSpPr/>
          <p:nvPr/>
        </p:nvGrpSpPr>
        <p:grpSpPr>
          <a:xfrm>
            <a:off x="2294122" y="2946600"/>
            <a:ext cx="373931" cy="271351"/>
            <a:chOff x="2294122" y="2946600"/>
            <a:chExt cx="373931" cy="271351"/>
          </a:xfrm>
        </p:grpSpPr>
        <p:sp>
          <p:nvSpPr>
            <p:cNvPr id="17771" name="Google Shape;17771;p81"/>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81"/>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81"/>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81"/>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81"/>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81"/>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81"/>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81"/>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81"/>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81"/>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81"/>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81"/>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81"/>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81"/>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81"/>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81"/>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81"/>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81"/>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81"/>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81"/>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81"/>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81"/>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81"/>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81"/>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81"/>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81"/>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81"/>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81"/>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81"/>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81"/>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1" name="Google Shape;17801;p81"/>
          <p:cNvGrpSpPr/>
          <p:nvPr/>
        </p:nvGrpSpPr>
        <p:grpSpPr>
          <a:xfrm>
            <a:off x="2769819" y="2907251"/>
            <a:ext cx="373905" cy="349682"/>
            <a:chOff x="2769819" y="2907251"/>
            <a:chExt cx="373905" cy="349682"/>
          </a:xfrm>
        </p:grpSpPr>
        <p:sp>
          <p:nvSpPr>
            <p:cNvPr id="17802" name="Google Shape;17802;p81"/>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81"/>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81"/>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81"/>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81"/>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81"/>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81"/>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81"/>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81"/>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81"/>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81"/>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81"/>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81"/>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81"/>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81"/>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81"/>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81"/>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9" name="Google Shape;17819;p81"/>
          <p:cNvGrpSpPr/>
          <p:nvPr/>
        </p:nvGrpSpPr>
        <p:grpSpPr>
          <a:xfrm>
            <a:off x="3246251" y="2895245"/>
            <a:ext cx="375792" cy="373800"/>
            <a:chOff x="3246251" y="2895245"/>
            <a:chExt cx="375792" cy="373800"/>
          </a:xfrm>
        </p:grpSpPr>
        <p:sp>
          <p:nvSpPr>
            <p:cNvPr id="17820" name="Google Shape;17820;p81"/>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81"/>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81"/>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81"/>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81"/>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81"/>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81"/>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81"/>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81"/>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81"/>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81"/>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81"/>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81"/>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81"/>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4" name="Google Shape;17834;p81"/>
          <p:cNvGrpSpPr/>
          <p:nvPr/>
        </p:nvGrpSpPr>
        <p:grpSpPr>
          <a:xfrm>
            <a:off x="3791182" y="2895454"/>
            <a:ext cx="234650" cy="373590"/>
            <a:chOff x="3791182" y="2895454"/>
            <a:chExt cx="234650" cy="373590"/>
          </a:xfrm>
        </p:grpSpPr>
        <p:sp>
          <p:nvSpPr>
            <p:cNvPr id="17835" name="Google Shape;17835;p81"/>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81"/>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81"/>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81"/>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81"/>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81"/>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81"/>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81"/>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81"/>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4" name="Google Shape;17844;p81"/>
          <p:cNvGrpSpPr/>
          <p:nvPr/>
        </p:nvGrpSpPr>
        <p:grpSpPr>
          <a:xfrm>
            <a:off x="7042995" y="2489463"/>
            <a:ext cx="364441" cy="256225"/>
            <a:chOff x="7042995" y="2489463"/>
            <a:chExt cx="364441" cy="256225"/>
          </a:xfrm>
        </p:grpSpPr>
        <p:sp>
          <p:nvSpPr>
            <p:cNvPr id="17845" name="Google Shape;17845;p81"/>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81"/>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81"/>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81"/>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81"/>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81"/>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81"/>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81"/>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81"/>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4" name="Google Shape;17854;p81"/>
          <p:cNvGrpSpPr/>
          <p:nvPr/>
        </p:nvGrpSpPr>
        <p:grpSpPr>
          <a:xfrm>
            <a:off x="7517172" y="2437007"/>
            <a:ext cx="364284" cy="361243"/>
            <a:chOff x="7517172" y="2437007"/>
            <a:chExt cx="364284" cy="361243"/>
          </a:xfrm>
        </p:grpSpPr>
        <p:sp>
          <p:nvSpPr>
            <p:cNvPr id="17855" name="Google Shape;17855;p81"/>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81"/>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81"/>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81"/>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81"/>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81"/>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81"/>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81"/>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81"/>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81"/>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81"/>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81"/>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81"/>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81"/>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81"/>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81"/>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81"/>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81"/>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8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8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81"/>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6" name="Google Shape;17876;p81"/>
          <p:cNvGrpSpPr/>
          <p:nvPr/>
        </p:nvGrpSpPr>
        <p:grpSpPr>
          <a:xfrm>
            <a:off x="8006475" y="2436954"/>
            <a:ext cx="335290" cy="361321"/>
            <a:chOff x="8006475" y="2436954"/>
            <a:chExt cx="335290" cy="361321"/>
          </a:xfrm>
        </p:grpSpPr>
        <p:sp>
          <p:nvSpPr>
            <p:cNvPr id="17877" name="Google Shape;17877;p81"/>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81"/>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81"/>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81"/>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81"/>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81"/>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81"/>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81"/>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81"/>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81"/>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81"/>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81"/>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81"/>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81"/>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81"/>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81"/>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81"/>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81"/>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81"/>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6" name="Google Shape;17896;p81"/>
          <p:cNvGrpSpPr/>
          <p:nvPr/>
        </p:nvGrpSpPr>
        <p:grpSpPr>
          <a:xfrm>
            <a:off x="5596661" y="2909139"/>
            <a:ext cx="394326" cy="349682"/>
            <a:chOff x="5596661" y="2909139"/>
            <a:chExt cx="394326" cy="349682"/>
          </a:xfrm>
        </p:grpSpPr>
        <p:sp>
          <p:nvSpPr>
            <p:cNvPr id="17897" name="Google Shape;17897;p81"/>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81"/>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81"/>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81"/>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81"/>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81"/>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81"/>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81"/>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81"/>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81"/>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81"/>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81"/>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81"/>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81"/>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81"/>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81"/>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3" name="Google Shape;17913;p81"/>
          <p:cNvGrpSpPr/>
          <p:nvPr/>
        </p:nvGrpSpPr>
        <p:grpSpPr>
          <a:xfrm>
            <a:off x="874658" y="2914408"/>
            <a:ext cx="356891" cy="335709"/>
            <a:chOff x="874658" y="2914408"/>
            <a:chExt cx="356891" cy="335709"/>
          </a:xfrm>
        </p:grpSpPr>
        <p:sp>
          <p:nvSpPr>
            <p:cNvPr id="17914" name="Google Shape;17914;p81"/>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81"/>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81"/>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81"/>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81"/>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81"/>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81"/>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81"/>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81"/>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81"/>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81"/>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81"/>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81"/>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81"/>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81"/>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81"/>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81"/>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81"/>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81"/>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81"/>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4" name="Google Shape;17934;p81"/>
          <p:cNvGrpSpPr/>
          <p:nvPr/>
        </p:nvGrpSpPr>
        <p:grpSpPr>
          <a:xfrm>
            <a:off x="4230912" y="2929193"/>
            <a:ext cx="308813" cy="306165"/>
            <a:chOff x="4230912" y="2929193"/>
            <a:chExt cx="308813" cy="306165"/>
          </a:xfrm>
        </p:grpSpPr>
        <p:sp>
          <p:nvSpPr>
            <p:cNvPr id="17935" name="Google Shape;17935;p81"/>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81"/>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81"/>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81"/>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81"/>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81"/>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81"/>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81"/>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81"/>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81"/>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81"/>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81"/>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81"/>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81"/>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81"/>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0" name="Google Shape;17950;p81"/>
          <p:cNvGrpSpPr/>
          <p:nvPr/>
        </p:nvGrpSpPr>
        <p:grpSpPr>
          <a:xfrm>
            <a:off x="4627886" y="3401089"/>
            <a:ext cx="409111" cy="267944"/>
            <a:chOff x="4627886" y="3401089"/>
            <a:chExt cx="409111" cy="267944"/>
          </a:xfrm>
        </p:grpSpPr>
        <p:sp>
          <p:nvSpPr>
            <p:cNvPr id="17951" name="Google Shape;17951;p81"/>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81"/>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81"/>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81"/>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81"/>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81"/>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81"/>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81"/>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81"/>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81"/>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81"/>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2" name="Google Shape;17962;p81"/>
          <p:cNvGrpSpPr/>
          <p:nvPr/>
        </p:nvGrpSpPr>
        <p:grpSpPr>
          <a:xfrm>
            <a:off x="4652476" y="2898915"/>
            <a:ext cx="386016" cy="384495"/>
            <a:chOff x="4652476" y="2898915"/>
            <a:chExt cx="386016" cy="384495"/>
          </a:xfrm>
        </p:grpSpPr>
        <p:sp>
          <p:nvSpPr>
            <p:cNvPr id="17963" name="Google Shape;17963;p81"/>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81"/>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81"/>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81"/>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81"/>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81"/>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81"/>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81"/>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81"/>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2" name="Google Shape;17972;p81"/>
          <p:cNvGrpSpPr/>
          <p:nvPr/>
        </p:nvGrpSpPr>
        <p:grpSpPr>
          <a:xfrm>
            <a:off x="5156931" y="2922194"/>
            <a:ext cx="324699" cy="347611"/>
            <a:chOff x="5156931" y="2922194"/>
            <a:chExt cx="324699" cy="347611"/>
          </a:xfrm>
        </p:grpSpPr>
        <p:sp>
          <p:nvSpPr>
            <p:cNvPr id="17973" name="Google Shape;17973;p81"/>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81"/>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81"/>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81"/>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81"/>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81"/>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81"/>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81"/>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81"/>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81"/>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81"/>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81"/>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81"/>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81"/>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81"/>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81"/>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9" name="Google Shape;17989;p81"/>
          <p:cNvGrpSpPr/>
          <p:nvPr/>
        </p:nvGrpSpPr>
        <p:grpSpPr>
          <a:xfrm>
            <a:off x="6086331" y="2905337"/>
            <a:ext cx="364441" cy="364834"/>
            <a:chOff x="6086331" y="2905337"/>
            <a:chExt cx="364441" cy="364834"/>
          </a:xfrm>
        </p:grpSpPr>
        <p:sp>
          <p:nvSpPr>
            <p:cNvPr id="17990" name="Google Shape;17990;p81"/>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81"/>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81"/>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81"/>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81"/>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81"/>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6" name="Google Shape;17996;p81"/>
          <p:cNvGrpSpPr/>
          <p:nvPr/>
        </p:nvGrpSpPr>
        <p:grpSpPr>
          <a:xfrm>
            <a:off x="6554059" y="2907251"/>
            <a:ext cx="377706" cy="377680"/>
            <a:chOff x="6554059" y="2907251"/>
            <a:chExt cx="377706" cy="377680"/>
          </a:xfrm>
        </p:grpSpPr>
        <p:sp>
          <p:nvSpPr>
            <p:cNvPr id="17997" name="Google Shape;17997;p81"/>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81"/>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81"/>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81"/>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81"/>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81"/>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81"/>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81"/>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81"/>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81"/>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81"/>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81"/>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81"/>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81"/>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81"/>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81"/>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81"/>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81"/>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81"/>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81"/>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81"/>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8" name="Google Shape;18018;p81"/>
          <p:cNvGrpSpPr/>
          <p:nvPr/>
        </p:nvGrpSpPr>
        <p:grpSpPr>
          <a:xfrm>
            <a:off x="7491796" y="2945446"/>
            <a:ext cx="400801" cy="317542"/>
            <a:chOff x="7491796" y="2945446"/>
            <a:chExt cx="400801" cy="317542"/>
          </a:xfrm>
        </p:grpSpPr>
        <p:sp>
          <p:nvSpPr>
            <p:cNvPr id="18019" name="Google Shape;18019;p81"/>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81"/>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81"/>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81"/>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81"/>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81"/>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81"/>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81"/>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81"/>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81"/>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81"/>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81"/>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81"/>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81"/>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81"/>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81"/>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81"/>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81"/>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81"/>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81"/>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81"/>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81"/>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1" name="Google Shape;18041;p81"/>
          <p:cNvGrpSpPr/>
          <p:nvPr/>
        </p:nvGrpSpPr>
        <p:grpSpPr>
          <a:xfrm>
            <a:off x="7045643" y="2907723"/>
            <a:ext cx="345304" cy="365857"/>
            <a:chOff x="7045643" y="2907723"/>
            <a:chExt cx="345304" cy="365857"/>
          </a:xfrm>
        </p:grpSpPr>
        <p:sp>
          <p:nvSpPr>
            <p:cNvPr id="18042" name="Google Shape;18042;p81"/>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81"/>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81"/>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81"/>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81"/>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81"/>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81"/>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81"/>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81"/>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81"/>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81"/>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81"/>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81"/>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81"/>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81"/>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81"/>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81"/>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81"/>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81"/>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1" name="Google Shape;18061;p81"/>
          <p:cNvGrpSpPr/>
          <p:nvPr/>
        </p:nvGrpSpPr>
        <p:grpSpPr>
          <a:xfrm>
            <a:off x="7992843" y="2907251"/>
            <a:ext cx="347794" cy="366328"/>
            <a:chOff x="7992843" y="2907251"/>
            <a:chExt cx="347794" cy="366328"/>
          </a:xfrm>
        </p:grpSpPr>
        <p:sp>
          <p:nvSpPr>
            <p:cNvPr id="18062" name="Google Shape;18062;p81"/>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81"/>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81"/>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81"/>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81"/>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81"/>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81"/>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81"/>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81"/>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81"/>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81"/>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81"/>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81"/>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81"/>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81"/>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81"/>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81"/>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81"/>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81"/>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81"/>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81"/>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81"/>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81"/>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81"/>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81"/>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81"/>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81"/>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81"/>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81"/>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81"/>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81"/>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81"/>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81"/>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5" name="Google Shape;18095;p81"/>
          <p:cNvGrpSpPr/>
          <p:nvPr/>
        </p:nvGrpSpPr>
        <p:grpSpPr>
          <a:xfrm>
            <a:off x="873898" y="1512377"/>
            <a:ext cx="398127" cy="353457"/>
            <a:chOff x="873898" y="1512377"/>
            <a:chExt cx="398127" cy="353457"/>
          </a:xfrm>
        </p:grpSpPr>
        <p:sp>
          <p:nvSpPr>
            <p:cNvPr id="18096" name="Google Shape;18096;p81"/>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81"/>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81"/>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81"/>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81"/>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81"/>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81"/>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81"/>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81"/>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81"/>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81"/>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81"/>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81"/>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81"/>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81"/>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81"/>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81"/>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81"/>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81"/>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5" name="Google Shape;18115;p81"/>
          <p:cNvGrpSpPr/>
          <p:nvPr/>
        </p:nvGrpSpPr>
        <p:grpSpPr>
          <a:xfrm>
            <a:off x="1424125" y="1515680"/>
            <a:ext cx="246762" cy="347139"/>
            <a:chOff x="1424125" y="1515680"/>
            <a:chExt cx="246762" cy="347139"/>
          </a:xfrm>
        </p:grpSpPr>
        <p:sp>
          <p:nvSpPr>
            <p:cNvPr id="18116" name="Google Shape;18116;p81"/>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81"/>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81"/>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81"/>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81"/>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81"/>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81"/>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81"/>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81"/>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81"/>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81"/>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81"/>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81"/>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81"/>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81"/>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81"/>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81"/>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81"/>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81"/>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81"/>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6" name="Google Shape;18136;p81"/>
          <p:cNvGrpSpPr/>
          <p:nvPr/>
        </p:nvGrpSpPr>
        <p:grpSpPr>
          <a:xfrm>
            <a:off x="2319498" y="1512744"/>
            <a:ext cx="352697" cy="352723"/>
            <a:chOff x="2319498" y="1512744"/>
            <a:chExt cx="352697" cy="352723"/>
          </a:xfrm>
        </p:grpSpPr>
        <p:sp>
          <p:nvSpPr>
            <p:cNvPr id="18137" name="Google Shape;18137;p81"/>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81"/>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81"/>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81"/>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81"/>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81"/>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81"/>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81"/>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81"/>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81"/>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81"/>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81"/>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81"/>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81"/>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81"/>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81"/>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81"/>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81"/>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81"/>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6" name="Google Shape;18156;p81"/>
          <p:cNvGrpSpPr/>
          <p:nvPr/>
        </p:nvGrpSpPr>
        <p:grpSpPr>
          <a:xfrm>
            <a:off x="4236601" y="1512666"/>
            <a:ext cx="312981" cy="352697"/>
            <a:chOff x="4236601" y="1512666"/>
            <a:chExt cx="312981" cy="352697"/>
          </a:xfrm>
        </p:grpSpPr>
        <p:sp>
          <p:nvSpPr>
            <p:cNvPr id="18157" name="Google Shape;18157;p81"/>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81"/>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81"/>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81"/>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81"/>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81"/>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81"/>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81"/>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81"/>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81"/>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81"/>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81"/>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81"/>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81"/>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1" name="Google Shape;18171;p81"/>
          <p:cNvGrpSpPr/>
          <p:nvPr/>
        </p:nvGrpSpPr>
        <p:grpSpPr>
          <a:xfrm>
            <a:off x="849675" y="3347716"/>
            <a:ext cx="346300" cy="375818"/>
            <a:chOff x="849675" y="3347716"/>
            <a:chExt cx="346300" cy="375818"/>
          </a:xfrm>
        </p:grpSpPr>
        <p:sp>
          <p:nvSpPr>
            <p:cNvPr id="18172" name="Google Shape;18172;p81"/>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81"/>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81"/>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81"/>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81"/>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81"/>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81"/>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81"/>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81"/>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81"/>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81"/>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81"/>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81"/>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81"/>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81"/>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81"/>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81"/>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9" name="Google Shape;18189;p81"/>
          <p:cNvGrpSpPr/>
          <p:nvPr/>
        </p:nvGrpSpPr>
        <p:grpSpPr>
          <a:xfrm>
            <a:off x="1324219" y="3399202"/>
            <a:ext cx="376578" cy="272846"/>
            <a:chOff x="1324219" y="3399202"/>
            <a:chExt cx="376578" cy="272846"/>
          </a:xfrm>
        </p:grpSpPr>
        <p:sp>
          <p:nvSpPr>
            <p:cNvPr id="18190" name="Google Shape;18190;p81"/>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81"/>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81"/>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81"/>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81"/>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81"/>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81"/>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81"/>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81"/>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81"/>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81"/>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81"/>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81"/>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81"/>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81"/>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81"/>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81"/>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81"/>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81"/>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81"/>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81"/>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81"/>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81"/>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81"/>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81"/>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81"/>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81"/>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81"/>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81"/>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81"/>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81"/>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81"/>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81"/>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3" name="Google Shape;18223;p81"/>
          <p:cNvGrpSpPr/>
          <p:nvPr/>
        </p:nvGrpSpPr>
        <p:grpSpPr>
          <a:xfrm>
            <a:off x="1798763" y="3395401"/>
            <a:ext cx="376185" cy="280448"/>
            <a:chOff x="1798763" y="3395401"/>
            <a:chExt cx="376185" cy="280448"/>
          </a:xfrm>
        </p:grpSpPr>
        <p:sp>
          <p:nvSpPr>
            <p:cNvPr id="18224" name="Google Shape;18224;p81"/>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81"/>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81"/>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81"/>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81"/>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81"/>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81"/>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81"/>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81"/>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81"/>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81"/>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81"/>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81"/>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81"/>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81"/>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81"/>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81"/>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81"/>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81"/>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81"/>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81"/>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81"/>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81"/>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81"/>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81"/>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81"/>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81"/>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81"/>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81"/>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81"/>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81"/>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5" name="Google Shape;18255;p81"/>
          <p:cNvGrpSpPr/>
          <p:nvPr/>
        </p:nvGrpSpPr>
        <p:grpSpPr>
          <a:xfrm>
            <a:off x="2273307" y="3378754"/>
            <a:ext cx="375818" cy="313374"/>
            <a:chOff x="2273307" y="3378754"/>
            <a:chExt cx="375818" cy="313374"/>
          </a:xfrm>
        </p:grpSpPr>
        <p:sp>
          <p:nvSpPr>
            <p:cNvPr id="18256" name="Google Shape;18256;p81"/>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81"/>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81"/>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81"/>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81"/>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81"/>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81"/>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81"/>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81"/>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81"/>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81"/>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81"/>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81"/>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81"/>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81"/>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81"/>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81"/>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81"/>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81"/>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81"/>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81"/>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81"/>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81"/>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81"/>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81"/>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81"/>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81"/>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81"/>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81"/>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81"/>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81"/>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81"/>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81"/>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81"/>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81"/>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81"/>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81"/>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81"/>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81"/>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81"/>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81"/>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81"/>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81"/>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81"/>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81"/>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81"/>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81"/>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81"/>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81"/>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81"/>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81"/>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81"/>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81"/>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81"/>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81"/>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81"/>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81"/>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81"/>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81"/>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81"/>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81"/>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81"/>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81"/>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81"/>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81"/>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81"/>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81"/>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81"/>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81"/>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81"/>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81"/>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81"/>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81"/>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81"/>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81"/>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81"/>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81"/>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81"/>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81"/>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81"/>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81"/>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81"/>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81"/>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81"/>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0" name="Google Shape;18340;p81"/>
          <p:cNvGrpSpPr/>
          <p:nvPr/>
        </p:nvGrpSpPr>
        <p:grpSpPr>
          <a:xfrm>
            <a:off x="2747484" y="3359460"/>
            <a:ext cx="377706" cy="352330"/>
            <a:chOff x="2747484" y="3359460"/>
            <a:chExt cx="377706" cy="352330"/>
          </a:xfrm>
        </p:grpSpPr>
        <p:sp>
          <p:nvSpPr>
            <p:cNvPr id="18341" name="Google Shape;18341;p81"/>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81"/>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81"/>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81"/>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81"/>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81"/>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81"/>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81"/>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81"/>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81"/>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81"/>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81"/>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81"/>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81"/>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81"/>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6" name="Google Shape;18356;p81"/>
          <p:cNvGrpSpPr/>
          <p:nvPr/>
        </p:nvGrpSpPr>
        <p:grpSpPr>
          <a:xfrm>
            <a:off x="3696205" y="3371938"/>
            <a:ext cx="375792" cy="327373"/>
            <a:chOff x="3696205" y="3371938"/>
            <a:chExt cx="375792" cy="327373"/>
          </a:xfrm>
        </p:grpSpPr>
        <p:sp>
          <p:nvSpPr>
            <p:cNvPr id="18357" name="Google Shape;18357;p81"/>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81"/>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81"/>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81"/>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81"/>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81"/>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81"/>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81"/>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81"/>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81"/>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81"/>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81"/>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81"/>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81"/>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81"/>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81"/>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81"/>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81"/>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81"/>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81"/>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81"/>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81"/>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81"/>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0" name="Google Shape;18380;p81"/>
          <p:cNvGrpSpPr/>
          <p:nvPr/>
        </p:nvGrpSpPr>
        <p:grpSpPr>
          <a:xfrm>
            <a:off x="6567324" y="2436849"/>
            <a:ext cx="366722" cy="342892"/>
            <a:chOff x="6567324" y="2436849"/>
            <a:chExt cx="366722" cy="342892"/>
          </a:xfrm>
        </p:grpSpPr>
        <p:sp>
          <p:nvSpPr>
            <p:cNvPr id="18381" name="Google Shape;18381;p81"/>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81"/>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81"/>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81"/>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81"/>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81"/>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81"/>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81"/>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81"/>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81"/>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81"/>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81"/>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3" name="Google Shape;18393;p81"/>
          <p:cNvGrpSpPr/>
          <p:nvPr/>
        </p:nvGrpSpPr>
        <p:grpSpPr>
          <a:xfrm>
            <a:off x="4208970" y="3361347"/>
            <a:ext cx="299349" cy="348188"/>
            <a:chOff x="4208970" y="3361347"/>
            <a:chExt cx="299349" cy="348188"/>
          </a:xfrm>
        </p:grpSpPr>
        <p:sp>
          <p:nvSpPr>
            <p:cNvPr id="18394" name="Google Shape;18394;p81"/>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81"/>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81"/>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81"/>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81"/>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81"/>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81"/>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81"/>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81"/>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81"/>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81"/>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81"/>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81"/>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81"/>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8" name="Google Shape;18408;p81"/>
          <p:cNvGrpSpPr/>
          <p:nvPr/>
        </p:nvGrpSpPr>
        <p:grpSpPr>
          <a:xfrm>
            <a:off x="2786833" y="1512351"/>
            <a:ext cx="366722" cy="353667"/>
            <a:chOff x="2786833" y="1512351"/>
            <a:chExt cx="366722" cy="353667"/>
          </a:xfrm>
        </p:grpSpPr>
        <p:sp>
          <p:nvSpPr>
            <p:cNvPr id="18409" name="Google Shape;18409;p81"/>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81"/>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81"/>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81"/>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81"/>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81"/>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81"/>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81"/>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81"/>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81"/>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81"/>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81"/>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81"/>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81"/>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81"/>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81"/>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81"/>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81"/>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81"/>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81"/>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9" name="Google Shape;18429;p81"/>
          <p:cNvGrpSpPr/>
          <p:nvPr/>
        </p:nvGrpSpPr>
        <p:grpSpPr>
          <a:xfrm>
            <a:off x="1845321" y="1512744"/>
            <a:ext cx="352723" cy="353090"/>
            <a:chOff x="1845321" y="1512744"/>
            <a:chExt cx="352723" cy="353090"/>
          </a:xfrm>
        </p:grpSpPr>
        <p:sp>
          <p:nvSpPr>
            <p:cNvPr id="18430" name="Google Shape;18430;p81"/>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81"/>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81"/>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81"/>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81"/>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81"/>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81"/>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81"/>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81"/>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81"/>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81"/>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1" name="Google Shape;18441;p81"/>
          <p:cNvGrpSpPr/>
          <p:nvPr/>
        </p:nvGrpSpPr>
        <p:grpSpPr>
          <a:xfrm>
            <a:off x="3214452" y="3340533"/>
            <a:ext cx="392465" cy="389896"/>
            <a:chOff x="3214452" y="3340533"/>
            <a:chExt cx="392465" cy="389896"/>
          </a:xfrm>
        </p:grpSpPr>
        <p:sp>
          <p:nvSpPr>
            <p:cNvPr id="18442" name="Google Shape;18442;p81"/>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81"/>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81"/>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81"/>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81"/>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81"/>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81"/>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81"/>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81"/>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81"/>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81"/>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81"/>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81"/>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81"/>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81"/>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81"/>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81"/>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81"/>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81"/>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81"/>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81"/>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81"/>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81"/>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81"/>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81"/>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7" name="Google Shape;18467;p81"/>
          <p:cNvGrpSpPr/>
          <p:nvPr/>
        </p:nvGrpSpPr>
        <p:grpSpPr>
          <a:xfrm>
            <a:off x="3327229" y="1499899"/>
            <a:ext cx="234650" cy="378440"/>
            <a:chOff x="3327229" y="1499899"/>
            <a:chExt cx="234650" cy="378440"/>
          </a:xfrm>
        </p:grpSpPr>
        <p:sp>
          <p:nvSpPr>
            <p:cNvPr id="18468" name="Google Shape;18468;p81"/>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81"/>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81"/>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81"/>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81"/>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81"/>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81"/>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81"/>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81"/>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81"/>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81"/>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81"/>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81"/>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81"/>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81"/>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81"/>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81"/>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81"/>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81"/>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81"/>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81"/>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9" name="Google Shape;18489;p81"/>
          <p:cNvGrpSpPr/>
          <p:nvPr/>
        </p:nvGrpSpPr>
        <p:grpSpPr>
          <a:xfrm>
            <a:off x="3735553" y="1530151"/>
            <a:ext cx="366722" cy="317962"/>
            <a:chOff x="3735553" y="1530151"/>
            <a:chExt cx="366722" cy="317962"/>
          </a:xfrm>
        </p:grpSpPr>
        <p:sp>
          <p:nvSpPr>
            <p:cNvPr id="18490" name="Google Shape;18490;p81"/>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81"/>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81"/>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81"/>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81"/>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81"/>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81"/>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81"/>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81"/>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81"/>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81"/>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81"/>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2" name="Google Shape;18502;p81"/>
          <p:cNvGrpSpPr/>
          <p:nvPr/>
        </p:nvGrpSpPr>
        <p:grpSpPr>
          <a:xfrm>
            <a:off x="866322" y="2469775"/>
            <a:ext cx="379226" cy="322733"/>
            <a:chOff x="866322" y="2469775"/>
            <a:chExt cx="379226" cy="322733"/>
          </a:xfrm>
        </p:grpSpPr>
        <p:sp>
          <p:nvSpPr>
            <p:cNvPr id="18503" name="Google Shape;18503;p81"/>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81"/>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81"/>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81"/>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81"/>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81"/>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81"/>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81"/>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81"/>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81"/>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81"/>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81"/>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81"/>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81"/>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81"/>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81"/>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81"/>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81"/>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81"/>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81"/>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81"/>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81"/>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81"/>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81"/>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81"/>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81"/>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9" name="Google Shape;18529;p81"/>
          <p:cNvGrpSpPr/>
          <p:nvPr/>
        </p:nvGrpSpPr>
        <p:grpSpPr>
          <a:xfrm>
            <a:off x="1328387" y="2500814"/>
            <a:ext cx="404183" cy="289151"/>
            <a:chOff x="1328387" y="2500814"/>
            <a:chExt cx="404183" cy="289151"/>
          </a:xfrm>
        </p:grpSpPr>
        <p:sp>
          <p:nvSpPr>
            <p:cNvPr id="18530" name="Google Shape;18530;p81"/>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81"/>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81"/>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81"/>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81"/>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81"/>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81"/>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81"/>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81"/>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81"/>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81"/>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81"/>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81"/>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81"/>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81"/>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81"/>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81"/>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81"/>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81"/>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81"/>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81"/>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81"/>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81"/>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81"/>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81"/>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81"/>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81"/>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81"/>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81"/>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9" name="Google Shape;18559;p81"/>
          <p:cNvGrpSpPr/>
          <p:nvPr/>
        </p:nvGrpSpPr>
        <p:grpSpPr>
          <a:xfrm>
            <a:off x="1821465" y="2495702"/>
            <a:ext cx="365988" cy="270801"/>
            <a:chOff x="1821465" y="2495702"/>
            <a:chExt cx="365988" cy="270801"/>
          </a:xfrm>
        </p:grpSpPr>
        <p:sp>
          <p:nvSpPr>
            <p:cNvPr id="18560" name="Google Shape;18560;p81"/>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81"/>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81"/>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81"/>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81"/>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81"/>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81"/>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7" name="Google Shape;18567;p81"/>
          <p:cNvGrpSpPr/>
          <p:nvPr/>
        </p:nvGrpSpPr>
        <p:grpSpPr>
          <a:xfrm>
            <a:off x="3725723" y="2455776"/>
            <a:ext cx="354977" cy="351202"/>
            <a:chOff x="3725723" y="2455776"/>
            <a:chExt cx="354977" cy="351202"/>
          </a:xfrm>
        </p:grpSpPr>
        <p:sp>
          <p:nvSpPr>
            <p:cNvPr id="18568" name="Google Shape;18568;p81"/>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81"/>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81"/>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81"/>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81"/>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81"/>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81"/>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81"/>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81"/>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81"/>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81"/>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81"/>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81"/>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1" name="Google Shape;18581;p81"/>
          <p:cNvGrpSpPr/>
          <p:nvPr/>
        </p:nvGrpSpPr>
        <p:grpSpPr>
          <a:xfrm>
            <a:off x="5226165" y="1977641"/>
            <a:ext cx="230482" cy="388847"/>
            <a:chOff x="5226165" y="1977641"/>
            <a:chExt cx="230482" cy="388847"/>
          </a:xfrm>
        </p:grpSpPr>
        <p:sp>
          <p:nvSpPr>
            <p:cNvPr id="18582" name="Google Shape;18582;p81"/>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81"/>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81"/>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81"/>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81"/>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81"/>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81"/>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81"/>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81"/>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81"/>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81"/>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81"/>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4" name="Google Shape;18594;p81"/>
          <p:cNvGrpSpPr/>
          <p:nvPr/>
        </p:nvGrpSpPr>
        <p:grpSpPr>
          <a:xfrm>
            <a:off x="5632602" y="2025510"/>
            <a:ext cx="370130" cy="287264"/>
            <a:chOff x="5632602" y="2025510"/>
            <a:chExt cx="370130" cy="287264"/>
          </a:xfrm>
        </p:grpSpPr>
        <p:sp>
          <p:nvSpPr>
            <p:cNvPr id="18595" name="Google Shape;18595;p81"/>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81"/>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81"/>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81"/>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81"/>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81"/>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81"/>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81"/>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81"/>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81"/>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81"/>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81"/>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81"/>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81"/>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81"/>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81"/>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81"/>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81"/>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3" name="Google Shape;18613;p81"/>
          <p:cNvGrpSpPr/>
          <p:nvPr/>
        </p:nvGrpSpPr>
        <p:grpSpPr>
          <a:xfrm>
            <a:off x="4212378" y="2456537"/>
            <a:ext cx="331515" cy="330021"/>
            <a:chOff x="4212378" y="2456537"/>
            <a:chExt cx="331515" cy="330021"/>
          </a:xfrm>
        </p:grpSpPr>
        <p:sp>
          <p:nvSpPr>
            <p:cNvPr id="18614" name="Google Shape;18614;p81"/>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81"/>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81"/>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81"/>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81"/>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81"/>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81"/>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81"/>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81"/>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3" name="Google Shape;18623;p81"/>
          <p:cNvGrpSpPr/>
          <p:nvPr/>
        </p:nvGrpSpPr>
        <p:grpSpPr>
          <a:xfrm>
            <a:off x="6176013" y="1977825"/>
            <a:ext cx="235411" cy="347427"/>
            <a:chOff x="6176013" y="1977825"/>
            <a:chExt cx="235411" cy="347427"/>
          </a:xfrm>
        </p:grpSpPr>
        <p:sp>
          <p:nvSpPr>
            <p:cNvPr id="18624" name="Google Shape;18624;p81"/>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81"/>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81"/>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81"/>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81"/>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81"/>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81"/>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81"/>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81"/>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81"/>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81"/>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81"/>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81"/>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81"/>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81"/>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81"/>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81"/>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1" name="Google Shape;18641;p81"/>
          <p:cNvGrpSpPr/>
          <p:nvPr/>
        </p:nvGrpSpPr>
        <p:grpSpPr>
          <a:xfrm>
            <a:off x="6652077" y="1977458"/>
            <a:ext cx="235778" cy="347794"/>
            <a:chOff x="6652077" y="1977458"/>
            <a:chExt cx="235778" cy="347794"/>
          </a:xfrm>
        </p:grpSpPr>
        <p:sp>
          <p:nvSpPr>
            <p:cNvPr id="18642" name="Google Shape;18642;p81"/>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81"/>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81"/>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81"/>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81"/>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81"/>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81"/>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81"/>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81"/>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81"/>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81"/>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81"/>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81"/>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81"/>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81"/>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81"/>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8" name="Google Shape;18658;p81"/>
          <p:cNvGrpSpPr/>
          <p:nvPr/>
        </p:nvGrpSpPr>
        <p:grpSpPr>
          <a:xfrm>
            <a:off x="7072513" y="1997512"/>
            <a:ext cx="394352" cy="308052"/>
            <a:chOff x="7072513" y="1997512"/>
            <a:chExt cx="394352" cy="308052"/>
          </a:xfrm>
        </p:grpSpPr>
        <p:sp>
          <p:nvSpPr>
            <p:cNvPr id="18659" name="Google Shape;18659;p81"/>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81"/>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81"/>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81"/>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81"/>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81"/>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81"/>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81"/>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81"/>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81"/>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81"/>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0" name="Google Shape;18670;p81"/>
          <p:cNvGrpSpPr/>
          <p:nvPr/>
        </p:nvGrpSpPr>
        <p:grpSpPr>
          <a:xfrm>
            <a:off x="7576208" y="1977825"/>
            <a:ext cx="292533" cy="347454"/>
            <a:chOff x="7576208" y="1977825"/>
            <a:chExt cx="292533" cy="347454"/>
          </a:xfrm>
        </p:grpSpPr>
        <p:sp>
          <p:nvSpPr>
            <p:cNvPr id="18671" name="Google Shape;18671;p81"/>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81"/>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81"/>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81"/>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81"/>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81"/>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81"/>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81"/>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81"/>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81"/>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81"/>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81"/>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81"/>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4" name="Google Shape;18684;p81"/>
          <p:cNvGrpSpPr/>
          <p:nvPr/>
        </p:nvGrpSpPr>
        <p:grpSpPr>
          <a:xfrm>
            <a:off x="8023882" y="1977458"/>
            <a:ext cx="320557" cy="347794"/>
            <a:chOff x="8023882" y="1977458"/>
            <a:chExt cx="320557" cy="347794"/>
          </a:xfrm>
        </p:grpSpPr>
        <p:sp>
          <p:nvSpPr>
            <p:cNvPr id="18685" name="Google Shape;18685;p81"/>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81"/>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81"/>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81"/>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81"/>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81"/>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81"/>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81"/>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81"/>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81"/>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81"/>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81"/>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81"/>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81"/>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81"/>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81"/>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81"/>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81"/>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81"/>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81"/>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81"/>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81"/>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81"/>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81"/>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81"/>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81"/>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81"/>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81"/>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81"/>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81"/>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81"/>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81"/>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81"/>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81"/>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81"/>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81"/>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81"/>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81"/>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81"/>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81"/>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5" name="Google Shape;18725;p81"/>
          <p:cNvGrpSpPr/>
          <p:nvPr/>
        </p:nvGrpSpPr>
        <p:grpSpPr>
          <a:xfrm>
            <a:off x="5627674" y="2444819"/>
            <a:ext cx="345147" cy="342630"/>
            <a:chOff x="5627674" y="2444819"/>
            <a:chExt cx="345147" cy="342630"/>
          </a:xfrm>
        </p:grpSpPr>
        <p:sp>
          <p:nvSpPr>
            <p:cNvPr id="18726" name="Google Shape;18726;p81"/>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81"/>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81"/>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81"/>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81"/>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1" name="Google Shape;18731;p81"/>
          <p:cNvGrpSpPr/>
          <p:nvPr/>
        </p:nvGrpSpPr>
        <p:grpSpPr>
          <a:xfrm>
            <a:off x="4653996" y="2440257"/>
            <a:ext cx="396607" cy="348555"/>
            <a:chOff x="4653996" y="2440257"/>
            <a:chExt cx="396607" cy="348555"/>
          </a:xfrm>
        </p:grpSpPr>
        <p:sp>
          <p:nvSpPr>
            <p:cNvPr id="18732" name="Google Shape;18732;p81"/>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81"/>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81"/>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81"/>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81"/>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81"/>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81"/>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81"/>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81"/>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81"/>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81"/>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81"/>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81"/>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81"/>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81"/>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81"/>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81"/>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81"/>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0" name="Google Shape;18750;p81"/>
          <p:cNvGrpSpPr/>
          <p:nvPr/>
        </p:nvGrpSpPr>
        <p:grpSpPr>
          <a:xfrm>
            <a:off x="1854391" y="2895140"/>
            <a:ext cx="301630" cy="374272"/>
            <a:chOff x="1854391" y="2895140"/>
            <a:chExt cx="301630" cy="374272"/>
          </a:xfrm>
        </p:grpSpPr>
        <p:sp>
          <p:nvSpPr>
            <p:cNvPr id="18751" name="Google Shape;18751;p81"/>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81"/>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81"/>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81"/>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81"/>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81"/>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81"/>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81"/>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81"/>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81"/>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81"/>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81"/>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81"/>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81"/>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81"/>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81"/>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81"/>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81"/>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81"/>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81"/>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81"/>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81"/>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81"/>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81"/>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81"/>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81"/>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81"/>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81"/>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81"/>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81"/>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81"/>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81"/>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81"/>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81"/>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81"/>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81"/>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81"/>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81"/>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81"/>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81"/>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81"/>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81"/>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81"/>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81"/>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81"/>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81"/>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81"/>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81"/>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81"/>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0" name="Google Shape;18800;p81"/>
          <p:cNvGrpSpPr/>
          <p:nvPr/>
        </p:nvGrpSpPr>
        <p:grpSpPr>
          <a:xfrm>
            <a:off x="5172817" y="2438370"/>
            <a:ext cx="289518" cy="357651"/>
            <a:chOff x="5172817" y="2438370"/>
            <a:chExt cx="289518" cy="357651"/>
          </a:xfrm>
        </p:grpSpPr>
        <p:sp>
          <p:nvSpPr>
            <p:cNvPr id="18801" name="Google Shape;18801;p81"/>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81"/>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81"/>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81"/>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81"/>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81"/>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81"/>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81"/>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81"/>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81"/>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81"/>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2" name="Google Shape;18812;p81"/>
          <p:cNvGrpSpPr/>
          <p:nvPr/>
        </p:nvGrpSpPr>
        <p:grpSpPr>
          <a:xfrm>
            <a:off x="3234506" y="2484534"/>
            <a:ext cx="388297" cy="293320"/>
            <a:chOff x="3234506" y="2484534"/>
            <a:chExt cx="388297" cy="293320"/>
          </a:xfrm>
        </p:grpSpPr>
        <p:sp>
          <p:nvSpPr>
            <p:cNvPr id="18813" name="Google Shape;18813;p81"/>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81"/>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81"/>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81"/>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81"/>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81"/>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81"/>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81"/>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81"/>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81"/>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81"/>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81"/>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81"/>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81"/>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81"/>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81"/>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9" name="Google Shape;18829;p81"/>
          <p:cNvGrpSpPr/>
          <p:nvPr/>
        </p:nvGrpSpPr>
        <p:grpSpPr>
          <a:xfrm>
            <a:off x="6065149" y="3367036"/>
            <a:ext cx="362553" cy="356498"/>
            <a:chOff x="6065149" y="3367036"/>
            <a:chExt cx="362553" cy="356498"/>
          </a:xfrm>
        </p:grpSpPr>
        <p:sp>
          <p:nvSpPr>
            <p:cNvPr id="18830" name="Google Shape;18830;p81"/>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81"/>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81"/>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81"/>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81"/>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5" name="Google Shape;18835;p81"/>
          <p:cNvGrpSpPr/>
          <p:nvPr/>
        </p:nvGrpSpPr>
        <p:grpSpPr>
          <a:xfrm>
            <a:off x="2866317" y="3817357"/>
            <a:ext cx="362920" cy="356865"/>
            <a:chOff x="2866317" y="3817357"/>
            <a:chExt cx="362920" cy="356865"/>
          </a:xfrm>
        </p:grpSpPr>
        <p:sp>
          <p:nvSpPr>
            <p:cNvPr id="18836" name="Google Shape;18836;p81"/>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81"/>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81"/>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9" name="Google Shape;18839;p81"/>
          <p:cNvGrpSpPr/>
          <p:nvPr/>
        </p:nvGrpSpPr>
        <p:grpSpPr>
          <a:xfrm>
            <a:off x="6540821" y="3367036"/>
            <a:ext cx="362553" cy="356498"/>
            <a:chOff x="6540821" y="3367036"/>
            <a:chExt cx="362553" cy="356498"/>
          </a:xfrm>
        </p:grpSpPr>
        <p:sp>
          <p:nvSpPr>
            <p:cNvPr id="18840" name="Google Shape;18840;p81"/>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81"/>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81"/>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81"/>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81"/>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81"/>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81"/>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7" name="Google Shape;18847;p81"/>
          <p:cNvGrpSpPr/>
          <p:nvPr/>
        </p:nvGrpSpPr>
        <p:grpSpPr>
          <a:xfrm>
            <a:off x="2302458" y="2474704"/>
            <a:ext cx="354479" cy="312561"/>
            <a:chOff x="2302458" y="2474704"/>
            <a:chExt cx="354479" cy="312561"/>
          </a:xfrm>
        </p:grpSpPr>
        <p:sp>
          <p:nvSpPr>
            <p:cNvPr id="18848" name="Google Shape;18848;p81"/>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81"/>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81"/>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81"/>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81"/>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81"/>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81"/>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81"/>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81"/>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81"/>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81"/>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81"/>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0" name="Google Shape;18860;p81"/>
          <p:cNvGrpSpPr/>
          <p:nvPr/>
        </p:nvGrpSpPr>
        <p:grpSpPr>
          <a:xfrm>
            <a:off x="2831110" y="2442538"/>
            <a:ext cx="246002" cy="348922"/>
            <a:chOff x="2831110" y="2442538"/>
            <a:chExt cx="246002" cy="348922"/>
          </a:xfrm>
        </p:grpSpPr>
        <p:sp>
          <p:nvSpPr>
            <p:cNvPr id="18861" name="Google Shape;18861;p81"/>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81"/>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81"/>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81"/>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81"/>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81"/>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81"/>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81"/>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81"/>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81"/>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81"/>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81"/>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81"/>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81"/>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5" name="Google Shape;18875;p81"/>
          <p:cNvGrpSpPr/>
          <p:nvPr/>
        </p:nvGrpSpPr>
        <p:grpSpPr>
          <a:xfrm>
            <a:off x="3314750" y="3817357"/>
            <a:ext cx="362920" cy="356865"/>
            <a:chOff x="3314750" y="3817357"/>
            <a:chExt cx="362920" cy="356865"/>
          </a:xfrm>
        </p:grpSpPr>
        <p:sp>
          <p:nvSpPr>
            <p:cNvPr id="18876" name="Google Shape;18876;p81"/>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81"/>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81"/>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81"/>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81"/>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1" name="Google Shape;18881;p81"/>
          <p:cNvGrpSpPr/>
          <p:nvPr/>
        </p:nvGrpSpPr>
        <p:grpSpPr>
          <a:xfrm>
            <a:off x="7016492" y="3367036"/>
            <a:ext cx="362947" cy="356498"/>
            <a:chOff x="7016492" y="3367036"/>
            <a:chExt cx="362947" cy="356498"/>
          </a:xfrm>
        </p:grpSpPr>
        <p:sp>
          <p:nvSpPr>
            <p:cNvPr id="18882" name="Google Shape;18882;p81"/>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81"/>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81"/>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81"/>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81"/>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81"/>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8" name="Google Shape;18888;p81"/>
          <p:cNvGrpSpPr/>
          <p:nvPr/>
        </p:nvGrpSpPr>
        <p:grpSpPr>
          <a:xfrm>
            <a:off x="3763184" y="3817357"/>
            <a:ext cx="363314" cy="356576"/>
            <a:chOff x="3763184" y="3817357"/>
            <a:chExt cx="363314" cy="356576"/>
          </a:xfrm>
        </p:grpSpPr>
        <p:sp>
          <p:nvSpPr>
            <p:cNvPr id="18889" name="Google Shape;18889;p81"/>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81"/>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81"/>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81"/>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81"/>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4" name="Google Shape;18894;p81"/>
          <p:cNvGrpSpPr/>
          <p:nvPr/>
        </p:nvGrpSpPr>
        <p:grpSpPr>
          <a:xfrm>
            <a:off x="5108852" y="3817357"/>
            <a:ext cx="362947" cy="356576"/>
            <a:chOff x="5108852" y="3817357"/>
            <a:chExt cx="362947" cy="356576"/>
          </a:xfrm>
        </p:grpSpPr>
        <p:sp>
          <p:nvSpPr>
            <p:cNvPr id="18895" name="Google Shape;18895;p81"/>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81"/>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81"/>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81"/>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9" name="Google Shape;18899;p81"/>
          <p:cNvGrpSpPr/>
          <p:nvPr/>
        </p:nvGrpSpPr>
        <p:grpSpPr>
          <a:xfrm>
            <a:off x="6005720" y="3817357"/>
            <a:ext cx="362947" cy="356576"/>
            <a:chOff x="6005720" y="3817357"/>
            <a:chExt cx="362947" cy="356576"/>
          </a:xfrm>
        </p:grpSpPr>
        <p:sp>
          <p:nvSpPr>
            <p:cNvPr id="18900" name="Google Shape;18900;p81"/>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81"/>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81"/>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81"/>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4" name="Google Shape;18904;p81"/>
          <p:cNvGrpSpPr/>
          <p:nvPr/>
        </p:nvGrpSpPr>
        <p:grpSpPr>
          <a:xfrm>
            <a:off x="5589452" y="3367036"/>
            <a:ext cx="362580" cy="356498"/>
            <a:chOff x="5589452" y="3367036"/>
            <a:chExt cx="362580" cy="356498"/>
          </a:xfrm>
        </p:grpSpPr>
        <p:sp>
          <p:nvSpPr>
            <p:cNvPr id="18905" name="Google Shape;18905;p81"/>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81"/>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81"/>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8" name="Google Shape;18908;p81"/>
          <p:cNvGrpSpPr/>
          <p:nvPr/>
        </p:nvGrpSpPr>
        <p:grpSpPr>
          <a:xfrm>
            <a:off x="4211985" y="3817357"/>
            <a:ext cx="362947" cy="356576"/>
            <a:chOff x="4211985" y="3817357"/>
            <a:chExt cx="362947" cy="356576"/>
          </a:xfrm>
        </p:grpSpPr>
        <p:sp>
          <p:nvSpPr>
            <p:cNvPr id="18909" name="Google Shape;18909;p81"/>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81"/>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81"/>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2" name="Google Shape;18912;p81"/>
          <p:cNvGrpSpPr/>
          <p:nvPr/>
        </p:nvGrpSpPr>
        <p:grpSpPr>
          <a:xfrm>
            <a:off x="4660419" y="3817357"/>
            <a:ext cx="362947" cy="356576"/>
            <a:chOff x="4660419" y="3817357"/>
            <a:chExt cx="362947" cy="356576"/>
          </a:xfrm>
        </p:grpSpPr>
        <p:sp>
          <p:nvSpPr>
            <p:cNvPr id="18913" name="Google Shape;18913;p81"/>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81"/>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81"/>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81"/>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81"/>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8" name="Google Shape;18918;p81"/>
          <p:cNvGrpSpPr/>
          <p:nvPr/>
        </p:nvGrpSpPr>
        <p:grpSpPr>
          <a:xfrm>
            <a:off x="5557286" y="3817357"/>
            <a:ext cx="362947" cy="356576"/>
            <a:chOff x="5557286" y="3817357"/>
            <a:chExt cx="362947" cy="356576"/>
          </a:xfrm>
        </p:grpSpPr>
        <p:sp>
          <p:nvSpPr>
            <p:cNvPr id="18919" name="Google Shape;18919;p81"/>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81"/>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81"/>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81"/>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3" name="Google Shape;18923;p81"/>
          <p:cNvGrpSpPr/>
          <p:nvPr/>
        </p:nvGrpSpPr>
        <p:grpSpPr>
          <a:xfrm>
            <a:off x="7488021" y="3362475"/>
            <a:ext cx="372017" cy="365621"/>
            <a:chOff x="7488021" y="3362475"/>
            <a:chExt cx="372017" cy="365621"/>
          </a:xfrm>
        </p:grpSpPr>
        <p:sp>
          <p:nvSpPr>
            <p:cNvPr id="18924" name="Google Shape;18924;p81"/>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81"/>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81"/>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81"/>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81"/>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81"/>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81"/>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81"/>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81"/>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81"/>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4" name="Google Shape;18934;p81"/>
          <p:cNvGrpSpPr/>
          <p:nvPr/>
        </p:nvGrpSpPr>
        <p:grpSpPr>
          <a:xfrm>
            <a:off x="5113781" y="3367036"/>
            <a:ext cx="362553" cy="356498"/>
            <a:chOff x="5113781" y="3367036"/>
            <a:chExt cx="362553" cy="356498"/>
          </a:xfrm>
        </p:grpSpPr>
        <p:sp>
          <p:nvSpPr>
            <p:cNvPr id="18935" name="Google Shape;18935;p81"/>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81"/>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37" name="Google Shape;18937;p81"/>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38" name="Google Shape;18938;p81"/>
          <p:cNvGrpSpPr/>
          <p:nvPr/>
        </p:nvGrpSpPr>
        <p:grpSpPr>
          <a:xfrm>
            <a:off x="7968621" y="3365489"/>
            <a:ext cx="375818" cy="357651"/>
            <a:chOff x="7968621" y="3365489"/>
            <a:chExt cx="375818" cy="357651"/>
          </a:xfrm>
        </p:grpSpPr>
        <p:sp>
          <p:nvSpPr>
            <p:cNvPr id="18939" name="Google Shape;18939;p81"/>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81"/>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81"/>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81"/>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81"/>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81"/>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81"/>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81"/>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81"/>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81"/>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81"/>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81"/>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54"/>
        <p:cNvGrpSpPr/>
        <p:nvPr/>
      </p:nvGrpSpPr>
      <p:grpSpPr>
        <a:xfrm>
          <a:off x="0" y="0"/>
          <a:ext cx="0" cy="0"/>
          <a:chOff x="0" y="0"/>
          <a:chExt cx="0" cy="0"/>
        </a:xfrm>
      </p:grpSpPr>
      <p:pic>
        <p:nvPicPr>
          <p:cNvPr id="18955" name="Google Shape;18955;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V Series Social Media by Slidesgo">
  <a:themeElements>
    <a:clrScheme name="Simple Light">
      <a:dk1>
        <a:srgbClr val="000000"/>
      </a:dk1>
      <a:lt1>
        <a:srgbClr val="FFFFFF"/>
      </a:lt1>
      <a:dk2>
        <a:srgbClr val="595959"/>
      </a:dk2>
      <a:lt2>
        <a:srgbClr val="EEEEEE"/>
      </a:lt2>
      <a:accent1>
        <a:srgbClr val="E5FF00"/>
      </a:accent1>
      <a:accent2>
        <a:srgbClr val="FF00A3"/>
      </a:accent2>
      <a:accent3>
        <a:srgbClr val="453A76"/>
      </a:accent3>
      <a:accent4>
        <a:srgbClr val="263238"/>
      </a:accent4>
      <a:accent5>
        <a:srgbClr val="EEEEEE"/>
      </a:accent5>
      <a:accent6>
        <a:srgbClr val="455A64"/>
      </a:accent6>
      <a:hlink>
        <a:srgbClr val="E5FF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TotalTime>
  <Words>1183</Words>
  <Application>Microsoft Office PowerPoint</Application>
  <PresentationFormat>On-screen Show (16:9)</PresentationFormat>
  <Paragraphs>283</Paragraphs>
  <Slides>45</Slides>
  <Notes>45</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45</vt:i4>
      </vt:variant>
    </vt:vector>
  </HeadingPairs>
  <TitlesOfParts>
    <vt:vector size="57" baseType="lpstr">
      <vt:lpstr>Amatic SC</vt:lpstr>
      <vt:lpstr>Roboto Medium</vt:lpstr>
      <vt:lpstr>Catamaran</vt:lpstr>
      <vt:lpstr>Arial</vt:lpstr>
      <vt:lpstr>Muli</vt:lpstr>
      <vt:lpstr>Proxima Nova Semibold</vt:lpstr>
      <vt:lpstr>Spartan</vt:lpstr>
      <vt:lpstr>Gugi</vt:lpstr>
      <vt:lpstr>Proxima Nova</vt:lpstr>
      <vt:lpstr>Calibri</vt:lpstr>
      <vt:lpstr>TV Series Social Media by Slidesgo</vt:lpstr>
      <vt:lpstr>Slidesgo Final Pages</vt:lpstr>
      <vt:lpstr>Retro Tv  Project</vt:lpstr>
      <vt:lpstr>Matirials Used:</vt:lpstr>
      <vt:lpstr>The Idea</vt:lpstr>
      <vt:lpstr>The Idea</vt:lpstr>
      <vt:lpstr>The Laptop…</vt:lpstr>
      <vt:lpstr>The Problems</vt:lpstr>
      <vt:lpstr>AUDIENCE DEMOGRAPHICS</vt:lpstr>
      <vt:lpstr>TOP SOCIAL NETWORKING SITES</vt:lpstr>
      <vt:lpstr>BUYER PERSONA</vt:lpstr>
      <vt:lpstr>ANALYZING THE COMPETITION</vt:lpstr>
      <vt:lpstr>Solution of Problems</vt:lpstr>
      <vt:lpstr>GOALS</vt:lpstr>
      <vt:lpstr>STRATEGIES</vt:lpstr>
      <vt:lpstr>OUR COVERAGE</vt:lpstr>
      <vt:lpstr>The Wirring</vt:lpstr>
      <vt:lpstr>OUR AREAS OF EXPERTISE</vt:lpstr>
      <vt:lpstr>WHAT CONTENT ARE WE GOING TO CREATE?</vt:lpstr>
      <vt:lpstr>WHAT TONE ARE WE GOING TO USE?</vt:lpstr>
      <vt:lpstr>A PICTURE IS WORTH A THOUSAND WORDS</vt:lpstr>
      <vt:lpstr>WHAT PLATFORMS ARE WE GOING TO USE?</vt:lpstr>
      <vt:lpstr>CONTENT SHARING PLAN</vt:lpstr>
      <vt:lpstr>CALENDAR</vt:lpstr>
      <vt:lpstr>Goals</vt:lpstr>
      <vt:lpstr>BUDGET</vt:lpstr>
      <vt:lpstr>$60,000</vt:lpstr>
      <vt:lpstr>THANKS!</vt:lpstr>
      <vt:lpstr>ALTERNATIVE RESOURCES</vt:lpstr>
      <vt:lpstr>RESOURCES</vt:lpstr>
      <vt:lpstr>Instructions for use</vt:lpstr>
      <vt:lpstr>Fonts &amp; colors used</vt:lpstr>
      <vt:lpstr>Stories by Freepik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حيدر علي الشويخ</cp:lastModifiedBy>
  <cp:revision>2</cp:revision>
  <dcterms:modified xsi:type="dcterms:W3CDTF">2026-09-29T15:18:55Z</dcterms:modified>
</cp:coreProperties>
</file>