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48"/>
  </p:notesMasterIdLst>
  <p:sldIdLst>
    <p:sldId id="256" r:id="rId3"/>
    <p:sldId id="257" r:id="rId4"/>
    <p:sldId id="258" r:id="rId5"/>
    <p:sldId id="259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9" r:id="rId28"/>
  </p:sldIdLst>
  <p:sldSz cx="9144000" cy="5143500" type="screen16x9"/>
  <p:notesSz cx="6858000" cy="9144000"/>
  <p:embeddedFontLst>
    <p:embeddedFont>
      <p:font typeface="Gugi" panose="020B0604020202020204" charset="-127"/>
      <p:regular r:id="rId49"/>
    </p:embeddedFont>
    <p:embeddedFont>
      <p:font typeface="Amatic SC" panose="00000500000000000000" pitchFamily="2" charset="-79"/>
      <p:regular r:id="rId50"/>
      <p:bold r:id="rId51"/>
    </p:embeddedFont>
    <p:embeddedFont>
      <p:font typeface="Catamaran" panose="020B0604020202020204" charset="0"/>
      <p:regular r:id="rId52"/>
      <p:bold r:id="rId53"/>
    </p:embeddedFont>
    <p:embeddedFont>
      <p:font typeface="Proxima Nova" panose="020B0604020202020204" charset="0"/>
      <p:regular r:id="rId54"/>
      <p:bold r:id="rId55"/>
      <p:italic r:id="rId56"/>
      <p:boldItalic r:id="rId57"/>
    </p:embeddedFont>
    <p:embeddedFont>
      <p:font typeface="Proxima Nova Semibold" panose="020B0604020202020204" charset="0"/>
      <p:regular r:id="rId58"/>
      <p:bold r:id="rId59"/>
      <p:boldItalic r:id="rId60"/>
    </p:embeddedFont>
    <p:embeddedFont>
      <p:font typeface="Roboto Medium" panose="02000000000000000000" pitchFamily="2" charset="0"/>
      <p: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521415D9-36F7-43E2-AB2F-B90AF26B5E84}">
      <p14:sectionLst xmlns:p14="http://schemas.microsoft.com/office/powerpoint/2010/main">
        <p14:section name="Introduction" id="{7CFDA4CC-66D1-46FD-828F-204243F803E0}">
          <p14:sldIdLst>
            <p14:sldId id="256"/>
            <p14:sldId id="257"/>
            <p14:sldId id="258"/>
          </p14:sldIdLst>
        </p14:section>
        <p14:section name="The Idea" id="{941B27F9-A6C1-420C-8CD8-A71B739DA484}">
          <p14:sldIdLst>
            <p14:sldId id="259"/>
            <p14:sldId id="261"/>
          </p14:sldIdLst>
        </p14:section>
        <p14:section name="The Problems" id="{A0827326-49F0-4649-AC3A-87EACF0F655C}">
          <p14:sldIdLst>
            <p14:sldId id="264"/>
            <p14:sldId id="265"/>
            <p14:sldId id="266"/>
            <p14:sldId id="267"/>
            <p14:sldId id="268"/>
          </p14:sldIdLst>
        </p14:section>
        <p14:section name="Solutions" id="{07DD3133-AAAE-4E0F-BDE7-61BF6ED81787}">
          <p14:sldIdLst>
            <p14:sldId id="269"/>
            <p14:sldId id="270"/>
            <p14:sldId id="271"/>
            <p14:sldId id="272"/>
          </p14:sldIdLst>
        </p14:section>
        <p14:section name="The Wiring" id="{23C6E712-7331-4CAA-B962-E27DFA3446D6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Goals" id="{04BB0F33-F1AA-480C-A640-A2E07E1B0822}">
          <p14:sldIdLst>
            <p14:sldId id="281"/>
            <p14:sldId id="282"/>
            <p14:sldId id="283"/>
          </p14:sldIdLst>
        </p14:section>
        <p14:section name="Closing" id="{C8BF1401-BC28-4EE3-85E3-5506E8D565E2}">
          <p14:sldIdLst>
            <p14:sldId id="28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C9BFDA-D533-4318-A00A-715C373CFB32}">
  <a:tblStyle styleId="{06C9BFDA-D533-4318-A00A-715C373CFB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48" Type="http://schemas.openxmlformats.org/officeDocument/2006/relationships/notesMaster" Target="notesMasters/notesMaster1.xml"/><Relationship Id="rId49" Type="http://schemas.openxmlformats.org/officeDocument/2006/relationships/font" Target="fonts/font1.fntdata"/><Relationship Id="rId50" Type="http://schemas.openxmlformats.org/officeDocument/2006/relationships/font" Target="fonts/font2.fntdata"/><Relationship Id="rId51" Type="http://schemas.openxmlformats.org/officeDocument/2006/relationships/font" Target="fonts/font3.fntdata"/><Relationship Id="rId52" Type="http://schemas.openxmlformats.org/officeDocument/2006/relationships/font" Target="fonts/font4.fntdata"/><Relationship Id="rId53" Type="http://schemas.openxmlformats.org/officeDocument/2006/relationships/font" Target="fonts/font5.fntdata"/><Relationship Id="rId54" Type="http://schemas.openxmlformats.org/officeDocument/2006/relationships/font" Target="fonts/font6.fntdata"/><Relationship Id="rId55" Type="http://schemas.openxmlformats.org/officeDocument/2006/relationships/font" Target="fonts/font7.fntdata"/><Relationship Id="rId56" Type="http://schemas.openxmlformats.org/officeDocument/2006/relationships/font" Target="fonts/font8.fntdata"/><Relationship Id="rId57" Type="http://schemas.openxmlformats.org/officeDocument/2006/relationships/font" Target="fonts/font9.fntdata"/><Relationship Id="rId58" Type="http://schemas.openxmlformats.org/officeDocument/2006/relationships/font" Target="fonts/font10.fntdata"/><Relationship Id="rId59" Type="http://schemas.openxmlformats.org/officeDocument/2006/relationships/font" Target="fonts/font11.fntdata"/><Relationship Id="rId60" Type="http://schemas.openxmlformats.org/officeDocument/2006/relationships/font" Target="fonts/font12.fntdata"/><Relationship Id="rId61" Type="http://schemas.openxmlformats.org/officeDocument/2006/relationships/font" Target="fonts/font13.fntdata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8ea0df42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8ea0df42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8f3105c9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8f3105c9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8ea0df42c0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8ea0df42c0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8ea0df42c0_0_1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8ea0df42c0_0_1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8ea0df42c0_0_10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8ea0df42c0_0_10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8eba06360a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8eba06360a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8eba06360a_0_10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1" name="Google Shape;1401;g8eba06360a_0_10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8f3105c98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5" name="Google Shape;1535;g8f3105c98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g8f3105c986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9" name="Google Shape;1629;g8f3105c986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8f3105c986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0" name="Google Shape;1780;g8f3105c986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8eba06360a_0_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4" name="Google Shape;1824;g8eba06360a_0_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8f3105c986_0_1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3" name="Google Shape;1913;g8f3105c986_0_1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g8f3105c986_0_19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9" name="Google Shape;1939;g8f3105c986_0_19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8f3105c986_0_1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8" name="Google Shape;1978;g8f3105c986_0_1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g8eba06360a_0_6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1" name="Google Shape;2041;g8eba06360a_0_6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g8eba06360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4" name="Google Shape;2134;g8eba06360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g8f3105c986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5" name="Google Shape;2175;g8f3105c986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g8f3105c986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9" name="Google Shape;2219;g8f3105c986_0_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g8eba06360a_0_3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4" name="Google Shape;2234;g8eba06360a_0_3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g8f3105c986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9" name="Google Shape;2259;g8f3105c986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g8f3105c986_0_18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1" name="Google Shape;2371;g8f3105c986_0_18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g8fc3e50f12_0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5" name="Google Shape;2395;g8fc3e50f12_0_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8eba06360a_0_2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8eba06360a_0_2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" name="Google Shape;2561;g8f3105c986_0_2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2" name="Google Shape;2562;g8f3105c986_0_2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6" name="Google Shape;2646;g8f3105c986_0_19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7" name="Google Shape;2647;g8f3105c986_0_19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" name="Google Shape;3112;g8ea0df42c0_0_2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3" name="Google Shape;3113;g8ea0df42c0_0_2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ies.freepik.com/pana/?utm_source=slidesgo_template&amp;utm_medium=referral-link&amp;utm_campaign=sg_resources&amp;utm_content=stories#e5ff00" TargetMode="Externa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2476" y="93835"/>
            <a:ext cx="8133548" cy="4977397"/>
          </a:xfrm>
          <a:custGeom>
            <a:avLst/>
            <a:gdLst/>
            <a:ahLst/>
            <a:cxnLst/>
            <a:rect l="l" t="t" r="r" b="b"/>
            <a:pathLst>
              <a:path w="77119" h="63370" extrusionOk="0">
                <a:moveTo>
                  <a:pt x="58572" y="1"/>
                </a:moveTo>
                <a:cubicBezTo>
                  <a:pt x="57567" y="1"/>
                  <a:pt x="56603" y="36"/>
                  <a:pt x="55707" y="87"/>
                </a:cubicBezTo>
                <a:cubicBezTo>
                  <a:pt x="34484" y="1326"/>
                  <a:pt x="17164" y="6608"/>
                  <a:pt x="17164" y="6608"/>
                </a:cubicBezTo>
                <a:cubicBezTo>
                  <a:pt x="9076" y="9351"/>
                  <a:pt x="1" y="13269"/>
                  <a:pt x="706" y="20981"/>
                </a:cubicBezTo>
                <a:cubicBezTo>
                  <a:pt x="1364" y="28693"/>
                  <a:pt x="3778" y="49979"/>
                  <a:pt x="7900" y="56123"/>
                </a:cubicBezTo>
                <a:cubicBezTo>
                  <a:pt x="12007" y="62330"/>
                  <a:pt x="16647" y="61938"/>
                  <a:pt x="20769" y="62455"/>
                </a:cubicBezTo>
                <a:cubicBezTo>
                  <a:pt x="22910" y="62725"/>
                  <a:pt x="31906" y="63370"/>
                  <a:pt x="41044" y="63370"/>
                </a:cubicBezTo>
                <a:cubicBezTo>
                  <a:pt x="49435" y="63370"/>
                  <a:pt x="57945" y="62826"/>
                  <a:pt x="61381" y="60951"/>
                </a:cubicBezTo>
                <a:cubicBezTo>
                  <a:pt x="68576" y="56969"/>
                  <a:pt x="77118" y="29602"/>
                  <a:pt x="76930" y="15041"/>
                </a:cubicBezTo>
                <a:cubicBezTo>
                  <a:pt x="76819" y="2130"/>
                  <a:pt x="66432" y="1"/>
                  <a:pt x="58572" y="1"/>
                </a:cubicBez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202175" y="178946"/>
            <a:ext cx="7875392" cy="4819447"/>
          </a:xfrm>
          <a:custGeom>
            <a:avLst/>
            <a:gdLst/>
            <a:ahLst/>
            <a:cxnLst/>
            <a:rect l="l" t="t" r="r" b="b"/>
            <a:pathLst>
              <a:path w="77119" h="63370" extrusionOk="0">
                <a:moveTo>
                  <a:pt x="58572" y="1"/>
                </a:moveTo>
                <a:cubicBezTo>
                  <a:pt x="57567" y="1"/>
                  <a:pt x="56603" y="36"/>
                  <a:pt x="55707" y="87"/>
                </a:cubicBezTo>
                <a:cubicBezTo>
                  <a:pt x="34484" y="1326"/>
                  <a:pt x="17164" y="6608"/>
                  <a:pt x="17164" y="6608"/>
                </a:cubicBezTo>
                <a:cubicBezTo>
                  <a:pt x="9076" y="9351"/>
                  <a:pt x="1" y="13269"/>
                  <a:pt x="706" y="20981"/>
                </a:cubicBezTo>
                <a:cubicBezTo>
                  <a:pt x="1364" y="28693"/>
                  <a:pt x="3778" y="49979"/>
                  <a:pt x="7900" y="56123"/>
                </a:cubicBezTo>
                <a:cubicBezTo>
                  <a:pt x="12007" y="62330"/>
                  <a:pt x="16647" y="61938"/>
                  <a:pt x="20769" y="62455"/>
                </a:cubicBezTo>
                <a:cubicBezTo>
                  <a:pt x="22910" y="62725"/>
                  <a:pt x="31906" y="63370"/>
                  <a:pt x="41044" y="63370"/>
                </a:cubicBezTo>
                <a:cubicBezTo>
                  <a:pt x="49435" y="63370"/>
                  <a:pt x="57945" y="62826"/>
                  <a:pt x="61381" y="60951"/>
                </a:cubicBezTo>
                <a:cubicBezTo>
                  <a:pt x="68576" y="56969"/>
                  <a:pt x="77118" y="29602"/>
                  <a:pt x="76930" y="15041"/>
                </a:cubicBezTo>
                <a:cubicBezTo>
                  <a:pt x="76819" y="2130"/>
                  <a:pt x="66432" y="1"/>
                  <a:pt x="5857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188503" y="3544720"/>
            <a:ext cx="613320" cy="613354"/>
          </a:xfrm>
          <a:custGeom>
            <a:avLst/>
            <a:gdLst/>
            <a:ahLst/>
            <a:cxnLst/>
            <a:rect l="l" t="t" r="r" b="b"/>
            <a:pathLst>
              <a:path w="6662" h="6662" extrusionOk="0">
                <a:moveTo>
                  <a:pt x="3323" y="0"/>
                </a:moveTo>
                <a:cubicBezTo>
                  <a:pt x="1505" y="0"/>
                  <a:pt x="0" y="1442"/>
                  <a:pt x="0" y="3339"/>
                </a:cubicBezTo>
                <a:cubicBezTo>
                  <a:pt x="0" y="5157"/>
                  <a:pt x="1505" y="6662"/>
                  <a:pt x="3323" y="6662"/>
                </a:cubicBezTo>
                <a:cubicBezTo>
                  <a:pt x="5157" y="6662"/>
                  <a:pt x="6662" y="5157"/>
                  <a:pt x="6662" y="3339"/>
                </a:cubicBezTo>
                <a:cubicBezTo>
                  <a:pt x="6662" y="1442"/>
                  <a:pt x="5157" y="0"/>
                  <a:pt x="33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496264" y="4238523"/>
            <a:ext cx="613320" cy="607682"/>
          </a:xfrm>
          <a:custGeom>
            <a:avLst/>
            <a:gdLst/>
            <a:ahLst/>
            <a:cxnLst/>
            <a:rect l="l" t="t" r="r" b="b"/>
            <a:pathLst>
              <a:path w="6725" h="6663" extrusionOk="0">
                <a:moveTo>
                  <a:pt x="3339" y="1"/>
                </a:moveTo>
                <a:cubicBezTo>
                  <a:pt x="1505" y="1"/>
                  <a:pt x="0" y="1505"/>
                  <a:pt x="0" y="3339"/>
                </a:cubicBezTo>
                <a:cubicBezTo>
                  <a:pt x="0" y="5157"/>
                  <a:pt x="1505" y="6662"/>
                  <a:pt x="3339" y="6662"/>
                </a:cubicBezTo>
                <a:cubicBezTo>
                  <a:pt x="5220" y="6662"/>
                  <a:pt x="6724" y="5157"/>
                  <a:pt x="6724" y="3339"/>
                </a:cubicBezTo>
                <a:cubicBezTo>
                  <a:pt x="6724" y="1505"/>
                  <a:pt x="5220" y="1"/>
                  <a:pt x="33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229969" y="2430963"/>
            <a:ext cx="556982" cy="79991"/>
          </a:xfrm>
          <a:custGeom>
            <a:avLst/>
            <a:gdLst/>
            <a:ahLst/>
            <a:cxnLst/>
            <a:rect l="l" t="t" r="r" b="b"/>
            <a:pathLst>
              <a:path w="13857" h="1052" extrusionOk="0">
                <a:moveTo>
                  <a:pt x="534" y="1"/>
                </a:moveTo>
                <a:cubicBezTo>
                  <a:pt x="204" y="1"/>
                  <a:pt x="1" y="205"/>
                  <a:pt x="1" y="534"/>
                </a:cubicBezTo>
                <a:cubicBezTo>
                  <a:pt x="1" y="785"/>
                  <a:pt x="204" y="1051"/>
                  <a:pt x="534" y="1051"/>
                </a:cubicBezTo>
                <a:lnTo>
                  <a:pt x="13324" y="1051"/>
                </a:lnTo>
                <a:cubicBezTo>
                  <a:pt x="13653" y="1051"/>
                  <a:pt x="13857" y="785"/>
                  <a:pt x="13857" y="534"/>
                </a:cubicBezTo>
                <a:cubicBezTo>
                  <a:pt x="13857" y="205"/>
                  <a:pt x="13653" y="1"/>
                  <a:pt x="1332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229969" y="2560927"/>
            <a:ext cx="556982" cy="78699"/>
          </a:xfrm>
          <a:custGeom>
            <a:avLst/>
            <a:gdLst/>
            <a:ahLst/>
            <a:cxnLst/>
            <a:rect l="l" t="t" r="r" b="b"/>
            <a:pathLst>
              <a:path w="13857" h="1035" extrusionOk="0">
                <a:moveTo>
                  <a:pt x="534" y="0"/>
                </a:moveTo>
                <a:cubicBezTo>
                  <a:pt x="204" y="0"/>
                  <a:pt x="1" y="251"/>
                  <a:pt x="1" y="518"/>
                </a:cubicBezTo>
                <a:cubicBezTo>
                  <a:pt x="1" y="784"/>
                  <a:pt x="204" y="1035"/>
                  <a:pt x="534" y="1035"/>
                </a:cubicBezTo>
                <a:lnTo>
                  <a:pt x="13324" y="1035"/>
                </a:lnTo>
                <a:cubicBezTo>
                  <a:pt x="13653" y="1035"/>
                  <a:pt x="13857" y="784"/>
                  <a:pt x="13857" y="518"/>
                </a:cubicBezTo>
                <a:cubicBezTo>
                  <a:pt x="13857" y="251"/>
                  <a:pt x="13653" y="0"/>
                  <a:pt x="133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8229969" y="2689675"/>
            <a:ext cx="556982" cy="79915"/>
          </a:xfrm>
          <a:custGeom>
            <a:avLst/>
            <a:gdLst/>
            <a:ahLst/>
            <a:cxnLst/>
            <a:rect l="l" t="t" r="r" b="b"/>
            <a:pathLst>
              <a:path w="13857" h="1051" extrusionOk="0">
                <a:moveTo>
                  <a:pt x="534" y="0"/>
                </a:moveTo>
                <a:cubicBezTo>
                  <a:pt x="204" y="0"/>
                  <a:pt x="1" y="267"/>
                  <a:pt x="1" y="517"/>
                </a:cubicBezTo>
                <a:cubicBezTo>
                  <a:pt x="1" y="847"/>
                  <a:pt x="204" y="1050"/>
                  <a:pt x="534" y="1050"/>
                </a:cubicBezTo>
                <a:lnTo>
                  <a:pt x="13324" y="1050"/>
                </a:lnTo>
                <a:cubicBezTo>
                  <a:pt x="13653" y="1050"/>
                  <a:pt x="13857" y="847"/>
                  <a:pt x="13857" y="517"/>
                </a:cubicBezTo>
                <a:cubicBezTo>
                  <a:pt x="13857" y="267"/>
                  <a:pt x="13653" y="0"/>
                  <a:pt x="133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229969" y="2824354"/>
            <a:ext cx="556982" cy="73984"/>
          </a:xfrm>
          <a:custGeom>
            <a:avLst/>
            <a:gdLst/>
            <a:ahLst/>
            <a:cxnLst/>
            <a:rect l="l" t="t" r="r" b="b"/>
            <a:pathLst>
              <a:path w="13857" h="973" extrusionOk="0">
                <a:moveTo>
                  <a:pt x="534" y="0"/>
                </a:moveTo>
                <a:cubicBezTo>
                  <a:pt x="204" y="0"/>
                  <a:pt x="1" y="188"/>
                  <a:pt x="1" y="518"/>
                </a:cubicBezTo>
                <a:cubicBezTo>
                  <a:pt x="1" y="784"/>
                  <a:pt x="204" y="972"/>
                  <a:pt x="534" y="972"/>
                </a:cubicBezTo>
                <a:lnTo>
                  <a:pt x="13324" y="972"/>
                </a:lnTo>
                <a:cubicBezTo>
                  <a:pt x="13653" y="972"/>
                  <a:pt x="13857" y="784"/>
                  <a:pt x="13857" y="518"/>
                </a:cubicBezTo>
                <a:cubicBezTo>
                  <a:pt x="13857" y="188"/>
                  <a:pt x="13653" y="0"/>
                  <a:pt x="133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8229969" y="2953102"/>
            <a:ext cx="556982" cy="79915"/>
          </a:xfrm>
          <a:custGeom>
            <a:avLst/>
            <a:gdLst/>
            <a:ahLst/>
            <a:cxnLst/>
            <a:rect l="l" t="t" r="r" b="b"/>
            <a:pathLst>
              <a:path w="13857" h="1051" extrusionOk="0">
                <a:moveTo>
                  <a:pt x="534" y="0"/>
                </a:moveTo>
                <a:cubicBezTo>
                  <a:pt x="204" y="0"/>
                  <a:pt x="1" y="188"/>
                  <a:pt x="1" y="517"/>
                </a:cubicBezTo>
                <a:cubicBezTo>
                  <a:pt x="1" y="784"/>
                  <a:pt x="204" y="1050"/>
                  <a:pt x="534" y="1050"/>
                </a:cubicBezTo>
                <a:lnTo>
                  <a:pt x="13324" y="1050"/>
                </a:lnTo>
                <a:cubicBezTo>
                  <a:pt x="13653" y="1050"/>
                  <a:pt x="13857" y="784"/>
                  <a:pt x="13857" y="517"/>
                </a:cubicBezTo>
                <a:cubicBezTo>
                  <a:pt x="13857" y="188"/>
                  <a:pt x="13653" y="0"/>
                  <a:pt x="133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8229969" y="3081849"/>
            <a:ext cx="556982" cy="79915"/>
          </a:xfrm>
          <a:custGeom>
            <a:avLst/>
            <a:gdLst/>
            <a:ahLst/>
            <a:cxnLst/>
            <a:rect l="l" t="t" r="r" b="b"/>
            <a:pathLst>
              <a:path w="13857" h="1051" extrusionOk="0">
                <a:moveTo>
                  <a:pt x="534" y="0"/>
                </a:moveTo>
                <a:cubicBezTo>
                  <a:pt x="204" y="0"/>
                  <a:pt x="1" y="266"/>
                  <a:pt x="1" y="533"/>
                </a:cubicBezTo>
                <a:cubicBezTo>
                  <a:pt x="1" y="784"/>
                  <a:pt x="204" y="1050"/>
                  <a:pt x="534" y="1050"/>
                </a:cubicBezTo>
                <a:lnTo>
                  <a:pt x="13324" y="1050"/>
                </a:lnTo>
                <a:cubicBezTo>
                  <a:pt x="13653" y="1050"/>
                  <a:pt x="13857" y="784"/>
                  <a:pt x="13857" y="533"/>
                </a:cubicBezTo>
                <a:cubicBezTo>
                  <a:pt x="13857" y="266"/>
                  <a:pt x="13653" y="0"/>
                  <a:pt x="133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229969" y="3211738"/>
            <a:ext cx="556982" cy="78775"/>
          </a:xfrm>
          <a:custGeom>
            <a:avLst/>
            <a:gdLst/>
            <a:ahLst/>
            <a:cxnLst/>
            <a:rect l="l" t="t" r="r" b="b"/>
            <a:pathLst>
              <a:path w="13857" h="1036" extrusionOk="0">
                <a:moveTo>
                  <a:pt x="534" y="1"/>
                </a:moveTo>
                <a:cubicBezTo>
                  <a:pt x="204" y="1"/>
                  <a:pt x="1" y="251"/>
                  <a:pt x="1" y="518"/>
                </a:cubicBezTo>
                <a:cubicBezTo>
                  <a:pt x="1" y="847"/>
                  <a:pt x="204" y="1035"/>
                  <a:pt x="534" y="1035"/>
                </a:cubicBezTo>
                <a:lnTo>
                  <a:pt x="13324" y="1035"/>
                </a:lnTo>
                <a:cubicBezTo>
                  <a:pt x="13653" y="1035"/>
                  <a:pt x="13857" y="847"/>
                  <a:pt x="13857" y="518"/>
                </a:cubicBezTo>
                <a:cubicBezTo>
                  <a:pt x="13857" y="251"/>
                  <a:pt x="13653" y="1"/>
                  <a:pt x="1332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3059811" y="707194"/>
            <a:ext cx="4766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3944061" y="2879234"/>
            <a:ext cx="29976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1600">
                <a:solidFill>
                  <a:srgbClr val="EBEBEB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224802" y="43208"/>
            <a:ext cx="8694396" cy="5057084"/>
          </a:xfrm>
          <a:custGeom>
            <a:avLst/>
            <a:gdLst/>
            <a:ahLst/>
            <a:cxnLst/>
            <a:rect l="l" t="t" r="r" b="b"/>
            <a:pathLst>
              <a:path w="77119" h="63370" extrusionOk="0">
                <a:moveTo>
                  <a:pt x="58572" y="1"/>
                </a:moveTo>
                <a:cubicBezTo>
                  <a:pt x="57567" y="1"/>
                  <a:pt x="56603" y="36"/>
                  <a:pt x="55707" y="87"/>
                </a:cubicBezTo>
                <a:cubicBezTo>
                  <a:pt x="34484" y="1326"/>
                  <a:pt x="17164" y="6608"/>
                  <a:pt x="17164" y="6608"/>
                </a:cubicBezTo>
                <a:cubicBezTo>
                  <a:pt x="9076" y="9351"/>
                  <a:pt x="1" y="13269"/>
                  <a:pt x="706" y="20981"/>
                </a:cubicBezTo>
                <a:cubicBezTo>
                  <a:pt x="1364" y="28693"/>
                  <a:pt x="3778" y="49979"/>
                  <a:pt x="7900" y="56123"/>
                </a:cubicBezTo>
                <a:cubicBezTo>
                  <a:pt x="12007" y="62330"/>
                  <a:pt x="16647" y="61938"/>
                  <a:pt x="20769" y="62455"/>
                </a:cubicBezTo>
                <a:cubicBezTo>
                  <a:pt x="22910" y="62725"/>
                  <a:pt x="31906" y="63370"/>
                  <a:pt x="41044" y="63370"/>
                </a:cubicBezTo>
                <a:cubicBezTo>
                  <a:pt x="49435" y="63370"/>
                  <a:pt x="57945" y="62826"/>
                  <a:pt x="61381" y="60951"/>
                </a:cubicBezTo>
                <a:cubicBezTo>
                  <a:pt x="68576" y="56969"/>
                  <a:pt x="77118" y="29602"/>
                  <a:pt x="76930" y="15041"/>
                </a:cubicBezTo>
                <a:cubicBezTo>
                  <a:pt x="76819" y="2130"/>
                  <a:pt x="66432" y="1"/>
                  <a:pt x="58572" y="1"/>
                </a:cubicBez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344529" y="131450"/>
            <a:ext cx="8454942" cy="4917829"/>
          </a:xfrm>
          <a:custGeom>
            <a:avLst/>
            <a:gdLst/>
            <a:ahLst/>
            <a:cxnLst/>
            <a:rect l="l" t="t" r="r" b="b"/>
            <a:pathLst>
              <a:path w="77119" h="63370" extrusionOk="0">
                <a:moveTo>
                  <a:pt x="58572" y="1"/>
                </a:moveTo>
                <a:cubicBezTo>
                  <a:pt x="57567" y="1"/>
                  <a:pt x="56603" y="36"/>
                  <a:pt x="55707" y="87"/>
                </a:cubicBezTo>
                <a:cubicBezTo>
                  <a:pt x="34484" y="1326"/>
                  <a:pt x="17164" y="6608"/>
                  <a:pt x="17164" y="6608"/>
                </a:cubicBezTo>
                <a:cubicBezTo>
                  <a:pt x="9076" y="9351"/>
                  <a:pt x="1" y="13269"/>
                  <a:pt x="706" y="20981"/>
                </a:cubicBezTo>
                <a:cubicBezTo>
                  <a:pt x="1364" y="28693"/>
                  <a:pt x="3778" y="49979"/>
                  <a:pt x="7900" y="56123"/>
                </a:cubicBezTo>
                <a:cubicBezTo>
                  <a:pt x="12007" y="62330"/>
                  <a:pt x="16647" y="61938"/>
                  <a:pt x="20769" y="62455"/>
                </a:cubicBezTo>
                <a:cubicBezTo>
                  <a:pt x="22910" y="62725"/>
                  <a:pt x="31906" y="63370"/>
                  <a:pt x="41044" y="63370"/>
                </a:cubicBezTo>
                <a:cubicBezTo>
                  <a:pt x="49435" y="63370"/>
                  <a:pt x="57945" y="62826"/>
                  <a:pt x="61381" y="60951"/>
                </a:cubicBezTo>
                <a:cubicBezTo>
                  <a:pt x="68576" y="56969"/>
                  <a:pt x="77118" y="29602"/>
                  <a:pt x="76930" y="15041"/>
                </a:cubicBezTo>
                <a:cubicBezTo>
                  <a:pt x="76819" y="2130"/>
                  <a:pt x="66432" y="1"/>
                  <a:pt x="5857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7987250" y="4124649"/>
            <a:ext cx="728250" cy="721553"/>
          </a:xfrm>
          <a:custGeom>
            <a:avLst/>
            <a:gdLst/>
            <a:ahLst/>
            <a:cxnLst/>
            <a:rect l="l" t="t" r="r" b="b"/>
            <a:pathLst>
              <a:path w="6725" h="6663" extrusionOk="0">
                <a:moveTo>
                  <a:pt x="3339" y="1"/>
                </a:moveTo>
                <a:cubicBezTo>
                  <a:pt x="1505" y="1"/>
                  <a:pt x="0" y="1505"/>
                  <a:pt x="0" y="3339"/>
                </a:cubicBezTo>
                <a:cubicBezTo>
                  <a:pt x="0" y="5157"/>
                  <a:pt x="1505" y="6662"/>
                  <a:pt x="3339" y="6662"/>
                </a:cubicBezTo>
                <a:cubicBezTo>
                  <a:pt x="5220" y="6662"/>
                  <a:pt x="6724" y="5157"/>
                  <a:pt x="6724" y="3339"/>
                </a:cubicBezTo>
                <a:cubicBezTo>
                  <a:pt x="6724" y="1505"/>
                  <a:pt x="5220" y="1"/>
                  <a:pt x="3339" y="1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hasCustomPrompt="1"/>
          </p:nvPr>
        </p:nvSpPr>
        <p:spPr>
          <a:xfrm>
            <a:off x="1457725" y="1259507"/>
            <a:ext cx="3738900" cy="10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1457725" y="3401725"/>
            <a:ext cx="26286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tamaran"/>
              <a:buNone/>
              <a:defRPr sz="1600">
                <a:solidFill>
                  <a:schemeClr val="lt2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title" idx="2"/>
          </p:nvPr>
        </p:nvSpPr>
        <p:spPr>
          <a:xfrm>
            <a:off x="1457725" y="2812000"/>
            <a:ext cx="360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344519" y="4508777"/>
            <a:ext cx="556982" cy="79915"/>
          </a:xfrm>
          <a:custGeom>
            <a:avLst/>
            <a:gdLst/>
            <a:ahLst/>
            <a:cxnLst/>
            <a:rect l="l" t="t" r="r" b="b"/>
            <a:pathLst>
              <a:path w="13857" h="1051" extrusionOk="0">
                <a:moveTo>
                  <a:pt x="534" y="0"/>
                </a:moveTo>
                <a:cubicBezTo>
                  <a:pt x="204" y="0"/>
                  <a:pt x="1" y="188"/>
                  <a:pt x="1" y="517"/>
                </a:cubicBezTo>
                <a:cubicBezTo>
                  <a:pt x="1" y="784"/>
                  <a:pt x="204" y="1050"/>
                  <a:pt x="534" y="1050"/>
                </a:cubicBezTo>
                <a:lnTo>
                  <a:pt x="13324" y="1050"/>
                </a:lnTo>
                <a:cubicBezTo>
                  <a:pt x="13653" y="1050"/>
                  <a:pt x="13857" y="784"/>
                  <a:pt x="13857" y="517"/>
                </a:cubicBezTo>
                <a:cubicBezTo>
                  <a:pt x="13857" y="188"/>
                  <a:pt x="13653" y="0"/>
                  <a:pt x="133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344519" y="4637524"/>
            <a:ext cx="556982" cy="79915"/>
          </a:xfrm>
          <a:custGeom>
            <a:avLst/>
            <a:gdLst/>
            <a:ahLst/>
            <a:cxnLst/>
            <a:rect l="l" t="t" r="r" b="b"/>
            <a:pathLst>
              <a:path w="13857" h="1051" extrusionOk="0">
                <a:moveTo>
                  <a:pt x="534" y="0"/>
                </a:moveTo>
                <a:cubicBezTo>
                  <a:pt x="204" y="0"/>
                  <a:pt x="1" y="266"/>
                  <a:pt x="1" y="533"/>
                </a:cubicBezTo>
                <a:cubicBezTo>
                  <a:pt x="1" y="784"/>
                  <a:pt x="204" y="1050"/>
                  <a:pt x="534" y="1050"/>
                </a:cubicBezTo>
                <a:lnTo>
                  <a:pt x="13324" y="1050"/>
                </a:lnTo>
                <a:cubicBezTo>
                  <a:pt x="13653" y="1050"/>
                  <a:pt x="13857" y="784"/>
                  <a:pt x="13857" y="533"/>
                </a:cubicBezTo>
                <a:cubicBezTo>
                  <a:pt x="13857" y="266"/>
                  <a:pt x="13653" y="0"/>
                  <a:pt x="133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344519" y="4767413"/>
            <a:ext cx="556982" cy="78775"/>
          </a:xfrm>
          <a:custGeom>
            <a:avLst/>
            <a:gdLst/>
            <a:ahLst/>
            <a:cxnLst/>
            <a:rect l="l" t="t" r="r" b="b"/>
            <a:pathLst>
              <a:path w="13857" h="1036" extrusionOk="0">
                <a:moveTo>
                  <a:pt x="534" y="1"/>
                </a:moveTo>
                <a:cubicBezTo>
                  <a:pt x="204" y="1"/>
                  <a:pt x="1" y="251"/>
                  <a:pt x="1" y="518"/>
                </a:cubicBezTo>
                <a:cubicBezTo>
                  <a:pt x="1" y="847"/>
                  <a:pt x="204" y="1035"/>
                  <a:pt x="534" y="1035"/>
                </a:cubicBezTo>
                <a:lnTo>
                  <a:pt x="13324" y="1035"/>
                </a:lnTo>
                <a:cubicBezTo>
                  <a:pt x="13653" y="1035"/>
                  <a:pt x="13857" y="847"/>
                  <a:pt x="13857" y="518"/>
                </a:cubicBezTo>
                <a:cubicBezTo>
                  <a:pt x="13857" y="251"/>
                  <a:pt x="13653" y="1"/>
                  <a:pt x="1332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713225" y="1047700"/>
            <a:ext cx="7713600" cy="37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  <a:defRPr sz="12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Char char="○"/>
              <a:defRPr/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Char char="■"/>
              <a:defRPr/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Char char="●"/>
              <a:defRPr/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Char char="○"/>
              <a:defRPr/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Char char="■"/>
              <a:defRPr/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Char char="●"/>
              <a:defRPr/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Char char="○"/>
              <a:defRPr/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Muli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 flipH="1">
            <a:off x="969253" y="488975"/>
            <a:ext cx="741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9pPr>
          </a:lstStyle>
          <a:p>
            <a:endParaRPr/>
          </a:p>
        </p:txBody>
      </p:sp>
      <p:grpSp>
        <p:nvGrpSpPr>
          <p:cNvPr id="35" name="Google Shape;35;p4"/>
          <p:cNvGrpSpPr/>
          <p:nvPr/>
        </p:nvGrpSpPr>
        <p:grpSpPr>
          <a:xfrm>
            <a:off x="-830500" y="160050"/>
            <a:ext cx="10610225" cy="1696150"/>
            <a:chOff x="-830500" y="160050"/>
            <a:chExt cx="10610225" cy="1696150"/>
          </a:xfrm>
        </p:grpSpPr>
        <p:sp>
          <p:nvSpPr>
            <p:cNvPr id="36" name="Google Shape;36;p4"/>
            <p:cNvSpPr/>
            <p:nvPr/>
          </p:nvSpPr>
          <p:spPr>
            <a:xfrm rot="10800000">
              <a:off x="8770700" y="1704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 rot="10800000">
              <a:off x="8923100" y="1399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 rot="10800000">
              <a:off x="9227900" y="1246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 flipH="1">
              <a:off x="7932500" y="33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 flipH="1">
              <a:off x="8389700" y="78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 flipH="1">
              <a:off x="86945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40000" y="306775"/>
              <a:ext cx="549800" cy="146775"/>
            </a:xfrm>
            <a:custGeom>
              <a:avLst/>
              <a:gdLst/>
              <a:ahLst/>
              <a:cxnLst/>
              <a:rect l="l" t="t" r="r" b="b"/>
              <a:pathLst>
                <a:path w="21992" h="5871" extrusionOk="0">
                  <a:moveTo>
                    <a:pt x="0" y="1"/>
                  </a:moveTo>
                  <a:lnTo>
                    <a:pt x="0" y="5871"/>
                  </a:lnTo>
                  <a:lnTo>
                    <a:pt x="21991" y="5871"/>
                  </a:lnTo>
                  <a:lnTo>
                    <a:pt x="2199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200950" y="160050"/>
              <a:ext cx="551825" cy="149475"/>
            </a:xfrm>
            <a:custGeom>
              <a:avLst/>
              <a:gdLst/>
              <a:ahLst/>
              <a:cxnLst/>
              <a:rect l="l" t="t" r="r" b="b"/>
              <a:pathLst>
                <a:path w="22073" h="5979" extrusionOk="0">
                  <a:moveTo>
                    <a:pt x="108" y="0"/>
                  </a:moveTo>
                  <a:lnTo>
                    <a:pt x="108" y="0"/>
                  </a:lnTo>
                  <a:cubicBezTo>
                    <a:pt x="88" y="21"/>
                    <a:pt x="54" y="54"/>
                    <a:pt x="0" y="108"/>
                  </a:cubicBezTo>
                  <a:lnTo>
                    <a:pt x="0" y="1596"/>
                  </a:lnTo>
                  <a:lnTo>
                    <a:pt x="0" y="3057"/>
                  </a:lnTo>
                  <a:lnTo>
                    <a:pt x="0" y="5978"/>
                  </a:lnTo>
                  <a:lnTo>
                    <a:pt x="108" y="5978"/>
                  </a:lnTo>
                  <a:lnTo>
                    <a:pt x="15770" y="5870"/>
                  </a:lnTo>
                  <a:lnTo>
                    <a:pt x="216" y="5762"/>
                  </a:lnTo>
                  <a:lnTo>
                    <a:pt x="216" y="5762"/>
                  </a:lnTo>
                  <a:lnTo>
                    <a:pt x="216" y="3057"/>
                  </a:lnTo>
                  <a:lnTo>
                    <a:pt x="216" y="243"/>
                  </a:lnTo>
                  <a:lnTo>
                    <a:pt x="216" y="243"/>
                  </a:lnTo>
                  <a:lnTo>
                    <a:pt x="21964" y="109"/>
                  </a:lnTo>
                  <a:lnTo>
                    <a:pt x="21964" y="109"/>
                  </a:lnTo>
                  <a:cubicBezTo>
                    <a:pt x="21964" y="1921"/>
                    <a:pt x="22072" y="3382"/>
                    <a:pt x="22072" y="4301"/>
                  </a:cubicBezTo>
                  <a:lnTo>
                    <a:pt x="22072" y="108"/>
                  </a:lnTo>
                  <a:lnTo>
                    <a:pt x="2207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-830500" y="33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-525700" y="48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flipH="1">
              <a:off x="-685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1C2225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>
            <a:spLocks noGrp="1"/>
          </p:cNvSpPr>
          <p:nvPr>
            <p:ph type="title"/>
          </p:nvPr>
        </p:nvSpPr>
        <p:spPr>
          <a:xfrm>
            <a:off x="713225" y="488975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9pPr>
          </a:lstStyle>
          <a:p>
            <a:endParaRPr/>
          </a:p>
        </p:txBody>
      </p:sp>
      <p:grpSp>
        <p:nvGrpSpPr>
          <p:cNvPr id="105" name="Google Shape;105;p6"/>
          <p:cNvGrpSpPr/>
          <p:nvPr/>
        </p:nvGrpSpPr>
        <p:grpSpPr>
          <a:xfrm>
            <a:off x="-678100" y="160050"/>
            <a:ext cx="10534025" cy="4744150"/>
            <a:chOff x="-678100" y="160050"/>
            <a:chExt cx="10534025" cy="4744150"/>
          </a:xfrm>
        </p:grpSpPr>
        <p:sp>
          <p:nvSpPr>
            <p:cNvPr id="106" name="Google Shape;106;p6"/>
            <p:cNvSpPr/>
            <p:nvPr/>
          </p:nvSpPr>
          <p:spPr>
            <a:xfrm>
              <a:off x="888" y="3975038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 flipH="1">
              <a:off x="-678100" y="414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 flipH="1">
              <a:off x="-220900" y="459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 flipH="1">
              <a:off x="83900" y="475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 rot="10800000">
              <a:off x="-144700" y="3609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 rot="10800000">
              <a:off x="7700" y="3304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 flipH="1">
              <a:off x="-525700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 flipH="1">
              <a:off x="-220900" y="2389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 flipH="1">
              <a:off x="-68500" y="2694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6"/>
            <p:cNvSpPr/>
            <p:nvPr/>
          </p:nvSpPr>
          <p:spPr>
            <a:xfrm flipH="1">
              <a:off x="8435625" y="306775"/>
              <a:ext cx="549800" cy="146775"/>
            </a:xfrm>
            <a:custGeom>
              <a:avLst/>
              <a:gdLst/>
              <a:ahLst/>
              <a:cxnLst/>
              <a:rect l="l" t="t" r="r" b="b"/>
              <a:pathLst>
                <a:path w="21992" h="5871" extrusionOk="0">
                  <a:moveTo>
                    <a:pt x="0" y="1"/>
                  </a:moveTo>
                  <a:lnTo>
                    <a:pt x="0" y="5871"/>
                  </a:lnTo>
                  <a:lnTo>
                    <a:pt x="21991" y="5871"/>
                  </a:lnTo>
                  <a:lnTo>
                    <a:pt x="2199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6"/>
            <p:cNvSpPr/>
            <p:nvPr/>
          </p:nvSpPr>
          <p:spPr>
            <a:xfrm flipH="1">
              <a:off x="8272650" y="160050"/>
              <a:ext cx="551825" cy="149475"/>
            </a:xfrm>
            <a:custGeom>
              <a:avLst/>
              <a:gdLst/>
              <a:ahLst/>
              <a:cxnLst/>
              <a:rect l="l" t="t" r="r" b="b"/>
              <a:pathLst>
                <a:path w="22073" h="5979" extrusionOk="0">
                  <a:moveTo>
                    <a:pt x="108" y="0"/>
                  </a:moveTo>
                  <a:lnTo>
                    <a:pt x="108" y="0"/>
                  </a:lnTo>
                  <a:cubicBezTo>
                    <a:pt x="88" y="21"/>
                    <a:pt x="54" y="54"/>
                    <a:pt x="0" y="108"/>
                  </a:cubicBezTo>
                  <a:lnTo>
                    <a:pt x="0" y="1596"/>
                  </a:lnTo>
                  <a:lnTo>
                    <a:pt x="0" y="3057"/>
                  </a:lnTo>
                  <a:lnTo>
                    <a:pt x="0" y="5978"/>
                  </a:lnTo>
                  <a:lnTo>
                    <a:pt x="108" y="5978"/>
                  </a:lnTo>
                  <a:lnTo>
                    <a:pt x="15770" y="5870"/>
                  </a:lnTo>
                  <a:lnTo>
                    <a:pt x="216" y="5762"/>
                  </a:lnTo>
                  <a:lnTo>
                    <a:pt x="216" y="5762"/>
                  </a:lnTo>
                  <a:lnTo>
                    <a:pt x="216" y="3057"/>
                  </a:lnTo>
                  <a:lnTo>
                    <a:pt x="216" y="243"/>
                  </a:lnTo>
                  <a:lnTo>
                    <a:pt x="216" y="243"/>
                  </a:lnTo>
                  <a:lnTo>
                    <a:pt x="21964" y="109"/>
                  </a:lnTo>
                  <a:lnTo>
                    <a:pt x="21964" y="109"/>
                  </a:lnTo>
                  <a:cubicBezTo>
                    <a:pt x="21964" y="1921"/>
                    <a:pt x="22072" y="3382"/>
                    <a:pt x="22072" y="4301"/>
                  </a:cubicBezTo>
                  <a:lnTo>
                    <a:pt x="22072" y="108"/>
                  </a:lnTo>
                  <a:lnTo>
                    <a:pt x="2207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8999300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8694500" y="2389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6"/>
            <p:cNvSpPr/>
            <p:nvPr/>
          </p:nvSpPr>
          <p:spPr>
            <a:xfrm rot="10800000" flipH="1">
              <a:off x="8770700" y="1856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6"/>
            <p:cNvSpPr/>
            <p:nvPr/>
          </p:nvSpPr>
          <p:spPr>
            <a:xfrm rot="10800000" flipH="1">
              <a:off x="8465900" y="1704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6"/>
            <p:cNvSpPr/>
            <p:nvPr/>
          </p:nvSpPr>
          <p:spPr>
            <a:xfrm rot="10800000" flipH="1">
              <a:off x="8237300" y="1246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9304100" y="33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8999300" y="48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85421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>
            <a:spLocks noGrp="1"/>
          </p:cNvSpPr>
          <p:nvPr>
            <p:ph type="title"/>
          </p:nvPr>
        </p:nvSpPr>
        <p:spPr>
          <a:xfrm>
            <a:off x="4647350" y="1238625"/>
            <a:ext cx="3524100" cy="98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7" name="Google Shape;127;p7"/>
          <p:cNvSpPr txBox="1">
            <a:spLocks noGrp="1"/>
          </p:cNvSpPr>
          <p:nvPr>
            <p:ph type="body" idx="1"/>
          </p:nvPr>
        </p:nvSpPr>
        <p:spPr>
          <a:xfrm>
            <a:off x="4647350" y="2375850"/>
            <a:ext cx="3347100" cy="18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grpSp>
        <p:nvGrpSpPr>
          <p:cNvPr id="128" name="Google Shape;128;p7"/>
          <p:cNvGrpSpPr/>
          <p:nvPr/>
        </p:nvGrpSpPr>
        <p:grpSpPr>
          <a:xfrm>
            <a:off x="7989650" y="245775"/>
            <a:ext cx="1856601" cy="4744150"/>
            <a:chOff x="7989650" y="245775"/>
            <a:chExt cx="1856601" cy="4744150"/>
          </a:xfrm>
        </p:grpSpPr>
        <p:sp>
          <p:nvSpPr>
            <p:cNvPr id="129" name="Google Shape;129;p7"/>
            <p:cNvSpPr/>
            <p:nvPr/>
          </p:nvSpPr>
          <p:spPr>
            <a:xfrm>
              <a:off x="8860150" y="392500"/>
              <a:ext cx="549800" cy="146775"/>
            </a:xfrm>
            <a:custGeom>
              <a:avLst/>
              <a:gdLst/>
              <a:ahLst/>
              <a:cxnLst/>
              <a:rect l="l" t="t" r="r" b="b"/>
              <a:pathLst>
                <a:path w="21992" h="5871" extrusionOk="0">
                  <a:moveTo>
                    <a:pt x="0" y="1"/>
                  </a:moveTo>
                  <a:lnTo>
                    <a:pt x="0" y="5871"/>
                  </a:lnTo>
                  <a:lnTo>
                    <a:pt x="21991" y="5871"/>
                  </a:lnTo>
                  <a:lnTo>
                    <a:pt x="2199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9021100" y="245775"/>
              <a:ext cx="551825" cy="149475"/>
            </a:xfrm>
            <a:custGeom>
              <a:avLst/>
              <a:gdLst/>
              <a:ahLst/>
              <a:cxnLst/>
              <a:rect l="l" t="t" r="r" b="b"/>
              <a:pathLst>
                <a:path w="22073" h="5979" extrusionOk="0">
                  <a:moveTo>
                    <a:pt x="108" y="0"/>
                  </a:moveTo>
                  <a:lnTo>
                    <a:pt x="108" y="0"/>
                  </a:lnTo>
                  <a:cubicBezTo>
                    <a:pt x="88" y="21"/>
                    <a:pt x="54" y="54"/>
                    <a:pt x="0" y="108"/>
                  </a:cubicBezTo>
                  <a:lnTo>
                    <a:pt x="0" y="1596"/>
                  </a:lnTo>
                  <a:lnTo>
                    <a:pt x="0" y="3057"/>
                  </a:lnTo>
                  <a:lnTo>
                    <a:pt x="0" y="5978"/>
                  </a:lnTo>
                  <a:lnTo>
                    <a:pt x="108" y="5978"/>
                  </a:lnTo>
                  <a:lnTo>
                    <a:pt x="15770" y="5870"/>
                  </a:lnTo>
                  <a:lnTo>
                    <a:pt x="216" y="5762"/>
                  </a:lnTo>
                  <a:lnTo>
                    <a:pt x="216" y="5762"/>
                  </a:lnTo>
                  <a:lnTo>
                    <a:pt x="216" y="3057"/>
                  </a:lnTo>
                  <a:lnTo>
                    <a:pt x="216" y="243"/>
                  </a:lnTo>
                  <a:lnTo>
                    <a:pt x="216" y="243"/>
                  </a:lnTo>
                  <a:lnTo>
                    <a:pt x="21964" y="109"/>
                  </a:lnTo>
                  <a:lnTo>
                    <a:pt x="21964" y="109"/>
                  </a:lnTo>
                  <a:cubicBezTo>
                    <a:pt x="21964" y="1921"/>
                    <a:pt x="22072" y="3382"/>
                    <a:pt x="22072" y="4301"/>
                  </a:cubicBezTo>
                  <a:lnTo>
                    <a:pt x="22072" y="108"/>
                  </a:lnTo>
                  <a:lnTo>
                    <a:pt x="2207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1" name="Google Shape;131;p7"/>
            <p:cNvGrpSpPr/>
            <p:nvPr/>
          </p:nvGrpSpPr>
          <p:grpSpPr>
            <a:xfrm>
              <a:off x="9361333" y="2071782"/>
              <a:ext cx="484918" cy="453079"/>
              <a:chOff x="1211325" y="1407638"/>
              <a:chExt cx="797300" cy="744950"/>
            </a:xfrm>
          </p:grpSpPr>
          <p:sp>
            <p:nvSpPr>
              <p:cNvPr id="132" name="Google Shape;132;p7"/>
              <p:cNvSpPr/>
              <p:nvPr/>
            </p:nvSpPr>
            <p:spPr>
              <a:xfrm>
                <a:off x="1211325" y="1407638"/>
                <a:ext cx="797300" cy="744950"/>
              </a:xfrm>
              <a:custGeom>
                <a:avLst/>
                <a:gdLst/>
                <a:ahLst/>
                <a:cxnLst/>
                <a:rect l="l" t="t" r="r" b="b"/>
                <a:pathLst>
                  <a:path w="31892" h="29798" extrusionOk="0">
                    <a:moveTo>
                      <a:pt x="8081" y="1"/>
                    </a:moveTo>
                    <a:cubicBezTo>
                      <a:pt x="7861" y="1"/>
                      <a:pt x="7645" y="14"/>
                      <a:pt x="7439" y="43"/>
                    </a:cubicBezTo>
                    <a:cubicBezTo>
                      <a:pt x="5870" y="151"/>
                      <a:pt x="4301" y="827"/>
                      <a:pt x="3057" y="1855"/>
                    </a:cubicBezTo>
                    <a:cubicBezTo>
                      <a:pt x="1921" y="2856"/>
                      <a:pt x="1028" y="4208"/>
                      <a:pt x="568" y="5696"/>
                    </a:cubicBezTo>
                    <a:cubicBezTo>
                      <a:pt x="109" y="7049"/>
                      <a:pt x="0" y="8509"/>
                      <a:pt x="109" y="9970"/>
                    </a:cubicBezTo>
                    <a:cubicBezTo>
                      <a:pt x="352" y="12567"/>
                      <a:pt x="1136" y="15028"/>
                      <a:pt x="2381" y="17300"/>
                    </a:cubicBezTo>
                    <a:cubicBezTo>
                      <a:pt x="2949" y="18301"/>
                      <a:pt x="3490" y="19221"/>
                      <a:pt x="4166" y="20113"/>
                    </a:cubicBezTo>
                    <a:lnTo>
                      <a:pt x="5762" y="22602"/>
                    </a:lnTo>
                    <a:cubicBezTo>
                      <a:pt x="6763" y="24171"/>
                      <a:pt x="7682" y="25523"/>
                      <a:pt x="8467" y="26524"/>
                    </a:cubicBezTo>
                    <a:cubicBezTo>
                      <a:pt x="9251" y="27660"/>
                      <a:pt x="9927" y="28445"/>
                      <a:pt x="10387" y="29013"/>
                    </a:cubicBezTo>
                    <a:cubicBezTo>
                      <a:pt x="10820" y="29472"/>
                      <a:pt x="11064" y="29797"/>
                      <a:pt x="11064" y="29797"/>
                    </a:cubicBezTo>
                    <a:cubicBezTo>
                      <a:pt x="11064" y="29797"/>
                      <a:pt x="11064" y="29689"/>
                      <a:pt x="10928" y="29581"/>
                    </a:cubicBezTo>
                    <a:cubicBezTo>
                      <a:pt x="10820" y="29364"/>
                      <a:pt x="10604" y="29229"/>
                      <a:pt x="10387" y="28904"/>
                    </a:cubicBezTo>
                    <a:cubicBezTo>
                      <a:pt x="9927" y="28445"/>
                      <a:pt x="9359" y="27552"/>
                      <a:pt x="8575" y="26524"/>
                    </a:cubicBezTo>
                    <a:cubicBezTo>
                      <a:pt x="7791" y="25523"/>
                      <a:pt x="6871" y="24171"/>
                      <a:pt x="5870" y="22602"/>
                    </a:cubicBezTo>
                    <a:cubicBezTo>
                      <a:pt x="5410" y="21790"/>
                      <a:pt x="4842" y="20898"/>
                      <a:pt x="4301" y="20005"/>
                    </a:cubicBezTo>
                    <a:cubicBezTo>
                      <a:pt x="3625" y="19221"/>
                      <a:pt x="3057" y="18193"/>
                      <a:pt x="2489" y="17192"/>
                    </a:cubicBezTo>
                    <a:cubicBezTo>
                      <a:pt x="1245" y="14920"/>
                      <a:pt x="460" y="12458"/>
                      <a:pt x="244" y="9970"/>
                    </a:cubicBezTo>
                    <a:cubicBezTo>
                      <a:pt x="244" y="8509"/>
                      <a:pt x="352" y="7049"/>
                      <a:pt x="785" y="5696"/>
                    </a:cubicBezTo>
                    <a:cubicBezTo>
                      <a:pt x="1245" y="4344"/>
                      <a:pt x="2029" y="2991"/>
                      <a:pt x="3165" y="1963"/>
                    </a:cubicBezTo>
                    <a:cubicBezTo>
                      <a:pt x="4409" y="963"/>
                      <a:pt x="5870" y="395"/>
                      <a:pt x="7439" y="151"/>
                    </a:cubicBezTo>
                    <a:cubicBezTo>
                      <a:pt x="8223" y="151"/>
                      <a:pt x="9035" y="286"/>
                      <a:pt x="9819" y="503"/>
                    </a:cubicBezTo>
                    <a:cubicBezTo>
                      <a:pt x="10604" y="827"/>
                      <a:pt x="11388" y="1179"/>
                      <a:pt x="11956" y="1747"/>
                    </a:cubicBezTo>
                    <a:cubicBezTo>
                      <a:pt x="13200" y="2991"/>
                      <a:pt x="14093" y="4452"/>
                      <a:pt x="14553" y="6021"/>
                    </a:cubicBezTo>
                    <a:cubicBezTo>
                      <a:pt x="14986" y="7833"/>
                      <a:pt x="15337" y="9510"/>
                      <a:pt x="15337" y="11322"/>
                    </a:cubicBezTo>
                    <a:cubicBezTo>
                      <a:pt x="15337" y="11647"/>
                      <a:pt x="15445" y="12107"/>
                      <a:pt x="15445" y="12567"/>
                    </a:cubicBezTo>
                    <a:lnTo>
                      <a:pt x="15445" y="13135"/>
                    </a:lnTo>
                    <a:lnTo>
                      <a:pt x="15662" y="12567"/>
                    </a:lnTo>
                    <a:cubicBezTo>
                      <a:pt x="16122" y="10863"/>
                      <a:pt x="17150" y="9402"/>
                      <a:pt x="18367" y="8266"/>
                    </a:cubicBezTo>
                    <a:cubicBezTo>
                      <a:pt x="19503" y="7049"/>
                      <a:pt x="21072" y="6237"/>
                      <a:pt x="22776" y="6021"/>
                    </a:cubicBezTo>
                    <a:cubicBezTo>
                      <a:pt x="23333" y="5905"/>
                      <a:pt x="23894" y="5845"/>
                      <a:pt x="24451" y="5845"/>
                    </a:cubicBezTo>
                    <a:cubicBezTo>
                      <a:pt x="25462" y="5845"/>
                      <a:pt x="26459" y="6045"/>
                      <a:pt x="27401" y="6481"/>
                    </a:cubicBezTo>
                    <a:cubicBezTo>
                      <a:pt x="28862" y="7157"/>
                      <a:pt x="29998" y="8158"/>
                      <a:pt x="30782" y="9510"/>
                    </a:cubicBezTo>
                    <a:cubicBezTo>
                      <a:pt x="31459" y="10863"/>
                      <a:pt x="31675" y="12323"/>
                      <a:pt x="31459" y="13811"/>
                    </a:cubicBezTo>
                    <a:cubicBezTo>
                      <a:pt x="31215" y="15163"/>
                      <a:pt x="30539" y="16381"/>
                      <a:pt x="29538" y="17408"/>
                    </a:cubicBezTo>
                    <a:cubicBezTo>
                      <a:pt x="28645" y="18301"/>
                      <a:pt x="27618" y="19221"/>
                      <a:pt x="26617" y="19897"/>
                    </a:cubicBezTo>
                    <a:cubicBezTo>
                      <a:pt x="25589" y="20681"/>
                      <a:pt x="24588" y="21358"/>
                      <a:pt x="23668" y="22034"/>
                    </a:cubicBezTo>
                    <a:cubicBezTo>
                      <a:pt x="19854" y="24631"/>
                      <a:pt x="16690" y="26524"/>
                      <a:pt x="14553" y="27768"/>
                    </a:cubicBezTo>
                    <a:cubicBezTo>
                      <a:pt x="13417" y="28445"/>
                      <a:pt x="12524" y="28904"/>
                      <a:pt x="11956" y="29229"/>
                    </a:cubicBezTo>
                    <a:cubicBezTo>
                      <a:pt x="12524" y="29013"/>
                      <a:pt x="13417" y="28445"/>
                      <a:pt x="14553" y="27877"/>
                    </a:cubicBezTo>
                    <a:cubicBezTo>
                      <a:pt x="16798" y="26524"/>
                      <a:pt x="19963" y="24631"/>
                      <a:pt x="23777" y="22142"/>
                    </a:cubicBezTo>
                    <a:cubicBezTo>
                      <a:pt x="24696" y="21466"/>
                      <a:pt x="25697" y="20790"/>
                      <a:pt x="26725" y="20005"/>
                    </a:cubicBezTo>
                    <a:cubicBezTo>
                      <a:pt x="27726" y="19329"/>
                      <a:pt x="28754" y="18409"/>
                      <a:pt x="29646" y="17517"/>
                    </a:cubicBezTo>
                    <a:cubicBezTo>
                      <a:pt x="30674" y="16516"/>
                      <a:pt x="31350" y="15163"/>
                      <a:pt x="31675" y="13811"/>
                    </a:cubicBezTo>
                    <a:cubicBezTo>
                      <a:pt x="31891" y="12323"/>
                      <a:pt x="31675" y="10754"/>
                      <a:pt x="30890" y="9402"/>
                    </a:cubicBezTo>
                    <a:cubicBezTo>
                      <a:pt x="30214" y="8049"/>
                      <a:pt x="28970" y="6913"/>
                      <a:pt x="27509" y="6237"/>
                    </a:cubicBezTo>
                    <a:cubicBezTo>
                      <a:pt x="26510" y="5774"/>
                      <a:pt x="25396" y="5578"/>
                      <a:pt x="24255" y="5578"/>
                    </a:cubicBezTo>
                    <a:cubicBezTo>
                      <a:pt x="23729" y="5578"/>
                      <a:pt x="23197" y="5619"/>
                      <a:pt x="22668" y="5696"/>
                    </a:cubicBezTo>
                    <a:cubicBezTo>
                      <a:pt x="21883" y="5913"/>
                      <a:pt x="21072" y="6129"/>
                      <a:pt x="20287" y="6589"/>
                    </a:cubicBezTo>
                    <a:cubicBezTo>
                      <a:pt x="19503" y="6913"/>
                      <a:pt x="18827" y="7481"/>
                      <a:pt x="18150" y="8049"/>
                    </a:cubicBezTo>
                    <a:cubicBezTo>
                      <a:pt x="17045" y="9154"/>
                      <a:pt x="16218" y="10430"/>
                      <a:pt x="15648" y="11895"/>
                    </a:cubicBezTo>
                    <a:lnTo>
                      <a:pt x="15648" y="11895"/>
                    </a:lnTo>
                    <a:cubicBezTo>
                      <a:pt x="15635" y="11682"/>
                      <a:pt x="15608" y="11485"/>
                      <a:pt x="15554" y="11322"/>
                    </a:cubicBezTo>
                    <a:cubicBezTo>
                      <a:pt x="15554" y="9510"/>
                      <a:pt x="15337" y="7725"/>
                      <a:pt x="14769" y="6021"/>
                    </a:cubicBezTo>
                    <a:cubicBezTo>
                      <a:pt x="14309" y="4344"/>
                      <a:pt x="13417" y="2748"/>
                      <a:pt x="12064" y="1639"/>
                    </a:cubicBezTo>
                    <a:cubicBezTo>
                      <a:pt x="11496" y="1071"/>
                      <a:pt x="10712" y="611"/>
                      <a:pt x="9927" y="286"/>
                    </a:cubicBezTo>
                    <a:cubicBezTo>
                      <a:pt x="9349" y="107"/>
                      <a:pt x="8698" y="1"/>
                      <a:pt x="8081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7"/>
              <p:cNvSpPr/>
              <p:nvPr/>
            </p:nvSpPr>
            <p:spPr>
              <a:xfrm>
                <a:off x="1290450" y="1597363"/>
                <a:ext cx="109575" cy="197475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7899" extrusionOk="0">
                    <a:moveTo>
                      <a:pt x="3598" y="1"/>
                    </a:moveTo>
                    <a:lnTo>
                      <a:pt x="3381" y="352"/>
                    </a:lnTo>
                    <a:cubicBezTo>
                      <a:pt x="2353" y="2273"/>
                      <a:pt x="1569" y="3950"/>
                      <a:pt x="893" y="5194"/>
                    </a:cubicBezTo>
                    <a:lnTo>
                      <a:pt x="217" y="6655"/>
                    </a:lnTo>
                    <a:cubicBezTo>
                      <a:pt x="108" y="6898"/>
                      <a:pt x="108" y="7115"/>
                      <a:pt x="0" y="7223"/>
                    </a:cubicBezTo>
                    <a:cubicBezTo>
                      <a:pt x="108" y="7115"/>
                      <a:pt x="217" y="6898"/>
                      <a:pt x="325" y="6763"/>
                    </a:cubicBezTo>
                    <a:lnTo>
                      <a:pt x="1136" y="5302"/>
                    </a:lnTo>
                    <a:cubicBezTo>
                      <a:pt x="1773" y="4130"/>
                      <a:pt x="2507" y="2573"/>
                      <a:pt x="3427" y="791"/>
                    </a:cubicBezTo>
                    <a:lnTo>
                      <a:pt x="3427" y="791"/>
                    </a:lnTo>
                    <a:cubicBezTo>
                      <a:pt x="3631" y="2737"/>
                      <a:pt x="3856" y="4395"/>
                      <a:pt x="4058" y="5654"/>
                    </a:cubicBezTo>
                    <a:cubicBezTo>
                      <a:pt x="4166" y="6330"/>
                      <a:pt x="4274" y="6898"/>
                      <a:pt x="4274" y="7223"/>
                    </a:cubicBezTo>
                    <a:cubicBezTo>
                      <a:pt x="4274" y="7439"/>
                      <a:pt x="4382" y="7683"/>
                      <a:pt x="4382" y="7899"/>
                    </a:cubicBezTo>
                    <a:lnTo>
                      <a:pt x="4382" y="7223"/>
                    </a:lnTo>
                    <a:cubicBezTo>
                      <a:pt x="4382" y="6898"/>
                      <a:pt x="4274" y="6330"/>
                      <a:pt x="4166" y="5654"/>
                    </a:cubicBezTo>
                    <a:cubicBezTo>
                      <a:pt x="4058" y="4301"/>
                      <a:pt x="3841" y="2381"/>
                      <a:pt x="3598" y="352"/>
                    </a:cubicBezTo>
                    <a:lnTo>
                      <a:pt x="359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7"/>
              <p:cNvSpPr/>
              <p:nvPr/>
            </p:nvSpPr>
            <p:spPr>
              <a:xfrm>
                <a:off x="1315450" y="1715713"/>
                <a:ext cx="96050" cy="20300"/>
              </a:xfrm>
              <a:custGeom>
                <a:avLst/>
                <a:gdLst/>
                <a:ahLst/>
                <a:cxnLst/>
                <a:rect l="l" t="t" r="r" b="b"/>
                <a:pathLst>
                  <a:path w="3842" h="812" extrusionOk="0">
                    <a:moveTo>
                      <a:pt x="1" y="0"/>
                    </a:moveTo>
                    <a:cubicBezTo>
                      <a:pt x="569" y="244"/>
                      <a:pt x="1245" y="352"/>
                      <a:pt x="1921" y="460"/>
                    </a:cubicBezTo>
                    <a:cubicBezTo>
                      <a:pt x="2490" y="676"/>
                      <a:pt x="3166" y="676"/>
                      <a:pt x="3842" y="812"/>
                    </a:cubicBezTo>
                    <a:cubicBezTo>
                      <a:pt x="3166" y="460"/>
                      <a:pt x="2598" y="352"/>
                      <a:pt x="1921" y="244"/>
                    </a:cubicBezTo>
                    <a:cubicBezTo>
                      <a:pt x="1353" y="135"/>
                      <a:pt x="677" y="0"/>
                      <a:pt x="1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7"/>
              <p:cNvSpPr/>
              <p:nvPr/>
            </p:nvSpPr>
            <p:spPr>
              <a:xfrm>
                <a:off x="1464900" y="1789413"/>
                <a:ext cx="137975" cy="104175"/>
              </a:xfrm>
              <a:custGeom>
                <a:avLst/>
                <a:gdLst/>
                <a:ahLst/>
                <a:cxnLst/>
                <a:rect l="l" t="t" r="r" b="b"/>
                <a:pathLst>
                  <a:path w="5519" h="4167" extrusionOk="0">
                    <a:moveTo>
                      <a:pt x="5519" y="1"/>
                    </a:moveTo>
                    <a:cubicBezTo>
                      <a:pt x="4626" y="677"/>
                      <a:pt x="3625" y="1353"/>
                      <a:pt x="2706" y="2029"/>
                    </a:cubicBezTo>
                    <a:cubicBezTo>
                      <a:pt x="1813" y="2706"/>
                      <a:pt x="921" y="3382"/>
                      <a:pt x="1" y="4166"/>
                    </a:cubicBezTo>
                    <a:cubicBezTo>
                      <a:pt x="1029" y="3598"/>
                      <a:pt x="1921" y="2922"/>
                      <a:pt x="2814" y="2246"/>
                    </a:cubicBezTo>
                    <a:cubicBezTo>
                      <a:pt x="3842" y="1569"/>
                      <a:pt x="4734" y="785"/>
                      <a:pt x="5519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7"/>
              <p:cNvSpPr/>
              <p:nvPr/>
            </p:nvSpPr>
            <p:spPr>
              <a:xfrm>
                <a:off x="1493300" y="1794838"/>
                <a:ext cx="62250" cy="132550"/>
              </a:xfrm>
              <a:custGeom>
                <a:avLst/>
                <a:gdLst/>
                <a:ahLst/>
                <a:cxnLst/>
                <a:rect l="l" t="t" r="r" b="b"/>
                <a:pathLst>
                  <a:path w="2490" h="5302" extrusionOk="0">
                    <a:moveTo>
                      <a:pt x="1" y="0"/>
                    </a:moveTo>
                    <a:cubicBezTo>
                      <a:pt x="1" y="216"/>
                      <a:pt x="109" y="568"/>
                      <a:pt x="109" y="784"/>
                    </a:cubicBezTo>
                    <a:cubicBezTo>
                      <a:pt x="325" y="1461"/>
                      <a:pt x="569" y="2137"/>
                      <a:pt x="894" y="2813"/>
                    </a:cubicBezTo>
                    <a:cubicBezTo>
                      <a:pt x="1245" y="3381"/>
                      <a:pt x="1570" y="4057"/>
                      <a:pt x="1921" y="4625"/>
                    </a:cubicBezTo>
                    <a:cubicBezTo>
                      <a:pt x="2030" y="4842"/>
                      <a:pt x="2246" y="5085"/>
                      <a:pt x="2489" y="5302"/>
                    </a:cubicBezTo>
                    <a:cubicBezTo>
                      <a:pt x="2489" y="5302"/>
                      <a:pt x="1813" y="4166"/>
                      <a:pt x="1137" y="2705"/>
                    </a:cubicBezTo>
                    <a:cubicBezTo>
                      <a:pt x="461" y="124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1707675" y="1686963"/>
                <a:ext cx="89950" cy="195125"/>
              </a:xfrm>
              <a:custGeom>
                <a:avLst/>
                <a:gdLst/>
                <a:ahLst/>
                <a:cxnLst/>
                <a:rect l="l" t="t" r="r" b="b"/>
                <a:pathLst>
                  <a:path w="3598" h="7805" extrusionOk="0">
                    <a:moveTo>
                      <a:pt x="1139" y="1"/>
                    </a:moveTo>
                    <a:cubicBezTo>
                      <a:pt x="837" y="1"/>
                      <a:pt x="589" y="122"/>
                      <a:pt x="325" y="366"/>
                    </a:cubicBezTo>
                    <a:cubicBezTo>
                      <a:pt x="109" y="609"/>
                      <a:pt x="0" y="934"/>
                      <a:pt x="109" y="1285"/>
                    </a:cubicBezTo>
                    <a:cubicBezTo>
                      <a:pt x="109" y="1962"/>
                      <a:pt x="109" y="2503"/>
                      <a:pt x="325" y="3071"/>
                    </a:cubicBezTo>
                    <a:cubicBezTo>
                      <a:pt x="325" y="3639"/>
                      <a:pt x="433" y="4207"/>
                      <a:pt x="541" y="4667"/>
                    </a:cubicBezTo>
                    <a:cubicBezTo>
                      <a:pt x="677" y="5559"/>
                      <a:pt x="893" y="6235"/>
                      <a:pt x="1001" y="6804"/>
                    </a:cubicBezTo>
                    <a:cubicBezTo>
                      <a:pt x="1001" y="6235"/>
                      <a:pt x="893" y="5559"/>
                      <a:pt x="785" y="4667"/>
                    </a:cubicBezTo>
                    <a:cubicBezTo>
                      <a:pt x="677" y="4099"/>
                      <a:pt x="541" y="3639"/>
                      <a:pt x="433" y="3071"/>
                    </a:cubicBezTo>
                    <a:cubicBezTo>
                      <a:pt x="325" y="2503"/>
                      <a:pt x="325" y="1962"/>
                      <a:pt x="325" y="1285"/>
                    </a:cubicBezTo>
                    <a:cubicBezTo>
                      <a:pt x="325" y="1042"/>
                      <a:pt x="325" y="717"/>
                      <a:pt x="541" y="474"/>
                    </a:cubicBezTo>
                    <a:cubicBezTo>
                      <a:pt x="720" y="316"/>
                      <a:pt x="883" y="215"/>
                      <a:pt x="1096" y="215"/>
                    </a:cubicBezTo>
                    <a:cubicBezTo>
                      <a:pt x="1174" y="215"/>
                      <a:pt x="1259" y="229"/>
                      <a:pt x="1353" y="258"/>
                    </a:cubicBezTo>
                    <a:cubicBezTo>
                      <a:pt x="1894" y="609"/>
                      <a:pt x="2246" y="1285"/>
                      <a:pt x="2029" y="1962"/>
                    </a:cubicBezTo>
                    <a:cubicBezTo>
                      <a:pt x="1846" y="2368"/>
                      <a:pt x="1480" y="2790"/>
                      <a:pt x="1080" y="3169"/>
                    </a:cubicBezTo>
                    <a:lnTo>
                      <a:pt x="1080" y="3169"/>
                    </a:lnTo>
                    <a:cubicBezTo>
                      <a:pt x="918" y="3263"/>
                      <a:pt x="780" y="3385"/>
                      <a:pt x="677" y="3531"/>
                    </a:cubicBezTo>
                    <a:lnTo>
                      <a:pt x="785" y="3639"/>
                    </a:lnTo>
                    <a:cubicBezTo>
                      <a:pt x="803" y="3630"/>
                      <a:pt x="821" y="3621"/>
                      <a:pt x="839" y="3612"/>
                    </a:cubicBezTo>
                    <a:lnTo>
                      <a:pt x="839" y="3612"/>
                    </a:lnTo>
                    <a:lnTo>
                      <a:pt x="893" y="3639"/>
                    </a:lnTo>
                    <a:cubicBezTo>
                      <a:pt x="1164" y="3367"/>
                      <a:pt x="1606" y="3153"/>
                      <a:pt x="2012" y="3153"/>
                    </a:cubicBezTo>
                    <a:cubicBezTo>
                      <a:pt x="2092" y="3153"/>
                      <a:pt x="2170" y="3161"/>
                      <a:pt x="2246" y="3179"/>
                    </a:cubicBezTo>
                    <a:cubicBezTo>
                      <a:pt x="2814" y="3314"/>
                      <a:pt x="3138" y="3639"/>
                      <a:pt x="3246" y="4207"/>
                    </a:cubicBezTo>
                    <a:cubicBezTo>
                      <a:pt x="3490" y="4531"/>
                      <a:pt x="3382" y="4991"/>
                      <a:pt x="3138" y="5451"/>
                    </a:cubicBezTo>
                    <a:cubicBezTo>
                      <a:pt x="2922" y="5776"/>
                      <a:pt x="2705" y="6019"/>
                      <a:pt x="2354" y="6235"/>
                    </a:cubicBezTo>
                    <a:cubicBezTo>
                      <a:pt x="1827" y="6662"/>
                      <a:pt x="1417" y="6972"/>
                      <a:pt x="1080" y="7295"/>
                    </a:cubicBezTo>
                    <a:lnTo>
                      <a:pt x="1080" y="7295"/>
                    </a:lnTo>
                    <a:lnTo>
                      <a:pt x="1001" y="6804"/>
                    </a:lnTo>
                    <a:lnTo>
                      <a:pt x="1001" y="6804"/>
                    </a:lnTo>
                    <a:cubicBezTo>
                      <a:pt x="1001" y="7051"/>
                      <a:pt x="1001" y="7173"/>
                      <a:pt x="1049" y="7324"/>
                    </a:cubicBezTo>
                    <a:lnTo>
                      <a:pt x="1049" y="7324"/>
                    </a:lnTo>
                    <a:cubicBezTo>
                      <a:pt x="1033" y="7340"/>
                      <a:pt x="1017" y="7356"/>
                      <a:pt x="1001" y="7372"/>
                    </a:cubicBezTo>
                    <a:cubicBezTo>
                      <a:pt x="1018" y="7360"/>
                      <a:pt x="1035" y="7348"/>
                      <a:pt x="1053" y="7336"/>
                    </a:cubicBezTo>
                    <a:lnTo>
                      <a:pt x="1053" y="7336"/>
                    </a:lnTo>
                    <a:cubicBezTo>
                      <a:pt x="1067" y="7380"/>
                      <a:pt x="1086" y="7426"/>
                      <a:pt x="1109" y="7480"/>
                    </a:cubicBezTo>
                    <a:lnTo>
                      <a:pt x="1083" y="7315"/>
                    </a:lnTo>
                    <a:lnTo>
                      <a:pt x="1083" y="7315"/>
                    </a:lnTo>
                    <a:cubicBezTo>
                      <a:pt x="1420" y="7078"/>
                      <a:pt x="1837" y="6769"/>
                      <a:pt x="2462" y="6344"/>
                    </a:cubicBezTo>
                    <a:cubicBezTo>
                      <a:pt x="2814" y="6127"/>
                      <a:pt x="3030" y="5884"/>
                      <a:pt x="3246" y="5559"/>
                    </a:cubicBezTo>
                    <a:cubicBezTo>
                      <a:pt x="3598" y="5099"/>
                      <a:pt x="3598" y="4531"/>
                      <a:pt x="3490" y="4099"/>
                    </a:cubicBezTo>
                    <a:cubicBezTo>
                      <a:pt x="3246" y="3531"/>
                      <a:pt x="2814" y="3071"/>
                      <a:pt x="2354" y="2963"/>
                    </a:cubicBezTo>
                    <a:cubicBezTo>
                      <a:pt x="2239" y="2944"/>
                      <a:pt x="2123" y="2935"/>
                      <a:pt x="2010" y="2935"/>
                    </a:cubicBezTo>
                    <a:cubicBezTo>
                      <a:pt x="1870" y="2935"/>
                      <a:pt x="1733" y="2949"/>
                      <a:pt x="1601" y="2975"/>
                    </a:cubicBezTo>
                    <a:lnTo>
                      <a:pt x="1601" y="2975"/>
                    </a:lnTo>
                    <a:cubicBezTo>
                      <a:pt x="1854" y="2671"/>
                      <a:pt x="2061" y="2317"/>
                      <a:pt x="2246" y="1962"/>
                    </a:cubicBezTo>
                    <a:cubicBezTo>
                      <a:pt x="2354" y="1610"/>
                      <a:pt x="2354" y="1150"/>
                      <a:pt x="2246" y="826"/>
                    </a:cubicBezTo>
                    <a:cubicBezTo>
                      <a:pt x="2029" y="474"/>
                      <a:pt x="1786" y="258"/>
                      <a:pt x="1461" y="41"/>
                    </a:cubicBezTo>
                    <a:cubicBezTo>
                      <a:pt x="1346" y="14"/>
                      <a:pt x="1240" y="1"/>
                      <a:pt x="1139" y="1"/>
                    </a:cubicBezTo>
                    <a:close/>
                    <a:moveTo>
                      <a:pt x="1001" y="7372"/>
                    </a:moveTo>
                    <a:lnTo>
                      <a:pt x="541" y="7804"/>
                    </a:lnTo>
                    <a:cubicBezTo>
                      <a:pt x="677" y="7804"/>
                      <a:pt x="677" y="7696"/>
                      <a:pt x="677" y="7696"/>
                    </a:cubicBezTo>
                    <a:lnTo>
                      <a:pt x="1001" y="7372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8" name="Google Shape;138;p7"/>
            <p:cNvSpPr/>
            <p:nvPr/>
          </p:nvSpPr>
          <p:spPr>
            <a:xfrm>
              <a:off x="8821038" y="4060763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7"/>
            <p:cNvSpPr/>
            <p:nvPr/>
          </p:nvSpPr>
          <p:spPr>
            <a:xfrm flipH="1">
              <a:off x="8142050" y="42281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7"/>
            <p:cNvSpPr/>
            <p:nvPr/>
          </p:nvSpPr>
          <p:spPr>
            <a:xfrm flipH="1">
              <a:off x="8446850" y="43805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7"/>
            <p:cNvSpPr/>
            <p:nvPr/>
          </p:nvSpPr>
          <p:spPr>
            <a:xfrm flipH="1">
              <a:off x="8599250" y="46853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7"/>
            <p:cNvSpPr/>
            <p:nvPr/>
          </p:nvSpPr>
          <p:spPr>
            <a:xfrm flipH="1">
              <a:off x="8904050" y="48377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7"/>
            <p:cNvSpPr/>
            <p:nvPr/>
          </p:nvSpPr>
          <p:spPr>
            <a:xfrm rot="10800000">
              <a:off x="8675450" y="36947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7"/>
            <p:cNvSpPr/>
            <p:nvPr/>
          </p:nvSpPr>
          <p:spPr>
            <a:xfrm rot="10800000">
              <a:off x="8827850" y="33899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7"/>
            <p:cNvSpPr/>
            <p:nvPr/>
          </p:nvSpPr>
          <p:spPr>
            <a:xfrm flipH="1">
              <a:off x="8294450" y="23231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 flipH="1">
              <a:off x="8599250" y="24755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7"/>
            <p:cNvSpPr/>
            <p:nvPr/>
          </p:nvSpPr>
          <p:spPr>
            <a:xfrm flipH="1">
              <a:off x="9056450" y="29327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7"/>
            <p:cNvSpPr/>
            <p:nvPr/>
          </p:nvSpPr>
          <p:spPr>
            <a:xfrm rot="10800000">
              <a:off x="8523050" y="19421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7"/>
            <p:cNvSpPr/>
            <p:nvPr/>
          </p:nvSpPr>
          <p:spPr>
            <a:xfrm rot="10800000">
              <a:off x="8827850" y="17897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7"/>
            <p:cNvSpPr/>
            <p:nvPr/>
          </p:nvSpPr>
          <p:spPr>
            <a:xfrm rot="10800000">
              <a:off x="9285050" y="13325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7"/>
            <p:cNvSpPr/>
            <p:nvPr/>
          </p:nvSpPr>
          <p:spPr>
            <a:xfrm flipH="1">
              <a:off x="7989650" y="4181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7"/>
            <p:cNvSpPr/>
            <p:nvPr/>
          </p:nvSpPr>
          <p:spPr>
            <a:xfrm flipH="1">
              <a:off x="8294450" y="5705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7"/>
            <p:cNvSpPr/>
            <p:nvPr/>
          </p:nvSpPr>
          <p:spPr>
            <a:xfrm flipH="1">
              <a:off x="8751650" y="10277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 txBox="1">
            <a:spLocks noGrp="1"/>
          </p:cNvSpPr>
          <p:nvPr>
            <p:ph type="title"/>
          </p:nvPr>
        </p:nvSpPr>
        <p:spPr>
          <a:xfrm>
            <a:off x="865625" y="488975"/>
            <a:ext cx="741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9"/>
          <p:cNvSpPr txBox="1">
            <a:spLocks noGrp="1"/>
          </p:cNvSpPr>
          <p:nvPr>
            <p:ph type="body" idx="1"/>
          </p:nvPr>
        </p:nvSpPr>
        <p:spPr>
          <a:xfrm>
            <a:off x="4416725" y="2169900"/>
            <a:ext cx="3336900" cy="23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>
                <a:solidFill>
                  <a:schemeClr val="lt2"/>
                </a:solidFill>
              </a:defRPr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1" name="Google Shape;171;p9"/>
          <p:cNvSpPr txBox="1">
            <a:spLocks noGrp="1"/>
          </p:cNvSpPr>
          <p:nvPr>
            <p:ph type="subTitle" idx="2"/>
          </p:nvPr>
        </p:nvSpPr>
        <p:spPr>
          <a:xfrm>
            <a:off x="4416725" y="1173413"/>
            <a:ext cx="3117000" cy="86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Font typeface="Gugi"/>
              <a:buNone/>
              <a:defRPr>
                <a:solidFill>
                  <a:srgbClr val="FF00A3"/>
                </a:solidFill>
                <a:latin typeface="Gugi"/>
                <a:ea typeface="Gugi"/>
                <a:cs typeface="Gugi"/>
                <a:sym typeface="Gug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100"/>
              <a:buNone/>
              <a:defRPr sz="2100">
                <a:solidFill>
                  <a:srgbClr val="FF00A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100"/>
              <a:buNone/>
              <a:defRPr sz="2100">
                <a:solidFill>
                  <a:srgbClr val="FF00A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100"/>
              <a:buNone/>
              <a:defRPr sz="2100">
                <a:solidFill>
                  <a:srgbClr val="FF00A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100"/>
              <a:buNone/>
              <a:defRPr sz="2100">
                <a:solidFill>
                  <a:srgbClr val="FF00A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100"/>
              <a:buNone/>
              <a:defRPr sz="2100">
                <a:solidFill>
                  <a:srgbClr val="FF00A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100"/>
              <a:buNone/>
              <a:defRPr sz="2100">
                <a:solidFill>
                  <a:srgbClr val="FF00A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100"/>
              <a:buNone/>
              <a:defRPr sz="2100">
                <a:solidFill>
                  <a:srgbClr val="FF00A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100"/>
              <a:buNone/>
              <a:defRPr sz="2100">
                <a:solidFill>
                  <a:srgbClr val="FF00A3"/>
                </a:solidFill>
              </a:defRPr>
            </a:lvl9pPr>
          </a:lstStyle>
          <a:p>
            <a:endParaRPr/>
          </a:p>
        </p:txBody>
      </p:sp>
      <p:grpSp>
        <p:nvGrpSpPr>
          <p:cNvPr id="172" name="Google Shape;172;p9"/>
          <p:cNvGrpSpPr/>
          <p:nvPr/>
        </p:nvGrpSpPr>
        <p:grpSpPr>
          <a:xfrm>
            <a:off x="-678100" y="192005"/>
            <a:ext cx="10457825" cy="4559795"/>
            <a:chOff x="-678100" y="192005"/>
            <a:chExt cx="10457825" cy="4559795"/>
          </a:xfrm>
        </p:grpSpPr>
        <p:sp>
          <p:nvSpPr>
            <p:cNvPr id="173" name="Google Shape;173;p9"/>
            <p:cNvSpPr/>
            <p:nvPr/>
          </p:nvSpPr>
          <p:spPr>
            <a:xfrm>
              <a:off x="8382509" y="261969"/>
              <a:ext cx="66783" cy="147023"/>
            </a:xfrm>
            <a:custGeom>
              <a:avLst/>
              <a:gdLst/>
              <a:ahLst/>
              <a:cxnLst/>
              <a:rect l="l" t="t" r="r" b="b"/>
              <a:pathLst>
                <a:path w="2814" h="6195" extrusionOk="0">
                  <a:moveTo>
                    <a:pt x="2814" y="1"/>
                  </a:moveTo>
                  <a:cubicBezTo>
                    <a:pt x="2246" y="1001"/>
                    <a:pt x="1678" y="2029"/>
                    <a:pt x="1353" y="3030"/>
                  </a:cubicBezTo>
                  <a:cubicBezTo>
                    <a:pt x="785" y="4058"/>
                    <a:pt x="325" y="5059"/>
                    <a:pt x="1" y="6195"/>
                  </a:cubicBezTo>
                  <a:cubicBezTo>
                    <a:pt x="569" y="5167"/>
                    <a:pt x="1110" y="4166"/>
                    <a:pt x="1569" y="3138"/>
                  </a:cubicBezTo>
                  <a:cubicBezTo>
                    <a:pt x="2029" y="2137"/>
                    <a:pt x="2462" y="1110"/>
                    <a:pt x="281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8347836" y="285725"/>
              <a:ext cx="168216" cy="91180"/>
            </a:xfrm>
            <a:custGeom>
              <a:avLst/>
              <a:gdLst/>
              <a:ahLst/>
              <a:cxnLst/>
              <a:rect l="l" t="t" r="r" b="b"/>
              <a:pathLst>
                <a:path w="7088" h="3842" extrusionOk="0">
                  <a:moveTo>
                    <a:pt x="1" y="0"/>
                  </a:moveTo>
                  <a:lnTo>
                    <a:pt x="1" y="0"/>
                  </a:lnTo>
                  <a:cubicBezTo>
                    <a:pt x="326" y="244"/>
                    <a:pt x="677" y="460"/>
                    <a:pt x="1002" y="568"/>
                  </a:cubicBezTo>
                  <a:cubicBezTo>
                    <a:pt x="1678" y="920"/>
                    <a:pt x="2571" y="1353"/>
                    <a:pt x="3598" y="1813"/>
                  </a:cubicBezTo>
                  <a:cubicBezTo>
                    <a:pt x="4491" y="2381"/>
                    <a:pt x="5411" y="2949"/>
                    <a:pt x="6087" y="3273"/>
                  </a:cubicBezTo>
                  <a:cubicBezTo>
                    <a:pt x="6412" y="3490"/>
                    <a:pt x="6763" y="3733"/>
                    <a:pt x="7088" y="3841"/>
                  </a:cubicBezTo>
                  <a:cubicBezTo>
                    <a:pt x="6763" y="3625"/>
                    <a:pt x="6412" y="3273"/>
                    <a:pt x="6087" y="3165"/>
                  </a:cubicBezTo>
                  <a:cubicBezTo>
                    <a:pt x="5519" y="2705"/>
                    <a:pt x="4599" y="2137"/>
                    <a:pt x="3707" y="1704"/>
                  </a:cubicBezTo>
                  <a:cubicBezTo>
                    <a:pt x="2706" y="1136"/>
                    <a:pt x="1786" y="677"/>
                    <a:pt x="1110" y="460"/>
                  </a:cubicBezTo>
                  <a:cubicBezTo>
                    <a:pt x="785" y="244"/>
                    <a:pt x="326" y="109"/>
                    <a:pt x="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8652774" y="192005"/>
              <a:ext cx="66783" cy="118140"/>
            </a:xfrm>
            <a:custGeom>
              <a:avLst/>
              <a:gdLst/>
              <a:ahLst/>
              <a:cxnLst/>
              <a:rect l="l" t="t" r="r" b="b"/>
              <a:pathLst>
                <a:path w="2814" h="4978" extrusionOk="0">
                  <a:moveTo>
                    <a:pt x="2813" y="0"/>
                  </a:moveTo>
                  <a:lnTo>
                    <a:pt x="2813" y="0"/>
                  </a:lnTo>
                  <a:cubicBezTo>
                    <a:pt x="2029" y="676"/>
                    <a:pt x="1461" y="1353"/>
                    <a:pt x="1001" y="2272"/>
                  </a:cubicBezTo>
                  <a:cubicBezTo>
                    <a:pt x="541" y="3057"/>
                    <a:pt x="108" y="4058"/>
                    <a:pt x="0" y="4977"/>
                  </a:cubicBezTo>
                  <a:cubicBezTo>
                    <a:pt x="0" y="4977"/>
                    <a:pt x="433" y="3733"/>
                    <a:pt x="1217" y="2381"/>
                  </a:cubicBezTo>
                  <a:cubicBezTo>
                    <a:pt x="2029" y="1028"/>
                    <a:pt x="2813" y="0"/>
                    <a:pt x="281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8612334" y="213815"/>
              <a:ext cx="133543" cy="61657"/>
            </a:xfrm>
            <a:custGeom>
              <a:avLst/>
              <a:gdLst/>
              <a:ahLst/>
              <a:cxnLst/>
              <a:rect l="l" t="t" r="r" b="b"/>
              <a:pathLst>
                <a:path w="5627" h="2598" extrusionOk="0">
                  <a:moveTo>
                    <a:pt x="0" y="1"/>
                  </a:moveTo>
                  <a:lnTo>
                    <a:pt x="0" y="1"/>
                  </a:lnTo>
                  <a:cubicBezTo>
                    <a:pt x="893" y="569"/>
                    <a:pt x="1812" y="1002"/>
                    <a:pt x="2813" y="1462"/>
                  </a:cubicBezTo>
                  <a:cubicBezTo>
                    <a:pt x="3733" y="1921"/>
                    <a:pt x="4626" y="2354"/>
                    <a:pt x="5626" y="2598"/>
                  </a:cubicBezTo>
                  <a:cubicBezTo>
                    <a:pt x="4734" y="2138"/>
                    <a:pt x="3841" y="1570"/>
                    <a:pt x="2813" y="1245"/>
                  </a:cubicBezTo>
                  <a:cubicBezTo>
                    <a:pt x="1921" y="677"/>
                    <a:pt x="1028" y="325"/>
                    <a:pt x="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8422308" y="342066"/>
              <a:ext cx="396095" cy="133685"/>
            </a:xfrm>
            <a:custGeom>
              <a:avLst/>
              <a:gdLst/>
              <a:ahLst/>
              <a:cxnLst/>
              <a:rect l="l" t="t" r="r" b="b"/>
              <a:pathLst>
                <a:path w="16690" h="5633" extrusionOk="0">
                  <a:moveTo>
                    <a:pt x="16670" y="0"/>
                  </a:moveTo>
                  <a:cubicBezTo>
                    <a:pt x="16371" y="0"/>
                    <a:pt x="12663" y="1182"/>
                    <a:pt x="8359" y="2712"/>
                  </a:cubicBezTo>
                  <a:cubicBezTo>
                    <a:pt x="3733" y="4172"/>
                    <a:pt x="1" y="5525"/>
                    <a:pt x="1" y="5633"/>
                  </a:cubicBezTo>
                  <a:cubicBezTo>
                    <a:pt x="1" y="5633"/>
                    <a:pt x="3733" y="4497"/>
                    <a:pt x="8359" y="2928"/>
                  </a:cubicBezTo>
                  <a:cubicBezTo>
                    <a:pt x="12957" y="1359"/>
                    <a:pt x="16690" y="7"/>
                    <a:pt x="16690" y="7"/>
                  </a:cubicBezTo>
                  <a:cubicBezTo>
                    <a:pt x="16690" y="2"/>
                    <a:pt x="16683" y="0"/>
                    <a:pt x="1667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8663050" y="363401"/>
              <a:ext cx="139310" cy="133211"/>
            </a:xfrm>
            <a:custGeom>
              <a:avLst/>
              <a:gdLst/>
              <a:ahLst/>
              <a:cxnLst/>
              <a:rect l="l" t="t" r="r" b="b"/>
              <a:pathLst>
                <a:path w="5870" h="5613" extrusionOk="0">
                  <a:moveTo>
                    <a:pt x="4626" y="0"/>
                  </a:moveTo>
                  <a:lnTo>
                    <a:pt x="4626" y="0"/>
                  </a:lnTo>
                  <a:cubicBezTo>
                    <a:pt x="4734" y="109"/>
                    <a:pt x="4734" y="217"/>
                    <a:pt x="4842" y="460"/>
                  </a:cubicBezTo>
                  <a:cubicBezTo>
                    <a:pt x="5085" y="785"/>
                    <a:pt x="5193" y="1245"/>
                    <a:pt x="5410" y="1704"/>
                  </a:cubicBezTo>
                  <a:cubicBezTo>
                    <a:pt x="5653" y="2245"/>
                    <a:pt x="5653" y="2922"/>
                    <a:pt x="5518" y="3598"/>
                  </a:cubicBezTo>
                  <a:cubicBezTo>
                    <a:pt x="5518" y="3950"/>
                    <a:pt x="5302" y="4274"/>
                    <a:pt x="5085" y="4626"/>
                  </a:cubicBezTo>
                  <a:cubicBezTo>
                    <a:pt x="4842" y="4950"/>
                    <a:pt x="4517" y="5194"/>
                    <a:pt x="4166" y="5302"/>
                  </a:cubicBezTo>
                  <a:cubicBezTo>
                    <a:pt x="3991" y="5326"/>
                    <a:pt x="3817" y="5339"/>
                    <a:pt x="3644" y="5339"/>
                  </a:cubicBezTo>
                  <a:cubicBezTo>
                    <a:pt x="3038" y="5339"/>
                    <a:pt x="2447" y="5176"/>
                    <a:pt x="1921" y="4734"/>
                  </a:cubicBezTo>
                  <a:cubicBezTo>
                    <a:pt x="1461" y="4409"/>
                    <a:pt x="1028" y="3841"/>
                    <a:pt x="784" y="3273"/>
                  </a:cubicBezTo>
                  <a:cubicBezTo>
                    <a:pt x="244" y="2246"/>
                    <a:pt x="0" y="1569"/>
                    <a:pt x="0" y="1569"/>
                  </a:cubicBezTo>
                  <a:lnTo>
                    <a:pt x="0" y="1569"/>
                  </a:lnTo>
                  <a:cubicBezTo>
                    <a:pt x="0" y="1704"/>
                    <a:pt x="0" y="1813"/>
                    <a:pt x="108" y="2029"/>
                  </a:cubicBezTo>
                  <a:cubicBezTo>
                    <a:pt x="244" y="2489"/>
                    <a:pt x="460" y="2922"/>
                    <a:pt x="568" y="3273"/>
                  </a:cubicBezTo>
                  <a:cubicBezTo>
                    <a:pt x="920" y="3950"/>
                    <a:pt x="1244" y="4518"/>
                    <a:pt x="1812" y="4950"/>
                  </a:cubicBezTo>
                  <a:cubicBezTo>
                    <a:pt x="2312" y="5370"/>
                    <a:pt x="2929" y="5612"/>
                    <a:pt x="3534" y="5612"/>
                  </a:cubicBezTo>
                  <a:cubicBezTo>
                    <a:pt x="3748" y="5612"/>
                    <a:pt x="3961" y="5582"/>
                    <a:pt x="4166" y="5518"/>
                  </a:cubicBezTo>
                  <a:cubicBezTo>
                    <a:pt x="4625" y="5410"/>
                    <a:pt x="5085" y="5194"/>
                    <a:pt x="5302" y="4734"/>
                  </a:cubicBezTo>
                  <a:cubicBezTo>
                    <a:pt x="5518" y="4409"/>
                    <a:pt x="5762" y="4058"/>
                    <a:pt x="5762" y="3598"/>
                  </a:cubicBezTo>
                  <a:cubicBezTo>
                    <a:pt x="5870" y="2922"/>
                    <a:pt x="5762" y="2245"/>
                    <a:pt x="5518" y="1569"/>
                  </a:cubicBezTo>
                  <a:cubicBezTo>
                    <a:pt x="5410" y="1245"/>
                    <a:pt x="5193" y="785"/>
                    <a:pt x="4977" y="352"/>
                  </a:cubicBezTo>
                  <a:cubicBezTo>
                    <a:pt x="4842" y="217"/>
                    <a:pt x="4734" y="109"/>
                    <a:pt x="462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8713742" y="390361"/>
              <a:ext cx="21858" cy="50740"/>
            </a:xfrm>
            <a:custGeom>
              <a:avLst/>
              <a:gdLst/>
              <a:ahLst/>
              <a:cxnLst/>
              <a:rect l="l" t="t" r="r" b="b"/>
              <a:pathLst>
                <a:path w="921" h="2138" extrusionOk="0">
                  <a:moveTo>
                    <a:pt x="1" y="0"/>
                  </a:moveTo>
                  <a:cubicBezTo>
                    <a:pt x="136" y="325"/>
                    <a:pt x="244" y="785"/>
                    <a:pt x="353" y="1109"/>
                  </a:cubicBezTo>
                  <a:cubicBezTo>
                    <a:pt x="461" y="1461"/>
                    <a:pt x="677" y="1921"/>
                    <a:pt x="921" y="2137"/>
                  </a:cubicBezTo>
                  <a:cubicBezTo>
                    <a:pt x="921" y="1786"/>
                    <a:pt x="812" y="1353"/>
                    <a:pt x="569" y="1001"/>
                  </a:cubicBezTo>
                  <a:cubicBezTo>
                    <a:pt x="461" y="677"/>
                    <a:pt x="353" y="217"/>
                    <a:pt x="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0" name="Google Shape;180;p9"/>
            <p:cNvGrpSpPr/>
            <p:nvPr/>
          </p:nvGrpSpPr>
          <p:grpSpPr>
            <a:xfrm>
              <a:off x="359412" y="342077"/>
              <a:ext cx="792243" cy="478015"/>
              <a:chOff x="-202563" y="2360602"/>
              <a:chExt cx="792243" cy="478015"/>
            </a:xfrm>
          </p:grpSpPr>
          <p:sp>
            <p:nvSpPr>
              <p:cNvPr id="181" name="Google Shape;181;p9"/>
              <p:cNvSpPr/>
              <p:nvPr/>
            </p:nvSpPr>
            <p:spPr>
              <a:xfrm>
                <a:off x="-57653" y="2390725"/>
                <a:ext cx="427195" cy="447892"/>
              </a:xfrm>
              <a:custGeom>
                <a:avLst/>
                <a:gdLst/>
                <a:ahLst/>
                <a:cxnLst/>
                <a:rect l="l" t="t" r="r" b="b"/>
                <a:pathLst>
                  <a:path w="12281" h="12876" extrusionOk="0">
                    <a:moveTo>
                      <a:pt x="9704" y="0"/>
                    </a:moveTo>
                    <a:cubicBezTo>
                      <a:pt x="9589" y="0"/>
                      <a:pt x="9474" y="9"/>
                      <a:pt x="9359" y="28"/>
                    </a:cubicBezTo>
                    <a:cubicBezTo>
                      <a:pt x="8683" y="28"/>
                      <a:pt x="8007" y="271"/>
                      <a:pt x="7439" y="704"/>
                    </a:cubicBezTo>
                    <a:cubicBezTo>
                      <a:pt x="6762" y="1055"/>
                      <a:pt x="6330" y="1624"/>
                      <a:pt x="5978" y="2300"/>
                    </a:cubicBezTo>
                    <a:cubicBezTo>
                      <a:pt x="5573" y="2895"/>
                      <a:pt x="5273" y="3490"/>
                      <a:pt x="4968" y="4158"/>
                    </a:cubicBezTo>
                    <a:lnTo>
                      <a:pt x="4968" y="4158"/>
                    </a:lnTo>
                    <a:cubicBezTo>
                      <a:pt x="4768" y="3683"/>
                      <a:pt x="4572" y="3208"/>
                      <a:pt x="4301" y="2733"/>
                    </a:cubicBezTo>
                    <a:cubicBezTo>
                      <a:pt x="3949" y="2164"/>
                      <a:pt x="3381" y="1840"/>
                      <a:pt x="2813" y="1624"/>
                    </a:cubicBezTo>
                    <a:cubicBezTo>
                      <a:pt x="2646" y="1590"/>
                      <a:pt x="2479" y="1573"/>
                      <a:pt x="2316" y="1573"/>
                    </a:cubicBezTo>
                    <a:cubicBezTo>
                      <a:pt x="1818" y="1573"/>
                      <a:pt x="1354" y="1730"/>
                      <a:pt x="1028" y="2056"/>
                    </a:cubicBezTo>
                    <a:cubicBezTo>
                      <a:pt x="568" y="2516"/>
                      <a:pt x="352" y="2976"/>
                      <a:pt x="243" y="3652"/>
                    </a:cubicBezTo>
                    <a:cubicBezTo>
                      <a:pt x="0" y="4653"/>
                      <a:pt x="108" y="5681"/>
                      <a:pt x="568" y="6682"/>
                    </a:cubicBezTo>
                    <a:cubicBezTo>
                      <a:pt x="784" y="7466"/>
                      <a:pt x="1244" y="8251"/>
                      <a:pt x="1704" y="9062"/>
                    </a:cubicBezTo>
                    <a:cubicBezTo>
                      <a:pt x="2489" y="10063"/>
                      <a:pt x="3381" y="11091"/>
                      <a:pt x="4409" y="11767"/>
                    </a:cubicBezTo>
                    <a:cubicBezTo>
                      <a:pt x="4734" y="11983"/>
                      <a:pt x="4977" y="12092"/>
                      <a:pt x="5302" y="12308"/>
                    </a:cubicBezTo>
                    <a:cubicBezTo>
                      <a:pt x="5410" y="12308"/>
                      <a:pt x="5518" y="12443"/>
                      <a:pt x="5653" y="12443"/>
                    </a:cubicBezTo>
                    <a:cubicBezTo>
                      <a:pt x="5518" y="12308"/>
                      <a:pt x="5410" y="12308"/>
                      <a:pt x="5302" y="12200"/>
                    </a:cubicBezTo>
                    <a:cubicBezTo>
                      <a:pt x="5085" y="12092"/>
                      <a:pt x="4734" y="11875"/>
                      <a:pt x="4517" y="11632"/>
                    </a:cubicBezTo>
                    <a:cubicBezTo>
                      <a:pt x="3489" y="10955"/>
                      <a:pt x="2597" y="9955"/>
                      <a:pt x="1921" y="8927"/>
                    </a:cubicBezTo>
                    <a:cubicBezTo>
                      <a:pt x="1352" y="8251"/>
                      <a:pt x="1028" y="7358"/>
                      <a:pt x="784" y="6574"/>
                    </a:cubicBezTo>
                    <a:cubicBezTo>
                      <a:pt x="352" y="5681"/>
                      <a:pt x="243" y="4653"/>
                      <a:pt x="460" y="3652"/>
                    </a:cubicBezTo>
                    <a:cubicBezTo>
                      <a:pt x="460" y="3084"/>
                      <a:pt x="784" y="2624"/>
                      <a:pt x="1136" y="2300"/>
                    </a:cubicBezTo>
                    <a:cubicBezTo>
                      <a:pt x="1489" y="1947"/>
                      <a:pt x="1889" y="1801"/>
                      <a:pt x="2313" y="1801"/>
                    </a:cubicBezTo>
                    <a:cubicBezTo>
                      <a:pt x="2442" y="1801"/>
                      <a:pt x="2573" y="1815"/>
                      <a:pt x="2705" y="1840"/>
                    </a:cubicBezTo>
                    <a:cubicBezTo>
                      <a:pt x="3273" y="1948"/>
                      <a:pt x="3733" y="2408"/>
                      <a:pt x="4057" y="2841"/>
                    </a:cubicBezTo>
                    <a:cubicBezTo>
                      <a:pt x="4409" y="3409"/>
                      <a:pt x="4625" y="3977"/>
                      <a:pt x="4842" y="4545"/>
                    </a:cubicBezTo>
                    <a:lnTo>
                      <a:pt x="4977" y="4869"/>
                    </a:lnTo>
                    <a:lnTo>
                      <a:pt x="5085" y="4545"/>
                    </a:lnTo>
                    <a:cubicBezTo>
                      <a:pt x="5302" y="3760"/>
                      <a:pt x="5761" y="3084"/>
                      <a:pt x="6086" y="2408"/>
                    </a:cubicBezTo>
                    <a:cubicBezTo>
                      <a:pt x="6438" y="1732"/>
                      <a:pt x="7006" y="1272"/>
                      <a:pt x="7439" y="812"/>
                    </a:cubicBezTo>
                    <a:cubicBezTo>
                      <a:pt x="8007" y="487"/>
                      <a:pt x="8683" y="271"/>
                      <a:pt x="9359" y="271"/>
                    </a:cubicBezTo>
                    <a:cubicBezTo>
                      <a:pt x="9465" y="246"/>
                      <a:pt x="9576" y="234"/>
                      <a:pt x="9688" y="234"/>
                    </a:cubicBezTo>
                    <a:cubicBezTo>
                      <a:pt x="10173" y="234"/>
                      <a:pt x="10689" y="460"/>
                      <a:pt x="11063" y="812"/>
                    </a:cubicBezTo>
                    <a:cubicBezTo>
                      <a:pt x="11496" y="1164"/>
                      <a:pt x="11739" y="1732"/>
                      <a:pt x="11848" y="2408"/>
                    </a:cubicBezTo>
                    <a:cubicBezTo>
                      <a:pt x="12064" y="3517"/>
                      <a:pt x="11848" y="4653"/>
                      <a:pt x="11388" y="5681"/>
                    </a:cubicBezTo>
                    <a:cubicBezTo>
                      <a:pt x="11063" y="6682"/>
                      <a:pt x="10495" y="7466"/>
                      <a:pt x="9927" y="8386"/>
                    </a:cubicBezTo>
                    <a:cubicBezTo>
                      <a:pt x="8791" y="9846"/>
                      <a:pt x="7898" y="10955"/>
                      <a:pt x="7330" y="11875"/>
                    </a:cubicBezTo>
                    <a:cubicBezTo>
                      <a:pt x="7006" y="12308"/>
                      <a:pt x="6870" y="12660"/>
                      <a:pt x="6762" y="12876"/>
                    </a:cubicBezTo>
                    <a:cubicBezTo>
                      <a:pt x="6870" y="12660"/>
                      <a:pt x="7114" y="12308"/>
                      <a:pt x="7439" y="11875"/>
                    </a:cubicBezTo>
                    <a:cubicBezTo>
                      <a:pt x="8007" y="11091"/>
                      <a:pt x="8899" y="9955"/>
                      <a:pt x="10035" y="8386"/>
                    </a:cubicBezTo>
                    <a:cubicBezTo>
                      <a:pt x="10711" y="7574"/>
                      <a:pt x="11171" y="6682"/>
                      <a:pt x="11604" y="5789"/>
                    </a:cubicBezTo>
                    <a:cubicBezTo>
                      <a:pt x="12064" y="4653"/>
                      <a:pt x="12280" y="3517"/>
                      <a:pt x="12064" y="2300"/>
                    </a:cubicBezTo>
                    <a:cubicBezTo>
                      <a:pt x="12064" y="1732"/>
                      <a:pt x="11739" y="1055"/>
                      <a:pt x="11279" y="596"/>
                    </a:cubicBezTo>
                    <a:cubicBezTo>
                      <a:pt x="10808" y="214"/>
                      <a:pt x="10262" y="0"/>
                      <a:pt x="9704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9"/>
              <p:cNvSpPr/>
              <p:nvPr/>
            </p:nvSpPr>
            <p:spPr>
              <a:xfrm>
                <a:off x="248098" y="2380081"/>
                <a:ext cx="309621" cy="152741"/>
              </a:xfrm>
              <a:custGeom>
                <a:avLst/>
                <a:gdLst/>
                <a:ahLst/>
                <a:cxnLst/>
                <a:rect l="l" t="t" r="r" b="b"/>
                <a:pathLst>
                  <a:path w="8901" h="4391" extrusionOk="0">
                    <a:moveTo>
                      <a:pt x="8885" y="1"/>
                    </a:moveTo>
                    <a:cubicBezTo>
                      <a:pt x="8697" y="1"/>
                      <a:pt x="6749" y="958"/>
                      <a:pt x="4410" y="2038"/>
                    </a:cubicBezTo>
                    <a:cubicBezTo>
                      <a:pt x="1921" y="3282"/>
                      <a:pt x="1" y="4283"/>
                      <a:pt x="1" y="4391"/>
                    </a:cubicBezTo>
                    <a:cubicBezTo>
                      <a:pt x="1" y="4391"/>
                      <a:pt x="2030" y="3498"/>
                      <a:pt x="4518" y="2254"/>
                    </a:cubicBezTo>
                    <a:cubicBezTo>
                      <a:pt x="7007" y="1010"/>
                      <a:pt x="8900" y="9"/>
                      <a:pt x="8900" y="9"/>
                    </a:cubicBezTo>
                    <a:cubicBezTo>
                      <a:pt x="8900" y="4"/>
                      <a:pt x="8895" y="1"/>
                      <a:pt x="8885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9"/>
              <p:cNvSpPr/>
              <p:nvPr/>
            </p:nvSpPr>
            <p:spPr>
              <a:xfrm>
                <a:off x="463584" y="2360602"/>
                <a:ext cx="126096" cy="105433"/>
              </a:xfrm>
              <a:custGeom>
                <a:avLst/>
                <a:gdLst/>
                <a:ahLst/>
                <a:cxnLst/>
                <a:rect l="l" t="t" r="r" b="b"/>
                <a:pathLst>
                  <a:path w="3625" h="3031" extrusionOk="0">
                    <a:moveTo>
                      <a:pt x="3625" y="1"/>
                    </a:moveTo>
                    <a:lnTo>
                      <a:pt x="3273" y="109"/>
                    </a:lnTo>
                    <a:cubicBezTo>
                      <a:pt x="3240" y="116"/>
                      <a:pt x="3207" y="122"/>
                      <a:pt x="3174" y="128"/>
                    </a:cubicBezTo>
                    <a:lnTo>
                      <a:pt x="3174" y="128"/>
                    </a:lnTo>
                    <a:lnTo>
                      <a:pt x="3165" y="109"/>
                    </a:lnTo>
                    <a:cubicBezTo>
                      <a:pt x="3158" y="117"/>
                      <a:pt x="3152" y="125"/>
                      <a:pt x="3145" y="134"/>
                    </a:cubicBezTo>
                    <a:lnTo>
                      <a:pt x="3145" y="134"/>
                    </a:lnTo>
                    <a:cubicBezTo>
                      <a:pt x="1417" y="454"/>
                      <a:pt x="0" y="329"/>
                      <a:pt x="0" y="461"/>
                    </a:cubicBezTo>
                    <a:cubicBezTo>
                      <a:pt x="163" y="461"/>
                      <a:pt x="361" y="509"/>
                      <a:pt x="579" y="509"/>
                    </a:cubicBezTo>
                    <a:cubicBezTo>
                      <a:pt x="688" y="509"/>
                      <a:pt x="803" y="497"/>
                      <a:pt x="920" y="461"/>
                    </a:cubicBezTo>
                    <a:cubicBezTo>
                      <a:pt x="1600" y="461"/>
                      <a:pt x="2280" y="461"/>
                      <a:pt x="2960" y="373"/>
                    </a:cubicBezTo>
                    <a:lnTo>
                      <a:pt x="2960" y="373"/>
                    </a:lnTo>
                    <a:cubicBezTo>
                      <a:pt x="2579" y="883"/>
                      <a:pt x="2236" y="1471"/>
                      <a:pt x="2029" y="2138"/>
                    </a:cubicBezTo>
                    <a:cubicBezTo>
                      <a:pt x="1813" y="2354"/>
                      <a:pt x="1704" y="2706"/>
                      <a:pt x="1704" y="3030"/>
                    </a:cubicBezTo>
                    <a:cubicBezTo>
                      <a:pt x="2164" y="2030"/>
                      <a:pt x="2705" y="1137"/>
                      <a:pt x="3381" y="326"/>
                    </a:cubicBezTo>
                    <a:lnTo>
                      <a:pt x="3625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9"/>
              <p:cNvSpPr/>
              <p:nvPr/>
            </p:nvSpPr>
            <p:spPr>
              <a:xfrm>
                <a:off x="-202563" y="2611849"/>
                <a:ext cx="180673" cy="65883"/>
              </a:xfrm>
              <a:custGeom>
                <a:avLst/>
                <a:gdLst/>
                <a:ahLst/>
                <a:cxnLst/>
                <a:rect l="l" t="t" r="r" b="b"/>
                <a:pathLst>
                  <a:path w="5194" h="1894" extrusionOk="0">
                    <a:moveTo>
                      <a:pt x="5194" y="0"/>
                    </a:moveTo>
                    <a:lnTo>
                      <a:pt x="5194" y="0"/>
                    </a:lnTo>
                    <a:cubicBezTo>
                      <a:pt x="4274" y="217"/>
                      <a:pt x="3382" y="541"/>
                      <a:pt x="2597" y="893"/>
                    </a:cubicBezTo>
                    <a:cubicBezTo>
                      <a:pt x="1705" y="1109"/>
                      <a:pt x="893" y="1461"/>
                      <a:pt x="0" y="1894"/>
                    </a:cubicBezTo>
                    <a:cubicBezTo>
                      <a:pt x="893" y="1677"/>
                      <a:pt x="1813" y="1461"/>
                      <a:pt x="2597" y="1109"/>
                    </a:cubicBezTo>
                    <a:cubicBezTo>
                      <a:pt x="3490" y="785"/>
                      <a:pt x="4409" y="433"/>
                      <a:pt x="5194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9"/>
              <p:cNvSpPr/>
              <p:nvPr/>
            </p:nvSpPr>
            <p:spPr>
              <a:xfrm>
                <a:off x="-198806" y="2662634"/>
                <a:ext cx="43307" cy="58369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1678" extrusionOk="0">
                    <a:moveTo>
                      <a:pt x="1137" y="1"/>
                    </a:moveTo>
                    <a:cubicBezTo>
                      <a:pt x="1137" y="1"/>
                      <a:pt x="785" y="325"/>
                      <a:pt x="569" y="785"/>
                    </a:cubicBezTo>
                    <a:cubicBezTo>
                      <a:pt x="244" y="1245"/>
                      <a:pt x="1" y="1570"/>
                      <a:pt x="109" y="1678"/>
                    </a:cubicBezTo>
                    <a:cubicBezTo>
                      <a:pt x="109" y="1678"/>
                      <a:pt x="460" y="1353"/>
                      <a:pt x="677" y="893"/>
                    </a:cubicBezTo>
                    <a:cubicBezTo>
                      <a:pt x="1029" y="434"/>
                      <a:pt x="1245" y="1"/>
                      <a:pt x="1137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9"/>
              <p:cNvSpPr/>
              <p:nvPr/>
            </p:nvSpPr>
            <p:spPr>
              <a:xfrm>
                <a:off x="-143291" y="2650425"/>
                <a:ext cx="27306" cy="74370"/>
              </a:xfrm>
              <a:custGeom>
                <a:avLst/>
                <a:gdLst/>
                <a:ahLst/>
                <a:cxnLst/>
                <a:rect l="l" t="t" r="r" b="b"/>
                <a:pathLst>
                  <a:path w="785" h="2138" extrusionOk="0">
                    <a:moveTo>
                      <a:pt x="785" y="0"/>
                    </a:moveTo>
                    <a:lnTo>
                      <a:pt x="785" y="0"/>
                    </a:lnTo>
                    <a:cubicBezTo>
                      <a:pt x="542" y="352"/>
                      <a:pt x="325" y="676"/>
                      <a:pt x="217" y="1028"/>
                    </a:cubicBezTo>
                    <a:cubicBezTo>
                      <a:pt x="109" y="1353"/>
                      <a:pt x="1" y="1812"/>
                      <a:pt x="1" y="2137"/>
                    </a:cubicBezTo>
                    <a:cubicBezTo>
                      <a:pt x="217" y="1921"/>
                      <a:pt x="325" y="1596"/>
                      <a:pt x="433" y="1136"/>
                    </a:cubicBezTo>
                    <a:cubicBezTo>
                      <a:pt x="677" y="785"/>
                      <a:pt x="785" y="460"/>
                      <a:pt x="785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9"/>
              <p:cNvSpPr/>
              <p:nvPr/>
            </p:nvSpPr>
            <p:spPr>
              <a:xfrm>
                <a:off x="-198806" y="2630667"/>
                <a:ext cx="47099" cy="33011"/>
              </a:xfrm>
              <a:custGeom>
                <a:avLst/>
                <a:gdLst/>
                <a:ahLst/>
                <a:cxnLst/>
                <a:rect l="l" t="t" r="r" b="b"/>
                <a:pathLst>
                  <a:path w="1354" h="949" extrusionOk="0">
                    <a:moveTo>
                      <a:pt x="1" y="0"/>
                    </a:moveTo>
                    <a:cubicBezTo>
                      <a:pt x="1" y="135"/>
                      <a:pt x="244" y="352"/>
                      <a:pt x="569" y="568"/>
                    </a:cubicBezTo>
                    <a:cubicBezTo>
                      <a:pt x="856" y="767"/>
                      <a:pt x="1126" y="948"/>
                      <a:pt x="1215" y="948"/>
                    </a:cubicBezTo>
                    <a:cubicBezTo>
                      <a:pt x="1234" y="948"/>
                      <a:pt x="1245" y="939"/>
                      <a:pt x="1245" y="920"/>
                    </a:cubicBezTo>
                    <a:cubicBezTo>
                      <a:pt x="1353" y="920"/>
                      <a:pt x="1029" y="676"/>
                      <a:pt x="677" y="352"/>
                    </a:cubicBezTo>
                    <a:cubicBezTo>
                      <a:pt x="352" y="135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9"/>
              <p:cNvSpPr/>
              <p:nvPr/>
            </p:nvSpPr>
            <p:spPr>
              <a:xfrm>
                <a:off x="-151744" y="2599605"/>
                <a:ext cx="32002" cy="50856"/>
              </a:xfrm>
              <a:custGeom>
                <a:avLst/>
                <a:gdLst/>
                <a:ahLst/>
                <a:cxnLst/>
                <a:rect l="l" t="t" r="r" b="b"/>
                <a:pathLst>
                  <a:path w="920" h="1462" extrusionOk="0">
                    <a:moveTo>
                      <a:pt x="108" y="0"/>
                    </a:moveTo>
                    <a:cubicBezTo>
                      <a:pt x="0" y="0"/>
                      <a:pt x="108" y="352"/>
                      <a:pt x="352" y="785"/>
                    </a:cubicBezTo>
                    <a:cubicBezTo>
                      <a:pt x="568" y="1245"/>
                      <a:pt x="785" y="1461"/>
                      <a:pt x="920" y="1461"/>
                    </a:cubicBezTo>
                    <a:cubicBezTo>
                      <a:pt x="920" y="1353"/>
                      <a:pt x="676" y="1137"/>
                      <a:pt x="460" y="677"/>
                    </a:cubicBezTo>
                    <a:cubicBezTo>
                      <a:pt x="352" y="352"/>
                      <a:pt x="108" y="0"/>
                      <a:pt x="10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9"/>
              <p:cNvSpPr/>
              <p:nvPr/>
            </p:nvSpPr>
            <p:spPr>
              <a:xfrm>
                <a:off x="95709" y="2596787"/>
                <a:ext cx="121400" cy="151523"/>
              </a:xfrm>
              <a:custGeom>
                <a:avLst/>
                <a:gdLst/>
                <a:ahLst/>
                <a:cxnLst/>
                <a:rect l="l" t="t" r="r" b="b"/>
                <a:pathLst>
                  <a:path w="3490" h="4356" extrusionOk="0">
                    <a:moveTo>
                      <a:pt x="781" y="0"/>
                    </a:moveTo>
                    <a:cubicBezTo>
                      <a:pt x="669" y="0"/>
                      <a:pt x="555" y="27"/>
                      <a:pt x="433" y="81"/>
                    </a:cubicBezTo>
                    <a:cubicBezTo>
                      <a:pt x="325" y="190"/>
                      <a:pt x="216" y="433"/>
                      <a:pt x="108" y="541"/>
                    </a:cubicBezTo>
                    <a:cubicBezTo>
                      <a:pt x="0" y="866"/>
                      <a:pt x="0" y="1218"/>
                      <a:pt x="108" y="1542"/>
                    </a:cubicBezTo>
                    <a:cubicBezTo>
                      <a:pt x="216" y="2110"/>
                      <a:pt x="433" y="2678"/>
                      <a:pt x="676" y="3138"/>
                    </a:cubicBezTo>
                    <a:cubicBezTo>
                      <a:pt x="784" y="3463"/>
                      <a:pt x="1001" y="3814"/>
                      <a:pt x="1244" y="4139"/>
                    </a:cubicBezTo>
                    <a:cubicBezTo>
                      <a:pt x="1352" y="4247"/>
                      <a:pt x="1461" y="4355"/>
                      <a:pt x="1461" y="4355"/>
                    </a:cubicBezTo>
                    <a:cubicBezTo>
                      <a:pt x="1461" y="4355"/>
                      <a:pt x="1109" y="3922"/>
                      <a:pt x="784" y="3003"/>
                    </a:cubicBezTo>
                    <a:cubicBezTo>
                      <a:pt x="568" y="2570"/>
                      <a:pt x="433" y="2110"/>
                      <a:pt x="325" y="1542"/>
                    </a:cubicBezTo>
                    <a:cubicBezTo>
                      <a:pt x="216" y="1218"/>
                      <a:pt x="216" y="974"/>
                      <a:pt x="325" y="650"/>
                    </a:cubicBezTo>
                    <a:cubicBezTo>
                      <a:pt x="414" y="470"/>
                      <a:pt x="598" y="271"/>
                      <a:pt x="843" y="271"/>
                    </a:cubicBezTo>
                    <a:cubicBezTo>
                      <a:pt x="893" y="271"/>
                      <a:pt x="946" y="280"/>
                      <a:pt x="1001" y="298"/>
                    </a:cubicBezTo>
                    <a:cubicBezTo>
                      <a:pt x="1109" y="433"/>
                      <a:pt x="1244" y="541"/>
                      <a:pt x="1352" y="758"/>
                    </a:cubicBezTo>
                    <a:lnTo>
                      <a:pt x="1352" y="1218"/>
                    </a:lnTo>
                    <a:cubicBezTo>
                      <a:pt x="1244" y="1542"/>
                      <a:pt x="1001" y="1894"/>
                      <a:pt x="676" y="2110"/>
                    </a:cubicBezTo>
                    <a:lnTo>
                      <a:pt x="568" y="2327"/>
                    </a:lnTo>
                    <a:lnTo>
                      <a:pt x="784" y="2327"/>
                    </a:lnTo>
                    <a:cubicBezTo>
                      <a:pt x="1267" y="2423"/>
                      <a:pt x="1750" y="2506"/>
                      <a:pt x="2194" y="2506"/>
                    </a:cubicBezTo>
                    <a:cubicBezTo>
                      <a:pt x="2372" y="2506"/>
                      <a:pt x="2543" y="2493"/>
                      <a:pt x="2705" y="2462"/>
                    </a:cubicBezTo>
                    <a:cubicBezTo>
                      <a:pt x="3030" y="2462"/>
                      <a:pt x="3273" y="2327"/>
                      <a:pt x="3489" y="2327"/>
                    </a:cubicBezTo>
                    <a:cubicBezTo>
                      <a:pt x="2670" y="2327"/>
                      <a:pt x="1828" y="2327"/>
                      <a:pt x="1006" y="2159"/>
                    </a:cubicBezTo>
                    <a:lnTo>
                      <a:pt x="1006" y="2159"/>
                    </a:lnTo>
                    <a:lnTo>
                      <a:pt x="1569" y="1326"/>
                    </a:lnTo>
                    <a:cubicBezTo>
                      <a:pt x="1677" y="866"/>
                      <a:pt x="1569" y="298"/>
                      <a:pt x="1109" y="81"/>
                    </a:cubicBezTo>
                    <a:cubicBezTo>
                      <a:pt x="1001" y="27"/>
                      <a:pt x="893" y="0"/>
                      <a:pt x="781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0" name="Google Shape;190;p9"/>
            <p:cNvSpPr/>
            <p:nvPr/>
          </p:nvSpPr>
          <p:spPr>
            <a:xfrm>
              <a:off x="-281197" y="1846355"/>
              <a:ext cx="744438" cy="197731"/>
            </a:xfrm>
            <a:custGeom>
              <a:avLst/>
              <a:gdLst/>
              <a:ahLst/>
              <a:cxnLst/>
              <a:rect l="l" t="t" r="r" b="b"/>
              <a:pathLst>
                <a:path w="22100" h="5870" extrusionOk="0">
                  <a:moveTo>
                    <a:pt x="109" y="0"/>
                  </a:moveTo>
                  <a:lnTo>
                    <a:pt x="1" y="108"/>
                  </a:lnTo>
                  <a:lnTo>
                    <a:pt x="1" y="2949"/>
                  </a:lnTo>
                  <a:lnTo>
                    <a:pt x="1" y="5762"/>
                  </a:lnTo>
                  <a:lnTo>
                    <a:pt x="1" y="5870"/>
                  </a:lnTo>
                  <a:lnTo>
                    <a:pt x="20288" y="5870"/>
                  </a:lnTo>
                  <a:lnTo>
                    <a:pt x="15662" y="5762"/>
                  </a:lnTo>
                  <a:lnTo>
                    <a:pt x="244" y="5762"/>
                  </a:lnTo>
                  <a:lnTo>
                    <a:pt x="244" y="3057"/>
                  </a:lnTo>
                  <a:lnTo>
                    <a:pt x="244" y="1596"/>
                  </a:lnTo>
                  <a:lnTo>
                    <a:pt x="244" y="108"/>
                  </a:lnTo>
                  <a:lnTo>
                    <a:pt x="21992" y="108"/>
                  </a:lnTo>
                  <a:lnTo>
                    <a:pt x="21992" y="4301"/>
                  </a:lnTo>
                  <a:lnTo>
                    <a:pt x="21992" y="5410"/>
                  </a:lnTo>
                  <a:lnTo>
                    <a:pt x="21992" y="5762"/>
                  </a:lnTo>
                  <a:lnTo>
                    <a:pt x="21992" y="5870"/>
                  </a:lnTo>
                  <a:lnTo>
                    <a:pt x="22100" y="5762"/>
                  </a:lnTo>
                  <a:lnTo>
                    <a:pt x="22100" y="5518"/>
                  </a:lnTo>
                  <a:lnTo>
                    <a:pt x="22100" y="4409"/>
                  </a:lnTo>
                  <a:lnTo>
                    <a:pt x="22100" y="108"/>
                  </a:lnTo>
                  <a:lnTo>
                    <a:pt x="2210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 flipH="1">
              <a:off x="-220900" y="4447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 flipH="1">
              <a:off x="83900" y="459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 rot="10800000">
              <a:off x="160100" y="1704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 rot="10800000">
              <a:off x="312500" y="1399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 rot="10800000">
              <a:off x="617300" y="1246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 flipH="1">
              <a:off x="-678100" y="33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 flipH="1">
              <a:off x="-373300" y="48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 flipH="1">
              <a:off x="-220900" y="78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 flipH="1">
              <a:off x="839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 rot="10800000" flipH="1">
              <a:off x="8694500" y="1780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 rot="10800000" flipH="1">
              <a:off x="8389700" y="1627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9227900" y="256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8923100" y="408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8770700" y="713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8465900" y="865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" name="Google Shape;206;p9"/>
          <p:cNvSpPr/>
          <p:nvPr/>
        </p:nvSpPr>
        <p:spPr>
          <a:xfrm flipH="1">
            <a:off x="8542100" y="45996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"/>
          <p:cNvSpPr/>
          <p:nvPr/>
        </p:nvSpPr>
        <p:spPr>
          <a:xfrm flipH="1">
            <a:off x="8846900" y="47520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>
            <a:spLocks noGrp="1"/>
          </p:cNvSpPr>
          <p:nvPr>
            <p:ph type="title"/>
          </p:nvPr>
        </p:nvSpPr>
        <p:spPr>
          <a:xfrm>
            <a:off x="761200" y="1118325"/>
            <a:ext cx="2333700" cy="172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Gugi"/>
              <a:buNone/>
              <a:defRPr b="1">
                <a:latin typeface="Gugi"/>
                <a:ea typeface="Gugi"/>
                <a:cs typeface="Gugi"/>
                <a:sym typeface="Gug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Gugi"/>
              <a:buNone/>
              <a:defRPr b="1">
                <a:latin typeface="Gugi"/>
                <a:ea typeface="Gugi"/>
                <a:cs typeface="Gugi"/>
                <a:sym typeface="Gug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Gugi"/>
              <a:buNone/>
              <a:defRPr b="1">
                <a:latin typeface="Gugi"/>
                <a:ea typeface="Gugi"/>
                <a:cs typeface="Gugi"/>
                <a:sym typeface="Gug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Gugi"/>
              <a:buNone/>
              <a:defRPr b="1">
                <a:latin typeface="Gugi"/>
                <a:ea typeface="Gugi"/>
                <a:cs typeface="Gugi"/>
                <a:sym typeface="Gug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Gugi"/>
              <a:buNone/>
              <a:defRPr b="1">
                <a:latin typeface="Gugi"/>
                <a:ea typeface="Gugi"/>
                <a:cs typeface="Gugi"/>
                <a:sym typeface="Gug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Gugi"/>
              <a:buNone/>
              <a:defRPr b="1">
                <a:latin typeface="Gugi"/>
                <a:ea typeface="Gugi"/>
                <a:cs typeface="Gugi"/>
                <a:sym typeface="Gug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Gugi"/>
              <a:buNone/>
              <a:defRPr b="1">
                <a:latin typeface="Gugi"/>
                <a:ea typeface="Gugi"/>
                <a:cs typeface="Gugi"/>
                <a:sym typeface="Gug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Gugi"/>
              <a:buNone/>
              <a:defRPr b="1">
                <a:latin typeface="Gugi"/>
                <a:ea typeface="Gugi"/>
                <a:cs typeface="Gugi"/>
                <a:sym typeface="Gug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/>
          <p:nvPr/>
        </p:nvSpPr>
        <p:spPr>
          <a:xfrm>
            <a:off x="2739818" y="-1519600"/>
            <a:ext cx="3139907" cy="2809815"/>
          </a:xfrm>
          <a:custGeom>
            <a:avLst/>
            <a:gdLst/>
            <a:ahLst/>
            <a:cxnLst/>
            <a:rect l="l" t="t" r="r" b="b"/>
            <a:pathLst>
              <a:path w="18556" h="16605" extrusionOk="0">
                <a:moveTo>
                  <a:pt x="15619" y="1"/>
                </a:moveTo>
                <a:cubicBezTo>
                  <a:pt x="14776" y="1"/>
                  <a:pt x="14120" y="719"/>
                  <a:pt x="14120" y="1563"/>
                </a:cubicBezTo>
                <a:cubicBezTo>
                  <a:pt x="14120" y="1891"/>
                  <a:pt x="14182" y="2156"/>
                  <a:pt x="14386" y="2406"/>
                </a:cubicBezTo>
                <a:lnTo>
                  <a:pt x="11324" y="12699"/>
                </a:lnTo>
                <a:lnTo>
                  <a:pt x="10809" y="12699"/>
                </a:lnTo>
                <a:lnTo>
                  <a:pt x="3062" y="5467"/>
                </a:lnTo>
                <a:lnTo>
                  <a:pt x="3124" y="5405"/>
                </a:lnTo>
                <a:cubicBezTo>
                  <a:pt x="3124" y="4562"/>
                  <a:pt x="2405" y="3843"/>
                  <a:pt x="1562" y="3843"/>
                </a:cubicBezTo>
                <a:cubicBezTo>
                  <a:pt x="719" y="3843"/>
                  <a:pt x="0" y="4562"/>
                  <a:pt x="0" y="5405"/>
                </a:cubicBezTo>
                <a:cubicBezTo>
                  <a:pt x="0" y="6248"/>
                  <a:pt x="719" y="6967"/>
                  <a:pt x="1562" y="6967"/>
                </a:cubicBezTo>
                <a:cubicBezTo>
                  <a:pt x="1625" y="6967"/>
                  <a:pt x="1687" y="6904"/>
                  <a:pt x="1828" y="6904"/>
                </a:cubicBezTo>
                <a:lnTo>
                  <a:pt x="8403" y="13090"/>
                </a:lnTo>
                <a:cubicBezTo>
                  <a:pt x="6310" y="13543"/>
                  <a:pt x="4951" y="14449"/>
                  <a:pt x="4951" y="15495"/>
                </a:cubicBezTo>
                <a:cubicBezTo>
                  <a:pt x="4951" y="16276"/>
                  <a:pt x="5717" y="16471"/>
                  <a:pt x="6945" y="16471"/>
                </a:cubicBezTo>
                <a:cubicBezTo>
                  <a:pt x="8173" y="16471"/>
                  <a:pt x="9864" y="16276"/>
                  <a:pt x="11715" y="16276"/>
                </a:cubicBezTo>
                <a:lnTo>
                  <a:pt x="11777" y="16276"/>
                </a:lnTo>
                <a:lnTo>
                  <a:pt x="12168" y="16604"/>
                </a:lnTo>
                <a:lnTo>
                  <a:pt x="12308" y="16276"/>
                </a:lnTo>
                <a:cubicBezTo>
                  <a:pt x="13937" y="16305"/>
                  <a:pt x="15398" y="16445"/>
                  <a:pt x="16497" y="16445"/>
                </a:cubicBezTo>
                <a:cubicBezTo>
                  <a:pt x="17769" y="16445"/>
                  <a:pt x="18556" y="16258"/>
                  <a:pt x="18556" y="15495"/>
                </a:cubicBezTo>
                <a:cubicBezTo>
                  <a:pt x="18556" y="14183"/>
                  <a:pt x="16338" y="13090"/>
                  <a:pt x="13339" y="12762"/>
                </a:cubicBezTo>
                <a:lnTo>
                  <a:pt x="16213" y="3000"/>
                </a:lnTo>
                <a:cubicBezTo>
                  <a:pt x="16791" y="2734"/>
                  <a:pt x="17181" y="2219"/>
                  <a:pt x="17181" y="1563"/>
                </a:cubicBezTo>
                <a:cubicBezTo>
                  <a:pt x="17181" y="719"/>
                  <a:pt x="16463" y="1"/>
                  <a:pt x="1561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831380" y="337275"/>
            <a:ext cx="7481240" cy="4534056"/>
          </a:xfrm>
          <a:custGeom>
            <a:avLst/>
            <a:gdLst/>
            <a:ahLst/>
            <a:cxnLst/>
            <a:rect l="l" t="t" r="r" b="b"/>
            <a:pathLst>
              <a:path w="38784" h="23505" extrusionOk="0">
                <a:moveTo>
                  <a:pt x="14831" y="1"/>
                </a:moveTo>
                <a:cubicBezTo>
                  <a:pt x="10212" y="1"/>
                  <a:pt x="6340" y="191"/>
                  <a:pt x="5202" y="831"/>
                </a:cubicBezTo>
                <a:cubicBezTo>
                  <a:pt x="1750" y="2846"/>
                  <a:pt x="1" y="16903"/>
                  <a:pt x="2344" y="21136"/>
                </a:cubicBezTo>
                <a:cubicBezTo>
                  <a:pt x="3378" y="22984"/>
                  <a:pt x="9732" y="23505"/>
                  <a:pt x="16633" y="23505"/>
                </a:cubicBezTo>
                <a:cubicBezTo>
                  <a:pt x="17550" y="23505"/>
                  <a:pt x="18476" y="23496"/>
                  <a:pt x="19400" y="23479"/>
                </a:cubicBezTo>
                <a:cubicBezTo>
                  <a:pt x="20323" y="23496"/>
                  <a:pt x="21247" y="23505"/>
                  <a:pt x="22162" y="23505"/>
                </a:cubicBezTo>
                <a:cubicBezTo>
                  <a:pt x="29053" y="23505"/>
                  <a:pt x="35407" y="22984"/>
                  <a:pt x="36441" y="21136"/>
                </a:cubicBezTo>
                <a:cubicBezTo>
                  <a:pt x="38784" y="16903"/>
                  <a:pt x="37034" y="2846"/>
                  <a:pt x="33645" y="831"/>
                </a:cubicBezTo>
                <a:cubicBezTo>
                  <a:pt x="32460" y="191"/>
                  <a:pt x="28577" y="1"/>
                  <a:pt x="23961" y="1"/>
                </a:cubicBezTo>
                <a:cubicBezTo>
                  <a:pt x="22494" y="1"/>
                  <a:pt x="20952" y="20"/>
                  <a:pt x="19400" y="50"/>
                </a:cubicBezTo>
                <a:cubicBezTo>
                  <a:pt x="17844" y="20"/>
                  <a:pt x="16300" y="1"/>
                  <a:pt x="148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1771551" y="4528692"/>
            <a:ext cx="5739784" cy="614957"/>
          </a:xfrm>
          <a:custGeom>
            <a:avLst/>
            <a:gdLst/>
            <a:ahLst/>
            <a:cxnLst/>
            <a:rect l="l" t="t" r="r" b="b"/>
            <a:pathLst>
              <a:path w="29756" h="3188" extrusionOk="0">
                <a:moveTo>
                  <a:pt x="1703" y="1"/>
                </a:moveTo>
                <a:cubicBezTo>
                  <a:pt x="781" y="1"/>
                  <a:pt x="0" y="719"/>
                  <a:pt x="0" y="1625"/>
                </a:cubicBezTo>
                <a:cubicBezTo>
                  <a:pt x="0" y="2469"/>
                  <a:pt x="781" y="3187"/>
                  <a:pt x="1703" y="3187"/>
                </a:cubicBezTo>
                <a:lnTo>
                  <a:pt x="28115" y="3187"/>
                </a:lnTo>
                <a:cubicBezTo>
                  <a:pt x="29037" y="3187"/>
                  <a:pt x="29755" y="2469"/>
                  <a:pt x="29755" y="1625"/>
                </a:cubicBezTo>
                <a:cubicBezTo>
                  <a:pt x="29755" y="719"/>
                  <a:pt x="29037" y="1"/>
                  <a:pt x="281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1168955" y="590225"/>
            <a:ext cx="6835010" cy="4150518"/>
          </a:xfrm>
          <a:custGeom>
            <a:avLst/>
            <a:gdLst/>
            <a:ahLst/>
            <a:cxnLst/>
            <a:rect l="l" t="t" r="r" b="b"/>
            <a:pathLst>
              <a:path w="31505" h="19131" extrusionOk="0">
                <a:moveTo>
                  <a:pt x="11848" y="1"/>
                </a:moveTo>
                <a:cubicBezTo>
                  <a:pt x="8157" y="1"/>
                  <a:pt x="5092" y="171"/>
                  <a:pt x="4171" y="708"/>
                </a:cubicBezTo>
                <a:cubicBezTo>
                  <a:pt x="1375" y="2270"/>
                  <a:pt x="0" y="13781"/>
                  <a:pt x="1890" y="17171"/>
                </a:cubicBezTo>
                <a:cubicBezTo>
                  <a:pt x="2802" y="18734"/>
                  <a:pt x="8449" y="19130"/>
                  <a:pt x="14355" y="19130"/>
                </a:cubicBezTo>
                <a:cubicBezTo>
                  <a:pt x="14823" y="19130"/>
                  <a:pt x="15292" y="19128"/>
                  <a:pt x="15760" y="19123"/>
                </a:cubicBezTo>
                <a:cubicBezTo>
                  <a:pt x="16232" y="19128"/>
                  <a:pt x="16704" y="19130"/>
                  <a:pt x="17174" y="19130"/>
                </a:cubicBezTo>
                <a:cubicBezTo>
                  <a:pt x="23112" y="19130"/>
                  <a:pt x="28717" y="18734"/>
                  <a:pt x="29615" y="17171"/>
                </a:cubicBezTo>
                <a:cubicBezTo>
                  <a:pt x="31505" y="13781"/>
                  <a:pt x="30130" y="2270"/>
                  <a:pt x="27334" y="708"/>
                </a:cubicBezTo>
                <a:cubicBezTo>
                  <a:pt x="26413" y="171"/>
                  <a:pt x="23348" y="1"/>
                  <a:pt x="19663" y="1"/>
                </a:cubicBezTo>
                <a:cubicBezTo>
                  <a:pt x="18414" y="1"/>
                  <a:pt x="17093" y="20"/>
                  <a:pt x="15760" y="52"/>
                </a:cubicBezTo>
                <a:cubicBezTo>
                  <a:pt x="14424" y="20"/>
                  <a:pt x="13100" y="1"/>
                  <a:pt x="1184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"/>
          <p:cNvSpPr txBox="1">
            <a:spLocks noGrp="1"/>
          </p:cNvSpPr>
          <p:nvPr>
            <p:ph type="title" hasCustomPrompt="1"/>
          </p:nvPr>
        </p:nvSpPr>
        <p:spPr>
          <a:xfrm>
            <a:off x="1776450" y="1106125"/>
            <a:ext cx="5591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6" name="Google Shape;216;p11"/>
          <p:cNvSpPr txBox="1">
            <a:spLocks noGrp="1"/>
          </p:cNvSpPr>
          <p:nvPr>
            <p:ph type="body" idx="1"/>
          </p:nvPr>
        </p:nvSpPr>
        <p:spPr>
          <a:xfrm>
            <a:off x="1807800" y="3152225"/>
            <a:ext cx="55284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>
            <a:spLocks noGrp="1"/>
          </p:cNvSpPr>
          <p:nvPr>
            <p:ph type="title"/>
          </p:nvPr>
        </p:nvSpPr>
        <p:spPr>
          <a:xfrm>
            <a:off x="978725" y="1256600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9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9pPr>
          </a:lstStyle>
          <a:p>
            <a:endParaRPr/>
          </a:p>
        </p:txBody>
      </p:sp>
      <p:sp>
        <p:nvSpPr>
          <p:cNvPr id="220" name="Google Shape;220;p13"/>
          <p:cNvSpPr txBox="1">
            <a:spLocks noGrp="1"/>
          </p:cNvSpPr>
          <p:nvPr>
            <p:ph type="subTitle" idx="1"/>
          </p:nvPr>
        </p:nvSpPr>
        <p:spPr>
          <a:xfrm>
            <a:off x="978725" y="1635300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rgbClr val="EBEBEB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13"/>
          <p:cNvSpPr txBox="1">
            <a:spLocks noGrp="1"/>
          </p:cNvSpPr>
          <p:nvPr>
            <p:ph type="title" idx="2" hasCustomPrompt="1"/>
          </p:nvPr>
        </p:nvSpPr>
        <p:spPr>
          <a:xfrm>
            <a:off x="1486175" y="899550"/>
            <a:ext cx="12429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2" name="Google Shape;222;p13"/>
          <p:cNvSpPr txBox="1">
            <a:spLocks noGrp="1"/>
          </p:cNvSpPr>
          <p:nvPr>
            <p:ph type="title" idx="3"/>
          </p:nvPr>
        </p:nvSpPr>
        <p:spPr>
          <a:xfrm>
            <a:off x="3443100" y="1256600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9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13"/>
          <p:cNvSpPr txBox="1">
            <a:spLocks noGrp="1"/>
          </p:cNvSpPr>
          <p:nvPr>
            <p:ph type="subTitle" idx="4"/>
          </p:nvPr>
        </p:nvSpPr>
        <p:spPr>
          <a:xfrm>
            <a:off x="3443100" y="1635300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rgbClr val="EBEBEB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24" name="Google Shape;224;p13"/>
          <p:cNvSpPr txBox="1">
            <a:spLocks noGrp="1"/>
          </p:cNvSpPr>
          <p:nvPr>
            <p:ph type="title" idx="5" hasCustomPrompt="1"/>
          </p:nvPr>
        </p:nvSpPr>
        <p:spPr>
          <a:xfrm>
            <a:off x="3950550" y="899550"/>
            <a:ext cx="12429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5" name="Google Shape;225;p13"/>
          <p:cNvSpPr txBox="1">
            <a:spLocks noGrp="1"/>
          </p:cNvSpPr>
          <p:nvPr>
            <p:ph type="title" idx="6"/>
          </p:nvPr>
        </p:nvSpPr>
        <p:spPr>
          <a:xfrm>
            <a:off x="5907475" y="1256600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9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9pPr>
          </a:lstStyle>
          <a:p>
            <a:endParaRPr/>
          </a:p>
        </p:txBody>
      </p:sp>
      <p:sp>
        <p:nvSpPr>
          <p:cNvPr id="226" name="Google Shape;226;p13"/>
          <p:cNvSpPr txBox="1">
            <a:spLocks noGrp="1"/>
          </p:cNvSpPr>
          <p:nvPr>
            <p:ph type="subTitle" idx="7"/>
          </p:nvPr>
        </p:nvSpPr>
        <p:spPr>
          <a:xfrm>
            <a:off x="5907475" y="1635300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rgbClr val="EBEBEB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27" name="Google Shape;227;p13"/>
          <p:cNvSpPr txBox="1">
            <a:spLocks noGrp="1"/>
          </p:cNvSpPr>
          <p:nvPr>
            <p:ph type="title" idx="8" hasCustomPrompt="1"/>
          </p:nvPr>
        </p:nvSpPr>
        <p:spPr>
          <a:xfrm>
            <a:off x="6414925" y="899550"/>
            <a:ext cx="12429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8" name="Google Shape;228;p13"/>
          <p:cNvSpPr txBox="1">
            <a:spLocks noGrp="1"/>
          </p:cNvSpPr>
          <p:nvPr>
            <p:ph type="title" idx="9"/>
          </p:nvPr>
        </p:nvSpPr>
        <p:spPr>
          <a:xfrm>
            <a:off x="978725" y="3239300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9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13"/>
          <p:cNvSpPr txBox="1">
            <a:spLocks noGrp="1"/>
          </p:cNvSpPr>
          <p:nvPr>
            <p:ph type="subTitle" idx="13"/>
          </p:nvPr>
        </p:nvSpPr>
        <p:spPr>
          <a:xfrm>
            <a:off x="978725" y="3618000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rgbClr val="EBEBEB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title" idx="14" hasCustomPrompt="1"/>
          </p:nvPr>
        </p:nvSpPr>
        <p:spPr>
          <a:xfrm>
            <a:off x="1486175" y="2882250"/>
            <a:ext cx="12429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1" name="Google Shape;231;p13"/>
          <p:cNvSpPr txBox="1">
            <a:spLocks noGrp="1"/>
          </p:cNvSpPr>
          <p:nvPr>
            <p:ph type="title" idx="15"/>
          </p:nvPr>
        </p:nvSpPr>
        <p:spPr>
          <a:xfrm>
            <a:off x="3443100" y="3239300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9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13"/>
          <p:cNvSpPr txBox="1">
            <a:spLocks noGrp="1"/>
          </p:cNvSpPr>
          <p:nvPr>
            <p:ph type="subTitle" idx="16"/>
          </p:nvPr>
        </p:nvSpPr>
        <p:spPr>
          <a:xfrm>
            <a:off x="3443100" y="3618000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rgbClr val="EBEBEB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33" name="Google Shape;233;p13"/>
          <p:cNvSpPr txBox="1">
            <a:spLocks noGrp="1"/>
          </p:cNvSpPr>
          <p:nvPr>
            <p:ph type="title" idx="17" hasCustomPrompt="1"/>
          </p:nvPr>
        </p:nvSpPr>
        <p:spPr>
          <a:xfrm>
            <a:off x="3950550" y="2882250"/>
            <a:ext cx="12429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4" name="Google Shape;234;p13"/>
          <p:cNvSpPr txBox="1">
            <a:spLocks noGrp="1"/>
          </p:cNvSpPr>
          <p:nvPr>
            <p:ph type="title" idx="18"/>
          </p:nvPr>
        </p:nvSpPr>
        <p:spPr>
          <a:xfrm>
            <a:off x="5907475" y="3239300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9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1800"/>
              <a:buNone/>
              <a:defRPr sz="1800">
                <a:solidFill>
                  <a:srgbClr val="FF00A3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13"/>
          <p:cNvSpPr txBox="1">
            <a:spLocks noGrp="1"/>
          </p:cNvSpPr>
          <p:nvPr>
            <p:ph type="subTitle" idx="19"/>
          </p:nvPr>
        </p:nvSpPr>
        <p:spPr>
          <a:xfrm>
            <a:off x="5907475" y="3618000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rgbClr val="EBEBEB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13"/>
          <p:cNvSpPr txBox="1">
            <a:spLocks noGrp="1"/>
          </p:cNvSpPr>
          <p:nvPr>
            <p:ph type="title" idx="20" hasCustomPrompt="1"/>
          </p:nvPr>
        </p:nvSpPr>
        <p:spPr>
          <a:xfrm>
            <a:off x="6414925" y="2882250"/>
            <a:ext cx="12429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400"/>
              <a:buNone/>
              <a:defRPr sz="2400">
                <a:solidFill>
                  <a:srgbClr val="FF00A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7" name="Google Shape;237;p13"/>
          <p:cNvSpPr/>
          <p:nvPr/>
        </p:nvSpPr>
        <p:spPr>
          <a:xfrm>
            <a:off x="362030" y="4833400"/>
            <a:ext cx="8419941" cy="19450"/>
          </a:xfrm>
          <a:custGeom>
            <a:avLst/>
            <a:gdLst/>
            <a:ahLst/>
            <a:cxnLst/>
            <a:rect l="l" t="t" r="r" b="b"/>
            <a:pathLst>
              <a:path w="204790" h="217" extrusionOk="0">
                <a:moveTo>
                  <a:pt x="102436" y="0"/>
                </a:moveTo>
                <a:cubicBezTo>
                  <a:pt x="45876" y="0"/>
                  <a:pt x="1" y="0"/>
                  <a:pt x="1" y="108"/>
                </a:cubicBezTo>
                <a:cubicBezTo>
                  <a:pt x="1" y="108"/>
                  <a:pt x="45876" y="217"/>
                  <a:pt x="102436" y="217"/>
                </a:cubicBezTo>
                <a:cubicBezTo>
                  <a:pt x="159023" y="217"/>
                  <a:pt x="204790" y="108"/>
                  <a:pt x="204790" y="108"/>
                </a:cubicBezTo>
                <a:cubicBezTo>
                  <a:pt x="204790" y="0"/>
                  <a:pt x="159023" y="0"/>
                  <a:pt x="10243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573400" y="230575"/>
            <a:ext cx="549800" cy="146775"/>
          </a:xfrm>
          <a:custGeom>
            <a:avLst/>
            <a:gdLst/>
            <a:ahLst/>
            <a:cxnLst/>
            <a:rect l="l" t="t" r="r" b="b"/>
            <a:pathLst>
              <a:path w="21992" h="5871" extrusionOk="0">
                <a:moveTo>
                  <a:pt x="0" y="1"/>
                </a:moveTo>
                <a:lnTo>
                  <a:pt x="0" y="5871"/>
                </a:lnTo>
                <a:lnTo>
                  <a:pt x="21991" y="5871"/>
                </a:lnTo>
                <a:lnTo>
                  <a:pt x="21991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734350" y="83850"/>
            <a:ext cx="551825" cy="149475"/>
          </a:xfrm>
          <a:custGeom>
            <a:avLst/>
            <a:gdLst/>
            <a:ahLst/>
            <a:cxnLst/>
            <a:rect l="l" t="t" r="r" b="b"/>
            <a:pathLst>
              <a:path w="22073" h="5979" extrusionOk="0">
                <a:moveTo>
                  <a:pt x="108" y="0"/>
                </a:moveTo>
                <a:lnTo>
                  <a:pt x="108" y="0"/>
                </a:lnTo>
                <a:cubicBezTo>
                  <a:pt x="88" y="21"/>
                  <a:pt x="54" y="54"/>
                  <a:pt x="0" y="108"/>
                </a:cubicBezTo>
                <a:lnTo>
                  <a:pt x="0" y="1596"/>
                </a:lnTo>
                <a:lnTo>
                  <a:pt x="0" y="3057"/>
                </a:lnTo>
                <a:lnTo>
                  <a:pt x="0" y="5978"/>
                </a:lnTo>
                <a:lnTo>
                  <a:pt x="108" y="5978"/>
                </a:lnTo>
                <a:lnTo>
                  <a:pt x="15770" y="5870"/>
                </a:lnTo>
                <a:lnTo>
                  <a:pt x="216" y="5762"/>
                </a:lnTo>
                <a:lnTo>
                  <a:pt x="216" y="5762"/>
                </a:lnTo>
                <a:lnTo>
                  <a:pt x="216" y="3057"/>
                </a:lnTo>
                <a:lnTo>
                  <a:pt x="216" y="243"/>
                </a:lnTo>
                <a:lnTo>
                  <a:pt x="216" y="243"/>
                </a:lnTo>
                <a:lnTo>
                  <a:pt x="21964" y="109"/>
                </a:lnTo>
                <a:lnTo>
                  <a:pt x="21964" y="109"/>
                </a:lnTo>
                <a:cubicBezTo>
                  <a:pt x="21964" y="1921"/>
                  <a:pt x="22072" y="3382"/>
                  <a:pt x="22072" y="4301"/>
                </a:cubicBezTo>
                <a:lnTo>
                  <a:pt x="22072" y="108"/>
                </a:lnTo>
                <a:lnTo>
                  <a:pt x="22072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3"/>
          <p:cNvSpPr/>
          <p:nvPr/>
        </p:nvSpPr>
        <p:spPr>
          <a:xfrm rot="10800000">
            <a:off x="-297100" y="27708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3"/>
          <p:cNvSpPr/>
          <p:nvPr/>
        </p:nvSpPr>
        <p:spPr>
          <a:xfrm rot="10800000">
            <a:off x="7700" y="26184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3"/>
          <p:cNvSpPr/>
          <p:nvPr/>
        </p:nvSpPr>
        <p:spPr>
          <a:xfrm flipH="1">
            <a:off x="-373300" y="21612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3"/>
          <p:cNvSpPr/>
          <p:nvPr/>
        </p:nvSpPr>
        <p:spPr>
          <a:xfrm flipH="1">
            <a:off x="-68500" y="23136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3"/>
          <p:cNvSpPr/>
          <p:nvPr/>
        </p:nvSpPr>
        <p:spPr>
          <a:xfrm flipH="1">
            <a:off x="-297100" y="2562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3"/>
          <p:cNvSpPr/>
          <p:nvPr/>
        </p:nvSpPr>
        <p:spPr>
          <a:xfrm flipH="1">
            <a:off x="7700" y="4086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3"/>
          <p:cNvSpPr/>
          <p:nvPr/>
        </p:nvSpPr>
        <p:spPr>
          <a:xfrm flipH="1">
            <a:off x="160100" y="7134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9050838" y="2610888"/>
            <a:ext cx="546400" cy="144050"/>
          </a:xfrm>
          <a:custGeom>
            <a:avLst/>
            <a:gdLst/>
            <a:ahLst/>
            <a:cxnLst/>
            <a:rect l="l" t="t" r="r" b="b"/>
            <a:pathLst>
              <a:path w="21856" h="5762" extrusionOk="0">
                <a:moveTo>
                  <a:pt x="0" y="0"/>
                </a:moveTo>
                <a:lnTo>
                  <a:pt x="0" y="5762"/>
                </a:lnTo>
                <a:lnTo>
                  <a:pt x="21856" y="5762"/>
                </a:lnTo>
                <a:lnTo>
                  <a:pt x="21856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3"/>
          <p:cNvSpPr/>
          <p:nvPr/>
        </p:nvSpPr>
        <p:spPr>
          <a:xfrm flipH="1">
            <a:off x="8371850" y="277827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3"/>
          <p:cNvSpPr/>
          <p:nvPr/>
        </p:nvSpPr>
        <p:spPr>
          <a:xfrm flipH="1">
            <a:off x="8676650" y="293067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3"/>
          <p:cNvSpPr/>
          <p:nvPr/>
        </p:nvSpPr>
        <p:spPr>
          <a:xfrm rot="10800000">
            <a:off x="8600450" y="239727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3"/>
          <p:cNvSpPr/>
          <p:nvPr/>
        </p:nvSpPr>
        <p:spPr>
          <a:xfrm rot="10800000">
            <a:off x="8905250" y="224487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3"/>
          <p:cNvSpPr/>
          <p:nvPr/>
        </p:nvSpPr>
        <p:spPr>
          <a:xfrm flipH="1">
            <a:off x="8104200" y="189763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3"/>
          <p:cNvSpPr/>
          <p:nvPr/>
        </p:nvSpPr>
        <p:spPr>
          <a:xfrm flipH="1">
            <a:off x="8409000" y="342163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3"/>
          <p:cNvSpPr/>
          <p:nvPr/>
        </p:nvSpPr>
        <p:spPr>
          <a:xfrm flipH="1">
            <a:off x="8561400" y="646963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"/>
          <p:cNvSpPr/>
          <p:nvPr/>
        </p:nvSpPr>
        <p:spPr>
          <a:xfrm flipH="1">
            <a:off x="8866200" y="799363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3"/>
          <p:cNvSpPr/>
          <p:nvPr/>
        </p:nvSpPr>
        <p:spPr>
          <a:xfrm rot="10800000">
            <a:off x="8332800" y="-191237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4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"/>
          <p:cNvSpPr/>
          <p:nvPr/>
        </p:nvSpPr>
        <p:spPr>
          <a:xfrm flipH="1">
            <a:off x="224802" y="43208"/>
            <a:ext cx="8694396" cy="5057084"/>
          </a:xfrm>
          <a:custGeom>
            <a:avLst/>
            <a:gdLst/>
            <a:ahLst/>
            <a:cxnLst/>
            <a:rect l="l" t="t" r="r" b="b"/>
            <a:pathLst>
              <a:path w="77119" h="63370" extrusionOk="0">
                <a:moveTo>
                  <a:pt x="58572" y="1"/>
                </a:moveTo>
                <a:cubicBezTo>
                  <a:pt x="57567" y="1"/>
                  <a:pt x="56603" y="36"/>
                  <a:pt x="55707" y="87"/>
                </a:cubicBezTo>
                <a:cubicBezTo>
                  <a:pt x="34484" y="1326"/>
                  <a:pt x="17164" y="6608"/>
                  <a:pt x="17164" y="6608"/>
                </a:cubicBezTo>
                <a:cubicBezTo>
                  <a:pt x="9076" y="9351"/>
                  <a:pt x="1" y="13269"/>
                  <a:pt x="706" y="20981"/>
                </a:cubicBezTo>
                <a:cubicBezTo>
                  <a:pt x="1364" y="28693"/>
                  <a:pt x="3778" y="49979"/>
                  <a:pt x="7900" y="56123"/>
                </a:cubicBezTo>
                <a:cubicBezTo>
                  <a:pt x="12007" y="62330"/>
                  <a:pt x="16647" y="61938"/>
                  <a:pt x="20769" y="62455"/>
                </a:cubicBezTo>
                <a:cubicBezTo>
                  <a:pt x="22910" y="62725"/>
                  <a:pt x="31906" y="63370"/>
                  <a:pt x="41044" y="63370"/>
                </a:cubicBezTo>
                <a:cubicBezTo>
                  <a:pt x="49435" y="63370"/>
                  <a:pt x="57945" y="62826"/>
                  <a:pt x="61381" y="60951"/>
                </a:cubicBezTo>
                <a:cubicBezTo>
                  <a:pt x="68576" y="56969"/>
                  <a:pt x="77118" y="29602"/>
                  <a:pt x="76930" y="15041"/>
                </a:cubicBezTo>
                <a:cubicBezTo>
                  <a:pt x="76819" y="2130"/>
                  <a:pt x="66432" y="1"/>
                  <a:pt x="58572" y="1"/>
                </a:cubicBez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4"/>
          <p:cNvSpPr/>
          <p:nvPr/>
        </p:nvSpPr>
        <p:spPr>
          <a:xfrm flipH="1">
            <a:off x="344529" y="131450"/>
            <a:ext cx="8454942" cy="4917829"/>
          </a:xfrm>
          <a:custGeom>
            <a:avLst/>
            <a:gdLst/>
            <a:ahLst/>
            <a:cxnLst/>
            <a:rect l="l" t="t" r="r" b="b"/>
            <a:pathLst>
              <a:path w="77119" h="63370" extrusionOk="0">
                <a:moveTo>
                  <a:pt x="58572" y="1"/>
                </a:moveTo>
                <a:cubicBezTo>
                  <a:pt x="57567" y="1"/>
                  <a:pt x="56603" y="36"/>
                  <a:pt x="55707" y="87"/>
                </a:cubicBezTo>
                <a:cubicBezTo>
                  <a:pt x="34484" y="1326"/>
                  <a:pt x="17164" y="6608"/>
                  <a:pt x="17164" y="6608"/>
                </a:cubicBezTo>
                <a:cubicBezTo>
                  <a:pt x="9076" y="9351"/>
                  <a:pt x="1" y="13269"/>
                  <a:pt x="706" y="20981"/>
                </a:cubicBezTo>
                <a:cubicBezTo>
                  <a:pt x="1364" y="28693"/>
                  <a:pt x="3778" y="49979"/>
                  <a:pt x="7900" y="56123"/>
                </a:cubicBezTo>
                <a:cubicBezTo>
                  <a:pt x="12007" y="62330"/>
                  <a:pt x="16647" y="61938"/>
                  <a:pt x="20769" y="62455"/>
                </a:cubicBezTo>
                <a:cubicBezTo>
                  <a:pt x="22910" y="62725"/>
                  <a:pt x="31906" y="63370"/>
                  <a:pt x="41044" y="63370"/>
                </a:cubicBezTo>
                <a:cubicBezTo>
                  <a:pt x="49435" y="63370"/>
                  <a:pt x="57945" y="62826"/>
                  <a:pt x="61381" y="60951"/>
                </a:cubicBezTo>
                <a:cubicBezTo>
                  <a:pt x="68576" y="56969"/>
                  <a:pt x="77118" y="29602"/>
                  <a:pt x="76930" y="15041"/>
                </a:cubicBezTo>
                <a:cubicBezTo>
                  <a:pt x="76819" y="2130"/>
                  <a:pt x="66432" y="1"/>
                  <a:pt x="5857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4"/>
          <p:cNvSpPr/>
          <p:nvPr/>
        </p:nvSpPr>
        <p:spPr>
          <a:xfrm flipH="1">
            <a:off x="428500" y="4124649"/>
            <a:ext cx="728250" cy="721553"/>
          </a:xfrm>
          <a:custGeom>
            <a:avLst/>
            <a:gdLst/>
            <a:ahLst/>
            <a:cxnLst/>
            <a:rect l="l" t="t" r="r" b="b"/>
            <a:pathLst>
              <a:path w="6725" h="6663" extrusionOk="0">
                <a:moveTo>
                  <a:pt x="3339" y="1"/>
                </a:moveTo>
                <a:cubicBezTo>
                  <a:pt x="1505" y="1"/>
                  <a:pt x="0" y="1505"/>
                  <a:pt x="0" y="3339"/>
                </a:cubicBezTo>
                <a:cubicBezTo>
                  <a:pt x="0" y="5157"/>
                  <a:pt x="1505" y="6662"/>
                  <a:pt x="3339" y="6662"/>
                </a:cubicBezTo>
                <a:cubicBezTo>
                  <a:pt x="5220" y="6662"/>
                  <a:pt x="6724" y="5157"/>
                  <a:pt x="6724" y="3339"/>
                </a:cubicBezTo>
                <a:cubicBezTo>
                  <a:pt x="6724" y="1505"/>
                  <a:pt x="5220" y="1"/>
                  <a:pt x="33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4"/>
          <p:cNvSpPr/>
          <p:nvPr/>
        </p:nvSpPr>
        <p:spPr>
          <a:xfrm flipH="1">
            <a:off x="8242499" y="4508777"/>
            <a:ext cx="556982" cy="79915"/>
          </a:xfrm>
          <a:custGeom>
            <a:avLst/>
            <a:gdLst/>
            <a:ahLst/>
            <a:cxnLst/>
            <a:rect l="l" t="t" r="r" b="b"/>
            <a:pathLst>
              <a:path w="13857" h="1051" extrusionOk="0">
                <a:moveTo>
                  <a:pt x="534" y="0"/>
                </a:moveTo>
                <a:cubicBezTo>
                  <a:pt x="204" y="0"/>
                  <a:pt x="1" y="188"/>
                  <a:pt x="1" y="517"/>
                </a:cubicBezTo>
                <a:cubicBezTo>
                  <a:pt x="1" y="784"/>
                  <a:pt x="204" y="1050"/>
                  <a:pt x="534" y="1050"/>
                </a:cubicBezTo>
                <a:lnTo>
                  <a:pt x="13324" y="1050"/>
                </a:lnTo>
                <a:cubicBezTo>
                  <a:pt x="13653" y="1050"/>
                  <a:pt x="13857" y="784"/>
                  <a:pt x="13857" y="517"/>
                </a:cubicBezTo>
                <a:cubicBezTo>
                  <a:pt x="13857" y="188"/>
                  <a:pt x="13653" y="0"/>
                  <a:pt x="133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4"/>
          <p:cNvSpPr/>
          <p:nvPr/>
        </p:nvSpPr>
        <p:spPr>
          <a:xfrm flipH="1">
            <a:off x="8242499" y="4637524"/>
            <a:ext cx="556982" cy="79915"/>
          </a:xfrm>
          <a:custGeom>
            <a:avLst/>
            <a:gdLst/>
            <a:ahLst/>
            <a:cxnLst/>
            <a:rect l="l" t="t" r="r" b="b"/>
            <a:pathLst>
              <a:path w="13857" h="1051" extrusionOk="0">
                <a:moveTo>
                  <a:pt x="534" y="0"/>
                </a:moveTo>
                <a:cubicBezTo>
                  <a:pt x="204" y="0"/>
                  <a:pt x="1" y="266"/>
                  <a:pt x="1" y="533"/>
                </a:cubicBezTo>
                <a:cubicBezTo>
                  <a:pt x="1" y="784"/>
                  <a:pt x="204" y="1050"/>
                  <a:pt x="534" y="1050"/>
                </a:cubicBezTo>
                <a:lnTo>
                  <a:pt x="13324" y="1050"/>
                </a:lnTo>
                <a:cubicBezTo>
                  <a:pt x="13653" y="1050"/>
                  <a:pt x="13857" y="784"/>
                  <a:pt x="13857" y="533"/>
                </a:cubicBezTo>
                <a:cubicBezTo>
                  <a:pt x="13857" y="266"/>
                  <a:pt x="13653" y="0"/>
                  <a:pt x="133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4"/>
          <p:cNvSpPr/>
          <p:nvPr/>
        </p:nvSpPr>
        <p:spPr>
          <a:xfrm flipH="1">
            <a:off x="8242499" y="4767413"/>
            <a:ext cx="556982" cy="78775"/>
          </a:xfrm>
          <a:custGeom>
            <a:avLst/>
            <a:gdLst/>
            <a:ahLst/>
            <a:cxnLst/>
            <a:rect l="l" t="t" r="r" b="b"/>
            <a:pathLst>
              <a:path w="13857" h="1036" extrusionOk="0">
                <a:moveTo>
                  <a:pt x="534" y="1"/>
                </a:moveTo>
                <a:cubicBezTo>
                  <a:pt x="204" y="1"/>
                  <a:pt x="1" y="251"/>
                  <a:pt x="1" y="518"/>
                </a:cubicBezTo>
                <a:cubicBezTo>
                  <a:pt x="1" y="847"/>
                  <a:pt x="204" y="1035"/>
                  <a:pt x="534" y="1035"/>
                </a:cubicBezTo>
                <a:lnTo>
                  <a:pt x="13324" y="1035"/>
                </a:lnTo>
                <a:cubicBezTo>
                  <a:pt x="13653" y="1035"/>
                  <a:pt x="13857" y="847"/>
                  <a:pt x="13857" y="518"/>
                </a:cubicBezTo>
                <a:cubicBezTo>
                  <a:pt x="13857" y="251"/>
                  <a:pt x="13653" y="1"/>
                  <a:pt x="1332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4"/>
          <p:cNvSpPr txBox="1">
            <a:spLocks noGrp="1"/>
          </p:cNvSpPr>
          <p:nvPr>
            <p:ph type="title" hasCustomPrompt="1"/>
          </p:nvPr>
        </p:nvSpPr>
        <p:spPr>
          <a:xfrm>
            <a:off x="3906908" y="1259507"/>
            <a:ext cx="3738900" cy="10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6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65" name="Google Shape;265;p14"/>
          <p:cNvSpPr txBox="1">
            <a:spLocks noGrp="1"/>
          </p:cNvSpPr>
          <p:nvPr>
            <p:ph type="subTitle" idx="1"/>
          </p:nvPr>
        </p:nvSpPr>
        <p:spPr>
          <a:xfrm>
            <a:off x="5017208" y="3516025"/>
            <a:ext cx="2628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tamaran"/>
              <a:buNone/>
              <a:defRPr sz="1600">
                <a:solidFill>
                  <a:schemeClr val="lt2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6" name="Google Shape;266;p14"/>
          <p:cNvSpPr txBox="1">
            <a:spLocks noGrp="1"/>
          </p:cNvSpPr>
          <p:nvPr>
            <p:ph type="title" idx="2"/>
          </p:nvPr>
        </p:nvSpPr>
        <p:spPr>
          <a:xfrm>
            <a:off x="3906900" y="2251845"/>
            <a:ext cx="3738900" cy="140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"/>
          <p:cNvSpPr txBox="1">
            <a:spLocks noGrp="1"/>
          </p:cNvSpPr>
          <p:nvPr>
            <p:ph type="title"/>
          </p:nvPr>
        </p:nvSpPr>
        <p:spPr>
          <a:xfrm>
            <a:off x="921100" y="3189425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69" name="Google Shape;269;p15"/>
          <p:cNvSpPr txBox="1">
            <a:spLocks noGrp="1"/>
          </p:cNvSpPr>
          <p:nvPr>
            <p:ph type="subTitle" idx="1"/>
          </p:nvPr>
        </p:nvSpPr>
        <p:spPr>
          <a:xfrm>
            <a:off x="921100" y="3644325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0" name="Google Shape;270;p15"/>
          <p:cNvSpPr txBox="1">
            <a:spLocks noGrp="1"/>
          </p:cNvSpPr>
          <p:nvPr>
            <p:ph type="title" idx="2"/>
          </p:nvPr>
        </p:nvSpPr>
        <p:spPr>
          <a:xfrm>
            <a:off x="3443100" y="3189425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71" name="Google Shape;271;p15"/>
          <p:cNvSpPr txBox="1">
            <a:spLocks noGrp="1"/>
          </p:cNvSpPr>
          <p:nvPr>
            <p:ph type="subTitle" idx="3"/>
          </p:nvPr>
        </p:nvSpPr>
        <p:spPr>
          <a:xfrm>
            <a:off x="3443100" y="3644325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2" name="Google Shape;272;p15"/>
          <p:cNvSpPr txBox="1">
            <a:spLocks noGrp="1"/>
          </p:cNvSpPr>
          <p:nvPr>
            <p:ph type="title" idx="4"/>
          </p:nvPr>
        </p:nvSpPr>
        <p:spPr>
          <a:xfrm>
            <a:off x="5965100" y="3189425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73" name="Google Shape;273;p15"/>
          <p:cNvSpPr txBox="1">
            <a:spLocks noGrp="1"/>
          </p:cNvSpPr>
          <p:nvPr>
            <p:ph type="subTitle" idx="5"/>
          </p:nvPr>
        </p:nvSpPr>
        <p:spPr>
          <a:xfrm>
            <a:off x="5965100" y="3644325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4" name="Google Shape;274;p15"/>
          <p:cNvSpPr txBox="1">
            <a:spLocks noGrp="1"/>
          </p:cNvSpPr>
          <p:nvPr>
            <p:ph type="title" idx="6"/>
          </p:nvPr>
        </p:nvSpPr>
        <p:spPr>
          <a:xfrm>
            <a:off x="1700250" y="488975"/>
            <a:ext cx="574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9pPr>
          </a:lstStyle>
          <a:p>
            <a:endParaRPr/>
          </a:p>
        </p:txBody>
      </p:sp>
      <p:grpSp>
        <p:nvGrpSpPr>
          <p:cNvPr id="275" name="Google Shape;275;p15"/>
          <p:cNvGrpSpPr/>
          <p:nvPr/>
        </p:nvGrpSpPr>
        <p:grpSpPr>
          <a:xfrm>
            <a:off x="-363924" y="312450"/>
            <a:ext cx="9991249" cy="2057175"/>
            <a:chOff x="-363924" y="312450"/>
            <a:chExt cx="9991249" cy="2057175"/>
          </a:xfrm>
        </p:grpSpPr>
        <p:sp>
          <p:nvSpPr>
            <p:cNvPr id="276" name="Google Shape;276;p15"/>
            <p:cNvSpPr/>
            <p:nvPr/>
          </p:nvSpPr>
          <p:spPr>
            <a:xfrm rot="10800000" flipH="1">
              <a:off x="8237300" y="1704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5"/>
            <p:cNvSpPr/>
            <p:nvPr/>
          </p:nvSpPr>
          <p:spPr>
            <a:xfrm rot="10800000" flipH="1">
              <a:off x="8084900" y="1399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 rot="10800000" flipH="1">
              <a:off x="7780100" y="1246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9075500" y="33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8618300" y="78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83135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 rot="10800000">
              <a:off x="-123086" y="1097563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 rot="10800000" flipH="1">
              <a:off x="550476" y="9220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 rot="10800000" flipH="1">
              <a:off x="245676" y="7696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 rot="10800000" flipH="1">
              <a:off x="93276" y="4648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 rot="10800000" flipH="1">
              <a:off x="-211524" y="3124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17076" y="14554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-135324" y="17602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 rot="10800000" flipH="1">
              <a:off x="-363924" y="22174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"/>
          <p:cNvSpPr txBox="1">
            <a:spLocks noGrp="1"/>
          </p:cNvSpPr>
          <p:nvPr>
            <p:ph type="subTitle" idx="1"/>
          </p:nvPr>
        </p:nvSpPr>
        <p:spPr>
          <a:xfrm>
            <a:off x="2285500" y="1980100"/>
            <a:ext cx="1952400" cy="8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92" name="Google Shape;292;p16"/>
          <p:cNvSpPr txBox="1">
            <a:spLocks noGrp="1"/>
          </p:cNvSpPr>
          <p:nvPr>
            <p:ph type="subTitle" idx="2"/>
          </p:nvPr>
        </p:nvSpPr>
        <p:spPr>
          <a:xfrm>
            <a:off x="2285500" y="1660300"/>
            <a:ext cx="1577100" cy="40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9pPr>
          </a:lstStyle>
          <a:p>
            <a:endParaRPr/>
          </a:p>
        </p:txBody>
      </p:sp>
      <p:sp>
        <p:nvSpPr>
          <p:cNvPr id="293" name="Google Shape;293;p16"/>
          <p:cNvSpPr txBox="1">
            <a:spLocks noGrp="1"/>
          </p:cNvSpPr>
          <p:nvPr>
            <p:ph type="subTitle" idx="3"/>
          </p:nvPr>
        </p:nvSpPr>
        <p:spPr>
          <a:xfrm>
            <a:off x="4914500" y="1980100"/>
            <a:ext cx="1944000" cy="7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16"/>
          <p:cNvSpPr txBox="1">
            <a:spLocks noGrp="1"/>
          </p:cNvSpPr>
          <p:nvPr>
            <p:ph type="subTitle" idx="4"/>
          </p:nvPr>
        </p:nvSpPr>
        <p:spPr>
          <a:xfrm>
            <a:off x="5281400" y="1660300"/>
            <a:ext cx="1577100" cy="40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9pPr>
          </a:lstStyle>
          <a:p>
            <a:endParaRPr/>
          </a:p>
        </p:txBody>
      </p:sp>
      <p:sp>
        <p:nvSpPr>
          <p:cNvPr id="295" name="Google Shape;295;p16"/>
          <p:cNvSpPr txBox="1">
            <a:spLocks noGrp="1"/>
          </p:cNvSpPr>
          <p:nvPr>
            <p:ph type="subTitle" idx="5"/>
          </p:nvPr>
        </p:nvSpPr>
        <p:spPr>
          <a:xfrm>
            <a:off x="2285500" y="3637850"/>
            <a:ext cx="1952400" cy="7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16"/>
          <p:cNvSpPr txBox="1">
            <a:spLocks noGrp="1"/>
          </p:cNvSpPr>
          <p:nvPr>
            <p:ph type="subTitle" idx="6"/>
          </p:nvPr>
        </p:nvSpPr>
        <p:spPr>
          <a:xfrm>
            <a:off x="2285500" y="3318050"/>
            <a:ext cx="1577100" cy="40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9pPr>
          </a:lstStyle>
          <a:p>
            <a:endParaRPr/>
          </a:p>
        </p:txBody>
      </p:sp>
      <p:sp>
        <p:nvSpPr>
          <p:cNvPr id="297" name="Google Shape;297;p16"/>
          <p:cNvSpPr txBox="1">
            <a:spLocks noGrp="1"/>
          </p:cNvSpPr>
          <p:nvPr>
            <p:ph type="subTitle" idx="7"/>
          </p:nvPr>
        </p:nvSpPr>
        <p:spPr>
          <a:xfrm>
            <a:off x="4914400" y="3637850"/>
            <a:ext cx="1944000" cy="8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16"/>
          <p:cNvSpPr txBox="1">
            <a:spLocks noGrp="1"/>
          </p:cNvSpPr>
          <p:nvPr>
            <p:ph type="subTitle" idx="8"/>
          </p:nvPr>
        </p:nvSpPr>
        <p:spPr>
          <a:xfrm>
            <a:off x="5281400" y="3318050"/>
            <a:ext cx="1577100" cy="40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gi"/>
              <a:buNone/>
              <a:defRPr sz="18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defRPr>
            </a:lvl9pPr>
          </a:lstStyle>
          <a:p>
            <a:endParaRPr/>
          </a:p>
        </p:txBody>
      </p:sp>
      <p:sp>
        <p:nvSpPr>
          <p:cNvPr id="299" name="Google Shape;299;p16"/>
          <p:cNvSpPr txBox="1">
            <a:spLocks noGrp="1"/>
          </p:cNvSpPr>
          <p:nvPr>
            <p:ph type="title"/>
          </p:nvPr>
        </p:nvSpPr>
        <p:spPr>
          <a:xfrm>
            <a:off x="866100" y="488975"/>
            <a:ext cx="741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9pPr>
          </a:lstStyle>
          <a:p>
            <a:endParaRPr/>
          </a:p>
        </p:txBody>
      </p:sp>
      <p:grpSp>
        <p:nvGrpSpPr>
          <p:cNvPr id="300" name="Google Shape;300;p16"/>
          <p:cNvGrpSpPr/>
          <p:nvPr/>
        </p:nvGrpSpPr>
        <p:grpSpPr>
          <a:xfrm>
            <a:off x="-601900" y="-581975"/>
            <a:ext cx="10381625" cy="6095775"/>
            <a:chOff x="-601900" y="-581975"/>
            <a:chExt cx="10381625" cy="6095775"/>
          </a:xfrm>
        </p:grpSpPr>
        <p:sp>
          <p:nvSpPr>
            <p:cNvPr id="301" name="Google Shape;301;p16"/>
            <p:cNvSpPr/>
            <p:nvPr/>
          </p:nvSpPr>
          <p:spPr>
            <a:xfrm rot="10800000">
              <a:off x="8401938" y="203138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6"/>
            <p:cNvSpPr/>
            <p:nvPr/>
          </p:nvSpPr>
          <p:spPr>
            <a:xfrm rot="10800000" flipH="1">
              <a:off x="9075500" y="27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6"/>
            <p:cNvSpPr/>
            <p:nvPr/>
          </p:nvSpPr>
          <p:spPr>
            <a:xfrm rot="10800000" flipH="1">
              <a:off x="8618300" y="-42957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6"/>
            <p:cNvSpPr/>
            <p:nvPr/>
          </p:nvSpPr>
          <p:spPr>
            <a:xfrm rot="10800000" flipH="1">
              <a:off x="8313500" y="-58197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6"/>
            <p:cNvSpPr/>
            <p:nvPr/>
          </p:nvSpPr>
          <p:spPr>
            <a:xfrm>
              <a:off x="8542100" y="561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6"/>
            <p:cNvSpPr/>
            <p:nvPr/>
          </p:nvSpPr>
          <p:spPr>
            <a:xfrm>
              <a:off x="8389700" y="865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6"/>
            <p:cNvSpPr/>
            <p:nvPr/>
          </p:nvSpPr>
          <p:spPr>
            <a:xfrm rot="10800000" flipH="1">
              <a:off x="8923100" y="1932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6"/>
            <p:cNvSpPr/>
            <p:nvPr/>
          </p:nvSpPr>
          <p:spPr>
            <a:xfrm rot="10800000" flipH="1">
              <a:off x="8618300" y="1780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6"/>
            <p:cNvSpPr/>
            <p:nvPr/>
          </p:nvSpPr>
          <p:spPr>
            <a:xfrm rot="10800000" flipH="1">
              <a:off x="8465900" y="1475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6"/>
            <p:cNvSpPr/>
            <p:nvPr/>
          </p:nvSpPr>
          <p:spPr>
            <a:xfrm>
              <a:off x="8389700" y="2466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6"/>
            <p:cNvSpPr/>
            <p:nvPr/>
          </p:nvSpPr>
          <p:spPr>
            <a:xfrm>
              <a:off x="8237300" y="2770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6"/>
            <p:cNvSpPr/>
            <p:nvPr/>
          </p:nvSpPr>
          <p:spPr>
            <a:xfrm>
              <a:off x="7932500" y="2923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6"/>
            <p:cNvSpPr/>
            <p:nvPr/>
          </p:nvSpPr>
          <p:spPr>
            <a:xfrm rot="10800000" flipH="1">
              <a:off x="9227900" y="3837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6"/>
            <p:cNvSpPr/>
            <p:nvPr/>
          </p:nvSpPr>
          <p:spPr>
            <a:xfrm rot="10800000" flipH="1">
              <a:off x="8770700" y="3380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6"/>
            <p:cNvSpPr/>
            <p:nvPr/>
          </p:nvSpPr>
          <p:spPr>
            <a:xfrm rot="10800000" flipH="1">
              <a:off x="8465900" y="3228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6" name="Google Shape;316;p16"/>
            <p:cNvGrpSpPr/>
            <p:nvPr/>
          </p:nvGrpSpPr>
          <p:grpSpPr>
            <a:xfrm flipH="1">
              <a:off x="-601900" y="2595657"/>
              <a:ext cx="484918" cy="453079"/>
              <a:chOff x="1211325" y="1407638"/>
              <a:chExt cx="797300" cy="744950"/>
            </a:xfrm>
          </p:grpSpPr>
          <p:sp>
            <p:nvSpPr>
              <p:cNvPr id="317" name="Google Shape;317;p16"/>
              <p:cNvSpPr/>
              <p:nvPr/>
            </p:nvSpPr>
            <p:spPr>
              <a:xfrm>
                <a:off x="1211325" y="1407638"/>
                <a:ext cx="797300" cy="744950"/>
              </a:xfrm>
              <a:custGeom>
                <a:avLst/>
                <a:gdLst/>
                <a:ahLst/>
                <a:cxnLst/>
                <a:rect l="l" t="t" r="r" b="b"/>
                <a:pathLst>
                  <a:path w="31892" h="29798" extrusionOk="0">
                    <a:moveTo>
                      <a:pt x="8081" y="1"/>
                    </a:moveTo>
                    <a:cubicBezTo>
                      <a:pt x="7861" y="1"/>
                      <a:pt x="7645" y="14"/>
                      <a:pt x="7439" y="43"/>
                    </a:cubicBezTo>
                    <a:cubicBezTo>
                      <a:pt x="5870" y="151"/>
                      <a:pt x="4301" y="827"/>
                      <a:pt x="3057" y="1855"/>
                    </a:cubicBezTo>
                    <a:cubicBezTo>
                      <a:pt x="1921" y="2856"/>
                      <a:pt x="1028" y="4208"/>
                      <a:pt x="568" y="5696"/>
                    </a:cubicBezTo>
                    <a:cubicBezTo>
                      <a:pt x="109" y="7049"/>
                      <a:pt x="0" y="8509"/>
                      <a:pt x="109" y="9970"/>
                    </a:cubicBezTo>
                    <a:cubicBezTo>
                      <a:pt x="352" y="12567"/>
                      <a:pt x="1136" y="15028"/>
                      <a:pt x="2381" y="17300"/>
                    </a:cubicBezTo>
                    <a:cubicBezTo>
                      <a:pt x="2949" y="18301"/>
                      <a:pt x="3490" y="19221"/>
                      <a:pt x="4166" y="20113"/>
                    </a:cubicBezTo>
                    <a:lnTo>
                      <a:pt x="5762" y="22602"/>
                    </a:lnTo>
                    <a:cubicBezTo>
                      <a:pt x="6763" y="24171"/>
                      <a:pt x="7682" y="25523"/>
                      <a:pt x="8467" y="26524"/>
                    </a:cubicBezTo>
                    <a:cubicBezTo>
                      <a:pt x="9251" y="27660"/>
                      <a:pt x="9927" y="28445"/>
                      <a:pt x="10387" y="29013"/>
                    </a:cubicBezTo>
                    <a:cubicBezTo>
                      <a:pt x="10820" y="29472"/>
                      <a:pt x="11064" y="29797"/>
                      <a:pt x="11064" y="29797"/>
                    </a:cubicBezTo>
                    <a:cubicBezTo>
                      <a:pt x="11064" y="29797"/>
                      <a:pt x="11064" y="29689"/>
                      <a:pt x="10928" y="29581"/>
                    </a:cubicBezTo>
                    <a:cubicBezTo>
                      <a:pt x="10820" y="29364"/>
                      <a:pt x="10604" y="29229"/>
                      <a:pt x="10387" y="28904"/>
                    </a:cubicBezTo>
                    <a:cubicBezTo>
                      <a:pt x="9927" y="28445"/>
                      <a:pt x="9359" y="27552"/>
                      <a:pt x="8575" y="26524"/>
                    </a:cubicBezTo>
                    <a:cubicBezTo>
                      <a:pt x="7791" y="25523"/>
                      <a:pt x="6871" y="24171"/>
                      <a:pt x="5870" y="22602"/>
                    </a:cubicBezTo>
                    <a:cubicBezTo>
                      <a:pt x="5410" y="21790"/>
                      <a:pt x="4842" y="20898"/>
                      <a:pt x="4301" y="20005"/>
                    </a:cubicBezTo>
                    <a:cubicBezTo>
                      <a:pt x="3625" y="19221"/>
                      <a:pt x="3057" y="18193"/>
                      <a:pt x="2489" y="17192"/>
                    </a:cubicBezTo>
                    <a:cubicBezTo>
                      <a:pt x="1245" y="14920"/>
                      <a:pt x="460" y="12458"/>
                      <a:pt x="244" y="9970"/>
                    </a:cubicBezTo>
                    <a:cubicBezTo>
                      <a:pt x="244" y="8509"/>
                      <a:pt x="352" y="7049"/>
                      <a:pt x="785" y="5696"/>
                    </a:cubicBezTo>
                    <a:cubicBezTo>
                      <a:pt x="1245" y="4344"/>
                      <a:pt x="2029" y="2991"/>
                      <a:pt x="3165" y="1963"/>
                    </a:cubicBezTo>
                    <a:cubicBezTo>
                      <a:pt x="4409" y="963"/>
                      <a:pt x="5870" y="395"/>
                      <a:pt x="7439" y="151"/>
                    </a:cubicBezTo>
                    <a:cubicBezTo>
                      <a:pt x="8223" y="151"/>
                      <a:pt x="9035" y="286"/>
                      <a:pt x="9819" y="503"/>
                    </a:cubicBezTo>
                    <a:cubicBezTo>
                      <a:pt x="10604" y="827"/>
                      <a:pt x="11388" y="1179"/>
                      <a:pt x="11956" y="1747"/>
                    </a:cubicBezTo>
                    <a:cubicBezTo>
                      <a:pt x="13200" y="2991"/>
                      <a:pt x="14093" y="4452"/>
                      <a:pt x="14553" y="6021"/>
                    </a:cubicBezTo>
                    <a:cubicBezTo>
                      <a:pt x="14986" y="7833"/>
                      <a:pt x="15337" y="9510"/>
                      <a:pt x="15337" y="11322"/>
                    </a:cubicBezTo>
                    <a:cubicBezTo>
                      <a:pt x="15337" y="11647"/>
                      <a:pt x="15445" y="12107"/>
                      <a:pt x="15445" y="12567"/>
                    </a:cubicBezTo>
                    <a:lnTo>
                      <a:pt x="15445" y="13135"/>
                    </a:lnTo>
                    <a:lnTo>
                      <a:pt x="15662" y="12567"/>
                    </a:lnTo>
                    <a:cubicBezTo>
                      <a:pt x="16122" y="10863"/>
                      <a:pt x="17150" y="9402"/>
                      <a:pt x="18367" y="8266"/>
                    </a:cubicBezTo>
                    <a:cubicBezTo>
                      <a:pt x="19503" y="7049"/>
                      <a:pt x="21072" y="6237"/>
                      <a:pt x="22776" y="6021"/>
                    </a:cubicBezTo>
                    <a:cubicBezTo>
                      <a:pt x="23333" y="5905"/>
                      <a:pt x="23894" y="5845"/>
                      <a:pt x="24451" y="5845"/>
                    </a:cubicBezTo>
                    <a:cubicBezTo>
                      <a:pt x="25462" y="5845"/>
                      <a:pt x="26459" y="6045"/>
                      <a:pt x="27401" y="6481"/>
                    </a:cubicBezTo>
                    <a:cubicBezTo>
                      <a:pt x="28862" y="7157"/>
                      <a:pt x="29998" y="8158"/>
                      <a:pt x="30782" y="9510"/>
                    </a:cubicBezTo>
                    <a:cubicBezTo>
                      <a:pt x="31459" y="10863"/>
                      <a:pt x="31675" y="12323"/>
                      <a:pt x="31459" y="13811"/>
                    </a:cubicBezTo>
                    <a:cubicBezTo>
                      <a:pt x="31215" y="15163"/>
                      <a:pt x="30539" y="16381"/>
                      <a:pt x="29538" y="17408"/>
                    </a:cubicBezTo>
                    <a:cubicBezTo>
                      <a:pt x="28645" y="18301"/>
                      <a:pt x="27618" y="19221"/>
                      <a:pt x="26617" y="19897"/>
                    </a:cubicBezTo>
                    <a:cubicBezTo>
                      <a:pt x="25589" y="20681"/>
                      <a:pt x="24588" y="21358"/>
                      <a:pt x="23668" y="22034"/>
                    </a:cubicBezTo>
                    <a:cubicBezTo>
                      <a:pt x="19854" y="24631"/>
                      <a:pt x="16690" y="26524"/>
                      <a:pt x="14553" y="27768"/>
                    </a:cubicBezTo>
                    <a:cubicBezTo>
                      <a:pt x="13417" y="28445"/>
                      <a:pt x="12524" y="28904"/>
                      <a:pt x="11956" y="29229"/>
                    </a:cubicBezTo>
                    <a:cubicBezTo>
                      <a:pt x="12524" y="29013"/>
                      <a:pt x="13417" y="28445"/>
                      <a:pt x="14553" y="27877"/>
                    </a:cubicBezTo>
                    <a:cubicBezTo>
                      <a:pt x="16798" y="26524"/>
                      <a:pt x="19963" y="24631"/>
                      <a:pt x="23777" y="22142"/>
                    </a:cubicBezTo>
                    <a:cubicBezTo>
                      <a:pt x="24696" y="21466"/>
                      <a:pt x="25697" y="20790"/>
                      <a:pt x="26725" y="20005"/>
                    </a:cubicBezTo>
                    <a:cubicBezTo>
                      <a:pt x="27726" y="19329"/>
                      <a:pt x="28754" y="18409"/>
                      <a:pt x="29646" y="17517"/>
                    </a:cubicBezTo>
                    <a:cubicBezTo>
                      <a:pt x="30674" y="16516"/>
                      <a:pt x="31350" y="15163"/>
                      <a:pt x="31675" y="13811"/>
                    </a:cubicBezTo>
                    <a:cubicBezTo>
                      <a:pt x="31891" y="12323"/>
                      <a:pt x="31675" y="10754"/>
                      <a:pt x="30890" y="9402"/>
                    </a:cubicBezTo>
                    <a:cubicBezTo>
                      <a:pt x="30214" y="8049"/>
                      <a:pt x="28970" y="6913"/>
                      <a:pt x="27509" y="6237"/>
                    </a:cubicBezTo>
                    <a:cubicBezTo>
                      <a:pt x="26510" y="5774"/>
                      <a:pt x="25396" y="5578"/>
                      <a:pt x="24255" y="5578"/>
                    </a:cubicBezTo>
                    <a:cubicBezTo>
                      <a:pt x="23729" y="5578"/>
                      <a:pt x="23197" y="5619"/>
                      <a:pt x="22668" y="5696"/>
                    </a:cubicBezTo>
                    <a:cubicBezTo>
                      <a:pt x="21883" y="5913"/>
                      <a:pt x="21072" y="6129"/>
                      <a:pt x="20287" y="6589"/>
                    </a:cubicBezTo>
                    <a:cubicBezTo>
                      <a:pt x="19503" y="6913"/>
                      <a:pt x="18827" y="7481"/>
                      <a:pt x="18150" y="8049"/>
                    </a:cubicBezTo>
                    <a:cubicBezTo>
                      <a:pt x="17045" y="9154"/>
                      <a:pt x="16218" y="10430"/>
                      <a:pt x="15648" y="11895"/>
                    </a:cubicBezTo>
                    <a:lnTo>
                      <a:pt x="15648" y="11895"/>
                    </a:lnTo>
                    <a:cubicBezTo>
                      <a:pt x="15635" y="11682"/>
                      <a:pt x="15608" y="11485"/>
                      <a:pt x="15554" y="11322"/>
                    </a:cubicBezTo>
                    <a:cubicBezTo>
                      <a:pt x="15554" y="9510"/>
                      <a:pt x="15337" y="7725"/>
                      <a:pt x="14769" y="6021"/>
                    </a:cubicBezTo>
                    <a:cubicBezTo>
                      <a:pt x="14309" y="4344"/>
                      <a:pt x="13417" y="2748"/>
                      <a:pt x="12064" y="1639"/>
                    </a:cubicBezTo>
                    <a:cubicBezTo>
                      <a:pt x="11496" y="1071"/>
                      <a:pt x="10712" y="611"/>
                      <a:pt x="9927" y="286"/>
                    </a:cubicBezTo>
                    <a:cubicBezTo>
                      <a:pt x="9349" y="107"/>
                      <a:pt x="8698" y="1"/>
                      <a:pt x="8081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6"/>
              <p:cNvSpPr/>
              <p:nvPr/>
            </p:nvSpPr>
            <p:spPr>
              <a:xfrm>
                <a:off x="1290450" y="1597363"/>
                <a:ext cx="109575" cy="197475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7899" extrusionOk="0">
                    <a:moveTo>
                      <a:pt x="3598" y="1"/>
                    </a:moveTo>
                    <a:lnTo>
                      <a:pt x="3381" y="352"/>
                    </a:lnTo>
                    <a:cubicBezTo>
                      <a:pt x="2353" y="2273"/>
                      <a:pt x="1569" y="3950"/>
                      <a:pt x="893" y="5194"/>
                    </a:cubicBezTo>
                    <a:lnTo>
                      <a:pt x="217" y="6655"/>
                    </a:lnTo>
                    <a:cubicBezTo>
                      <a:pt x="108" y="6898"/>
                      <a:pt x="108" y="7115"/>
                      <a:pt x="0" y="7223"/>
                    </a:cubicBezTo>
                    <a:cubicBezTo>
                      <a:pt x="108" y="7115"/>
                      <a:pt x="217" y="6898"/>
                      <a:pt x="325" y="6763"/>
                    </a:cubicBezTo>
                    <a:lnTo>
                      <a:pt x="1136" y="5302"/>
                    </a:lnTo>
                    <a:cubicBezTo>
                      <a:pt x="1773" y="4130"/>
                      <a:pt x="2507" y="2573"/>
                      <a:pt x="3427" y="791"/>
                    </a:cubicBezTo>
                    <a:lnTo>
                      <a:pt x="3427" y="791"/>
                    </a:lnTo>
                    <a:cubicBezTo>
                      <a:pt x="3631" y="2737"/>
                      <a:pt x="3856" y="4395"/>
                      <a:pt x="4058" y="5654"/>
                    </a:cubicBezTo>
                    <a:cubicBezTo>
                      <a:pt x="4166" y="6330"/>
                      <a:pt x="4274" y="6898"/>
                      <a:pt x="4274" y="7223"/>
                    </a:cubicBezTo>
                    <a:cubicBezTo>
                      <a:pt x="4274" y="7439"/>
                      <a:pt x="4382" y="7683"/>
                      <a:pt x="4382" y="7899"/>
                    </a:cubicBezTo>
                    <a:lnTo>
                      <a:pt x="4382" y="7223"/>
                    </a:lnTo>
                    <a:cubicBezTo>
                      <a:pt x="4382" y="6898"/>
                      <a:pt x="4274" y="6330"/>
                      <a:pt x="4166" y="5654"/>
                    </a:cubicBezTo>
                    <a:cubicBezTo>
                      <a:pt x="4058" y="4301"/>
                      <a:pt x="3841" y="2381"/>
                      <a:pt x="3598" y="352"/>
                    </a:cubicBezTo>
                    <a:lnTo>
                      <a:pt x="359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6"/>
              <p:cNvSpPr/>
              <p:nvPr/>
            </p:nvSpPr>
            <p:spPr>
              <a:xfrm>
                <a:off x="1315450" y="1715713"/>
                <a:ext cx="96050" cy="20300"/>
              </a:xfrm>
              <a:custGeom>
                <a:avLst/>
                <a:gdLst/>
                <a:ahLst/>
                <a:cxnLst/>
                <a:rect l="l" t="t" r="r" b="b"/>
                <a:pathLst>
                  <a:path w="3842" h="812" extrusionOk="0">
                    <a:moveTo>
                      <a:pt x="1" y="0"/>
                    </a:moveTo>
                    <a:cubicBezTo>
                      <a:pt x="569" y="244"/>
                      <a:pt x="1245" y="352"/>
                      <a:pt x="1921" y="460"/>
                    </a:cubicBezTo>
                    <a:cubicBezTo>
                      <a:pt x="2490" y="676"/>
                      <a:pt x="3166" y="676"/>
                      <a:pt x="3842" y="812"/>
                    </a:cubicBezTo>
                    <a:cubicBezTo>
                      <a:pt x="3166" y="460"/>
                      <a:pt x="2598" y="352"/>
                      <a:pt x="1921" y="244"/>
                    </a:cubicBezTo>
                    <a:cubicBezTo>
                      <a:pt x="1353" y="135"/>
                      <a:pt x="677" y="0"/>
                      <a:pt x="1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>
                <a:off x="1464900" y="1789413"/>
                <a:ext cx="137975" cy="104175"/>
              </a:xfrm>
              <a:custGeom>
                <a:avLst/>
                <a:gdLst/>
                <a:ahLst/>
                <a:cxnLst/>
                <a:rect l="l" t="t" r="r" b="b"/>
                <a:pathLst>
                  <a:path w="5519" h="4167" extrusionOk="0">
                    <a:moveTo>
                      <a:pt x="5519" y="1"/>
                    </a:moveTo>
                    <a:cubicBezTo>
                      <a:pt x="4626" y="677"/>
                      <a:pt x="3625" y="1353"/>
                      <a:pt x="2706" y="2029"/>
                    </a:cubicBezTo>
                    <a:cubicBezTo>
                      <a:pt x="1813" y="2706"/>
                      <a:pt x="921" y="3382"/>
                      <a:pt x="1" y="4166"/>
                    </a:cubicBezTo>
                    <a:cubicBezTo>
                      <a:pt x="1029" y="3598"/>
                      <a:pt x="1921" y="2922"/>
                      <a:pt x="2814" y="2246"/>
                    </a:cubicBezTo>
                    <a:cubicBezTo>
                      <a:pt x="3842" y="1569"/>
                      <a:pt x="4734" y="785"/>
                      <a:pt x="5519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>
                <a:off x="1493300" y="1794838"/>
                <a:ext cx="62250" cy="132550"/>
              </a:xfrm>
              <a:custGeom>
                <a:avLst/>
                <a:gdLst/>
                <a:ahLst/>
                <a:cxnLst/>
                <a:rect l="l" t="t" r="r" b="b"/>
                <a:pathLst>
                  <a:path w="2490" h="5302" extrusionOk="0">
                    <a:moveTo>
                      <a:pt x="1" y="0"/>
                    </a:moveTo>
                    <a:cubicBezTo>
                      <a:pt x="1" y="216"/>
                      <a:pt x="109" y="568"/>
                      <a:pt x="109" y="784"/>
                    </a:cubicBezTo>
                    <a:cubicBezTo>
                      <a:pt x="325" y="1461"/>
                      <a:pt x="569" y="2137"/>
                      <a:pt x="894" y="2813"/>
                    </a:cubicBezTo>
                    <a:cubicBezTo>
                      <a:pt x="1245" y="3381"/>
                      <a:pt x="1570" y="4057"/>
                      <a:pt x="1921" y="4625"/>
                    </a:cubicBezTo>
                    <a:cubicBezTo>
                      <a:pt x="2030" y="4842"/>
                      <a:pt x="2246" y="5085"/>
                      <a:pt x="2489" y="5302"/>
                    </a:cubicBezTo>
                    <a:cubicBezTo>
                      <a:pt x="2489" y="5302"/>
                      <a:pt x="1813" y="4166"/>
                      <a:pt x="1137" y="2705"/>
                    </a:cubicBezTo>
                    <a:cubicBezTo>
                      <a:pt x="461" y="124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6"/>
              <p:cNvSpPr/>
              <p:nvPr/>
            </p:nvSpPr>
            <p:spPr>
              <a:xfrm>
                <a:off x="1707675" y="1686963"/>
                <a:ext cx="89950" cy="195125"/>
              </a:xfrm>
              <a:custGeom>
                <a:avLst/>
                <a:gdLst/>
                <a:ahLst/>
                <a:cxnLst/>
                <a:rect l="l" t="t" r="r" b="b"/>
                <a:pathLst>
                  <a:path w="3598" h="7805" extrusionOk="0">
                    <a:moveTo>
                      <a:pt x="1139" y="1"/>
                    </a:moveTo>
                    <a:cubicBezTo>
                      <a:pt x="837" y="1"/>
                      <a:pt x="589" y="122"/>
                      <a:pt x="325" y="366"/>
                    </a:cubicBezTo>
                    <a:cubicBezTo>
                      <a:pt x="109" y="609"/>
                      <a:pt x="0" y="934"/>
                      <a:pt x="109" y="1285"/>
                    </a:cubicBezTo>
                    <a:cubicBezTo>
                      <a:pt x="109" y="1962"/>
                      <a:pt x="109" y="2503"/>
                      <a:pt x="325" y="3071"/>
                    </a:cubicBezTo>
                    <a:cubicBezTo>
                      <a:pt x="325" y="3639"/>
                      <a:pt x="433" y="4207"/>
                      <a:pt x="541" y="4667"/>
                    </a:cubicBezTo>
                    <a:cubicBezTo>
                      <a:pt x="677" y="5559"/>
                      <a:pt x="893" y="6235"/>
                      <a:pt x="1001" y="6804"/>
                    </a:cubicBezTo>
                    <a:cubicBezTo>
                      <a:pt x="1001" y="6235"/>
                      <a:pt x="893" y="5559"/>
                      <a:pt x="785" y="4667"/>
                    </a:cubicBezTo>
                    <a:cubicBezTo>
                      <a:pt x="677" y="4099"/>
                      <a:pt x="541" y="3639"/>
                      <a:pt x="433" y="3071"/>
                    </a:cubicBezTo>
                    <a:cubicBezTo>
                      <a:pt x="325" y="2503"/>
                      <a:pt x="325" y="1962"/>
                      <a:pt x="325" y="1285"/>
                    </a:cubicBezTo>
                    <a:cubicBezTo>
                      <a:pt x="325" y="1042"/>
                      <a:pt x="325" y="717"/>
                      <a:pt x="541" y="474"/>
                    </a:cubicBezTo>
                    <a:cubicBezTo>
                      <a:pt x="720" y="316"/>
                      <a:pt x="883" y="215"/>
                      <a:pt x="1096" y="215"/>
                    </a:cubicBezTo>
                    <a:cubicBezTo>
                      <a:pt x="1174" y="215"/>
                      <a:pt x="1259" y="229"/>
                      <a:pt x="1353" y="258"/>
                    </a:cubicBezTo>
                    <a:cubicBezTo>
                      <a:pt x="1894" y="609"/>
                      <a:pt x="2246" y="1285"/>
                      <a:pt x="2029" y="1962"/>
                    </a:cubicBezTo>
                    <a:cubicBezTo>
                      <a:pt x="1846" y="2368"/>
                      <a:pt x="1480" y="2790"/>
                      <a:pt x="1080" y="3169"/>
                    </a:cubicBezTo>
                    <a:lnTo>
                      <a:pt x="1080" y="3169"/>
                    </a:lnTo>
                    <a:cubicBezTo>
                      <a:pt x="918" y="3263"/>
                      <a:pt x="780" y="3385"/>
                      <a:pt x="677" y="3531"/>
                    </a:cubicBezTo>
                    <a:lnTo>
                      <a:pt x="785" y="3639"/>
                    </a:lnTo>
                    <a:cubicBezTo>
                      <a:pt x="803" y="3630"/>
                      <a:pt x="821" y="3621"/>
                      <a:pt x="839" y="3612"/>
                    </a:cubicBezTo>
                    <a:lnTo>
                      <a:pt x="839" y="3612"/>
                    </a:lnTo>
                    <a:lnTo>
                      <a:pt x="893" y="3639"/>
                    </a:lnTo>
                    <a:cubicBezTo>
                      <a:pt x="1164" y="3367"/>
                      <a:pt x="1606" y="3153"/>
                      <a:pt x="2012" y="3153"/>
                    </a:cubicBezTo>
                    <a:cubicBezTo>
                      <a:pt x="2092" y="3153"/>
                      <a:pt x="2170" y="3161"/>
                      <a:pt x="2246" y="3179"/>
                    </a:cubicBezTo>
                    <a:cubicBezTo>
                      <a:pt x="2814" y="3314"/>
                      <a:pt x="3138" y="3639"/>
                      <a:pt x="3246" y="4207"/>
                    </a:cubicBezTo>
                    <a:cubicBezTo>
                      <a:pt x="3490" y="4531"/>
                      <a:pt x="3382" y="4991"/>
                      <a:pt x="3138" y="5451"/>
                    </a:cubicBezTo>
                    <a:cubicBezTo>
                      <a:pt x="2922" y="5776"/>
                      <a:pt x="2705" y="6019"/>
                      <a:pt x="2354" y="6235"/>
                    </a:cubicBezTo>
                    <a:cubicBezTo>
                      <a:pt x="1827" y="6662"/>
                      <a:pt x="1417" y="6972"/>
                      <a:pt x="1080" y="7295"/>
                    </a:cubicBezTo>
                    <a:lnTo>
                      <a:pt x="1080" y="7295"/>
                    </a:lnTo>
                    <a:lnTo>
                      <a:pt x="1001" y="6804"/>
                    </a:lnTo>
                    <a:lnTo>
                      <a:pt x="1001" y="6804"/>
                    </a:lnTo>
                    <a:cubicBezTo>
                      <a:pt x="1001" y="7051"/>
                      <a:pt x="1001" y="7173"/>
                      <a:pt x="1049" y="7324"/>
                    </a:cubicBezTo>
                    <a:lnTo>
                      <a:pt x="1049" y="7324"/>
                    </a:lnTo>
                    <a:cubicBezTo>
                      <a:pt x="1033" y="7340"/>
                      <a:pt x="1017" y="7356"/>
                      <a:pt x="1001" y="7372"/>
                    </a:cubicBezTo>
                    <a:cubicBezTo>
                      <a:pt x="1018" y="7360"/>
                      <a:pt x="1035" y="7348"/>
                      <a:pt x="1053" y="7336"/>
                    </a:cubicBezTo>
                    <a:lnTo>
                      <a:pt x="1053" y="7336"/>
                    </a:lnTo>
                    <a:cubicBezTo>
                      <a:pt x="1067" y="7380"/>
                      <a:pt x="1086" y="7426"/>
                      <a:pt x="1109" y="7480"/>
                    </a:cubicBezTo>
                    <a:lnTo>
                      <a:pt x="1083" y="7315"/>
                    </a:lnTo>
                    <a:lnTo>
                      <a:pt x="1083" y="7315"/>
                    </a:lnTo>
                    <a:cubicBezTo>
                      <a:pt x="1420" y="7078"/>
                      <a:pt x="1837" y="6769"/>
                      <a:pt x="2462" y="6344"/>
                    </a:cubicBezTo>
                    <a:cubicBezTo>
                      <a:pt x="2814" y="6127"/>
                      <a:pt x="3030" y="5884"/>
                      <a:pt x="3246" y="5559"/>
                    </a:cubicBezTo>
                    <a:cubicBezTo>
                      <a:pt x="3598" y="5099"/>
                      <a:pt x="3598" y="4531"/>
                      <a:pt x="3490" y="4099"/>
                    </a:cubicBezTo>
                    <a:cubicBezTo>
                      <a:pt x="3246" y="3531"/>
                      <a:pt x="2814" y="3071"/>
                      <a:pt x="2354" y="2963"/>
                    </a:cubicBezTo>
                    <a:cubicBezTo>
                      <a:pt x="2239" y="2944"/>
                      <a:pt x="2123" y="2935"/>
                      <a:pt x="2010" y="2935"/>
                    </a:cubicBezTo>
                    <a:cubicBezTo>
                      <a:pt x="1870" y="2935"/>
                      <a:pt x="1733" y="2949"/>
                      <a:pt x="1601" y="2975"/>
                    </a:cubicBezTo>
                    <a:lnTo>
                      <a:pt x="1601" y="2975"/>
                    </a:lnTo>
                    <a:cubicBezTo>
                      <a:pt x="1854" y="2671"/>
                      <a:pt x="2061" y="2317"/>
                      <a:pt x="2246" y="1962"/>
                    </a:cubicBezTo>
                    <a:cubicBezTo>
                      <a:pt x="2354" y="1610"/>
                      <a:pt x="2354" y="1150"/>
                      <a:pt x="2246" y="826"/>
                    </a:cubicBezTo>
                    <a:cubicBezTo>
                      <a:pt x="2029" y="474"/>
                      <a:pt x="1786" y="258"/>
                      <a:pt x="1461" y="41"/>
                    </a:cubicBezTo>
                    <a:cubicBezTo>
                      <a:pt x="1346" y="14"/>
                      <a:pt x="1240" y="1"/>
                      <a:pt x="1139" y="1"/>
                    </a:cubicBezTo>
                    <a:close/>
                    <a:moveTo>
                      <a:pt x="1001" y="7372"/>
                    </a:moveTo>
                    <a:lnTo>
                      <a:pt x="541" y="7804"/>
                    </a:lnTo>
                    <a:cubicBezTo>
                      <a:pt x="677" y="7804"/>
                      <a:pt x="677" y="7696"/>
                      <a:pt x="677" y="7696"/>
                    </a:cubicBezTo>
                    <a:lnTo>
                      <a:pt x="1001" y="7372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3" name="Google Shape;323;p16"/>
            <p:cNvSpPr/>
            <p:nvPr/>
          </p:nvSpPr>
          <p:spPr>
            <a:xfrm flipH="1">
              <a:off x="-123086" y="4584638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6"/>
            <p:cNvSpPr/>
            <p:nvPr/>
          </p:nvSpPr>
          <p:spPr>
            <a:xfrm>
              <a:off x="550476" y="475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6"/>
            <p:cNvSpPr/>
            <p:nvPr/>
          </p:nvSpPr>
          <p:spPr>
            <a:xfrm>
              <a:off x="245676" y="4904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93276" y="5209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-211524" y="5361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6"/>
            <p:cNvSpPr/>
            <p:nvPr/>
          </p:nvSpPr>
          <p:spPr>
            <a:xfrm rot="10800000" flipH="1">
              <a:off x="17076" y="4218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6"/>
            <p:cNvSpPr/>
            <p:nvPr/>
          </p:nvSpPr>
          <p:spPr>
            <a:xfrm rot="10800000" flipH="1">
              <a:off x="-135324" y="3913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6"/>
            <p:cNvSpPr/>
            <p:nvPr/>
          </p:nvSpPr>
          <p:spPr>
            <a:xfrm>
              <a:off x="398076" y="2847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93276" y="2999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6"/>
            <p:cNvSpPr/>
            <p:nvPr/>
          </p:nvSpPr>
          <p:spPr>
            <a:xfrm>
              <a:off x="-363924" y="3456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6"/>
            <p:cNvSpPr/>
            <p:nvPr/>
          </p:nvSpPr>
          <p:spPr>
            <a:xfrm rot="10800000" flipH="1">
              <a:off x="169476" y="2466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6"/>
            <p:cNvSpPr/>
            <p:nvPr/>
          </p:nvSpPr>
          <p:spPr>
            <a:xfrm rot="10800000" flipH="1">
              <a:off x="-135324" y="2313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3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"/>
          <p:cNvSpPr txBox="1">
            <a:spLocks noGrp="1"/>
          </p:cNvSpPr>
          <p:nvPr>
            <p:ph type="title"/>
          </p:nvPr>
        </p:nvSpPr>
        <p:spPr>
          <a:xfrm>
            <a:off x="921100" y="3365175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37" name="Google Shape;337;p17"/>
          <p:cNvSpPr txBox="1">
            <a:spLocks noGrp="1"/>
          </p:cNvSpPr>
          <p:nvPr>
            <p:ph type="subTitle" idx="1"/>
          </p:nvPr>
        </p:nvSpPr>
        <p:spPr>
          <a:xfrm>
            <a:off x="921100" y="3820075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38" name="Google Shape;338;p17"/>
          <p:cNvSpPr txBox="1">
            <a:spLocks noGrp="1"/>
          </p:cNvSpPr>
          <p:nvPr>
            <p:ph type="title" idx="2"/>
          </p:nvPr>
        </p:nvSpPr>
        <p:spPr>
          <a:xfrm>
            <a:off x="3443100" y="3365175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39" name="Google Shape;339;p17"/>
          <p:cNvSpPr txBox="1">
            <a:spLocks noGrp="1"/>
          </p:cNvSpPr>
          <p:nvPr>
            <p:ph type="subTitle" idx="3"/>
          </p:nvPr>
        </p:nvSpPr>
        <p:spPr>
          <a:xfrm>
            <a:off x="3443100" y="3820075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0" name="Google Shape;340;p17"/>
          <p:cNvSpPr txBox="1">
            <a:spLocks noGrp="1"/>
          </p:cNvSpPr>
          <p:nvPr>
            <p:ph type="title" idx="4"/>
          </p:nvPr>
        </p:nvSpPr>
        <p:spPr>
          <a:xfrm>
            <a:off x="5965100" y="3365175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1" name="Google Shape;341;p17"/>
          <p:cNvSpPr txBox="1">
            <a:spLocks noGrp="1"/>
          </p:cNvSpPr>
          <p:nvPr>
            <p:ph type="subTitle" idx="5"/>
          </p:nvPr>
        </p:nvSpPr>
        <p:spPr>
          <a:xfrm>
            <a:off x="5965100" y="3820075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2" name="Google Shape;342;p17"/>
          <p:cNvSpPr txBox="1">
            <a:spLocks noGrp="1"/>
          </p:cNvSpPr>
          <p:nvPr>
            <p:ph type="title" idx="6"/>
          </p:nvPr>
        </p:nvSpPr>
        <p:spPr>
          <a:xfrm>
            <a:off x="921100" y="1642475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3" name="Google Shape;343;p17"/>
          <p:cNvSpPr txBox="1">
            <a:spLocks noGrp="1"/>
          </p:cNvSpPr>
          <p:nvPr>
            <p:ph type="subTitle" idx="7"/>
          </p:nvPr>
        </p:nvSpPr>
        <p:spPr>
          <a:xfrm>
            <a:off x="921100" y="2097375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4" name="Google Shape;344;p17"/>
          <p:cNvSpPr txBox="1">
            <a:spLocks noGrp="1"/>
          </p:cNvSpPr>
          <p:nvPr>
            <p:ph type="title" idx="8"/>
          </p:nvPr>
        </p:nvSpPr>
        <p:spPr>
          <a:xfrm>
            <a:off x="3443100" y="1642475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5" name="Google Shape;345;p17"/>
          <p:cNvSpPr txBox="1">
            <a:spLocks noGrp="1"/>
          </p:cNvSpPr>
          <p:nvPr>
            <p:ph type="subTitle" idx="9"/>
          </p:nvPr>
        </p:nvSpPr>
        <p:spPr>
          <a:xfrm>
            <a:off x="3443100" y="2097375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6" name="Google Shape;346;p17"/>
          <p:cNvSpPr txBox="1">
            <a:spLocks noGrp="1"/>
          </p:cNvSpPr>
          <p:nvPr>
            <p:ph type="title" idx="13"/>
          </p:nvPr>
        </p:nvSpPr>
        <p:spPr>
          <a:xfrm>
            <a:off x="5965100" y="1642475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7" name="Google Shape;347;p17"/>
          <p:cNvSpPr txBox="1">
            <a:spLocks noGrp="1"/>
          </p:cNvSpPr>
          <p:nvPr>
            <p:ph type="subTitle" idx="14"/>
          </p:nvPr>
        </p:nvSpPr>
        <p:spPr>
          <a:xfrm>
            <a:off x="5965100" y="2097375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8" name="Google Shape;348;p17"/>
          <p:cNvSpPr txBox="1">
            <a:spLocks noGrp="1"/>
          </p:cNvSpPr>
          <p:nvPr>
            <p:ph type="title" idx="15"/>
          </p:nvPr>
        </p:nvSpPr>
        <p:spPr>
          <a:xfrm>
            <a:off x="713225" y="488975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9pPr>
          </a:lstStyle>
          <a:p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573400" y="230575"/>
            <a:ext cx="549800" cy="146775"/>
          </a:xfrm>
          <a:custGeom>
            <a:avLst/>
            <a:gdLst/>
            <a:ahLst/>
            <a:cxnLst/>
            <a:rect l="l" t="t" r="r" b="b"/>
            <a:pathLst>
              <a:path w="21992" h="5871" extrusionOk="0">
                <a:moveTo>
                  <a:pt x="0" y="1"/>
                </a:moveTo>
                <a:lnTo>
                  <a:pt x="0" y="5871"/>
                </a:lnTo>
                <a:lnTo>
                  <a:pt x="21991" y="5871"/>
                </a:lnTo>
                <a:lnTo>
                  <a:pt x="21991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734350" y="83850"/>
            <a:ext cx="551825" cy="149475"/>
          </a:xfrm>
          <a:custGeom>
            <a:avLst/>
            <a:gdLst/>
            <a:ahLst/>
            <a:cxnLst/>
            <a:rect l="l" t="t" r="r" b="b"/>
            <a:pathLst>
              <a:path w="22073" h="5979" extrusionOk="0">
                <a:moveTo>
                  <a:pt x="108" y="0"/>
                </a:moveTo>
                <a:lnTo>
                  <a:pt x="108" y="0"/>
                </a:lnTo>
                <a:cubicBezTo>
                  <a:pt x="88" y="21"/>
                  <a:pt x="54" y="54"/>
                  <a:pt x="0" y="108"/>
                </a:cubicBezTo>
                <a:lnTo>
                  <a:pt x="0" y="1596"/>
                </a:lnTo>
                <a:lnTo>
                  <a:pt x="0" y="3057"/>
                </a:lnTo>
                <a:lnTo>
                  <a:pt x="0" y="5978"/>
                </a:lnTo>
                <a:lnTo>
                  <a:pt x="108" y="5978"/>
                </a:lnTo>
                <a:lnTo>
                  <a:pt x="15770" y="5870"/>
                </a:lnTo>
                <a:lnTo>
                  <a:pt x="216" y="5762"/>
                </a:lnTo>
                <a:lnTo>
                  <a:pt x="216" y="5762"/>
                </a:lnTo>
                <a:lnTo>
                  <a:pt x="216" y="3057"/>
                </a:lnTo>
                <a:lnTo>
                  <a:pt x="216" y="243"/>
                </a:lnTo>
                <a:lnTo>
                  <a:pt x="216" y="243"/>
                </a:lnTo>
                <a:lnTo>
                  <a:pt x="21964" y="109"/>
                </a:lnTo>
                <a:lnTo>
                  <a:pt x="21964" y="109"/>
                </a:lnTo>
                <a:cubicBezTo>
                  <a:pt x="21964" y="1921"/>
                  <a:pt x="22072" y="3382"/>
                  <a:pt x="22072" y="4301"/>
                </a:cubicBezTo>
                <a:lnTo>
                  <a:pt x="22072" y="108"/>
                </a:lnTo>
                <a:lnTo>
                  <a:pt x="22072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7"/>
          <p:cNvSpPr/>
          <p:nvPr/>
        </p:nvSpPr>
        <p:spPr>
          <a:xfrm rot="10800000">
            <a:off x="-297100" y="49044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7"/>
          <p:cNvSpPr/>
          <p:nvPr/>
        </p:nvSpPr>
        <p:spPr>
          <a:xfrm rot="10800000">
            <a:off x="7700" y="47520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7"/>
          <p:cNvSpPr/>
          <p:nvPr/>
        </p:nvSpPr>
        <p:spPr>
          <a:xfrm flipH="1">
            <a:off x="-373300" y="42948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7"/>
          <p:cNvSpPr/>
          <p:nvPr/>
        </p:nvSpPr>
        <p:spPr>
          <a:xfrm flipH="1">
            <a:off x="-68500" y="44472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7"/>
          <p:cNvSpPr/>
          <p:nvPr/>
        </p:nvSpPr>
        <p:spPr>
          <a:xfrm flipH="1">
            <a:off x="-297100" y="2562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7"/>
          <p:cNvSpPr/>
          <p:nvPr/>
        </p:nvSpPr>
        <p:spPr>
          <a:xfrm flipH="1">
            <a:off x="7700" y="4086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7"/>
          <p:cNvSpPr/>
          <p:nvPr/>
        </p:nvSpPr>
        <p:spPr>
          <a:xfrm flipH="1">
            <a:off x="160100" y="7134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7"/>
          <p:cNvSpPr/>
          <p:nvPr/>
        </p:nvSpPr>
        <p:spPr>
          <a:xfrm>
            <a:off x="9050838" y="4744488"/>
            <a:ext cx="546400" cy="144050"/>
          </a:xfrm>
          <a:custGeom>
            <a:avLst/>
            <a:gdLst/>
            <a:ahLst/>
            <a:cxnLst/>
            <a:rect l="l" t="t" r="r" b="b"/>
            <a:pathLst>
              <a:path w="21856" h="5762" extrusionOk="0">
                <a:moveTo>
                  <a:pt x="0" y="0"/>
                </a:moveTo>
                <a:lnTo>
                  <a:pt x="0" y="5762"/>
                </a:lnTo>
                <a:lnTo>
                  <a:pt x="21856" y="5762"/>
                </a:lnTo>
                <a:lnTo>
                  <a:pt x="21856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7"/>
          <p:cNvSpPr/>
          <p:nvPr/>
        </p:nvSpPr>
        <p:spPr>
          <a:xfrm flipH="1">
            <a:off x="8371850" y="491187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7"/>
          <p:cNvSpPr/>
          <p:nvPr/>
        </p:nvSpPr>
        <p:spPr>
          <a:xfrm flipH="1">
            <a:off x="8676650" y="506427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7"/>
          <p:cNvSpPr/>
          <p:nvPr/>
        </p:nvSpPr>
        <p:spPr>
          <a:xfrm rot="10800000">
            <a:off x="8600450" y="453087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7"/>
          <p:cNvSpPr/>
          <p:nvPr/>
        </p:nvSpPr>
        <p:spPr>
          <a:xfrm rot="10800000">
            <a:off x="8905250" y="437847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7"/>
          <p:cNvSpPr/>
          <p:nvPr/>
        </p:nvSpPr>
        <p:spPr>
          <a:xfrm flipH="1">
            <a:off x="8104200" y="189763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7"/>
          <p:cNvSpPr/>
          <p:nvPr/>
        </p:nvSpPr>
        <p:spPr>
          <a:xfrm flipH="1">
            <a:off x="8409000" y="342163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7"/>
          <p:cNvSpPr/>
          <p:nvPr/>
        </p:nvSpPr>
        <p:spPr>
          <a:xfrm flipH="1">
            <a:off x="8561400" y="646963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7"/>
          <p:cNvSpPr/>
          <p:nvPr/>
        </p:nvSpPr>
        <p:spPr>
          <a:xfrm flipH="1">
            <a:off x="8866200" y="799363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7"/>
          <p:cNvSpPr/>
          <p:nvPr/>
        </p:nvSpPr>
        <p:spPr>
          <a:xfrm rot="10800000">
            <a:off x="8332800" y="-191237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CUSTOM_8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 txBox="1">
            <a:spLocks noGrp="1"/>
          </p:cNvSpPr>
          <p:nvPr>
            <p:ph type="title" hasCustomPrompt="1"/>
          </p:nvPr>
        </p:nvSpPr>
        <p:spPr>
          <a:xfrm>
            <a:off x="4908967" y="1567025"/>
            <a:ext cx="3196500" cy="9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0" name="Google Shape;370;p18"/>
          <p:cNvSpPr txBox="1">
            <a:spLocks noGrp="1"/>
          </p:cNvSpPr>
          <p:nvPr>
            <p:ph type="subTitle" idx="1"/>
          </p:nvPr>
        </p:nvSpPr>
        <p:spPr>
          <a:xfrm>
            <a:off x="4908967" y="2421825"/>
            <a:ext cx="31965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1" name="Google Shape;371;p18"/>
          <p:cNvSpPr txBox="1">
            <a:spLocks noGrp="1"/>
          </p:cNvSpPr>
          <p:nvPr>
            <p:ph type="title" idx="2"/>
          </p:nvPr>
        </p:nvSpPr>
        <p:spPr>
          <a:xfrm>
            <a:off x="866100" y="488975"/>
            <a:ext cx="741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9pPr>
          </a:lstStyle>
          <a:p>
            <a:endParaRPr/>
          </a:p>
        </p:txBody>
      </p:sp>
      <p:sp>
        <p:nvSpPr>
          <p:cNvPr id="372" name="Google Shape;372;p18"/>
          <p:cNvSpPr txBox="1">
            <a:spLocks noGrp="1"/>
          </p:cNvSpPr>
          <p:nvPr>
            <p:ph type="title" idx="3" hasCustomPrompt="1"/>
          </p:nvPr>
        </p:nvSpPr>
        <p:spPr>
          <a:xfrm>
            <a:off x="1040175" y="3268600"/>
            <a:ext cx="3196500" cy="9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3" name="Google Shape;373;p18"/>
          <p:cNvSpPr txBox="1">
            <a:spLocks noGrp="1"/>
          </p:cNvSpPr>
          <p:nvPr>
            <p:ph type="subTitle" idx="4"/>
          </p:nvPr>
        </p:nvSpPr>
        <p:spPr>
          <a:xfrm>
            <a:off x="1040175" y="4123400"/>
            <a:ext cx="31965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374" name="Google Shape;374;p18"/>
          <p:cNvGrpSpPr/>
          <p:nvPr/>
        </p:nvGrpSpPr>
        <p:grpSpPr>
          <a:xfrm>
            <a:off x="-220900" y="1246825"/>
            <a:ext cx="9467225" cy="3657375"/>
            <a:chOff x="-220900" y="1246825"/>
            <a:chExt cx="9467225" cy="3657375"/>
          </a:xfrm>
        </p:grpSpPr>
        <p:sp>
          <p:nvSpPr>
            <p:cNvPr id="375" name="Google Shape;375;p18"/>
            <p:cNvSpPr/>
            <p:nvPr/>
          </p:nvSpPr>
          <p:spPr>
            <a:xfrm>
              <a:off x="8611488" y="3975038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8"/>
            <p:cNvSpPr/>
            <p:nvPr/>
          </p:nvSpPr>
          <p:spPr>
            <a:xfrm flipH="1">
              <a:off x="7932500" y="414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8"/>
            <p:cNvSpPr/>
            <p:nvPr/>
          </p:nvSpPr>
          <p:spPr>
            <a:xfrm flipH="1">
              <a:off x="8389700" y="459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8"/>
            <p:cNvSpPr/>
            <p:nvPr/>
          </p:nvSpPr>
          <p:spPr>
            <a:xfrm flipH="1">
              <a:off x="8694500" y="475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8"/>
            <p:cNvSpPr/>
            <p:nvPr/>
          </p:nvSpPr>
          <p:spPr>
            <a:xfrm rot="10800000">
              <a:off x="8465900" y="3609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8"/>
            <p:cNvSpPr/>
            <p:nvPr/>
          </p:nvSpPr>
          <p:spPr>
            <a:xfrm rot="10800000">
              <a:off x="8618300" y="3304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1" name="Google Shape;381;p18"/>
            <p:cNvGrpSpPr/>
            <p:nvPr/>
          </p:nvGrpSpPr>
          <p:grpSpPr>
            <a:xfrm flipH="1">
              <a:off x="-220900" y="1986057"/>
              <a:ext cx="484918" cy="453079"/>
              <a:chOff x="1211325" y="1407638"/>
              <a:chExt cx="797300" cy="744950"/>
            </a:xfrm>
          </p:grpSpPr>
          <p:sp>
            <p:nvSpPr>
              <p:cNvPr id="382" name="Google Shape;382;p18"/>
              <p:cNvSpPr/>
              <p:nvPr/>
            </p:nvSpPr>
            <p:spPr>
              <a:xfrm>
                <a:off x="1211325" y="1407638"/>
                <a:ext cx="797300" cy="744950"/>
              </a:xfrm>
              <a:custGeom>
                <a:avLst/>
                <a:gdLst/>
                <a:ahLst/>
                <a:cxnLst/>
                <a:rect l="l" t="t" r="r" b="b"/>
                <a:pathLst>
                  <a:path w="31892" h="29798" extrusionOk="0">
                    <a:moveTo>
                      <a:pt x="8081" y="1"/>
                    </a:moveTo>
                    <a:cubicBezTo>
                      <a:pt x="7861" y="1"/>
                      <a:pt x="7645" y="14"/>
                      <a:pt x="7439" y="43"/>
                    </a:cubicBezTo>
                    <a:cubicBezTo>
                      <a:pt x="5870" y="151"/>
                      <a:pt x="4301" y="827"/>
                      <a:pt x="3057" y="1855"/>
                    </a:cubicBezTo>
                    <a:cubicBezTo>
                      <a:pt x="1921" y="2856"/>
                      <a:pt x="1028" y="4208"/>
                      <a:pt x="568" y="5696"/>
                    </a:cubicBezTo>
                    <a:cubicBezTo>
                      <a:pt x="109" y="7049"/>
                      <a:pt x="0" y="8509"/>
                      <a:pt x="109" y="9970"/>
                    </a:cubicBezTo>
                    <a:cubicBezTo>
                      <a:pt x="352" y="12567"/>
                      <a:pt x="1136" y="15028"/>
                      <a:pt x="2381" y="17300"/>
                    </a:cubicBezTo>
                    <a:cubicBezTo>
                      <a:pt x="2949" y="18301"/>
                      <a:pt x="3490" y="19221"/>
                      <a:pt x="4166" y="20113"/>
                    </a:cubicBezTo>
                    <a:lnTo>
                      <a:pt x="5762" y="22602"/>
                    </a:lnTo>
                    <a:cubicBezTo>
                      <a:pt x="6763" y="24171"/>
                      <a:pt x="7682" y="25523"/>
                      <a:pt x="8467" y="26524"/>
                    </a:cubicBezTo>
                    <a:cubicBezTo>
                      <a:pt x="9251" y="27660"/>
                      <a:pt x="9927" y="28445"/>
                      <a:pt x="10387" y="29013"/>
                    </a:cubicBezTo>
                    <a:cubicBezTo>
                      <a:pt x="10820" y="29472"/>
                      <a:pt x="11064" y="29797"/>
                      <a:pt x="11064" y="29797"/>
                    </a:cubicBezTo>
                    <a:cubicBezTo>
                      <a:pt x="11064" y="29797"/>
                      <a:pt x="11064" y="29689"/>
                      <a:pt x="10928" y="29581"/>
                    </a:cubicBezTo>
                    <a:cubicBezTo>
                      <a:pt x="10820" y="29364"/>
                      <a:pt x="10604" y="29229"/>
                      <a:pt x="10387" y="28904"/>
                    </a:cubicBezTo>
                    <a:cubicBezTo>
                      <a:pt x="9927" y="28445"/>
                      <a:pt x="9359" y="27552"/>
                      <a:pt x="8575" y="26524"/>
                    </a:cubicBezTo>
                    <a:cubicBezTo>
                      <a:pt x="7791" y="25523"/>
                      <a:pt x="6871" y="24171"/>
                      <a:pt x="5870" y="22602"/>
                    </a:cubicBezTo>
                    <a:cubicBezTo>
                      <a:pt x="5410" y="21790"/>
                      <a:pt x="4842" y="20898"/>
                      <a:pt x="4301" y="20005"/>
                    </a:cubicBezTo>
                    <a:cubicBezTo>
                      <a:pt x="3625" y="19221"/>
                      <a:pt x="3057" y="18193"/>
                      <a:pt x="2489" y="17192"/>
                    </a:cubicBezTo>
                    <a:cubicBezTo>
                      <a:pt x="1245" y="14920"/>
                      <a:pt x="460" y="12458"/>
                      <a:pt x="244" y="9970"/>
                    </a:cubicBezTo>
                    <a:cubicBezTo>
                      <a:pt x="244" y="8509"/>
                      <a:pt x="352" y="7049"/>
                      <a:pt x="785" y="5696"/>
                    </a:cubicBezTo>
                    <a:cubicBezTo>
                      <a:pt x="1245" y="4344"/>
                      <a:pt x="2029" y="2991"/>
                      <a:pt x="3165" y="1963"/>
                    </a:cubicBezTo>
                    <a:cubicBezTo>
                      <a:pt x="4409" y="963"/>
                      <a:pt x="5870" y="395"/>
                      <a:pt x="7439" y="151"/>
                    </a:cubicBezTo>
                    <a:cubicBezTo>
                      <a:pt x="8223" y="151"/>
                      <a:pt x="9035" y="286"/>
                      <a:pt x="9819" y="503"/>
                    </a:cubicBezTo>
                    <a:cubicBezTo>
                      <a:pt x="10604" y="827"/>
                      <a:pt x="11388" y="1179"/>
                      <a:pt x="11956" y="1747"/>
                    </a:cubicBezTo>
                    <a:cubicBezTo>
                      <a:pt x="13200" y="2991"/>
                      <a:pt x="14093" y="4452"/>
                      <a:pt x="14553" y="6021"/>
                    </a:cubicBezTo>
                    <a:cubicBezTo>
                      <a:pt x="14986" y="7833"/>
                      <a:pt x="15337" y="9510"/>
                      <a:pt x="15337" y="11322"/>
                    </a:cubicBezTo>
                    <a:cubicBezTo>
                      <a:pt x="15337" y="11647"/>
                      <a:pt x="15445" y="12107"/>
                      <a:pt x="15445" y="12567"/>
                    </a:cubicBezTo>
                    <a:lnTo>
                      <a:pt x="15445" y="13135"/>
                    </a:lnTo>
                    <a:lnTo>
                      <a:pt x="15662" y="12567"/>
                    </a:lnTo>
                    <a:cubicBezTo>
                      <a:pt x="16122" y="10863"/>
                      <a:pt x="17150" y="9402"/>
                      <a:pt x="18367" y="8266"/>
                    </a:cubicBezTo>
                    <a:cubicBezTo>
                      <a:pt x="19503" y="7049"/>
                      <a:pt x="21072" y="6237"/>
                      <a:pt x="22776" y="6021"/>
                    </a:cubicBezTo>
                    <a:cubicBezTo>
                      <a:pt x="23333" y="5905"/>
                      <a:pt x="23894" y="5845"/>
                      <a:pt x="24451" y="5845"/>
                    </a:cubicBezTo>
                    <a:cubicBezTo>
                      <a:pt x="25462" y="5845"/>
                      <a:pt x="26459" y="6045"/>
                      <a:pt x="27401" y="6481"/>
                    </a:cubicBezTo>
                    <a:cubicBezTo>
                      <a:pt x="28862" y="7157"/>
                      <a:pt x="29998" y="8158"/>
                      <a:pt x="30782" y="9510"/>
                    </a:cubicBezTo>
                    <a:cubicBezTo>
                      <a:pt x="31459" y="10863"/>
                      <a:pt x="31675" y="12323"/>
                      <a:pt x="31459" y="13811"/>
                    </a:cubicBezTo>
                    <a:cubicBezTo>
                      <a:pt x="31215" y="15163"/>
                      <a:pt x="30539" y="16381"/>
                      <a:pt x="29538" y="17408"/>
                    </a:cubicBezTo>
                    <a:cubicBezTo>
                      <a:pt x="28645" y="18301"/>
                      <a:pt x="27618" y="19221"/>
                      <a:pt x="26617" y="19897"/>
                    </a:cubicBezTo>
                    <a:cubicBezTo>
                      <a:pt x="25589" y="20681"/>
                      <a:pt x="24588" y="21358"/>
                      <a:pt x="23668" y="22034"/>
                    </a:cubicBezTo>
                    <a:cubicBezTo>
                      <a:pt x="19854" y="24631"/>
                      <a:pt x="16690" y="26524"/>
                      <a:pt x="14553" y="27768"/>
                    </a:cubicBezTo>
                    <a:cubicBezTo>
                      <a:pt x="13417" y="28445"/>
                      <a:pt x="12524" y="28904"/>
                      <a:pt x="11956" y="29229"/>
                    </a:cubicBezTo>
                    <a:cubicBezTo>
                      <a:pt x="12524" y="29013"/>
                      <a:pt x="13417" y="28445"/>
                      <a:pt x="14553" y="27877"/>
                    </a:cubicBezTo>
                    <a:cubicBezTo>
                      <a:pt x="16798" y="26524"/>
                      <a:pt x="19963" y="24631"/>
                      <a:pt x="23777" y="22142"/>
                    </a:cubicBezTo>
                    <a:cubicBezTo>
                      <a:pt x="24696" y="21466"/>
                      <a:pt x="25697" y="20790"/>
                      <a:pt x="26725" y="20005"/>
                    </a:cubicBezTo>
                    <a:cubicBezTo>
                      <a:pt x="27726" y="19329"/>
                      <a:pt x="28754" y="18409"/>
                      <a:pt x="29646" y="17517"/>
                    </a:cubicBezTo>
                    <a:cubicBezTo>
                      <a:pt x="30674" y="16516"/>
                      <a:pt x="31350" y="15163"/>
                      <a:pt x="31675" y="13811"/>
                    </a:cubicBezTo>
                    <a:cubicBezTo>
                      <a:pt x="31891" y="12323"/>
                      <a:pt x="31675" y="10754"/>
                      <a:pt x="30890" y="9402"/>
                    </a:cubicBezTo>
                    <a:cubicBezTo>
                      <a:pt x="30214" y="8049"/>
                      <a:pt x="28970" y="6913"/>
                      <a:pt x="27509" y="6237"/>
                    </a:cubicBezTo>
                    <a:cubicBezTo>
                      <a:pt x="26510" y="5774"/>
                      <a:pt x="25396" y="5578"/>
                      <a:pt x="24255" y="5578"/>
                    </a:cubicBezTo>
                    <a:cubicBezTo>
                      <a:pt x="23729" y="5578"/>
                      <a:pt x="23197" y="5619"/>
                      <a:pt x="22668" y="5696"/>
                    </a:cubicBezTo>
                    <a:cubicBezTo>
                      <a:pt x="21883" y="5913"/>
                      <a:pt x="21072" y="6129"/>
                      <a:pt x="20287" y="6589"/>
                    </a:cubicBezTo>
                    <a:cubicBezTo>
                      <a:pt x="19503" y="6913"/>
                      <a:pt x="18827" y="7481"/>
                      <a:pt x="18150" y="8049"/>
                    </a:cubicBezTo>
                    <a:cubicBezTo>
                      <a:pt x="17045" y="9154"/>
                      <a:pt x="16218" y="10430"/>
                      <a:pt x="15648" y="11895"/>
                    </a:cubicBezTo>
                    <a:lnTo>
                      <a:pt x="15648" y="11895"/>
                    </a:lnTo>
                    <a:cubicBezTo>
                      <a:pt x="15635" y="11682"/>
                      <a:pt x="15608" y="11485"/>
                      <a:pt x="15554" y="11322"/>
                    </a:cubicBezTo>
                    <a:cubicBezTo>
                      <a:pt x="15554" y="9510"/>
                      <a:pt x="15337" y="7725"/>
                      <a:pt x="14769" y="6021"/>
                    </a:cubicBezTo>
                    <a:cubicBezTo>
                      <a:pt x="14309" y="4344"/>
                      <a:pt x="13417" y="2748"/>
                      <a:pt x="12064" y="1639"/>
                    </a:cubicBezTo>
                    <a:cubicBezTo>
                      <a:pt x="11496" y="1071"/>
                      <a:pt x="10712" y="611"/>
                      <a:pt x="9927" y="286"/>
                    </a:cubicBezTo>
                    <a:cubicBezTo>
                      <a:pt x="9349" y="107"/>
                      <a:pt x="8698" y="1"/>
                      <a:pt x="8081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18"/>
              <p:cNvSpPr/>
              <p:nvPr/>
            </p:nvSpPr>
            <p:spPr>
              <a:xfrm>
                <a:off x="1290450" y="1597363"/>
                <a:ext cx="109575" cy="197475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7899" extrusionOk="0">
                    <a:moveTo>
                      <a:pt x="3598" y="1"/>
                    </a:moveTo>
                    <a:lnTo>
                      <a:pt x="3381" y="352"/>
                    </a:lnTo>
                    <a:cubicBezTo>
                      <a:pt x="2353" y="2273"/>
                      <a:pt x="1569" y="3950"/>
                      <a:pt x="893" y="5194"/>
                    </a:cubicBezTo>
                    <a:lnTo>
                      <a:pt x="217" y="6655"/>
                    </a:lnTo>
                    <a:cubicBezTo>
                      <a:pt x="108" y="6898"/>
                      <a:pt x="108" y="7115"/>
                      <a:pt x="0" y="7223"/>
                    </a:cubicBezTo>
                    <a:cubicBezTo>
                      <a:pt x="108" y="7115"/>
                      <a:pt x="217" y="6898"/>
                      <a:pt x="325" y="6763"/>
                    </a:cubicBezTo>
                    <a:lnTo>
                      <a:pt x="1136" y="5302"/>
                    </a:lnTo>
                    <a:cubicBezTo>
                      <a:pt x="1773" y="4130"/>
                      <a:pt x="2507" y="2573"/>
                      <a:pt x="3427" y="791"/>
                    </a:cubicBezTo>
                    <a:lnTo>
                      <a:pt x="3427" y="791"/>
                    </a:lnTo>
                    <a:cubicBezTo>
                      <a:pt x="3631" y="2737"/>
                      <a:pt x="3856" y="4395"/>
                      <a:pt x="4058" y="5654"/>
                    </a:cubicBezTo>
                    <a:cubicBezTo>
                      <a:pt x="4166" y="6330"/>
                      <a:pt x="4274" y="6898"/>
                      <a:pt x="4274" y="7223"/>
                    </a:cubicBezTo>
                    <a:cubicBezTo>
                      <a:pt x="4274" y="7439"/>
                      <a:pt x="4382" y="7683"/>
                      <a:pt x="4382" y="7899"/>
                    </a:cubicBezTo>
                    <a:lnTo>
                      <a:pt x="4382" y="7223"/>
                    </a:lnTo>
                    <a:cubicBezTo>
                      <a:pt x="4382" y="6898"/>
                      <a:pt x="4274" y="6330"/>
                      <a:pt x="4166" y="5654"/>
                    </a:cubicBezTo>
                    <a:cubicBezTo>
                      <a:pt x="4058" y="4301"/>
                      <a:pt x="3841" y="2381"/>
                      <a:pt x="3598" y="352"/>
                    </a:cubicBezTo>
                    <a:lnTo>
                      <a:pt x="359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18"/>
              <p:cNvSpPr/>
              <p:nvPr/>
            </p:nvSpPr>
            <p:spPr>
              <a:xfrm>
                <a:off x="1315450" y="1715713"/>
                <a:ext cx="96050" cy="20300"/>
              </a:xfrm>
              <a:custGeom>
                <a:avLst/>
                <a:gdLst/>
                <a:ahLst/>
                <a:cxnLst/>
                <a:rect l="l" t="t" r="r" b="b"/>
                <a:pathLst>
                  <a:path w="3842" h="812" extrusionOk="0">
                    <a:moveTo>
                      <a:pt x="1" y="0"/>
                    </a:moveTo>
                    <a:cubicBezTo>
                      <a:pt x="569" y="244"/>
                      <a:pt x="1245" y="352"/>
                      <a:pt x="1921" y="460"/>
                    </a:cubicBezTo>
                    <a:cubicBezTo>
                      <a:pt x="2490" y="676"/>
                      <a:pt x="3166" y="676"/>
                      <a:pt x="3842" y="812"/>
                    </a:cubicBezTo>
                    <a:cubicBezTo>
                      <a:pt x="3166" y="460"/>
                      <a:pt x="2598" y="352"/>
                      <a:pt x="1921" y="244"/>
                    </a:cubicBezTo>
                    <a:cubicBezTo>
                      <a:pt x="1353" y="135"/>
                      <a:pt x="677" y="0"/>
                      <a:pt x="1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18"/>
              <p:cNvSpPr/>
              <p:nvPr/>
            </p:nvSpPr>
            <p:spPr>
              <a:xfrm>
                <a:off x="1464900" y="1789413"/>
                <a:ext cx="137975" cy="104175"/>
              </a:xfrm>
              <a:custGeom>
                <a:avLst/>
                <a:gdLst/>
                <a:ahLst/>
                <a:cxnLst/>
                <a:rect l="l" t="t" r="r" b="b"/>
                <a:pathLst>
                  <a:path w="5519" h="4167" extrusionOk="0">
                    <a:moveTo>
                      <a:pt x="5519" y="1"/>
                    </a:moveTo>
                    <a:cubicBezTo>
                      <a:pt x="4626" y="677"/>
                      <a:pt x="3625" y="1353"/>
                      <a:pt x="2706" y="2029"/>
                    </a:cubicBezTo>
                    <a:cubicBezTo>
                      <a:pt x="1813" y="2706"/>
                      <a:pt x="921" y="3382"/>
                      <a:pt x="1" y="4166"/>
                    </a:cubicBezTo>
                    <a:cubicBezTo>
                      <a:pt x="1029" y="3598"/>
                      <a:pt x="1921" y="2922"/>
                      <a:pt x="2814" y="2246"/>
                    </a:cubicBezTo>
                    <a:cubicBezTo>
                      <a:pt x="3842" y="1569"/>
                      <a:pt x="4734" y="785"/>
                      <a:pt x="5519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18"/>
              <p:cNvSpPr/>
              <p:nvPr/>
            </p:nvSpPr>
            <p:spPr>
              <a:xfrm>
                <a:off x="1493300" y="1794838"/>
                <a:ext cx="62250" cy="132550"/>
              </a:xfrm>
              <a:custGeom>
                <a:avLst/>
                <a:gdLst/>
                <a:ahLst/>
                <a:cxnLst/>
                <a:rect l="l" t="t" r="r" b="b"/>
                <a:pathLst>
                  <a:path w="2490" h="5302" extrusionOk="0">
                    <a:moveTo>
                      <a:pt x="1" y="0"/>
                    </a:moveTo>
                    <a:cubicBezTo>
                      <a:pt x="1" y="216"/>
                      <a:pt x="109" y="568"/>
                      <a:pt x="109" y="784"/>
                    </a:cubicBezTo>
                    <a:cubicBezTo>
                      <a:pt x="325" y="1461"/>
                      <a:pt x="569" y="2137"/>
                      <a:pt x="894" y="2813"/>
                    </a:cubicBezTo>
                    <a:cubicBezTo>
                      <a:pt x="1245" y="3381"/>
                      <a:pt x="1570" y="4057"/>
                      <a:pt x="1921" y="4625"/>
                    </a:cubicBezTo>
                    <a:cubicBezTo>
                      <a:pt x="2030" y="4842"/>
                      <a:pt x="2246" y="5085"/>
                      <a:pt x="2489" y="5302"/>
                    </a:cubicBezTo>
                    <a:cubicBezTo>
                      <a:pt x="2489" y="5302"/>
                      <a:pt x="1813" y="4166"/>
                      <a:pt x="1137" y="2705"/>
                    </a:cubicBezTo>
                    <a:cubicBezTo>
                      <a:pt x="461" y="124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18"/>
              <p:cNvSpPr/>
              <p:nvPr/>
            </p:nvSpPr>
            <p:spPr>
              <a:xfrm>
                <a:off x="1707675" y="1686963"/>
                <a:ext cx="89950" cy="195125"/>
              </a:xfrm>
              <a:custGeom>
                <a:avLst/>
                <a:gdLst/>
                <a:ahLst/>
                <a:cxnLst/>
                <a:rect l="l" t="t" r="r" b="b"/>
                <a:pathLst>
                  <a:path w="3598" h="7805" extrusionOk="0">
                    <a:moveTo>
                      <a:pt x="1139" y="1"/>
                    </a:moveTo>
                    <a:cubicBezTo>
                      <a:pt x="837" y="1"/>
                      <a:pt x="589" y="122"/>
                      <a:pt x="325" y="366"/>
                    </a:cubicBezTo>
                    <a:cubicBezTo>
                      <a:pt x="109" y="609"/>
                      <a:pt x="0" y="934"/>
                      <a:pt x="109" y="1285"/>
                    </a:cubicBezTo>
                    <a:cubicBezTo>
                      <a:pt x="109" y="1962"/>
                      <a:pt x="109" y="2503"/>
                      <a:pt x="325" y="3071"/>
                    </a:cubicBezTo>
                    <a:cubicBezTo>
                      <a:pt x="325" y="3639"/>
                      <a:pt x="433" y="4207"/>
                      <a:pt x="541" y="4667"/>
                    </a:cubicBezTo>
                    <a:cubicBezTo>
                      <a:pt x="677" y="5559"/>
                      <a:pt x="893" y="6235"/>
                      <a:pt x="1001" y="6804"/>
                    </a:cubicBezTo>
                    <a:cubicBezTo>
                      <a:pt x="1001" y="6235"/>
                      <a:pt x="893" y="5559"/>
                      <a:pt x="785" y="4667"/>
                    </a:cubicBezTo>
                    <a:cubicBezTo>
                      <a:pt x="677" y="4099"/>
                      <a:pt x="541" y="3639"/>
                      <a:pt x="433" y="3071"/>
                    </a:cubicBezTo>
                    <a:cubicBezTo>
                      <a:pt x="325" y="2503"/>
                      <a:pt x="325" y="1962"/>
                      <a:pt x="325" y="1285"/>
                    </a:cubicBezTo>
                    <a:cubicBezTo>
                      <a:pt x="325" y="1042"/>
                      <a:pt x="325" y="717"/>
                      <a:pt x="541" y="474"/>
                    </a:cubicBezTo>
                    <a:cubicBezTo>
                      <a:pt x="720" y="316"/>
                      <a:pt x="883" y="215"/>
                      <a:pt x="1096" y="215"/>
                    </a:cubicBezTo>
                    <a:cubicBezTo>
                      <a:pt x="1174" y="215"/>
                      <a:pt x="1259" y="229"/>
                      <a:pt x="1353" y="258"/>
                    </a:cubicBezTo>
                    <a:cubicBezTo>
                      <a:pt x="1894" y="609"/>
                      <a:pt x="2246" y="1285"/>
                      <a:pt x="2029" y="1962"/>
                    </a:cubicBezTo>
                    <a:cubicBezTo>
                      <a:pt x="1846" y="2368"/>
                      <a:pt x="1480" y="2790"/>
                      <a:pt x="1080" y="3169"/>
                    </a:cubicBezTo>
                    <a:lnTo>
                      <a:pt x="1080" y="3169"/>
                    </a:lnTo>
                    <a:cubicBezTo>
                      <a:pt x="918" y="3263"/>
                      <a:pt x="780" y="3385"/>
                      <a:pt x="677" y="3531"/>
                    </a:cubicBezTo>
                    <a:lnTo>
                      <a:pt x="785" y="3639"/>
                    </a:lnTo>
                    <a:cubicBezTo>
                      <a:pt x="803" y="3630"/>
                      <a:pt x="821" y="3621"/>
                      <a:pt x="839" y="3612"/>
                    </a:cubicBezTo>
                    <a:lnTo>
                      <a:pt x="839" y="3612"/>
                    </a:lnTo>
                    <a:lnTo>
                      <a:pt x="893" y="3639"/>
                    </a:lnTo>
                    <a:cubicBezTo>
                      <a:pt x="1164" y="3367"/>
                      <a:pt x="1606" y="3153"/>
                      <a:pt x="2012" y="3153"/>
                    </a:cubicBezTo>
                    <a:cubicBezTo>
                      <a:pt x="2092" y="3153"/>
                      <a:pt x="2170" y="3161"/>
                      <a:pt x="2246" y="3179"/>
                    </a:cubicBezTo>
                    <a:cubicBezTo>
                      <a:pt x="2814" y="3314"/>
                      <a:pt x="3138" y="3639"/>
                      <a:pt x="3246" y="4207"/>
                    </a:cubicBezTo>
                    <a:cubicBezTo>
                      <a:pt x="3490" y="4531"/>
                      <a:pt x="3382" y="4991"/>
                      <a:pt x="3138" y="5451"/>
                    </a:cubicBezTo>
                    <a:cubicBezTo>
                      <a:pt x="2922" y="5776"/>
                      <a:pt x="2705" y="6019"/>
                      <a:pt x="2354" y="6235"/>
                    </a:cubicBezTo>
                    <a:cubicBezTo>
                      <a:pt x="1827" y="6662"/>
                      <a:pt x="1417" y="6972"/>
                      <a:pt x="1080" y="7295"/>
                    </a:cubicBezTo>
                    <a:lnTo>
                      <a:pt x="1080" y="7295"/>
                    </a:lnTo>
                    <a:lnTo>
                      <a:pt x="1001" y="6804"/>
                    </a:lnTo>
                    <a:lnTo>
                      <a:pt x="1001" y="6804"/>
                    </a:lnTo>
                    <a:cubicBezTo>
                      <a:pt x="1001" y="7051"/>
                      <a:pt x="1001" y="7173"/>
                      <a:pt x="1049" y="7324"/>
                    </a:cubicBezTo>
                    <a:lnTo>
                      <a:pt x="1049" y="7324"/>
                    </a:lnTo>
                    <a:cubicBezTo>
                      <a:pt x="1033" y="7340"/>
                      <a:pt x="1017" y="7356"/>
                      <a:pt x="1001" y="7372"/>
                    </a:cubicBezTo>
                    <a:cubicBezTo>
                      <a:pt x="1018" y="7360"/>
                      <a:pt x="1035" y="7348"/>
                      <a:pt x="1053" y="7336"/>
                    </a:cubicBezTo>
                    <a:lnTo>
                      <a:pt x="1053" y="7336"/>
                    </a:lnTo>
                    <a:cubicBezTo>
                      <a:pt x="1067" y="7380"/>
                      <a:pt x="1086" y="7426"/>
                      <a:pt x="1109" y="7480"/>
                    </a:cubicBezTo>
                    <a:lnTo>
                      <a:pt x="1083" y="7315"/>
                    </a:lnTo>
                    <a:lnTo>
                      <a:pt x="1083" y="7315"/>
                    </a:lnTo>
                    <a:cubicBezTo>
                      <a:pt x="1420" y="7078"/>
                      <a:pt x="1837" y="6769"/>
                      <a:pt x="2462" y="6344"/>
                    </a:cubicBezTo>
                    <a:cubicBezTo>
                      <a:pt x="2814" y="6127"/>
                      <a:pt x="3030" y="5884"/>
                      <a:pt x="3246" y="5559"/>
                    </a:cubicBezTo>
                    <a:cubicBezTo>
                      <a:pt x="3598" y="5099"/>
                      <a:pt x="3598" y="4531"/>
                      <a:pt x="3490" y="4099"/>
                    </a:cubicBezTo>
                    <a:cubicBezTo>
                      <a:pt x="3246" y="3531"/>
                      <a:pt x="2814" y="3071"/>
                      <a:pt x="2354" y="2963"/>
                    </a:cubicBezTo>
                    <a:cubicBezTo>
                      <a:pt x="2239" y="2944"/>
                      <a:pt x="2123" y="2935"/>
                      <a:pt x="2010" y="2935"/>
                    </a:cubicBezTo>
                    <a:cubicBezTo>
                      <a:pt x="1870" y="2935"/>
                      <a:pt x="1733" y="2949"/>
                      <a:pt x="1601" y="2975"/>
                    </a:cubicBezTo>
                    <a:lnTo>
                      <a:pt x="1601" y="2975"/>
                    </a:lnTo>
                    <a:cubicBezTo>
                      <a:pt x="1854" y="2671"/>
                      <a:pt x="2061" y="2317"/>
                      <a:pt x="2246" y="1962"/>
                    </a:cubicBezTo>
                    <a:cubicBezTo>
                      <a:pt x="2354" y="1610"/>
                      <a:pt x="2354" y="1150"/>
                      <a:pt x="2246" y="826"/>
                    </a:cubicBezTo>
                    <a:cubicBezTo>
                      <a:pt x="2029" y="474"/>
                      <a:pt x="1786" y="258"/>
                      <a:pt x="1461" y="41"/>
                    </a:cubicBezTo>
                    <a:cubicBezTo>
                      <a:pt x="1346" y="14"/>
                      <a:pt x="1240" y="1"/>
                      <a:pt x="1139" y="1"/>
                    </a:cubicBezTo>
                    <a:close/>
                    <a:moveTo>
                      <a:pt x="1001" y="7372"/>
                    </a:moveTo>
                    <a:lnTo>
                      <a:pt x="541" y="7804"/>
                    </a:lnTo>
                    <a:cubicBezTo>
                      <a:pt x="677" y="7804"/>
                      <a:pt x="677" y="7696"/>
                      <a:pt x="677" y="7696"/>
                    </a:cubicBezTo>
                    <a:lnTo>
                      <a:pt x="1001" y="7372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8" name="Google Shape;388;p18"/>
            <p:cNvSpPr/>
            <p:nvPr/>
          </p:nvSpPr>
          <p:spPr>
            <a:xfrm>
              <a:off x="779076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474276" y="2389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17076" y="2847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8"/>
            <p:cNvSpPr/>
            <p:nvPr/>
          </p:nvSpPr>
          <p:spPr>
            <a:xfrm rot="10800000" flipH="1">
              <a:off x="550476" y="1856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8"/>
            <p:cNvSpPr/>
            <p:nvPr/>
          </p:nvSpPr>
          <p:spPr>
            <a:xfrm rot="10800000" flipH="1">
              <a:off x="245676" y="1704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8"/>
            <p:cNvSpPr/>
            <p:nvPr/>
          </p:nvSpPr>
          <p:spPr>
            <a:xfrm rot="10800000" flipH="1">
              <a:off x="-211524" y="1246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9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"/>
          <p:cNvSpPr txBox="1">
            <a:spLocks noGrp="1"/>
          </p:cNvSpPr>
          <p:nvPr>
            <p:ph type="body" idx="1"/>
          </p:nvPr>
        </p:nvSpPr>
        <p:spPr>
          <a:xfrm>
            <a:off x="713225" y="1602550"/>
            <a:ext cx="3670200" cy="29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8" name="Google Shape;438;p20"/>
          <p:cNvSpPr txBox="1">
            <a:spLocks noGrp="1"/>
          </p:cNvSpPr>
          <p:nvPr>
            <p:ph type="body" idx="2"/>
          </p:nvPr>
        </p:nvSpPr>
        <p:spPr>
          <a:xfrm>
            <a:off x="4688225" y="1602550"/>
            <a:ext cx="3848700" cy="29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9" name="Google Shape;439;p20"/>
          <p:cNvSpPr txBox="1">
            <a:spLocks noGrp="1"/>
          </p:cNvSpPr>
          <p:nvPr>
            <p:ph type="subTitle" idx="3"/>
          </p:nvPr>
        </p:nvSpPr>
        <p:spPr>
          <a:xfrm>
            <a:off x="713225" y="998200"/>
            <a:ext cx="77040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20"/>
          <p:cNvSpPr txBox="1">
            <a:spLocks noGrp="1"/>
          </p:cNvSpPr>
          <p:nvPr>
            <p:ph type="title"/>
          </p:nvPr>
        </p:nvSpPr>
        <p:spPr>
          <a:xfrm>
            <a:off x="713225" y="488975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9pPr>
          </a:lstStyle>
          <a:p>
            <a:endParaRPr/>
          </a:p>
        </p:txBody>
      </p:sp>
      <p:grpSp>
        <p:nvGrpSpPr>
          <p:cNvPr id="441" name="Google Shape;441;p20"/>
          <p:cNvGrpSpPr/>
          <p:nvPr/>
        </p:nvGrpSpPr>
        <p:grpSpPr>
          <a:xfrm flipH="1">
            <a:off x="-516324" y="-601950"/>
            <a:ext cx="9991249" cy="2057175"/>
            <a:chOff x="-363924" y="312450"/>
            <a:chExt cx="9991249" cy="2057175"/>
          </a:xfrm>
        </p:grpSpPr>
        <p:sp>
          <p:nvSpPr>
            <p:cNvPr id="442" name="Google Shape;442;p20"/>
            <p:cNvSpPr/>
            <p:nvPr/>
          </p:nvSpPr>
          <p:spPr>
            <a:xfrm rot="10800000" flipH="1">
              <a:off x="8237300" y="1704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0"/>
            <p:cNvSpPr/>
            <p:nvPr/>
          </p:nvSpPr>
          <p:spPr>
            <a:xfrm rot="10800000" flipH="1">
              <a:off x="8084900" y="1399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0"/>
            <p:cNvSpPr/>
            <p:nvPr/>
          </p:nvSpPr>
          <p:spPr>
            <a:xfrm rot="10800000" flipH="1">
              <a:off x="7780100" y="1246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0"/>
            <p:cNvSpPr/>
            <p:nvPr/>
          </p:nvSpPr>
          <p:spPr>
            <a:xfrm>
              <a:off x="9075500" y="33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0"/>
            <p:cNvSpPr/>
            <p:nvPr/>
          </p:nvSpPr>
          <p:spPr>
            <a:xfrm>
              <a:off x="8618300" y="78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0"/>
            <p:cNvSpPr/>
            <p:nvPr/>
          </p:nvSpPr>
          <p:spPr>
            <a:xfrm>
              <a:off x="83135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0"/>
            <p:cNvSpPr/>
            <p:nvPr/>
          </p:nvSpPr>
          <p:spPr>
            <a:xfrm rot="10800000">
              <a:off x="-123086" y="1097563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0"/>
            <p:cNvSpPr/>
            <p:nvPr/>
          </p:nvSpPr>
          <p:spPr>
            <a:xfrm rot="10800000" flipH="1">
              <a:off x="550476" y="9220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0"/>
            <p:cNvSpPr/>
            <p:nvPr/>
          </p:nvSpPr>
          <p:spPr>
            <a:xfrm rot="10800000" flipH="1">
              <a:off x="245676" y="7696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0"/>
            <p:cNvSpPr/>
            <p:nvPr/>
          </p:nvSpPr>
          <p:spPr>
            <a:xfrm rot="10800000" flipH="1">
              <a:off x="93276" y="4648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0"/>
            <p:cNvSpPr/>
            <p:nvPr/>
          </p:nvSpPr>
          <p:spPr>
            <a:xfrm rot="10800000" flipH="1">
              <a:off x="-211524" y="3124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17076" y="14554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-135324" y="17602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0"/>
            <p:cNvSpPr/>
            <p:nvPr/>
          </p:nvSpPr>
          <p:spPr>
            <a:xfrm rot="10800000" flipH="1">
              <a:off x="-363924" y="221745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1"/>
          <p:cNvSpPr txBox="1">
            <a:spLocks noGrp="1"/>
          </p:cNvSpPr>
          <p:nvPr>
            <p:ph type="title"/>
          </p:nvPr>
        </p:nvSpPr>
        <p:spPr>
          <a:xfrm>
            <a:off x="713225" y="488975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9pPr>
          </a:lstStyle>
          <a:p>
            <a:endParaRPr/>
          </a:p>
        </p:txBody>
      </p:sp>
      <p:grpSp>
        <p:nvGrpSpPr>
          <p:cNvPr id="458" name="Google Shape;458;p21"/>
          <p:cNvGrpSpPr/>
          <p:nvPr/>
        </p:nvGrpSpPr>
        <p:grpSpPr>
          <a:xfrm flipH="1">
            <a:off x="-678100" y="160050"/>
            <a:ext cx="10534025" cy="4744150"/>
            <a:chOff x="-678100" y="160050"/>
            <a:chExt cx="10534025" cy="4744150"/>
          </a:xfrm>
        </p:grpSpPr>
        <p:sp>
          <p:nvSpPr>
            <p:cNvPr id="459" name="Google Shape;459;p21"/>
            <p:cNvSpPr/>
            <p:nvPr/>
          </p:nvSpPr>
          <p:spPr>
            <a:xfrm>
              <a:off x="888" y="3975038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1"/>
            <p:cNvSpPr/>
            <p:nvPr/>
          </p:nvSpPr>
          <p:spPr>
            <a:xfrm flipH="1">
              <a:off x="-678100" y="414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1"/>
            <p:cNvSpPr/>
            <p:nvPr/>
          </p:nvSpPr>
          <p:spPr>
            <a:xfrm flipH="1">
              <a:off x="-220900" y="459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1"/>
            <p:cNvSpPr/>
            <p:nvPr/>
          </p:nvSpPr>
          <p:spPr>
            <a:xfrm flipH="1">
              <a:off x="83900" y="475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1"/>
            <p:cNvSpPr/>
            <p:nvPr/>
          </p:nvSpPr>
          <p:spPr>
            <a:xfrm rot="10800000">
              <a:off x="-144700" y="3609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1"/>
            <p:cNvSpPr/>
            <p:nvPr/>
          </p:nvSpPr>
          <p:spPr>
            <a:xfrm rot="10800000">
              <a:off x="7700" y="3304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1"/>
            <p:cNvSpPr/>
            <p:nvPr/>
          </p:nvSpPr>
          <p:spPr>
            <a:xfrm flipH="1">
              <a:off x="-525700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1"/>
            <p:cNvSpPr/>
            <p:nvPr/>
          </p:nvSpPr>
          <p:spPr>
            <a:xfrm flipH="1">
              <a:off x="-220900" y="2389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1"/>
            <p:cNvSpPr/>
            <p:nvPr/>
          </p:nvSpPr>
          <p:spPr>
            <a:xfrm flipH="1">
              <a:off x="-68500" y="2694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1"/>
            <p:cNvSpPr/>
            <p:nvPr/>
          </p:nvSpPr>
          <p:spPr>
            <a:xfrm flipH="1">
              <a:off x="8435625" y="306775"/>
              <a:ext cx="549800" cy="146775"/>
            </a:xfrm>
            <a:custGeom>
              <a:avLst/>
              <a:gdLst/>
              <a:ahLst/>
              <a:cxnLst/>
              <a:rect l="l" t="t" r="r" b="b"/>
              <a:pathLst>
                <a:path w="21992" h="5871" extrusionOk="0">
                  <a:moveTo>
                    <a:pt x="0" y="1"/>
                  </a:moveTo>
                  <a:lnTo>
                    <a:pt x="0" y="5871"/>
                  </a:lnTo>
                  <a:lnTo>
                    <a:pt x="21991" y="5871"/>
                  </a:lnTo>
                  <a:lnTo>
                    <a:pt x="2199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1"/>
            <p:cNvSpPr/>
            <p:nvPr/>
          </p:nvSpPr>
          <p:spPr>
            <a:xfrm flipH="1">
              <a:off x="8272650" y="160050"/>
              <a:ext cx="551825" cy="149475"/>
            </a:xfrm>
            <a:custGeom>
              <a:avLst/>
              <a:gdLst/>
              <a:ahLst/>
              <a:cxnLst/>
              <a:rect l="l" t="t" r="r" b="b"/>
              <a:pathLst>
                <a:path w="22073" h="5979" extrusionOk="0">
                  <a:moveTo>
                    <a:pt x="108" y="0"/>
                  </a:moveTo>
                  <a:lnTo>
                    <a:pt x="108" y="0"/>
                  </a:lnTo>
                  <a:cubicBezTo>
                    <a:pt x="88" y="21"/>
                    <a:pt x="54" y="54"/>
                    <a:pt x="0" y="108"/>
                  </a:cubicBezTo>
                  <a:lnTo>
                    <a:pt x="0" y="1596"/>
                  </a:lnTo>
                  <a:lnTo>
                    <a:pt x="0" y="3057"/>
                  </a:lnTo>
                  <a:lnTo>
                    <a:pt x="0" y="5978"/>
                  </a:lnTo>
                  <a:lnTo>
                    <a:pt x="108" y="5978"/>
                  </a:lnTo>
                  <a:lnTo>
                    <a:pt x="15770" y="5870"/>
                  </a:lnTo>
                  <a:lnTo>
                    <a:pt x="216" y="5762"/>
                  </a:lnTo>
                  <a:lnTo>
                    <a:pt x="216" y="5762"/>
                  </a:lnTo>
                  <a:lnTo>
                    <a:pt x="216" y="3057"/>
                  </a:lnTo>
                  <a:lnTo>
                    <a:pt x="216" y="243"/>
                  </a:lnTo>
                  <a:lnTo>
                    <a:pt x="216" y="243"/>
                  </a:lnTo>
                  <a:lnTo>
                    <a:pt x="21964" y="109"/>
                  </a:lnTo>
                  <a:lnTo>
                    <a:pt x="21964" y="109"/>
                  </a:lnTo>
                  <a:cubicBezTo>
                    <a:pt x="21964" y="1921"/>
                    <a:pt x="22072" y="3382"/>
                    <a:pt x="22072" y="4301"/>
                  </a:cubicBezTo>
                  <a:lnTo>
                    <a:pt x="22072" y="108"/>
                  </a:lnTo>
                  <a:lnTo>
                    <a:pt x="2207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1"/>
            <p:cNvSpPr/>
            <p:nvPr/>
          </p:nvSpPr>
          <p:spPr>
            <a:xfrm>
              <a:off x="8999300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1"/>
            <p:cNvSpPr/>
            <p:nvPr/>
          </p:nvSpPr>
          <p:spPr>
            <a:xfrm>
              <a:off x="8694500" y="2389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1"/>
            <p:cNvSpPr/>
            <p:nvPr/>
          </p:nvSpPr>
          <p:spPr>
            <a:xfrm rot="10800000" flipH="1">
              <a:off x="8770700" y="1856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1"/>
            <p:cNvSpPr/>
            <p:nvPr/>
          </p:nvSpPr>
          <p:spPr>
            <a:xfrm rot="10800000" flipH="1">
              <a:off x="8465900" y="1704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1"/>
            <p:cNvSpPr/>
            <p:nvPr/>
          </p:nvSpPr>
          <p:spPr>
            <a:xfrm rot="10800000" flipH="1">
              <a:off x="8237300" y="1246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1"/>
            <p:cNvSpPr/>
            <p:nvPr/>
          </p:nvSpPr>
          <p:spPr>
            <a:xfrm>
              <a:off x="9304100" y="33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8999300" y="48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1"/>
            <p:cNvSpPr/>
            <p:nvPr/>
          </p:nvSpPr>
          <p:spPr>
            <a:xfrm>
              <a:off x="85421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2"/>
          <p:cNvSpPr txBox="1">
            <a:spLocks noGrp="1"/>
          </p:cNvSpPr>
          <p:nvPr>
            <p:ph type="title"/>
          </p:nvPr>
        </p:nvSpPr>
        <p:spPr>
          <a:xfrm>
            <a:off x="713225" y="488975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None/>
              <a:defRPr>
                <a:solidFill>
                  <a:srgbClr val="FF00A3"/>
                </a:solidFill>
              </a:defRPr>
            </a:lvl9pPr>
          </a:lstStyle>
          <a:p>
            <a:endParaRPr/>
          </a:p>
        </p:txBody>
      </p:sp>
      <p:sp>
        <p:nvSpPr>
          <p:cNvPr id="480" name="Google Shape;480;p22"/>
          <p:cNvSpPr/>
          <p:nvPr/>
        </p:nvSpPr>
        <p:spPr>
          <a:xfrm flipH="1">
            <a:off x="8630538" y="3975038"/>
            <a:ext cx="546400" cy="144050"/>
          </a:xfrm>
          <a:custGeom>
            <a:avLst/>
            <a:gdLst/>
            <a:ahLst/>
            <a:cxnLst/>
            <a:rect l="l" t="t" r="r" b="b"/>
            <a:pathLst>
              <a:path w="21856" h="5762" extrusionOk="0">
                <a:moveTo>
                  <a:pt x="0" y="0"/>
                </a:moveTo>
                <a:lnTo>
                  <a:pt x="0" y="5762"/>
                </a:lnTo>
                <a:lnTo>
                  <a:pt x="21856" y="5762"/>
                </a:lnTo>
                <a:lnTo>
                  <a:pt x="21856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2"/>
          <p:cNvSpPr/>
          <p:nvPr/>
        </p:nvSpPr>
        <p:spPr>
          <a:xfrm>
            <a:off x="9304100" y="41424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2"/>
          <p:cNvSpPr/>
          <p:nvPr/>
        </p:nvSpPr>
        <p:spPr>
          <a:xfrm>
            <a:off x="8846900" y="45996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2"/>
          <p:cNvSpPr/>
          <p:nvPr/>
        </p:nvSpPr>
        <p:spPr>
          <a:xfrm>
            <a:off x="8542100" y="47520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2"/>
          <p:cNvSpPr/>
          <p:nvPr/>
        </p:nvSpPr>
        <p:spPr>
          <a:xfrm rot="10800000" flipH="1">
            <a:off x="8770700" y="36090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2"/>
          <p:cNvSpPr/>
          <p:nvPr/>
        </p:nvSpPr>
        <p:spPr>
          <a:xfrm rot="10800000" flipH="1">
            <a:off x="8618300" y="33042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2"/>
          <p:cNvSpPr/>
          <p:nvPr/>
        </p:nvSpPr>
        <p:spPr>
          <a:xfrm>
            <a:off x="9151700" y="22374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2"/>
          <p:cNvSpPr/>
          <p:nvPr/>
        </p:nvSpPr>
        <p:spPr>
          <a:xfrm>
            <a:off x="8846900" y="23898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2"/>
          <p:cNvSpPr/>
          <p:nvPr/>
        </p:nvSpPr>
        <p:spPr>
          <a:xfrm>
            <a:off x="8694500" y="26946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2"/>
          <p:cNvSpPr/>
          <p:nvPr/>
        </p:nvSpPr>
        <p:spPr>
          <a:xfrm>
            <a:off x="-36200" y="3430975"/>
            <a:ext cx="549800" cy="146775"/>
          </a:xfrm>
          <a:custGeom>
            <a:avLst/>
            <a:gdLst/>
            <a:ahLst/>
            <a:cxnLst/>
            <a:rect l="l" t="t" r="r" b="b"/>
            <a:pathLst>
              <a:path w="21992" h="5871" extrusionOk="0">
                <a:moveTo>
                  <a:pt x="0" y="1"/>
                </a:moveTo>
                <a:lnTo>
                  <a:pt x="0" y="5871"/>
                </a:lnTo>
                <a:lnTo>
                  <a:pt x="21991" y="5871"/>
                </a:lnTo>
                <a:lnTo>
                  <a:pt x="21991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2"/>
          <p:cNvSpPr/>
          <p:nvPr/>
        </p:nvSpPr>
        <p:spPr>
          <a:xfrm>
            <a:off x="124750" y="3284250"/>
            <a:ext cx="551825" cy="149475"/>
          </a:xfrm>
          <a:custGeom>
            <a:avLst/>
            <a:gdLst/>
            <a:ahLst/>
            <a:cxnLst/>
            <a:rect l="l" t="t" r="r" b="b"/>
            <a:pathLst>
              <a:path w="22073" h="5979" extrusionOk="0">
                <a:moveTo>
                  <a:pt x="108" y="0"/>
                </a:moveTo>
                <a:lnTo>
                  <a:pt x="108" y="0"/>
                </a:lnTo>
                <a:cubicBezTo>
                  <a:pt x="88" y="21"/>
                  <a:pt x="54" y="54"/>
                  <a:pt x="0" y="108"/>
                </a:cubicBezTo>
                <a:lnTo>
                  <a:pt x="0" y="1596"/>
                </a:lnTo>
                <a:lnTo>
                  <a:pt x="0" y="3057"/>
                </a:lnTo>
                <a:lnTo>
                  <a:pt x="0" y="5978"/>
                </a:lnTo>
                <a:lnTo>
                  <a:pt x="108" y="5978"/>
                </a:lnTo>
                <a:lnTo>
                  <a:pt x="15770" y="5870"/>
                </a:lnTo>
                <a:lnTo>
                  <a:pt x="216" y="5762"/>
                </a:lnTo>
                <a:lnTo>
                  <a:pt x="216" y="5762"/>
                </a:lnTo>
                <a:lnTo>
                  <a:pt x="216" y="3057"/>
                </a:lnTo>
                <a:lnTo>
                  <a:pt x="216" y="243"/>
                </a:lnTo>
                <a:lnTo>
                  <a:pt x="216" y="243"/>
                </a:lnTo>
                <a:lnTo>
                  <a:pt x="21964" y="109"/>
                </a:lnTo>
                <a:lnTo>
                  <a:pt x="21964" y="109"/>
                </a:lnTo>
                <a:cubicBezTo>
                  <a:pt x="21964" y="1921"/>
                  <a:pt x="22072" y="3382"/>
                  <a:pt x="22072" y="4301"/>
                </a:cubicBezTo>
                <a:lnTo>
                  <a:pt x="22072" y="108"/>
                </a:lnTo>
                <a:lnTo>
                  <a:pt x="22072" y="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2"/>
          <p:cNvSpPr/>
          <p:nvPr/>
        </p:nvSpPr>
        <p:spPr>
          <a:xfrm flipH="1">
            <a:off x="-601900" y="53616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2"/>
          <p:cNvSpPr/>
          <p:nvPr/>
        </p:nvSpPr>
        <p:spPr>
          <a:xfrm flipH="1">
            <a:off x="-297100" y="55140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2"/>
          <p:cNvSpPr/>
          <p:nvPr/>
        </p:nvSpPr>
        <p:spPr>
          <a:xfrm rot="10800000">
            <a:off x="-373300" y="49806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2"/>
          <p:cNvSpPr/>
          <p:nvPr/>
        </p:nvSpPr>
        <p:spPr>
          <a:xfrm rot="10800000">
            <a:off x="-68500" y="48282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2"/>
          <p:cNvSpPr/>
          <p:nvPr/>
        </p:nvSpPr>
        <p:spPr>
          <a:xfrm rot="10800000">
            <a:off x="160100" y="43710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2"/>
          <p:cNvSpPr/>
          <p:nvPr/>
        </p:nvSpPr>
        <p:spPr>
          <a:xfrm flipH="1">
            <a:off x="-906700" y="34566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22"/>
          <p:cNvSpPr/>
          <p:nvPr/>
        </p:nvSpPr>
        <p:spPr>
          <a:xfrm flipH="1">
            <a:off x="-601900" y="36090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2"/>
          <p:cNvSpPr/>
          <p:nvPr/>
        </p:nvSpPr>
        <p:spPr>
          <a:xfrm flipH="1">
            <a:off x="-144700" y="40662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3"/>
          <p:cNvSpPr/>
          <p:nvPr/>
        </p:nvSpPr>
        <p:spPr>
          <a:xfrm flipH="1">
            <a:off x="432051" y="110675"/>
            <a:ext cx="8521650" cy="4988011"/>
          </a:xfrm>
          <a:custGeom>
            <a:avLst/>
            <a:gdLst/>
            <a:ahLst/>
            <a:cxnLst/>
            <a:rect l="l" t="t" r="r" b="b"/>
            <a:pathLst>
              <a:path w="77119" h="63370" extrusionOk="0">
                <a:moveTo>
                  <a:pt x="58572" y="1"/>
                </a:moveTo>
                <a:cubicBezTo>
                  <a:pt x="57567" y="1"/>
                  <a:pt x="56603" y="36"/>
                  <a:pt x="55707" y="87"/>
                </a:cubicBezTo>
                <a:cubicBezTo>
                  <a:pt x="34484" y="1326"/>
                  <a:pt x="17164" y="6608"/>
                  <a:pt x="17164" y="6608"/>
                </a:cubicBezTo>
                <a:cubicBezTo>
                  <a:pt x="9076" y="9351"/>
                  <a:pt x="1" y="13269"/>
                  <a:pt x="706" y="20981"/>
                </a:cubicBezTo>
                <a:cubicBezTo>
                  <a:pt x="1364" y="28693"/>
                  <a:pt x="3778" y="49979"/>
                  <a:pt x="7900" y="56123"/>
                </a:cubicBezTo>
                <a:cubicBezTo>
                  <a:pt x="12007" y="62330"/>
                  <a:pt x="16647" y="61938"/>
                  <a:pt x="20769" y="62455"/>
                </a:cubicBezTo>
                <a:cubicBezTo>
                  <a:pt x="22910" y="62725"/>
                  <a:pt x="31906" y="63370"/>
                  <a:pt x="41044" y="63370"/>
                </a:cubicBezTo>
                <a:cubicBezTo>
                  <a:pt x="49435" y="63370"/>
                  <a:pt x="57945" y="62826"/>
                  <a:pt x="61381" y="60951"/>
                </a:cubicBezTo>
                <a:cubicBezTo>
                  <a:pt x="68576" y="56969"/>
                  <a:pt x="77118" y="29602"/>
                  <a:pt x="76930" y="15041"/>
                </a:cubicBezTo>
                <a:cubicBezTo>
                  <a:pt x="76819" y="2130"/>
                  <a:pt x="66432" y="1"/>
                  <a:pt x="58572" y="1"/>
                </a:cubicBezTo>
                <a:close/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3"/>
          <p:cNvSpPr/>
          <p:nvPr/>
        </p:nvSpPr>
        <p:spPr>
          <a:xfrm flipH="1">
            <a:off x="570526" y="191700"/>
            <a:ext cx="8231875" cy="4818496"/>
          </a:xfrm>
          <a:custGeom>
            <a:avLst/>
            <a:gdLst/>
            <a:ahLst/>
            <a:cxnLst/>
            <a:rect l="l" t="t" r="r" b="b"/>
            <a:pathLst>
              <a:path w="77119" h="63370" extrusionOk="0">
                <a:moveTo>
                  <a:pt x="58572" y="1"/>
                </a:moveTo>
                <a:cubicBezTo>
                  <a:pt x="57567" y="1"/>
                  <a:pt x="56603" y="36"/>
                  <a:pt x="55707" y="87"/>
                </a:cubicBezTo>
                <a:cubicBezTo>
                  <a:pt x="34484" y="1326"/>
                  <a:pt x="17164" y="6608"/>
                  <a:pt x="17164" y="6608"/>
                </a:cubicBezTo>
                <a:cubicBezTo>
                  <a:pt x="9076" y="9351"/>
                  <a:pt x="1" y="13269"/>
                  <a:pt x="706" y="20981"/>
                </a:cubicBezTo>
                <a:cubicBezTo>
                  <a:pt x="1364" y="28693"/>
                  <a:pt x="3778" y="49979"/>
                  <a:pt x="7900" y="56123"/>
                </a:cubicBezTo>
                <a:cubicBezTo>
                  <a:pt x="12007" y="62330"/>
                  <a:pt x="16647" y="61938"/>
                  <a:pt x="20769" y="62455"/>
                </a:cubicBezTo>
                <a:cubicBezTo>
                  <a:pt x="22910" y="62725"/>
                  <a:pt x="31906" y="63370"/>
                  <a:pt x="41044" y="63370"/>
                </a:cubicBezTo>
                <a:cubicBezTo>
                  <a:pt x="49435" y="63370"/>
                  <a:pt x="57945" y="62826"/>
                  <a:pt x="61381" y="60951"/>
                </a:cubicBezTo>
                <a:cubicBezTo>
                  <a:pt x="68576" y="56969"/>
                  <a:pt x="77118" y="29602"/>
                  <a:pt x="76930" y="15041"/>
                </a:cubicBezTo>
                <a:cubicBezTo>
                  <a:pt x="76819" y="2130"/>
                  <a:pt x="66432" y="1"/>
                  <a:pt x="58572" y="1"/>
                </a:cubicBezTo>
                <a:close/>
              </a:path>
            </a:pathLst>
          </a:custGeom>
          <a:solidFill>
            <a:srgbClr val="453A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3"/>
          <p:cNvSpPr txBox="1">
            <a:spLocks noGrp="1"/>
          </p:cNvSpPr>
          <p:nvPr>
            <p:ph type="title"/>
          </p:nvPr>
        </p:nvSpPr>
        <p:spPr>
          <a:xfrm>
            <a:off x="2702550" y="1141432"/>
            <a:ext cx="37389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03" name="Google Shape;503;p23"/>
          <p:cNvSpPr txBox="1">
            <a:spLocks noGrp="1"/>
          </p:cNvSpPr>
          <p:nvPr>
            <p:ph type="subTitle" idx="1"/>
          </p:nvPr>
        </p:nvSpPr>
        <p:spPr>
          <a:xfrm>
            <a:off x="2784150" y="1954649"/>
            <a:ext cx="3575700" cy="9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tamaran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04" name="Google Shape;504;p23"/>
          <p:cNvSpPr txBox="1"/>
          <p:nvPr/>
        </p:nvSpPr>
        <p:spPr>
          <a:xfrm>
            <a:off x="2658900" y="3732200"/>
            <a:ext cx="3826200" cy="6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Spartan"/>
                <a:ea typeface="Spartan"/>
                <a:cs typeface="Spartan"/>
                <a:sym typeface="Spartan"/>
              </a:rPr>
              <a:t>CREDITS</a:t>
            </a:r>
            <a:r>
              <a:rPr lang="en" sz="1000" b="1">
                <a:solidFill>
                  <a:schemeClr val="lt1"/>
                </a:solidFill>
                <a:latin typeface="Spartan"/>
                <a:ea typeface="Spartan"/>
                <a:cs typeface="Spartan"/>
                <a:sym typeface="Spartan"/>
              </a:rPr>
              <a:t>: </a:t>
            </a:r>
            <a:r>
              <a:rPr lang="en" sz="1000">
                <a:solidFill>
                  <a:schemeClr val="lt1"/>
                </a:solidFill>
                <a:latin typeface="Spartan"/>
                <a:ea typeface="Spartan"/>
                <a:cs typeface="Spartan"/>
                <a:sym typeface="Spartan"/>
              </a:rPr>
              <a:t>This presentation template was created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Spartan"/>
                <a:ea typeface="Spartan"/>
                <a:cs typeface="Spartan"/>
                <a:sym typeface="Spart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Spartan"/>
                <a:ea typeface="Spartan"/>
                <a:cs typeface="Spartan"/>
                <a:sym typeface="Spartan"/>
              </a:rPr>
              <a:t>, including icons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Spartan"/>
                <a:ea typeface="Spartan"/>
                <a:cs typeface="Spartan"/>
                <a:sym typeface="Spart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Spartan"/>
                <a:ea typeface="Spartan"/>
                <a:cs typeface="Spartan"/>
                <a:sym typeface="Spartan"/>
              </a:rPr>
              <a:t>, infographics &amp; images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Spartan"/>
                <a:ea typeface="Spartan"/>
                <a:cs typeface="Spartan"/>
                <a:sym typeface="Spart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lt1"/>
                </a:solidFill>
                <a:latin typeface="Spartan"/>
                <a:ea typeface="Spartan"/>
                <a:cs typeface="Spartan"/>
                <a:sym typeface="Spartan"/>
              </a:rPr>
              <a:t> and illustrations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Spartan"/>
                <a:ea typeface="Spartan"/>
                <a:cs typeface="Spartan"/>
                <a:sym typeface="Spart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Stories</a:t>
            </a:r>
            <a:endParaRPr sz="1000">
              <a:solidFill>
                <a:schemeClr val="lt2"/>
              </a:solidFill>
              <a:latin typeface="Spartan"/>
              <a:ea typeface="Spartan"/>
              <a:cs typeface="Spartan"/>
              <a:sym typeface="Spart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chemeClr val="accent3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3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05" name="Google Shape;505;p23"/>
          <p:cNvSpPr/>
          <p:nvPr/>
        </p:nvSpPr>
        <p:spPr>
          <a:xfrm flipH="1">
            <a:off x="387981" y="3795932"/>
            <a:ext cx="363445" cy="363462"/>
          </a:xfrm>
          <a:custGeom>
            <a:avLst/>
            <a:gdLst/>
            <a:ahLst/>
            <a:cxnLst/>
            <a:rect l="l" t="t" r="r" b="b"/>
            <a:pathLst>
              <a:path w="6662" h="6662" extrusionOk="0">
                <a:moveTo>
                  <a:pt x="3323" y="0"/>
                </a:moveTo>
                <a:cubicBezTo>
                  <a:pt x="1505" y="0"/>
                  <a:pt x="0" y="1442"/>
                  <a:pt x="0" y="3339"/>
                </a:cubicBezTo>
                <a:cubicBezTo>
                  <a:pt x="0" y="5157"/>
                  <a:pt x="1505" y="6662"/>
                  <a:pt x="3323" y="6662"/>
                </a:cubicBezTo>
                <a:cubicBezTo>
                  <a:pt x="5157" y="6662"/>
                  <a:pt x="6662" y="5157"/>
                  <a:pt x="6662" y="3339"/>
                </a:cubicBezTo>
                <a:cubicBezTo>
                  <a:pt x="6662" y="1442"/>
                  <a:pt x="5157" y="0"/>
                  <a:pt x="33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3"/>
          <p:cNvSpPr/>
          <p:nvPr/>
        </p:nvSpPr>
        <p:spPr>
          <a:xfrm flipH="1">
            <a:off x="706031" y="4314723"/>
            <a:ext cx="613320" cy="607682"/>
          </a:xfrm>
          <a:custGeom>
            <a:avLst/>
            <a:gdLst/>
            <a:ahLst/>
            <a:cxnLst/>
            <a:rect l="l" t="t" r="r" b="b"/>
            <a:pathLst>
              <a:path w="6725" h="6663" extrusionOk="0">
                <a:moveTo>
                  <a:pt x="3339" y="1"/>
                </a:moveTo>
                <a:cubicBezTo>
                  <a:pt x="1505" y="1"/>
                  <a:pt x="0" y="1505"/>
                  <a:pt x="0" y="3339"/>
                </a:cubicBezTo>
                <a:cubicBezTo>
                  <a:pt x="0" y="5157"/>
                  <a:pt x="1505" y="6662"/>
                  <a:pt x="3339" y="6662"/>
                </a:cubicBezTo>
                <a:cubicBezTo>
                  <a:pt x="5220" y="6662"/>
                  <a:pt x="6724" y="5157"/>
                  <a:pt x="6724" y="3339"/>
                </a:cubicBezTo>
                <a:cubicBezTo>
                  <a:pt x="6724" y="1505"/>
                  <a:pt x="5220" y="1"/>
                  <a:pt x="33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23"/>
          <p:cNvSpPr/>
          <p:nvPr/>
        </p:nvSpPr>
        <p:spPr>
          <a:xfrm flipH="1">
            <a:off x="8320626" y="4405504"/>
            <a:ext cx="556982" cy="73984"/>
          </a:xfrm>
          <a:custGeom>
            <a:avLst/>
            <a:gdLst/>
            <a:ahLst/>
            <a:cxnLst/>
            <a:rect l="l" t="t" r="r" b="b"/>
            <a:pathLst>
              <a:path w="13857" h="973" extrusionOk="0">
                <a:moveTo>
                  <a:pt x="534" y="0"/>
                </a:moveTo>
                <a:cubicBezTo>
                  <a:pt x="204" y="0"/>
                  <a:pt x="1" y="188"/>
                  <a:pt x="1" y="518"/>
                </a:cubicBezTo>
                <a:cubicBezTo>
                  <a:pt x="1" y="784"/>
                  <a:pt x="204" y="972"/>
                  <a:pt x="534" y="972"/>
                </a:cubicBezTo>
                <a:lnTo>
                  <a:pt x="13324" y="972"/>
                </a:lnTo>
                <a:cubicBezTo>
                  <a:pt x="13653" y="972"/>
                  <a:pt x="13857" y="784"/>
                  <a:pt x="13857" y="518"/>
                </a:cubicBezTo>
                <a:cubicBezTo>
                  <a:pt x="13857" y="188"/>
                  <a:pt x="13653" y="0"/>
                  <a:pt x="133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3"/>
          <p:cNvSpPr/>
          <p:nvPr/>
        </p:nvSpPr>
        <p:spPr>
          <a:xfrm flipH="1">
            <a:off x="8320626" y="4534252"/>
            <a:ext cx="556982" cy="79915"/>
          </a:xfrm>
          <a:custGeom>
            <a:avLst/>
            <a:gdLst/>
            <a:ahLst/>
            <a:cxnLst/>
            <a:rect l="l" t="t" r="r" b="b"/>
            <a:pathLst>
              <a:path w="13857" h="1051" extrusionOk="0">
                <a:moveTo>
                  <a:pt x="534" y="0"/>
                </a:moveTo>
                <a:cubicBezTo>
                  <a:pt x="204" y="0"/>
                  <a:pt x="1" y="188"/>
                  <a:pt x="1" y="517"/>
                </a:cubicBezTo>
                <a:cubicBezTo>
                  <a:pt x="1" y="784"/>
                  <a:pt x="204" y="1050"/>
                  <a:pt x="534" y="1050"/>
                </a:cubicBezTo>
                <a:lnTo>
                  <a:pt x="13324" y="1050"/>
                </a:lnTo>
                <a:cubicBezTo>
                  <a:pt x="13653" y="1050"/>
                  <a:pt x="13857" y="784"/>
                  <a:pt x="13857" y="517"/>
                </a:cubicBezTo>
                <a:cubicBezTo>
                  <a:pt x="13857" y="188"/>
                  <a:pt x="13653" y="0"/>
                  <a:pt x="133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3"/>
          <p:cNvSpPr/>
          <p:nvPr/>
        </p:nvSpPr>
        <p:spPr>
          <a:xfrm flipH="1">
            <a:off x="8320626" y="4662999"/>
            <a:ext cx="556982" cy="79915"/>
          </a:xfrm>
          <a:custGeom>
            <a:avLst/>
            <a:gdLst/>
            <a:ahLst/>
            <a:cxnLst/>
            <a:rect l="l" t="t" r="r" b="b"/>
            <a:pathLst>
              <a:path w="13857" h="1051" extrusionOk="0">
                <a:moveTo>
                  <a:pt x="534" y="0"/>
                </a:moveTo>
                <a:cubicBezTo>
                  <a:pt x="204" y="0"/>
                  <a:pt x="1" y="266"/>
                  <a:pt x="1" y="533"/>
                </a:cubicBezTo>
                <a:cubicBezTo>
                  <a:pt x="1" y="784"/>
                  <a:pt x="204" y="1050"/>
                  <a:pt x="534" y="1050"/>
                </a:cubicBezTo>
                <a:lnTo>
                  <a:pt x="13324" y="1050"/>
                </a:lnTo>
                <a:cubicBezTo>
                  <a:pt x="13653" y="1050"/>
                  <a:pt x="13857" y="784"/>
                  <a:pt x="13857" y="533"/>
                </a:cubicBezTo>
                <a:cubicBezTo>
                  <a:pt x="13857" y="266"/>
                  <a:pt x="13653" y="0"/>
                  <a:pt x="133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3"/>
          <p:cNvSpPr/>
          <p:nvPr/>
        </p:nvSpPr>
        <p:spPr>
          <a:xfrm flipH="1">
            <a:off x="8320626" y="4792888"/>
            <a:ext cx="556982" cy="78775"/>
          </a:xfrm>
          <a:custGeom>
            <a:avLst/>
            <a:gdLst/>
            <a:ahLst/>
            <a:cxnLst/>
            <a:rect l="l" t="t" r="r" b="b"/>
            <a:pathLst>
              <a:path w="13857" h="1036" extrusionOk="0">
                <a:moveTo>
                  <a:pt x="534" y="1"/>
                </a:moveTo>
                <a:cubicBezTo>
                  <a:pt x="204" y="1"/>
                  <a:pt x="1" y="251"/>
                  <a:pt x="1" y="518"/>
                </a:cubicBezTo>
                <a:cubicBezTo>
                  <a:pt x="1" y="847"/>
                  <a:pt x="204" y="1035"/>
                  <a:pt x="534" y="1035"/>
                </a:cubicBezTo>
                <a:lnTo>
                  <a:pt x="13324" y="1035"/>
                </a:lnTo>
                <a:cubicBezTo>
                  <a:pt x="13653" y="1035"/>
                  <a:pt x="13857" y="847"/>
                  <a:pt x="13857" y="518"/>
                </a:cubicBezTo>
                <a:cubicBezTo>
                  <a:pt x="13857" y="251"/>
                  <a:pt x="13653" y="1"/>
                  <a:pt x="1332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2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" name="Google Shape;512;p24"/>
          <p:cNvGrpSpPr/>
          <p:nvPr/>
        </p:nvGrpSpPr>
        <p:grpSpPr>
          <a:xfrm>
            <a:off x="-525700" y="2237425"/>
            <a:ext cx="1847225" cy="2666775"/>
            <a:chOff x="-525700" y="2237425"/>
            <a:chExt cx="1847225" cy="2666775"/>
          </a:xfrm>
        </p:grpSpPr>
        <p:sp>
          <p:nvSpPr>
            <p:cNvPr id="513" name="Google Shape;513;p24"/>
            <p:cNvSpPr/>
            <p:nvPr/>
          </p:nvSpPr>
          <p:spPr>
            <a:xfrm>
              <a:off x="686688" y="3975038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4"/>
            <p:cNvSpPr/>
            <p:nvPr/>
          </p:nvSpPr>
          <p:spPr>
            <a:xfrm flipH="1">
              <a:off x="7700" y="414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4"/>
            <p:cNvSpPr/>
            <p:nvPr/>
          </p:nvSpPr>
          <p:spPr>
            <a:xfrm flipH="1">
              <a:off x="312500" y="429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4"/>
            <p:cNvSpPr/>
            <p:nvPr/>
          </p:nvSpPr>
          <p:spPr>
            <a:xfrm flipH="1">
              <a:off x="464900" y="459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4"/>
            <p:cNvSpPr/>
            <p:nvPr/>
          </p:nvSpPr>
          <p:spPr>
            <a:xfrm flipH="1">
              <a:off x="769700" y="475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4"/>
            <p:cNvSpPr/>
            <p:nvPr/>
          </p:nvSpPr>
          <p:spPr>
            <a:xfrm rot="10800000">
              <a:off x="541100" y="3609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4"/>
            <p:cNvSpPr/>
            <p:nvPr/>
          </p:nvSpPr>
          <p:spPr>
            <a:xfrm rot="10800000">
              <a:off x="693500" y="3304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4"/>
            <p:cNvSpPr/>
            <p:nvPr/>
          </p:nvSpPr>
          <p:spPr>
            <a:xfrm flipH="1">
              <a:off x="-525700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4"/>
            <p:cNvSpPr/>
            <p:nvPr/>
          </p:nvSpPr>
          <p:spPr>
            <a:xfrm flipH="1">
              <a:off x="-220900" y="2389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4"/>
            <p:cNvSpPr/>
            <p:nvPr/>
          </p:nvSpPr>
          <p:spPr>
            <a:xfrm flipH="1">
              <a:off x="160100" y="2847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3" name="Google Shape;523;p24"/>
          <p:cNvGrpSpPr/>
          <p:nvPr/>
        </p:nvGrpSpPr>
        <p:grpSpPr>
          <a:xfrm flipH="1">
            <a:off x="7818200" y="2237425"/>
            <a:ext cx="1847225" cy="2666775"/>
            <a:chOff x="-525700" y="2237425"/>
            <a:chExt cx="1847225" cy="2666775"/>
          </a:xfrm>
        </p:grpSpPr>
        <p:sp>
          <p:nvSpPr>
            <p:cNvPr id="524" name="Google Shape;524;p24"/>
            <p:cNvSpPr/>
            <p:nvPr/>
          </p:nvSpPr>
          <p:spPr>
            <a:xfrm>
              <a:off x="686688" y="3975038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4"/>
            <p:cNvSpPr/>
            <p:nvPr/>
          </p:nvSpPr>
          <p:spPr>
            <a:xfrm flipH="1">
              <a:off x="7700" y="414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4"/>
            <p:cNvSpPr/>
            <p:nvPr/>
          </p:nvSpPr>
          <p:spPr>
            <a:xfrm flipH="1">
              <a:off x="312500" y="429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4"/>
            <p:cNvSpPr/>
            <p:nvPr/>
          </p:nvSpPr>
          <p:spPr>
            <a:xfrm flipH="1">
              <a:off x="464900" y="459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4"/>
            <p:cNvSpPr/>
            <p:nvPr/>
          </p:nvSpPr>
          <p:spPr>
            <a:xfrm flipH="1">
              <a:off x="769700" y="475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4"/>
            <p:cNvSpPr/>
            <p:nvPr/>
          </p:nvSpPr>
          <p:spPr>
            <a:xfrm rot="10800000">
              <a:off x="541100" y="3609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4"/>
            <p:cNvSpPr/>
            <p:nvPr/>
          </p:nvSpPr>
          <p:spPr>
            <a:xfrm rot="10800000">
              <a:off x="693500" y="3304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4"/>
            <p:cNvSpPr/>
            <p:nvPr/>
          </p:nvSpPr>
          <p:spPr>
            <a:xfrm flipH="1">
              <a:off x="-525700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4"/>
            <p:cNvSpPr/>
            <p:nvPr/>
          </p:nvSpPr>
          <p:spPr>
            <a:xfrm flipH="1">
              <a:off x="-220900" y="2389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4"/>
            <p:cNvSpPr/>
            <p:nvPr/>
          </p:nvSpPr>
          <p:spPr>
            <a:xfrm flipH="1">
              <a:off x="160100" y="2847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3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535;p25"/>
          <p:cNvGrpSpPr/>
          <p:nvPr/>
        </p:nvGrpSpPr>
        <p:grpSpPr>
          <a:xfrm rot="10800000" flipH="1">
            <a:off x="-525700" y="103825"/>
            <a:ext cx="1847225" cy="2666775"/>
            <a:chOff x="-525700" y="2237425"/>
            <a:chExt cx="1847225" cy="2666775"/>
          </a:xfrm>
        </p:grpSpPr>
        <p:sp>
          <p:nvSpPr>
            <p:cNvPr id="536" name="Google Shape;536;p25"/>
            <p:cNvSpPr/>
            <p:nvPr/>
          </p:nvSpPr>
          <p:spPr>
            <a:xfrm>
              <a:off x="686688" y="3975038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5"/>
            <p:cNvSpPr/>
            <p:nvPr/>
          </p:nvSpPr>
          <p:spPr>
            <a:xfrm flipH="1">
              <a:off x="7700" y="414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5"/>
            <p:cNvSpPr/>
            <p:nvPr/>
          </p:nvSpPr>
          <p:spPr>
            <a:xfrm flipH="1">
              <a:off x="312500" y="429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5"/>
            <p:cNvSpPr/>
            <p:nvPr/>
          </p:nvSpPr>
          <p:spPr>
            <a:xfrm flipH="1">
              <a:off x="464900" y="459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5"/>
            <p:cNvSpPr/>
            <p:nvPr/>
          </p:nvSpPr>
          <p:spPr>
            <a:xfrm flipH="1">
              <a:off x="769700" y="475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5"/>
            <p:cNvSpPr/>
            <p:nvPr/>
          </p:nvSpPr>
          <p:spPr>
            <a:xfrm rot="10800000">
              <a:off x="541100" y="3609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5"/>
            <p:cNvSpPr/>
            <p:nvPr/>
          </p:nvSpPr>
          <p:spPr>
            <a:xfrm rot="10800000">
              <a:off x="693500" y="3304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5"/>
            <p:cNvSpPr/>
            <p:nvPr/>
          </p:nvSpPr>
          <p:spPr>
            <a:xfrm flipH="1">
              <a:off x="-525700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5"/>
            <p:cNvSpPr/>
            <p:nvPr/>
          </p:nvSpPr>
          <p:spPr>
            <a:xfrm flipH="1">
              <a:off x="-220900" y="2389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5"/>
            <p:cNvSpPr/>
            <p:nvPr/>
          </p:nvSpPr>
          <p:spPr>
            <a:xfrm flipH="1">
              <a:off x="160100" y="2847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6" name="Google Shape;546;p25"/>
          <p:cNvGrpSpPr/>
          <p:nvPr/>
        </p:nvGrpSpPr>
        <p:grpSpPr>
          <a:xfrm rot="10800000">
            <a:off x="7818200" y="103825"/>
            <a:ext cx="1847225" cy="2666775"/>
            <a:chOff x="-525700" y="2237425"/>
            <a:chExt cx="1847225" cy="2666775"/>
          </a:xfrm>
        </p:grpSpPr>
        <p:sp>
          <p:nvSpPr>
            <p:cNvPr id="547" name="Google Shape;547;p25"/>
            <p:cNvSpPr/>
            <p:nvPr/>
          </p:nvSpPr>
          <p:spPr>
            <a:xfrm>
              <a:off x="686688" y="3975038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5"/>
            <p:cNvSpPr/>
            <p:nvPr/>
          </p:nvSpPr>
          <p:spPr>
            <a:xfrm flipH="1">
              <a:off x="7700" y="414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5"/>
            <p:cNvSpPr/>
            <p:nvPr/>
          </p:nvSpPr>
          <p:spPr>
            <a:xfrm flipH="1">
              <a:off x="312500" y="429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5"/>
            <p:cNvSpPr/>
            <p:nvPr/>
          </p:nvSpPr>
          <p:spPr>
            <a:xfrm flipH="1">
              <a:off x="464900" y="459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5"/>
            <p:cNvSpPr/>
            <p:nvPr/>
          </p:nvSpPr>
          <p:spPr>
            <a:xfrm flipH="1">
              <a:off x="769700" y="475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5"/>
            <p:cNvSpPr/>
            <p:nvPr/>
          </p:nvSpPr>
          <p:spPr>
            <a:xfrm rot="10800000">
              <a:off x="541100" y="3609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5"/>
            <p:cNvSpPr/>
            <p:nvPr/>
          </p:nvSpPr>
          <p:spPr>
            <a:xfrm rot="10800000">
              <a:off x="693500" y="3304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5"/>
            <p:cNvSpPr/>
            <p:nvPr/>
          </p:nvSpPr>
          <p:spPr>
            <a:xfrm flipH="1">
              <a:off x="-525700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5"/>
            <p:cNvSpPr/>
            <p:nvPr/>
          </p:nvSpPr>
          <p:spPr>
            <a:xfrm flipH="1">
              <a:off x="-220900" y="2389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5"/>
            <p:cNvSpPr/>
            <p:nvPr/>
          </p:nvSpPr>
          <p:spPr>
            <a:xfrm flipH="1">
              <a:off x="160100" y="2847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4"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8" name="Google Shape;558;p26"/>
          <p:cNvGrpSpPr/>
          <p:nvPr/>
        </p:nvGrpSpPr>
        <p:grpSpPr>
          <a:xfrm>
            <a:off x="7932500" y="332425"/>
            <a:ext cx="1847225" cy="4571775"/>
            <a:chOff x="7932500" y="332425"/>
            <a:chExt cx="1847225" cy="4571775"/>
          </a:xfrm>
        </p:grpSpPr>
        <p:sp>
          <p:nvSpPr>
            <p:cNvPr id="559" name="Google Shape;559;p26"/>
            <p:cNvSpPr/>
            <p:nvPr/>
          </p:nvSpPr>
          <p:spPr>
            <a:xfrm>
              <a:off x="8763888" y="3975038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0" name="Google Shape;560;p26"/>
            <p:cNvGrpSpPr/>
            <p:nvPr/>
          </p:nvGrpSpPr>
          <p:grpSpPr>
            <a:xfrm>
              <a:off x="8237288" y="1138400"/>
              <a:ext cx="513300" cy="521400"/>
              <a:chOff x="274975" y="2811550"/>
              <a:chExt cx="513300" cy="521400"/>
            </a:xfrm>
          </p:grpSpPr>
          <p:sp>
            <p:nvSpPr>
              <p:cNvPr id="561" name="Google Shape;561;p26"/>
              <p:cNvSpPr/>
              <p:nvPr/>
            </p:nvSpPr>
            <p:spPr>
              <a:xfrm>
                <a:off x="274975" y="3127350"/>
                <a:ext cx="183300" cy="205600"/>
              </a:xfrm>
              <a:custGeom>
                <a:avLst/>
                <a:gdLst/>
                <a:ahLst/>
                <a:cxnLst/>
                <a:rect l="l" t="t" r="r" b="b"/>
                <a:pathLst>
                  <a:path w="7332" h="8224" extrusionOk="0">
                    <a:moveTo>
                      <a:pt x="4058" y="7763"/>
                    </a:moveTo>
                    <a:cubicBezTo>
                      <a:pt x="4058" y="7763"/>
                      <a:pt x="4058" y="7899"/>
                      <a:pt x="4166" y="7899"/>
                    </a:cubicBezTo>
                    <a:cubicBezTo>
                      <a:pt x="4302" y="7899"/>
                      <a:pt x="4518" y="8007"/>
                      <a:pt x="4734" y="8007"/>
                    </a:cubicBezTo>
                    <a:cubicBezTo>
                      <a:pt x="4518" y="7899"/>
                      <a:pt x="4302" y="7899"/>
                      <a:pt x="4058" y="7763"/>
                    </a:cubicBezTo>
                    <a:close/>
                    <a:moveTo>
                      <a:pt x="5194" y="0"/>
                    </a:moveTo>
                    <a:lnTo>
                      <a:pt x="5086" y="108"/>
                    </a:lnTo>
                    <a:cubicBezTo>
                      <a:pt x="3625" y="1569"/>
                      <a:pt x="2381" y="2813"/>
                      <a:pt x="1461" y="3706"/>
                    </a:cubicBezTo>
                    <a:lnTo>
                      <a:pt x="461" y="4734"/>
                    </a:lnTo>
                    <a:cubicBezTo>
                      <a:pt x="244" y="4842"/>
                      <a:pt x="109" y="4950"/>
                      <a:pt x="1" y="5194"/>
                    </a:cubicBezTo>
                    <a:cubicBezTo>
                      <a:pt x="244" y="5058"/>
                      <a:pt x="352" y="4950"/>
                      <a:pt x="461" y="4842"/>
                    </a:cubicBezTo>
                    <a:lnTo>
                      <a:pt x="1597" y="3841"/>
                    </a:lnTo>
                    <a:cubicBezTo>
                      <a:pt x="2463" y="2949"/>
                      <a:pt x="3659" y="1752"/>
                      <a:pt x="5064" y="446"/>
                    </a:cubicBezTo>
                    <a:lnTo>
                      <a:pt x="5064" y="446"/>
                    </a:lnTo>
                    <a:lnTo>
                      <a:pt x="5654" y="2029"/>
                    </a:lnTo>
                    <a:lnTo>
                      <a:pt x="6871" y="5410"/>
                    </a:lnTo>
                    <a:cubicBezTo>
                      <a:pt x="7007" y="5870"/>
                      <a:pt x="7115" y="6303"/>
                      <a:pt x="7223" y="6763"/>
                    </a:cubicBezTo>
                    <a:cubicBezTo>
                      <a:pt x="7115" y="7222"/>
                      <a:pt x="6871" y="7547"/>
                      <a:pt x="6547" y="7763"/>
                    </a:cubicBezTo>
                    <a:cubicBezTo>
                      <a:pt x="6288" y="7943"/>
                      <a:pt x="6043" y="8049"/>
                      <a:pt x="5792" y="8049"/>
                    </a:cubicBezTo>
                    <a:cubicBezTo>
                      <a:pt x="5702" y="8049"/>
                      <a:pt x="5611" y="8035"/>
                      <a:pt x="5519" y="8007"/>
                    </a:cubicBezTo>
                    <a:lnTo>
                      <a:pt x="4734" y="8007"/>
                    </a:lnTo>
                    <a:cubicBezTo>
                      <a:pt x="4978" y="8115"/>
                      <a:pt x="5194" y="8223"/>
                      <a:pt x="5519" y="8223"/>
                    </a:cubicBezTo>
                    <a:cubicBezTo>
                      <a:pt x="5870" y="8223"/>
                      <a:pt x="6330" y="8115"/>
                      <a:pt x="6655" y="7899"/>
                    </a:cubicBezTo>
                    <a:cubicBezTo>
                      <a:pt x="7007" y="7655"/>
                      <a:pt x="7331" y="7331"/>
                      <a:pt x="7331" y="6763"/>
                    </a:cubicBezTo>
                    <a:cubicBezTo>
                      <a:pt x="7331" y="6303"/>
                      <a:pt x="7223" y="5735"/>
                      <a:pt x="7007" y="5302"/>
                    </a:cubicBezTo>
                    <a:cubicBezTo>
                      <a:pt x="6655" y="4274"/>
                      <a:pt x="6330" y="3165"/>
                      <a:pt x="5870" y="2029"/>
                    </a:cubicBezTo>
                    <a:lnTo>
                      <a:pt x="5194" y="217"/>
                    </a:lnTo>
                    <a:lnTo>
                      <a:pt x="5194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26"/>
              <p:cNvSpPr/>
              <p:nvPr/>
            </p:nvSpPr>
            <p:spPr>
              <a:xfrm>
                <a:off x="472450" y="3151475"/>
                <a:ext cx="84550" cy="111150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446" extrusionOk="0">
                    <a:moveTo>
                      <a:pt x="568" y="279"/>
                    </a:moveTo>
                    <a:cubicBezTo>
                      <a:pt x="460" y="279"/>
                      <a:pt x="460" y="388"/>
                      <a:pt x="325" y="496"/>
                    </a:cubicBezTo>
                    <a:lnTo>
                      <a:pt x="325" y="604"/>
                    </a:lnTo>
                    <a:cubicBezTo>
                      <a:pt x="460" y="496"/>
                      <a:pt x="460" y="388"/>
                      <a:pt x="568" y="279"/>
                    </a:cubicBezTo>
                    <a:close/>
                    <a:moveTo>
                      <a:pt x="1297" y="0"/>
                    </a:moveTo>
                    <a:cubicBezTo>
                      <a:pt x="1049" y="0"/>
                      <a:pt x="804" y="88"/>
                      <a:pt x="568" y="279"/>
                    </a:cubicBezTo>
                    <a:cubicBezTo>
                      <a:pt x="822" y="216"/>
                      <a:pt x="1049" y="143"/>
                      <a:pt x="1285" y="143"/>
                    </a:cubicBezTo>
                    <a:cubicBezTo>
                      <a:pt x="1451" y="143"/>
                      <a:pt x="1623" y="179"/>
                      <a:pt x="1812" y="279"/>
                    </a:cubicBezTo>
                    <a:cubicBezTo>
                      <a:pt x="2245" y="604"/>
                      <a:pt x="2705" y="1064"/>
                      <a:pt x="2813" y="1632"/>
                    </a:cubicBezTo>
                    <a:cubicBezTo>
                      <a:pt x="2921" y="1957"/>
                      <a:pt x="3030" y="2308"/>
                      <a:pt x="3030" y="2741"/>
                    </a:cubicBezTo>
                    <a:cubicBezTo>
                      <a:pt x="3165" y="3093"/>
                      <a:pt x="3030" y="3417"/>
                      <a:pt x="2813" y="3769"/>
                    </a:cubicBezTo>
                    <a:cubicBezTo>
                      <a:pt x="2705" y="4093"/>
                      <a:pt x="2245" y="4229"/>
                      <a:pt x="1921" y="4229"/>
                    </a:cubicBezTo>
                    <a:cubicBezTo>
                      <a:pt x="1569" y="4229"/>
                      <a:pt x="1244" y="4093"/>
                      <a:pt x="1001" y="3877"/>
                    </a:cubicBezTo>
                    <a:cubicBezTo>
                      <a:pt x="460" y="3552"/>
                      <a:pt x="217" y="2984"/>
                      <a:pt x="108" y="2308"/>
                    </a:cubicBezTo>
                    <a:cubicBezTo>
                      <a:pt x="108" y="1957"/>
                      <a:pt x="0" y="1524"/>
                      <a:pt x="108" y="1064"/>
                    </a:cubicBezTo>
                    <a:lnTo>
                      <a:pt x="108" y="604"/>
                    </a:lnTo>
                    <a:cubicBezTo>
                      <a:pt x="0" y="848"/>
                      <a:pt x="0" y="956"/>
                      <a:pt x="0" y="1064"/>
                    </a:cubicBezTo>
                    <a:lnTo>
                      <a:pt x="0" y="2416"/>
                    </a:lnTo>
                    <a:cubicBezTo>
                      <a:pt x="0" y="2633"/>
                      <a:pt x="108" y="2984"/>
                      <a:pt x="217" y="3201"/>
                    </a:cubicBezTo>
                    <a:cubicBezTo>
                      <a:pt x="325" y="3552"/>
                      <a:pt x="568" y="3877"/>
                      <a:pt x="893" y="4093"/>
                    </a:cubicBezTo>
                    <a:cubicBezTo>
                      <a:pt x="1136" y="4337"/>
                      <a:pt x="1569" y="4445"/>
                      <a:pt x="1921" y="4445"/>
                    </a:cubicBezTo>
                    <a:cubicBezTo>
                      <a:pt x="2353" y="4445"/>
                      <a:pt x="2813" y="4229"/>
                      <a:pt x="3030" y="3877"/>
                    </a:cubicBezTo>
                    <a:cubicBezTo>
                      <a:pt x="3273" y="3552"/>
                      <a:pt x="3381" y="3093"/>
                      <a:pt x="3381" y="2633"/>
                    </a:cubicBezTo>
                    <a:cubicBezTo>
                      <a:pt x="3273" y="2308"/>
                      <a:pt x="3165" y="1957"/>
                      <a:pt x="3030" y="1632"/>
                    </a:cubicBezTo>
                    <a:cubicBezTo>
                      <a:pt x="2921" y="956"/>
                      <a:pt x="2489" y="388"/>
                      <a:pt x="1921" y="171"/>
                    </a:cubicBezTo>
                    <a:cubicBezTo>
                      <a:pt x="1712" y="61"/>
                      <a:pt x="1503" y="0"/>
                      <a:pt x="1297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26"/>
              <p:cNvSpPr/>
              <p:nvPr/>
            </p:nvSpPr>
            <p:spPr>
              <a:xfrm>
                <a:off x="540075" y="3054300"/>
                <a:ext cx="163650" cy="216425"/>
              </a:xfrm>
              <a:custGeom>
                <a:avLst/>
                <a:gdLst/>
                <a:ahLst/>
                <a:cxnLst/>
                <a:rect l="l" t="t" r="r" b="b"/>
                <a:pathLst>
                  <a:path w="6546" h="8657" extrusionOk="0">
                    <a:moveTo>
                      <a:pt x="0" y="1"/>
                    </a:moveTo>
                    <a:cubicBezTo>
                      <a:pt x="0" y="217"/>
                      <a:pt x="108" y="434"/>
                      <a:pt x="108" y="542"/>
                    </a:cubicBezTo>
                    <a:cubicBezTo>
                      <a:pt x="216" y="1002"/>
                      <a:pt x="460" y="1570"/>
                      <a:pt x="676" y="2246"/>
                    </a:cubicBezTo>
                    <a:cubicBezTo>
                      <a:pt x="1244" y="3707"/>
                      <a:pt x="1921" y="5627"/>
                      <a:pt x="2921" y="7872"/>
                    </a:cubicBezTo>
                    <a:lnTo>
                      <a:pt x="3273" y="8657"/>
                    </a:lnTo>
                    <a:lnTo>
                      <a:pt x="3165" y="7764"/>
                    </a:lnTo>
                    <a:cubicBezTo>
                      <a:pt x="3141" y="7714"/>
                      <a:pt x="3116" y="7663"/>
                      <a:pt x="3092" y="7613"/>
                    </a:cubicBezTo>
                    <a:lnTo>
                      <a:pt x="3092" y="7613"/>
                    </a:lnTo>
                    <a:cubicBezTo>
                      <a:pt x="3030" y="7434"/>
                      <a:pt x="3030" y="7231"/>
                      <a:pt x="3030" y="6980"/>
                    </a:cubicBezTo>
                    <a:cubicBezTo>
                      <a:pt x="2927" y="5696"/>
                      <a:pt x="3141" y="4412"/>
                      <a:pt x="3626" y="3221"/>
                    </a:cubicBezTo>
                    <a:lnTo>
                      <a:pt x="3626" y="3221"/>
                    </a:lnTo>
                    <a:cubicBezTo>
                      <a:pt x="4451" y="4377"/>
                      <a:pt x="5088" y="5317"/>
                      <a:pt x="5626" y="6087"/>
                    </a:cubicBezTo>
                    <a:lnTo>
                      <a:pt x="6194" y="6871"/>
                    </a:lnTo>
                    <a:cubicBezTo>
                      <a:pt x="6303" y="6980"/>
                      <a:pt x="6411" y="7088"/>
                      <a:pt x="6546" y="7196"/>
                    </a:cubicBezTo>
                    <a:cubicBezTo>
                      <a:pt x="6411" y="7088"/>
                      <a:pt x="6411" y="6980"/>
                      <a:pt x="6303" y="6871"/>
                    </a:cubicBezTo>
                    <a:lnTo>
                      <a:pt x="5734" y="5952"/>
                    </a:lnTo>
                    <a:lnTo>
                      <a:pt x="3706" y="3030"/>
                    </a:lnTo>
                    <a:lnTo>
                      <a:pt x="3598" y="2814"/>
                    </a:lnTo>
                    <a:lnTo>
                      <a:pt x="3489" y="3030"/>
                    </a:lnTo>
                    <a:cubicBezTo>
                      <a:pt x="2921" y="4275"/>
                      <a:pt x="2705" y="5627"/>
                      <a:pt x="2813" y="6980"/>
                    </a:cubicBezTo>
                    <a:cubicBezTo>
                      <a:pt x="2813" y="6992"/>
                      <a:pt x="2813" y="7005"/>
                      <a:pt x="2813" y="7017"/>
                    </a:cubicBezTo>
                    <a:lnTo>
                      <a:pt x="2813" y="7017"/>
                    </a:lnTo>
                    <a:cubicBezTo>
                      <a:pt x="1957" y="5160"/>
                      <a:pt x="1299" y="3440"/>
                      <a:pt x="893" y="2246"/>
                    </a:cubicBezTo>
                    <a:lnTo>
                      <a:pt x="216" y="542"/>
                    </a:lnTo>
                    <a:cubicBezTo>
                      <a:pt x="108" y="326"/>
                      <a:pt x="108" y="217"/>
                      <a:pt x="0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6"/>
              <p:cNvSpPr/>
              <p:nvPr/>
            </p:nvSpPr>
            <p:spPr>
              <a:xfrm>
                <a:off x="692225" y="3084750"/>
                <a:ext cx="96050" cy="124450"/>
              </a:xfrm>
              <a:custGeom>
                <a:avLst/>
                <a:gdLst/>
                <a:ahLst/>
                <a:cxnLst/>
                <a:rect l="l" t="t" r="r" b="b"/>
                <a:pathLst>
                  <a:path w="3842" h="4978" extrusionOk="0">
                    <a:moveTo>
                      <a:pt x="1677" y="0"/>
                    </a:moveTo>
                    <a:lnTo>
                      <a:pt x="1569" y="244"/>
                    </a:lnTo>
                    <a:cubicBezTo>
                      <a:pt x="1353" y="676"/>
                      <a:pt x="1136" y="1028"/>
                      <a:pt x="1001" y="1488"/>
                    </a:cubicBezTo>
                    <a:cubicBezTo>
                      <a:pt x="794" y="2058"/>
                      <a:pt x="675" y="2673"/>
                      <a:pt x="644" y="3338"/>
                    </a:cubicBezTo>
                    <a:lnTo>
                      <a:pt x="644" y="3338"/>
                    </a:lnTo>
                    <a:cubicBezTo>
                      <a:pt x="507" y="2815"/>
                      <a:pt x="367" y="2380"/>
                      <a:pt x="217" y="2029"/>
                    </a:cubicBezTo>
                    <a:cubicBezTo>
                      <a:pt x="217" y="1704"/>
                      <a:pt x="108" y="1488"/>
                      <a:pt x="0" y="1136"/>
                    </a:cubicBezTo>
                    <a:lnTo>
                      <a:pt x="0" y="1136"/>
                    </a:lnTo>
                    <a:cubicBezTo>
                      <a:pt x="0" y="1488"/>
                      <a:pt x="108" y="1812"/>
                      <a:pt x="108" y="2029"/>
                    </a:cubicBezTo>
                    <a:cubicBezTo>
                      <a:pt x="217" y="2705"/>
                      <a:pt x="460" y="3517"/>
                      <a:pt x="676" y="4517"/>
                    </a:cubicBezTo>
                    <a:lnTo>
                      <a:pt x="893" y="4409"/>
                    </a:lnTo>
                    <a:cubicBezTo>
                      <a:pt x="785" y="3517"/>
                      <a:pt x="893" y="2489"/>
                      <a:pt x="1244" y="1596"/>
                    </a:cubicBezTo>
                    <a:cubicBezTo>
                      <a:pt x="1330" y="1233"/>
                      <a:pt x="1483" y="870"/>
                      <a:pt x="1663" y="574"/>
                    </a:cubicBezTo>
                    <a:lnTo>
                      <a:pt x="1663" y="574"/>
                    </a:lnTo>
                    <a:cubicBezTo>
                      <a:pt x="2199" y="1829"/>
                      <a:pt x="2730" y="2884"/>
                      <a:pt x="3165" y="3625"/>
                    </a:cubicBezTo>
                    <a:lnTo>
                      <a:pt x="3598" y="4626"/>
                    </a:lnTo>
                    <a:lnTo>
                      <a:pt x="3273" y="3625"/>
                    </a:lnTo>
                    <a:cubicBezTo>
                      <a:pt x="2921" y="2705"/>
                      <a:pt x="2353" y="1596"/>
                      <a:pt x="1812" y="244"/>
                    </a:cubicBezTo>
                    <a:lnTo>
                      <a:pt x="1677" y="0"/>
                    </a:lnTo>
                    <a:close/>
                    <a:moveTo>
                      <a:pt x="3598" y="4626"/>
                    </a:moveTo>
                    <a:cubicBezTo>
                      <a:pt x="3598" y="4734"/>
                      <a:pt x="3706" y="4869"/>
                      <a:pt x="3841" y="4977"/>
                    </a:cubicBezTo>
                    <a:cubicBezTo>
                      <a:pt x="3706" y="4869"/>
                      <a:pt x="3706" y="4734"/>
                      <a:pt x="3598" y="4626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26"/>
              <p:cNvSpPr/>
              <p:nvPr/>
            </p:nvSpPr>
            <p:spPr>
              <a:xfrm>
                <a:off x="571175" y="2842650"/>
                <a:ext cx="169075" cy="116250"/>
              </a:xfrm>
              <a:custGeom>
                <a:avLst/>
                <a:gdLst/>
                <a:ahLst/>
                <a:cxnLst/>
                <a:rect l="l" t="t" r="r" b="b"/>
                <a:pathLst>
                  <a:path w="6763" h="4650" extrusionOk="0">
                    <a:moveTo>
                      <a:pt x="6519" y="1"/>
                    </a:moveTo>
                    <a:lnTo>
                      <a:pt x="6519" y="1"/>
                    </a:lnTo>
                    <a:cubicBezTo>
                      <a:pt x="6654" y="460"/>
                      <a:pt x="6654" y="1028"/>
                      <a:pt x="6519" y="1461"/>
                    </a:cubicBezTo>
                    <a:cubicBezTo>
                      <a:pt x="6411" y="2029"/>
                      <a:pt x="6195" y="2597"/>
                      <a:pt x="5978" y="3057"/>
                    </a:cubicBezTo>
                    <a:cubicBezTo>
                      <a:pt x="5297" y="3988"/>
                      <a:pt x="4235" y="4462"/>
                      <a:pt x="3111" y="4462"/>
                    </a:cubicBezTo>
                    <a:cubicBezTo>
                      <a:pt x="2896" y="4462"/>
                      <a:pt x="2679" y="4444"/>
                      <a:pt x="2462" y="4410"/>
                    </a:cubicBezTo>
                    <a:cubicBezTo>
                      <a:pt x="1921" y="4274"/>
                      <a:pt x="1461" y="4058"/>
                      <a:pt x="1001" y="3733"/>
                    </a:cubicBezTo>
                    <a:cubicBezTo>
                      <a:pt x="568" y="3382"/>
                      <a:pt x="217" y="3057"/>
                      <a:pt x="0" y="2597"/>
                    </a:cubicBezTo>
                    <a:lnTo>
                      <a:pt x="0" y="2597"/>
                    </a:lnTo>
                    <a:cubicBezTo>
                      <a:pt x="0" y="2705"/>
                      <a:pt x="109" y="2814"/>
                      <a:pt x="109" y="2922"/>
                    </a:cubicBezTo>
                    <a:cubicBezTo>
                      <a:pt x="325" y="3273"/>
                      <a:pt x="568" y="3598"/>
                      <a:pt x="893" y="3842"/>
                    </a:cubicBezTo>
                    <a:cubicBezTo>
                      <a:pt x="1353" y="4166"/>
                      <a:pt x="1921" y="4410"/>
                      <a:pt x="2462" y="4518"/>
                    </a:cubicBezTo>
                    <a:cubicBezTo>
                      <a:pt x="2744" y="4608"/>
                      <a:pt x="3031" y="4650"/>
                      <a:pt x="3317" y="4650"/>
                    </a:cubicBezTo>
                    <a:cubicBezTo>
                      <a:pt x="4404" y="4650"/>
                      <a:pt x="5465" y="4043"/>
                      <a:pt x="6086" y="3165"/>
                    </a:cubicBezTo>
                    <a:cubicBezTo>
                      <a:pt x="6411" y="2597"/>
                      <a:pt x="6654" y="2137"/>
                      <a:pt x="6763" y="1569"/>
                    </a:cubicBezTo>
                    <a:lnTo>
                      <a:pt x="6763" y="352"/>
                    </a:lnTo>
                    <a:cubicBezTo>
                      <a:pt x="6654" y="217"/>
                      <a:pt x="6654" y="109"/>
                      <a:pt x="6519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26"/>
              <p:cNvSpPr/>
              <p:nvPr/>
            </p:nvSpPr>
            <p:spPr>
              <a:xfrm>
                <a:off x="568475" y="2823050"/>
                <a:ext cx="25025" cy="58850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2354" extrusionOk="0">
                    <a:moveTo>
                      <a:pt x="217" y="0"/>
                    </a:moveTo>
                    <a:cubicBezTo>
                      <a:pt x="0" y="893"/>
                      <a:pt x="325" y="1812"/>
                      <a:pt x="893" y="2353"/>
                    </a:cubicBezTo>
                    <a:cubicBezTo>
                      <a:pt x="1001" y="2245"/>
                      <a:pt x="676" y="1812"/>
                      <a:pt x="433" y="1244"/>
                    </a:cubicBezTo>
                    <a:cubicBezTo>
                      <a:pt x="325" y="568"/>
                      <a:pt x="325" y="0"/>
                      <a:pt x="217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26"/>
              <p:cNvSpPr/>
              <p:nvPr/>
            </p:nvSpPr>
            <p:spPr>
              <a:xfrm>
                <a:off x="644200" y="2811550"/>
                <a:ext cx="19650" cy="42625"/>
              </a:xfrm>
              <a:custGeom>
                <a:avLst/>
                <a:gdLst/>
                <a:ahLst/>
                <a:cxnLst/>
                <a:rect l="l" t="t" r="r" b="b"/>
                <a:pathLst>
                  <a:path w="786" h="1705" extrusionOk="0">
                    <a:moveTo>
                      <a:pt x="1" y="0"/>
                    </a:moveTo>
                    <a:cubicBezTo>
                      <a:pt x="1" y="352"/>
                      <a:pt x="109" y="568"/>
                      <a:pt x="217" y="920"/>
                    </a:cubicBezTo>
                    <a:cubicBezTo>
                      <a:pt x="460" y="1353"/>
                      <a:pt x="677" y="1704"/>
                      <a:pt x="677" y="1704"/>
                    </a:cubicBezTo>
                    <a:cubicBezTo>
                      <a:pt x="785" y="1704"/>
                      <a:pt x="677" y="1353"/>
                      <a:pt x="460" y="785"/>
                    </a:cubicBezTo>
                    <a:cubicBezTo>
                      <a:pt x="217" y="352"/>
                      <a:pt x="109" y="0"/>
                      <a:pt x="1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8" name="Google Shape;568;p26"/>
            <p:cNvSpPr/>
            <p:nvPr/>
          </p:nvSpPr>
          <p:spPr>
            <a:xfrm flipH="1">
              <a:off x="8084900" y="414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6"/>
            <p:cNvSpPr/>
            <p:nvPr/>
          </p:nvSpPr>
          <p:spPr>
            <a:xfrm flipH="1">
              <a:off x="8542100" y="459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6"/>
            <p:cNvSpPr/>
            <p:nvPr/>
          </p:nvSpPr>
          <p:spPr>
            <a:xfrm flipH="1">
              <a:off x="8846900" y="475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6"/>
            <p:cNvSpPr/>
            <p:nvPr/>
          </p:nvSpPr>
          <p:spPr>
            <a:xfrm rot="10800000">
              <a:off x="8618300" y="3609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6"/>
            <p:cNvSpPr/>
            <p:nvPr/>
          </p:nvSpPr>
          <p:spPr>
            <a:xfrm rot="10800000">
              <a:off x="8770700" y="3304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6"/>
            <p:cNvSpPr/>
            <p:nvPr/>
          </p:nvSpPr>
          <p:spPr>
            <a:xfrm flipH="1">
              <a:off x="8237300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6"/>
            <p:cNvSpPr/>
            <p:nvPr/>
          </p:nvSpPr>
          <p:spPr>
            <a:xfrm flipH="1">
              <a:off x="8542100" y="2389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6"/>
            <p:cNvSpPr/>
            <p:nvPr/>
          </p:nvSpPr>
          <p:spPr>
            <a:xfrm flipH="1">
              <a:off x="8694500" y="2694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6"/>
            <p:cNvSpPr/>
            <p:nvPr/>
          </p:nvSpPr>
          <p:spPr>
            <a:xfrm rot="10800000">
              <a:off x="8770700" y="1704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6"/>
            <p:cNvSpPr/>
            <p:nvPr/>
          </p:nvSpPr>
          <p:spPr>
            <a:xfrm rot="10800000">
              <a:off x="8923100" y="1399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6"/>
            <p:cNvSpPr/>
            <p:nvPr/>
          </p:nvSpPr>
          <p:spPr>
            <a:xfrm rot="10800000">
              <a:off x="9227900" y="1246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6"/>
            <p:cNvSpPr/>
            <p:nvPr/>
          </p:nvSpPr>
          <p:spPr>
            <a:xfrm flipH="1">
              <a:off x="7932500" y="33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6"/>
            <p:cNvSpPr/>
            <p:nvPr/>
          </p:nvSpPr>
          <p:spPr>
            <a:xfrm flipH="1">
              <a:off x="8389700" y="78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6"/>
            <p:cNvSpPr/>
            <p:nvPr/>
          </p:nvSpPr>
          <p:spPr>
            <a:xfrm flipH="1">
              <a:off x="86945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" name="Google Shape;582;p26"/>
          <p:cNvGrpSpPr/>
          <p:nvPr/>
        </p:nvGrpSpPr>
        <p:grpSpPr>
          <a:xfrm>
            <a:off x="-601900" y="160050"/>
            <a:ext cx="1856601" cy="2381950"/>
            <a:chOff x="-601900" y="160050"/>
            <a:chExt cx="1856601" cy="2381950"/>
          </a:xfrm>
        </p:grpSpPr>
        <p:sp>
          <p:nvSpPr>
            <p:cNvPr id="583" name="Google Shape;583;p26"/>
            <p:cNvSpPr/>
            <p:nvPr/>
          </p:nvSpPr>
          <p:spPr>
            <a:xfrm>
              <a:off x="268600" y="306775"/>
              <a:ext cx="549800" cy="146775"/>
            </a:xfrm>
            <a:custGeom>
              <a:avLst/>
              <a:gdLst/>
              <a:ahLst/>
              <a:cxnLst/>
              <a:rect l="l" t="t" r="r" b="b"/>
              <a:pathLst>
                <a:path w="21992" h="5871" extrusionOk="0">
                  <a:moveTo>
                    <a:pt x="0" y="1"/>
                  </a:moveTo>
                  <a:lnTo>
                    <a:pt x="0" y="5871"/>
                  </a:lnTo>
                  <a:lnTo>
                    <a:pt x="21991" y="5871"/>
                  </a:lnTo>
                  <a:lnTo>
                    <a:pt x="2199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6"/>
            <p:cNvSpPr/>
            <p:nvPr/>
          </p:nvSpPr>
          <p:spPr>
            <a:xfrm>
              <a:off x="429550" y="160050"/>
              <a:ext cx="551825" cy="149475"/>
            </a:xfrm>
            <a:custGeom>
              <a:avLst/>
              <a:gdLst/>
              <a:ahLst/>
              <a:cxnLst/>
              <a:rect l="l" t="t" r="r" b="b"/>
              <a:pathLst>
                <a:path w="22073" h="5979" extrusionOk="0">
                  <a:moveTo>
                    <a:pt x="108" y="0"/>
                  </a:moveTo>
                  <a:lnTo>
                    <a:pt x="108" y="0"/>
                  </a:lnTo>
                  <a:cubicBezTo>
                    <a:pt x="88" y="21"/>
                    <a:pt x="54" y="54"/>
                    <a:pt x="0" y="108"/>
                  </a:cubicBezTo>
                  <a:lnTo>
                    <a:pt x="0" y="1596"/>
                  </a:lnTo>
                  <a:lnTo>
                    <a:pt x="0" y="3057"/>
                  </a:lnTo>
                  <a:lnTo>
                    <a:pt x="0" y="5978"/>
                  </a:lnTo>
                  <a:lnTo>
                    <a:pt x="108" y="5978"/>
                  </a:lnTo>
                  <a:lnTo>
                    <a:pt x="15770" y="5870"/>
                  </a:lnTo>
                  <a:lnTo>
                    <a:pt x="216" y="5762"/>
                  </a:lnTo>
                  <a:lnTo>
                    <a:pt x="216" y="5762"/>
                  </a:lnTo>
                  <a:lnTo>
                    <a:pt x="216" y="3057"/>
                  </a:lnTo>
                  <a:lnTo>
                    <a:pt x="216" y="243"/>
                  </a:lnTo>
                  <a:lnTo>
                    <a:pt x="216" y="243"/>
                  </a:lnTo>
                  <a:lnTo>
                    <a:pt x="21964" y="109"/>
                  </a:lnTo>
                  <a:lnTo>
                    <a:pt x="21964" y="109"/>
                  </a:lnTo>
                  <a:cubicBezTo>
                    <a:pt x="21964" y="1921"/>
                    <a:pt x="22072" y="3382"/>
                    <a:pt x="22072" y="4301"/>
                  </a:cubicBezTo>
                  <a:lnTo>
                    <a:pt x="22072" y="108"/>
                  </a:lnTo>
                  <a:lnTo>
                    <a:pt x="2207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585;p26"/>
            <p:cNvGrpSpPr/>
            <p:nvPr/>
          </p:nvGrpSpPr>
          <p:grpSpPr>
            <a:xfrm>
              <a:off x="769783" y="1986057"/>
              <a:ext cx="484918" cy="453079"/>
              <a:chOff x="1211325" y="1407638"/>
              <a:chExt cx="797300" cy="744950"/>
            </a:xfrm>
          </p:grpSpPr>
          <p:sp>
            <p:nvSpPr>
              <p:cNvPr id="586" name="Google Shape;586;p26"/>
              <p:cNvSpPr/>
              <p:nvPr/>
            </p:nvSpPr>
            <p:spPr>
              <a:xfrm>
                <a:off x="1211325" y="1407638"/>
                <a:ext cx="797300" cy="744950"/>
              </a:xfrm>
              <a:custGeom>
                <a:avLst/>
                <a:gdLst/>
                <a:ahLst/>
                <a:cxnLst/>
                <a:rect l="l" t="t" r="r" b="b"/>
                <a:pathLst>
                  <a:path w="31892" h="29798" extrusionOk="0">
                    <a:moveTo>
                      <a:pt x="8081" y="1"/>
                    </a:moveTo>
                    <a:cubicBezTo>
                      <a:pt x="7861" y="1"/>
                      <a:pt x="7645" y="14"/>
                      <a:pt x="7439" y="43"/>
                    </a:cubicBezTo>
                    <a:cubicBezTo>
                      <a:pt x="5870" y="151"/>
                      <a:pt x="4301" y="827"/>
                      <a:pt x="3057" y="1855"/>
                    </a:cubicBezTo>
                    <a:cubicBezTo>
                      <a:pt x="1921" y="2856"/>
                      <a:pt x="1028" y="4208"/>
                      <a:pt x="568" y="5696"/>
                    </a:cubicBezTo>
                    <a:cubicBezTo>
                      <a:pt x="109" y="7049"/>
                      <a:pt x="0" y="8509"/>
                      <a:pt x="109" y="9970"/>
                    </a:cubicBezTo>
                    <a:cubicBezTo>
                      <a:pt x="352" y="12567"/>
                      <a:pt x="1136" y="15028"/>
                      <a:pt x="2381" y="17300"/>
                    </a:cubicBezTo>
                    <a:cubicBezTo>
                      <a:pt x="2949" y="18301"/>
                      <a:pt x="3490" y="19221"/>
                      <a:pt x="4166" y="20113"/>
                    </a:cubicBezTo>
                    <a:lnTo>
                      <a:pt x="5762" y="22602"/>
                    </a:lnTo>
                    <a:cubicBezTo>
                      <a:pt x="6763" y="24171"/>
                      <a:pt x="7682" y="25523"/>
                      <a:pt x="8467" y="26524"/>
                    </a:cubicBezTo>
                    <a:cubicBezTo>
                      <a:pt x="9251" y="27660"/>
                      <a:pt x="9927" y="28445"/>
                      <a:pt x="10387" y="29013"/>
                    </a:cubicBezTo>
                    <a:cubicBezTo>
                      <a:pt x="10820" y="29472"/>
                      <a:pt x="11064" y="29797"/>
                      <a:pt x="11064" y="29797"/>
                    </a:cubicBezTo>
                    <a:cubicBezTo>
                      <a:pt x="11064" y="29797"/>
                      <a:pt x="11064" y="29689"/>
                      <a:pt x="10928" y="29581"/>
                    </a:cubicBezTo>
                    <a:cubicBezTo>
                      <a:pt x="10820" y="29364"/>
                      <a:pt x="10604" y="29229"/>
                      <a:pt x="10387" y="28904"/>
                    </a:cubicBezTo>
                    <a:cubicBezTo>
                      <a:pt x="9927" y="28445"/>
                      <a:pt x="9359" y="27552"/>
                      <a:pt x="8575" y="26524"/>
                    </a:cubicBezTo>
                    <a:cubicBezTo>
                      <a:pt x="7791" y="25523"/>
                      <a:pt x="6871" y="24171"/>
                      <a:pt x="5870" y="22602"/>
                    </a:cubicBezTo>
                    <a:cubicBezTo>
                      <a:pt x="5410" y="21790"/>
                      <a:pt x="4842" y="20898"/>
                      <a:pt x="4301" y="20005"/>
                    </a:cubicBezTo>
                    <a:cubicBezTo>
                      <a:pt x="3625" y="19221"/>
                      <a:pt x="3057" y="18193"/>
                      <a:pt x="2489" y="17192"/>
                    </a:cubicBezTo>
                    <a:cubicBezTo>
                      <a:pt x="1245" y="14920"/>
                      <a:pt x="460" y="12458"/>
                      <a:pt x="244" y="9970"/>
                    </a:cubicBezTo>
                    <a:cubicBezTo>
                      <a:pt x="244" y="8509"/>
                      <a:pt x="352" y="7049"/>
                      <a:pt x="785" y="5696"/>
                    </a:cubicBezTo>
                    <a:cubicBezTo>
                      <a:pt x="1245" y="4344"/>
                      <a:pt x="2029" y="2991"/>
                      <a:pt x="3165" y="1963"/>
                    </a:cubicBezTo>
                    <a:cubicBezTo>
                      <a:pt x="4409" y="963"/>
                      <a:pt x="5870" y="395"/>
                      <a:pt x="7439" y="151"/>
                    </a:cubicBezTo>
                    <a:cubicBezTo>
                      <a:pt x="8223" y="151"/>
                      <a:pt x="9035" y="286"/>
                      <a:pt x="9819" y="503"/>
                    </a:cubicBezTo>
                    <a:cubicBezTo>
                      <a:pt x="10604" y="827"/>
                      <a:pt x="11388" y="1179"/>
                      <a:pt x="11956" y="1747"/>
                    </a:cubicBezTo>
                    <a:cubicBezTo>
                      <a:pt x="13200" y="2991"/>
                      <a:pt x="14093" y="4452"/>
                      <a:pt x="14553" y="6021"/>
                    </a:cubicBezTo>
                    <a:cubicBezTo>
                      <a:pt x="14986" y="7833"/>
                      <a:pt x="15337" y="9510"/>
                      <a:pt x="15337" y="11322"/>
                    </a:cubicBezTo>
                    <a:cubicBezTo>
                      <a:pt x="15337" y="11647"/>
                      <a:pt x="15445" y="12107"/>
                      <a:pt x="15445" y="12567"/>
                    </a:cubicBezTo>
                    <a:lnTo>
                      <a:pt x="15445" y="13135"/>
                    </a:lnTo>
                    <a:lnTo>
                      <a:pt x="15662" y="12567"/>
                    </a:lnTo>
                    <a:cubicBezTo>
                      <a:pt x="16122" y="10863"/>
                      <a:pt x="17150" y="9402"/>
                      <a:pt x="18367" y="8266"/>
                    </a:cubicBezTo>
                    <a:cubicBezTo>
                      <a:pt x="19503" y="7049"/>
                      <a:pt x="21072" y="6237"/>
                      <a:pt x="22776" y="6021"/>
                    </a:cubicBezTo>
                    <a:cubicBezTo>
                      <a:pt x="23333" y="5905"/>
                      <a:pt x="23894" y="5845"/>
                      <a:pt x="24451" y="5845"/>
                    </a:cubicBezTo>
                    <a:cubicBezTo>
                      <a:pt x="25462" y="5845"/>
                      <a:pt x="26459" y="6045"/>
                      <a:pt x="27401" y="6481"/>
                    </a:cubicBezTo>
                    <a:cubicBezTo>
                      <a:pt x="28862" y="7157"/>
                      <a:pt x="29998" y="8158"/>
                      <a:pt x="30782" y="9510"/>
                    </a:cubicBezTo>
                    <a:cubicBezTo>
                      <a:pt x="31459" y="10863"/>
                      <a:pt x="31675" y="12323"/>
                      <a:pt x="31459" y="13811"/>
                    </a:cubicBezTo>
                    <a:cubicBezTo>
                      <a:pt x="31215" y="15163"/>
                      <a:pt x="30539" y="16381"/>
                      <a:pt x="29538" y="17408"/>
                    </a:cubicBezTo>
                    <a:cubicBezTo>
                      <a:pt x="28645" y="18301"/>
                      <a:pt x="27618" y="19221"/>
                      <a:pt x="26617" y="19897"/>
                    </a:cubicBezTo>
                    <a:cubicBezTo>
                      <a:pt x="25589" y="20681"/>
                      <a:pt x="24588" y="21358"/>
                      <a:pt x="23668" y="22034"/>
                    </a:cubicBezTo>
                    <a:cubicBezTo>
                      <a:pt x="19854" y="24631"/>
                      <a:pt x="16690" y="26524"/>
                      <a:pt x="14553" y="27768"/>
                    </a:cubicBezTo>
                    <a:cubicBezTo>
                      <a:pt x="13417" y="28445"/>
                      <a:pt x="12524" y="28904"/>
                      <a:pt x="11956" y="29229"/>
                    </a:cubicBezTo>
                    <a:cubicBezTo>
                      <a:pt x="12524" y="29013"/>
                      <a:pt x="13417" y="28445"/>
                      <a:pt x="14553" y="27877"/>
                    </a:cubicBezTo>
                    <a:cubicBezTo>
                      <a:pt x="16798" y="26524"/>
                      <a:pt x="19963" y="24631"/>
                      <a:pt x="23777" y="22142"/>
                    </a:cubicBezTo>
                    <a:cubicBezTo>
                      <a:pt x="24696" y="21466"/>
                      <a:pt x="25697" y="20790"/>
                      <a:pt x="26725" y="20005"/>
                    </a:cubicBezTo>
                    <a:cubicBezTo>
                      <a:pt x="27726" y="19329"/>
                      <a:pt x="28754" y="18409"/>
                      <a:pt x="29646" y="17517"/>
                    </a:cubicBezTo>
                    <a:cubicBezTo>
                      <a:pt x="30674" y="16516"/>
                      <a:pt x="31350" y="15163"/>
                      <a:pt x="31675" y="13811"/>
                    </a:cubicBezTo>
                    <a:cubicBezTo>
                      <a:pt x="31891" y="12323"/>
                      <a:pt x="31675" y="10754"/>
                      <a:pt x="30890" y="9402"/>
                    </a:cubicBezTo>
                    <a:cubicBezTo>
                      <a:pt x="30214" y="8049"/>
                      <a:pt x="28970" y="6913"/>
                      <a:pt x="27509" y="6237"/>
                    </a:cubicBezTo>
                    <a:cubicBezTo>
                      <a:pt x="26510" y="5774"/>
                      <a:pt x="25396" y="5578"/>
                      <a:pt x="24255" y="5578"/>
                    </a:cubicBezTo>
                    <a:cubicBezTo>
                      <a:pt x="23729" y="5578"/>
                      <a:pt x="23197" y="5619"/>
                      <a:pt x="22668" y="5696"/>
                    </a:cubicBezTo>
                    <a:cubicBezTo>
                      <a:pt x="21883" y="5913"/>
                      <a:pt x="21072" y="6129"/>
                      <a:pt x="20287" y="6589"/>
                    </a:cubicBezTo>
                    <a:cubicBezTo>
                      <a:pt x="19503" y="6913"/>
                      <a:pt x="18827" y="7481"/>
                      <a:pt x="18150" y="8049"/>
                    </a:cubicBezTo>
                    <a:cubicBezTo>
                      <a:pt x="17045" y="9154"/>
                      <a:pt x="16218" y="10430"/>
                      <a:pt x="15648" y="11895"/>
                    </a:cubicBezTo>
                    <a:lnTo>
                      <a:pt x="15648" y="11895"/>
                    </a:lnTo>
                    <a:cubicBezTo>
                      <a:pt x="15635" y="11682"/>
                      <a:pt x="15608" y="11485"/>
                      <a:pt x="15554" y="11322"/>
                    </a:cubicBezTo>
                    <a:cubicBezTo>
                      <a:pt x="15554" y="9510"/>
                      <a:pt x="15337" y="7725"/>
                      <a:pt x="14769" y="6021"/>
                    </a:cubicBezTo>
                    <a:cubicBezTo>
                      <a:pt x="14309" y="4344"/>
                      <a:pt x="13417" y="2748"/>
                      <a:pt x="12064" y="1639"/>
                    </a:cubicBezTo>
                    <a:cubicBezTo>
                      <a:pt x="11496" y="1071"/>
                      <a:pt x="10712" y="611"/>
                      <a:pt x="9927" y="286"/>
                    </a:cubicBezTo>
                    <a:cubicBezTo>
                      <a:pt x="9349" y="107"/>
                      <a:pt x="8698" y="1"/>
                      <a:pt x="8081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26"/>
              <p:cNvSpPr/>
              <p:nvPr/>
            </p:nvSpPr>
            <p:spPr>
              <a:xfrm>
                <a:off x="1290450" y="1597363"/>
                <a:ext cx="109575" cy="197475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7899" extrusionOk="0">
                    <a:moveTo>
                      <a:pt x="3598" y="1"/>
                    </a:moveTo>
                    <a:lnTo>
                      <a:pt x="3381" y="352"/>
                    </a:lnTo>
                    <a:cubicBezTo>
                      <a:pt x="2353" y="2273"/>
                      <a:pt x="1569" y="3950"/>
                      <a:pt x="893" y="5194"/>
                    </a:cubicBezTo>
                    <a:lnTo>
                      <a:pt x="217" y="6655"/>
                    </a:lnTo>
                    <a:cubicBezTo>
                      <a:pt x="108" y="6898"/>
                      <a:pt x="108" y="7115"/>
                      <a:pt x="0" y="7223"/>
                    </a:cubicBezTo>
                    <a:cubicBezTo>
                      <a:pt x="108" y="7115"/>
                      <a:pt x="217" y="6898"/>
                      <a:pt x="325" y="6763"/>
                    </a:cubicBezTo>
                    <a:lnTo>
                      <a:pt x="1136" y="5302"/>
                    </a:lnTo>
                    <a:cubicBezTo>
                      <a:pt x="1773" y="4130"/>
                      <a:pt x="2507" y="2573"/>
                      <a:pt x="3427" y="791"/>
                    </a:cubicBezTo>
                    <a:lnTo>
                      <a:pt x="3427" y="791"/>
                    </a:lnTo>
                    <a:cubicBezTo>
                      <a:pt x="3631" y="2737"/>
                      <a:pt x="3856" y="4395"/>
                      <a:pt x="4058" y="5654"/>
                    </a:cubicBezTo>
                    <a:cubicBezTo>
                      <a:pt x="4166" y="6330"/>
                      <a:pt x="4274" y="6898"/>
                      <a:pt x="4274" y="7223"/>
                    </a:cubicBezTo>
                    <a:cubicBezTo>
                      <a:pt x="4274" y="7439"/>
                      <a:pt x="4382" y="7683"/>
                      <a:pt x="4382" y="7899"/>
                    </a:cubicBezTo>
                    <a:lnTo>
                      <a:pt x="4382" y="7223"/>
                    </a:lnTo>
                    <a:cubicBezTo>
                      <a:pt x="4382" y="6898"/>
                      <a:pt x="4274" y="6330"/>
                      <a:pt x="4166" y="5654"/>
                    </a:cubicBezTo>
                    <a:cubicBezTo>
                      <a:pt x="4058" y="4301"/>
                      <a:pt x="3841" y="2381"/>
                      <a:pt x="3598" y="352"/>
                    </a:cubicBezTo>
                    <a:lnTo>
                      <a:pt x="359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26"/>
              <p:cNvSpPr/>
              <p:nvPr/>
            </p:nvSpPr>
            <p:spPr>
              <a:xfrm>
                <a:off x="1315450" y="1715713"/>
                <a:ext cx="96050" cy="20300"/>
              </a:xfrm>
              <a:custGeom>
                <a:avLst/>
                <a:gdLst/>
                <a:ahLst/>
                <a:cxnLst/>
                <a:rect l="l" t="t" r="r" b="b"/>
                <a:pathLst>
                  <a:path w="3842" h="812" extrusionOk="0">
                    <a:moveTo>
                      <a:pt x="1" y="0"/>
                    </a:moveTo>
                    <a:cubicBezTo>
                      <a:pt x="569" y="244"/>
                      <a:pt x="1245" y="352"/>
                      <a:pt x="1921" y="460"/>
                    </a:cubicBezTo>
                    <a:cubicBezTo>
                      <a:pt x="2490" y="676"/>
                      <a:pt x="3166" y="676"/>
                      <a:pt x="3842" y="812"/>
                    </a:cubicBezTo>
                    <a:cubicBezTo>
                      <a:pt x="3166" y="460"/>
                      <a:pt x="2598" y="352"/>
                      <a:pt x="1921" y="244"/>
                    </a:cubicBezTo>
                    <a:cubicBezTo>
                      <a:pt x="1353" y="135"/>
                      <a:pt x="677" y="0"/>
                      <a:pt x="1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26"/>
              <p:cNvSpPr/>
              <p:nvPr/>
            </p:nvSpPr>
            <p:spPr>
              <a:xfrm>
                <a:off x="1464900" y="1789413"/>
                <a:ext cx="137975" cy="104175"/>
              </a:xfrm>
              <a:custGeom>
                <a:avLst/>
                <a:gdLst/>
                <a:ahLst/>
                <a:cxnLst/>
                <a:rect l="l" t="t" r="r" b="b"/>
                <a:pathLst>
                  <a:path w="5519" h="4167" extrusionOk="0">
                    <a:moveTo>
                      <a:pt x="5519" y="1"/>
                    </a:moveTo>
                    <a:cubicBezTo>
                      <a:pt x="4626" y="677"/>
                      <a:pt x="3625" y="1353"/>
                      <a:pt x="2706" y="2029"/>
                    </a:cubicBezTo>
                    <a:cubicBezTo>
                      <a:pt x="1813" y="2706"/>
                      <a:pt x="921" y="3382"/>
                      <a:pt x="1" y="4166"/>
                    </a:cubicBezTo>
                    <a:cubicBezTo>
                      <a:pt x="1029" y="3598"/>
                      <a:pt x="1921" y="2922"/>
                      <a:pt x="2814" y="2246"/>
                    </a:cubicBezTo>
                    <a:cubicBezTo>
                      <a:pt x="3842" y="1569"/>
                      <a:pt x="4734" y="785"/>
                      <a:pt x="5519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26"/>
              <p:cNvSpPr/>
              <p:nvPr/>
            </p:nvSpPr>
            <p:spPr>
              <a:xfrm>
                <a:off x="1493300" y="1794838"/>
                <a:ext cx="62250" cy="132550"/>
              </a:xfrm>
              <a:custGeom>
                <a:avLst/>
                <a:gdLst/>
                <a:ahLst/>
                <a:cxnLst/>
                <a:rect l="l" t="t" r="r" b="b"/>
                <a:pathLst>
                  <a:path w="2490" h="5302" extrusionOk="0">
                    <a:moveTo>
                      <a:pt x="1" y="0"/>
                    </a:moveTo>
                    <a:cubicBezTo>
                      <a:pt x="1" y="216"/>
                      <a:pt x="109" y="568"/>
                      <a:pt x="109" y="784"/>
                    </a:cubicBezTo>
                    <a:cubicBezTo>
                      <a:pt x="325" y="1461"/>
                      <a:pt x="569" y="2137"/>
                      <a:pt x="894" y="2813"/>
                    </a:cubicBezTo>
                    <a:cubicBezTo>
                      <a:pt x="1245" y="3381"/>
                      <a:pt x="1570" y="4057"/>
                      <a:pt x="1921" y="4625"/>
                    </a:cubicBezTo>
                    <a:cubicBezTo>
                      <a:pt x="2030" y="4842"/>
                      <a:pt x="2246" y="5085"/>
                      <a:pt x="2489" y="5302"/>
                    </a:cubicBezTo>
                    <a:cubicBezTo>
                      <a:pt x="2489" y="5302"/>
                      <a:pt x="1813" y="4166"/>
                      <a:pt x="1137" y="2705"/>
                    </a:cubicBezTo>
                    <a:cubicBezTo>
                      <a:pt x="461" y="124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26"/>
              <p:cNvSpPr/>
              <p:nvPr/>
            </p:nvSpPr>
            <p:spPr>
              <a:xfrm>
                <a:off x="1707675" y="1686963"/>
                <a:ext cx="89950" cy="195125"/>
              </a:xfrm>
              <a:custGeom>
                <a:avLst/>
                <a:gdLst/>
                <a:ahLst/>
                <a:cxnLst/>
                <a:rect l="l" t="t" r="r" b="b"/>
                <a:pathLst>
                  <a:path w="3598" h="7805" extrusionOk="0">
                    <a:moveTo>
                      <a:pt x="1139" y="1"/>
                    </a:moveTo>
                    <a:cubicBezTo>
                      <a:pt x="837" y="1"/>
                      <a:pt x="589" y="122"/>
                      <a:pt x="325" y="366"/>
                    </a:cubicBezTo>
                    <a:cubicBezTo>
                      <a:pt x="109" y="609"/>
                      <a:pt x="0" y="934"/>
                      <a:pt x="109" y="1285"/>
                    </a:cubicBezTo>
                    <a:cubicBezTo>
                      <a:pt x="109" y="1962"/>
                      <a:pt x="109" y="2503"/>
                      <a:pt x="325" y="3071"/>
                    </a:cubicBezTo>
                    <a:cubicBezTo>
                      <a:pt x="325" y="3639"/>
                      <a:pt x="433" y="4207"/>
                      <a:pt x="541" y="4667"/>
                    </a:cubicBezTo>
                    <a:cubicBezTo>
                      <a:pt x="677" y="5559"/>
                      <a:pt x="893" y="6235"/>
                      <a:pt x="1001" y="6804"/>
                    </a:cubicBezTo>
                    <a:cubicBezTo>
                      <a:pt x="1001" y="6235"/>
                      <a:pt x="893" y="5559"/>
                      <a:pt x="785" y="4667"/>
                    </a:cubicBezTo>
                    <a:cubicBezTo>
                      <a:pt x="677" y="4099"/>
                      <a:pt x="541" y="3639"/>
                      <a:pt x="433" y="3071"/>
                    </a:cubicBezTo>
                    <a:cubicBezTo>
                      <a:pt x="325" y="2503"/>
                      <a:pt x="325" y="1962"/>
                      <a:pt x="325" y="1285"/>
                    </a:cubicBezTo>
                    <a:cubicBezTo>
                      <a:pt x="325" y="1042"/>
                      <a:pt x="325" y="717"/>
                      <a:pt x="541" y="474"/>
                    </a:cubicBezTo>
                    <a:cubicBezTo>
                      <a:pt x="720" y="316"/>
                      <a:pt x="883" y="215"/>
                      <a:pt x="1096" y="215"/>
                    </a:cubicBezTo>
                    <a:cubicBezTo>
                      <a:pt x="1174" y="215"/>
                      <a:pt x="1259" y="229"/>
                      <a:pt x="1353" y="258"/>
                    </a:cubicBezTo>
                    <a:cubicBezTo>
                      <a:pt x="1894" y="609"/>
                      <a:pt x="2246" y="1285"/>
                      <a:pt x="2029" y="1962"/>
                    </a:cubicBezTo>
                    <a:cubicBezTo>
                      <a:pt x="1846" y="2368"/>
                      <a:pt x="1480" y="2790"/>
                      <a:pt x="1080" y="3169"/>
                    </a:cubicBezTo>
                    <a:lnTo>
                      <a:pt x="1080" y="3169"/>
                    </a:lnTo>
                    <a:cubicBezTo>
                      <a:pt x="918" y="3263"/>
                      <a:pt x="780" y="3385"/>
                      <a:pt x="677" y="3531"/>
                    </a:cubicBezTo>
                    <a:lnTo>
                      <a:pt x="785" y="3639"/>
                    </a:lnTo>
                    <a:cubicBezTo>
                      <a:pt x="803" y="3630"/>
                      <a:pt x="821" y="3621"/>
                      <a:pt x="839" y="3612"/>
                    </a:cubicBezTo>
                    <a:lnTo>
                      <a:pt x="839" y="3612"/>
                    </a:lnTo>
                    <a:lnTo>
                      <a:pt x="893" y="3639"/>
                    </a:lnTo>
                    <a:cubicBezTo>
                      <a:pt x="1164" y="3367"/>
                      <a:pt x="1606" y="3153"/>
                      <a:pt x="2012" y="3153"/>
                    </a:cubicBezTo>
                    <a:cubicBezTo>
                      <a:pt x="2092" y="3153"/>
                      <a:pt x="2170" y="3161"/>
                      <a:pt x="2246" y="3179"/>
                    </a:cubicBezTo>
                    <a:cubicBezTo>
                      <a:pt x="2814" y="3314"/>
                      <a:pt x="3138" y="3639"/>
                      <a:pt x="3246" y="4207"/>
                    </a:cubicBezTo>
                    <a:cubicBezTo>
                      <a:pt x="3490" y="4531"/>
                      <a:pt x="3382" y="4991"/>
                      <a:pt x="3138" y="5451"/>
                    </a:cubicBezTo>
                    <a:cubicBezTo>
                      <a:pt x="2922" y="5776"/>
                      <a:pt x="2705" y="6019"/>
                      <a:pt x="2354" y="6235"/>
                    </a:cubicBezTo>
                    <a:cubicBezTo>
                      <a:pt x="1827" y="6662"/>
                      <a:pt x="1417" y="6972"/>
                      <a:pt x="1080" y="7295"/>
                    </a:cubicBezTo>
                    <a:lnTo>
                      <a:pt x="1080" y="7295"/>
                    </a:lnTo>
                    <a:lnTo>
                      <a:pt x="1001" y="6804"/>
                    </a:lnTo>
                    <a:lnTo>
                      <a:pt x="1001" y="6804"/>
                    </a:lnTo>
                    <a:cubicBezTo>
                      <a:pt x="1001" y="7051"/>
                      <a:pt x="1001" y="7173"/>
                      <a:pt x="1049" y="7324"/>
                    </a:cubicBezTo>
                    <a:lnTo>
                      <a:pt x="1049" y="7324"/>
                    </a:lnTo>
                    <a:cubicBezTo>
                      <a:pt x="1033" y="7340"/>
                      <a:pt x="1017" y="7356"/>
                      <a:pt x="1001" y="7372"/>
                    </a:cubicBezTo>
                    <a:cubicBezTo>
                      <a:pt x="1018" y="7360"/>
                      <a:pt x="1035" y="7348"/>
                      <a:pt x="1053" y="7336"/>
                    </a:cubicBezTo>
                    <a:lnTo>
                      <a:pt x="1053" y="7336"/>
                    </a:lnTo>
                    <a:cubicBezTo>
                      <a:pt x="1067" y="7380"/>
                      <a:pt x="1086" y="7426"/>
                      <a:pt x="1109" y="7480"/>
                    </a:cubicBezTo>
                    <a:lnTo>
                      <a:pt x="1083" y="7315"/>
                    </a:lnTo>
                    <a:lnTo>
                      <a:pt x="1083" y="7315"/>
                    </a:lnTo>
                    <a:cubicBezTo>
                      <a:pt x="1420" y="7078"/>
                      <a:pt x="1837" y="6769"/>
                      <a:pt x="2462" y="6344"/>
                    </a:cubicBezTo>
                    <a:cubicBezTo>
                      <a:pt x="2814" y="6127"/>
                      <a:pt x="3030" y="5884"/>
                      <a:pt x="3246" y="5559"/>
                    </a:cubicBezTo>
                    <a:cubicBezTo>
                      <a:pt x="3598" y="5099"/>
                      <a:pt x="3598" y="4531"/>
                      <a:pt x="3490" y="4099"/>
                    </a:cubicBezTo>
                    <a:cubicBezTo>
                      <a:pt x="3246" y="3531"/>
                      <a:pt x="2814" y="3071"/>
                      <a:pt x="2354" y="2963"/>
                    </a:cubicBezTo>
                    <a:cubicBezTo>
                      <a:pt x="2239" y="2944"/>
                      <a:pt x="2123" y="2935"/>
                      <a:pt x="2010" y="2935"/>
                    </a:cubicBezTo>
                    <a:cubicBezTo>
                      <a:pt x="1870" y="2935"/>
                      <a:pt x="1733" y="2949"/>
                      <a:pt x="1601" y="2975"/>
                    </a:cubicBezTo>
                    <a:lnTo>
                      <a:pt x="1601" y="2975"/>
                    </a:lnTo>
                    <a:cubicBezTo>
                      <a:pt x="1854" y="2671"/>
                      <a:pt x="2061" y="2317"/>
                      <a:pt x="2246" y="1962"/>
                    </a:cubicBezTo>
                    <a:cubicBezTo>
                      <a:pt x="2354" y="1610"/>
                      <a:pt x="2354" y="1150"/>
                      <a:pt x="2246" y="826"/>
                    </a:cubicBezTo>
                    <a:cubicBezTo>
                      <a:pt x="2029" y="474"/>
                      <a:pt x="1786" y="258"/>
                      <a:pt x="1461" y="41"/>
                    </a:cubicBezTo>
                    <a:cubicBezTo>
                      <a:pt x="1346" y="14"/>
                      <a:pt x="1240" y="1"/>
                      <a:pt x="1139" y="1"/>
                    </a:cubicBezTo>
                    <a:close/>
                    <a:moveTo>
                      <a:pt x="1001" y="7372"/>
                    </a:moveTo>
                    <a:lnTo>
                      <a:pt x="541" y="7804"/>
                    </a:lnTo>
                    <a:cubicBezTo>
                      <a:pt x="677" y="7804"/>
                      <a:pt x="677" y="7696"/>
                      <a:pt x="677" y="7696"/>
                    </a:cubicBezTo>
                    <a:lnTo>
                      <a:pt x="1001" y="7372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92" name="Google Shape;592;p26"/>
            <p:cNvSpPr/>
            <p:nvPr/>
          </p:nvSpPr>
          <p:spPr>
            <a:xfrm flipH="1">
              <a:off x="-297100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6"/>
            <p:cNvSpPr/>
            <p:nvPr/>
          </p:nvSpPr>
          <p:spPr>
            <a:xfrm flipH="1">
              <a:off x="7700" y="2389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6"/>
            <p:cNvSpPr/>
            <p:nvPr/>
          </p:nvSpPr>
          <p:spPr>
            <a:xfrm rot="10800000">
              <a:off x="-68500" y="1856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6"/>
            <p:cNvSpPr/>
            <p:nvPr/>
          </p:nvSpPr>
          <p:spPr>
            <a:xfrm rot="10800000">
              <a:off x="236300" y="1704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6"/>
            <p:cNvSpPr/>
            <p:nvPr/>
          </p:nvSpPr>
          <p:spPr>
            <a:xfrm rot="10800000">
              <a:off x="693500" y="1246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6"/>
            <p:cNvSpPr/>
            <p:nvPr/>
          </p:nvSpPr>
          <p:spPr>
            <a:xfrm flipH="1">
              <a:off x="-601900" y="33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6"/>
            <p:cNvSpPr/>
            <p:nvPr/>
          </p:nvSpPr>
          <p:spPr>
            <a:xfrm flipH="1">
              <a:off x="-297100" y="48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6"/>
            <p:cNvSpPr/>
            <p:nvPr/>
          </p:nvSpPr>
          <p:spPr>
            <a:xfrm flipH="1">
              <a:off x="1601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5"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1" name="Google Shape;601;p27"/>
          <p:cNvGrpSpPr/>
          <p:nvPr/>
        </p:nvGrpSpPr>
        <p:grpSpPr>
          <a:xfrm>
            <a:off x="-449500" y="285863"/>
            <a:ext cx="1847225" cy="4571775"/>
            <a:chOff x="7932500" y="332425"/>
            <a:chExt cx="1847225" cy="4571775"/>
          </a:xfrm>
        </p:grpSpPr>
        <p:sp>
          <p:nvSpPr>
            <p:cNvPr id="602" name="Google Shape;602;p27"/>
            <p:cNvSpPr/>
            <p:nvPr/>
          </p:nvSpPr>
          <p:spPr>
            <a:xfrm>
              <a:off x="8763888" y="3975038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3" name="Google Shape;603;p27"/>
            <p:cNvGrpSpPr/>
            <p:nvPr/>
          </p:nvGrpSpPr>
          <p:grpSpPr>
            <a:xfrm>
              <a:off x="8237288" y="1138400"/>
              <a:ext cx="513300" cy="521400"/>
              <a:chOff x="274975" y="2811550"/>
              <a:chExt cx="513300" cy="521400"/>
            </a:xfrm>
          </p:grpSpPr>
          <p:sp>
            <p:nvSpPr>
              <p:cNvPr id="604" name="Google Shape;604;p27"/>
              <p:cNvSpPr/>
              <p:nvPr/>
            </p:nvSpPr>
            <p:spPr>
              <a:xfrm>
                <a:off x="274975" y="3127350"/>
                <a:ext cx="183300" cy="205600"/>
              </a:xfrm>
              <a:custGeom>
                <a:avLst/>
                <a:gdLst/>
                <a:ahLst/>
                <a:cxnLst/>
                <a:rect l="l" t="t" r="r" b="b"/>
                <a:pathLst>
                  <a:path w="7332" h="8224" extrusionOk="0">
                    <a:moveTo>
                      <a:pt x="4058" y="7763"/>
                    </a:moveTo>
                    <a:cubicBezTo>
                      <a:pt x="4058" y="7763"/>
                      <a:pt x="4058" y="7899"/>
                      <a:pt x="4166" y="7899"/>
                    </a:cubicBezTo>
                    <a:cubicBezTo>
                      <a:pt x="4302" y="7899"/>
                      <a:pt x="4518" y="8007"/>
                      <a:pt x="4734" y="8007"/>
                    </a:cubicBezTo>
                    <a:cubicBezTo>
                      <a:pt x="4518" y="7899"/>
                      <a:pt x="4302" y="7899"/>
                      <a:pt x="4058" y="7763"/>
                    </a:cubicBezTo>
                    <a:close/>
                    <a:moveTo>
                      <a:pt x="5194" y="0"/>
                    </a:moveTo>
                    <a:lnTo>
                      <a:pt x="5086" y="108"/>
                    </a:lnTo>
                    <a:cubicBezTo>
                      <a:pt x="3625" y="1569"/>
                      <a:pt x="2381" y="2813"/>
                      <a:pt x="1461" y="3706"/>
                    </a:cubicBezTo>
                    <a:lnTo>
                      <a:pt x="461" y="4734"/>
                    </a:lnTo>
                    <a:cubicBezTo>
                      <a:pt x="244" y="4842"/>
                      <a:pt x="109" y="4950"/>
                      <a:pt x="1" y="5194"/>
                    </a:cubicBezTo>
                    <a:cubicBezTo>
                      <a:pt x="244" y="5058"/>
                      <a:pt x="352" y="4950"/>
                      <a:pt x="461" y="4842"/>
                    </a:cubicBezTo>
                    <a:lnTo>
                      <a:pt x="1597" y="3841"/>
                    </a:lnTo>
                    <a:cubicBezTo>
                      <a:pt x="2463" y="2949"/>
                      <a:pt x="3659" y="1752"/>
                      <a:pt x="5064" y="446"/>
                    </a:cubicBezTo>
                    <a:lnTo>
                      <a:pt x="5064" y="446"/>
                    </a:lnTo>
                    <a:lnTo>
                      <a:pt x="5654" y="2029"/>
                    </a:lnTo>
                    <a:lnTo>
                      <a:pt x="6871" y="5410"/>
                    </a:lnTo>
                    <a:cubicBezTo>
                      <a:pt x="7007" y="5870"/>
                      <a:pt x="7115" y="6303"/>
                      <a:pt x="7223" y="6763"/>
                    </a:cubicBezTo>
                    <a:cubicBezTo>
                      <a:pt x="7115" y="7222"/>
                      <a:pt x="6871" y="7547"/>
                      <a:pt x="6547" y="7763"/>
                    </a:cubicBezTo>
                    <a:cubicBezTo>
                      <a:pt x="6288" y="7943"/>
                      <a:pt x="6043" y="8049"/>
                      <a:pt x="5792" y="8049"/>
                    </a:cubicBezTo>
                    <a:cubicBezTo>
                      <a:pt x="5702" y="8049"/>
                      <a:pt x="5611" y="8035"/>
                      <a:pt x="5519" y="8007"/>
                    </a:cubicBezTo>
                    <a:lnTo>
                      <a:pt x="4734" y="8007"/>
                    </a:lnTo>
                    <a:cubicBezTo>
                      <a:pt x="4978" y="8115"/>
                      <a:pt x="5194" y="8223"/>
                      <a:pt x="5519" y="8223"/>
                    </a:cubicBezTo>
                    <a:cubicBezTo>
                      <a:pt x="5870" y="8223"/>
                      <a:pt x="6330" y="8115"/>
                      <a:pt x="6655" y="7899"/>
                    </a:cubicBezTo>
                    <a:cubicBezTo>
                      <a:pt x="7007" y="7655"/>
                      <a:pt x="7331" y="7331"/>
                      <a:pt x="7331" y="6763"/>
                    </a:cubicBezTo>
                    <a:cubicBezTo>
                      <a:pt x="7331" y="6303"/>
                      <a:pt x="7223" y="5735"/>
                      <a:pt x="7007" y="5302"/>
                    </a:cubicBezTo>
                    <a:cubicBezTo>
                      <a:pt x="6655" y="4274"/>
                      <a:pt x="6330" y="3165"/>
                      <a:pt x="5870" y="2029"/>
                    </a:cubicBezTo>
                    <a:lnTo>
                      <a:pt x="5194" y="217"/>
                    </a:lnTo>
                    <a:lnTo>
                      <a:pt x="5194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27"/>
              <p:cNvSpPr/>
              <p:nvPr/>
            </p:nvSpPr>
            <p:spPr>
              <a:xfrm>
                <a:off x="472450" y="3151475"/>
                <a:ext cx="84550" cy="111150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446" extrusionOk="0">
                    <a:moveTo>
                      <a:pt x="568" y="279"/>
                    </a:moveTo>
                    <a:cubicBezTo>
                      <a:pt x="460" y="279"/>
                      <a:pt x="460" y="388"/>
                      <a:pt x="325" y="496"/>
                    </a:cubicBezTo>
                    <a:lnTo>
                      <a:pt x="325" y="604"/>
                    </a:lnTo>
                    <a:cubicBezTo>
                      <a:pt x="460" y="496"/>
                      <a:pt x="460" y="388"/>
                      <a:pt x="568" y="279"/>
                    </a:cubicBezTo>
                    <a:close/>
                    <a:moveTo>
                      <a:pt x="1297" y="0"/>
                    </a:moveTo>
                    <a:cubicBezTo>
                      <a:pt x="1049" y="0"/>
                      <a:pt x="804" y="88"/>
                      <a:pt x="568" y="279"/>
                    </a:cubicBezTo>
                    <a:cubicBezTo>
                      <a:pt x="822" y="216"/>
                      <a:pt x="1049" y="143"/>
                      <a:pt x="1285" y="143"/>
                    </a:cubicBezTo>
                    <a:cubicBezTo>
                      <a:pt x="1451" y="143"/>
                      <a:pt x="1623" y="179"/>
                      <a:pt x="1812" y="279"/>
                    </a:cubicBezTo>
                    <a:cubicBezTo>
                      <a:pt x="2245" y="604"/>
                      <a:pt x="2705" y="1064"/>
                      <a:pt x="2813" y="1632"/>
                    </a:cubicBezTo>
                    <a:cubicBezTo>
                      <a:pt x="2921" y="1957"/>
                      <a:pt x="3030" y="2308"/>
                      <a:pt x="3030" y="2741"/>
                    </a:cubicBezTo>
                    <a:cubicBezTo>
                      <a:pt x="3165" y="3093"/>
                      <a:pt x="3030" y="3417"/>
                      <a:pt x="2813" y="3769"/>
                    </a:cubicBezTo>
                    <a:cubicBezTo>
                      <a:pt x="2705" y="4093"/>
                      <a:pt x="2245" y="4229"/>
                      <a:pt x="1921" y="4229"/>
                    </a:cubicBezTo>
                    <a:cubicBezTo>
                      <a:pt x="1569" y="4229"/>
                      <a:pt x="1244" y="4093"/>
                      <a:pt x="1001" y="3877"/>
                    </a:cubicBezTo>
                    <a:cubicBezTo>
                      <a:pt x="460" y="3552"/>
                      <a:pt x="217" y="2984"/>
                      <a:pt x="108" y="2308"/>
                    </a:cubicBezTo>
                    <a:cubicBezTo>
                      <a:pt x="108" y="1957"/>
                      <a:pt x="0" y="1524"/>
                      <a:pt x="108" y="1064"/>
                    </a:cubicBezTo>
                    <a:lnTo>
                      <a:pt x="108" y="604"/>
                    </a:lnTo>
                    <a:cubicBezTo>
                      <a:pt x="0" y="848"/>
                      <a:pt x="0" y="956"/>
                      <a:pt x="0" y="1064"/>
                    </a:cubicBezTo>
                    <a:lnTo>
                      <a:pt x="0" y="2416"/>
                    </a:lnTo>
                    <a:cubicBezTo>
                      <a:pt x="0" y="2633"/>
                      <a:pt x="108" y="2984"/>
                      <a:pt x="217" y="3201"/>
                    </a:cubicBezTo>
                    <a:cubicBezTo>
                      <a:pt x="325" y="3552"/>
                      <a:pt x="568" y="3877"/>
                      <a:pt x="893" y="4093"/>
                    </a:cubicBezTo>
                    <a:cubicBezTo>
                      <a:pt x="1136" y="4337"/>
                      <a:pt x="1569" y="4445"/>
                      <a:pt x="1921" y="4445"/>
                    </a:cubicBezTo>
                    <a:cubicBezTo>
                      <a:pt x="2353" y="4445"/>
                      <a:pt x="2813" y="4229"/>
                      <a:pt x="3030" y="3877"/>
                    </a:cubicBezTo>
                    <a:cubicBezTo>
                      <a:pt x="3273" y="3552"/>
                      <a:pt x="3381" y="3093"/>
                      <a:pt x="3381" y="2633"/>
                    </a:cubicBezTo>
                    <a:cubicBezTo>
                      <a:pt x="3273" y="2308"/>
                      <a:pt x="3165" y="1957"/>
                      <a:pt x="3030" y="1632"/>
                    </a:cubicBezTo>
                    <a:cubicBezTo>
                      <a:pt x="2921" y="956"/>
                      <a:pt x="2489" y="388"/>
                      <a:pt x="1921" y="171"/>
                    </a:cubicBezTo>
                    <a:cubicBezTo>
                      <a:pt x="1712" y="61"/>
                      <a:pt x="1503" y="0"/>
                      <a:pt x="1297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27"/>
              <p:cNvSpPr/>
              <p:nvPr/>
            </p:nvSpPr>
            <p:spPr>
              <a:xfrm>
                <a:off x="540075" y="3054300"/>
                <a:ext cx="163650" cy="216425"/>
              </a:xfrm>
              <a:custGeom>
                <a:avLst/>
                <a:gdLst/>
                <a:ahLst/>
                <a:cxnLst/>
                <a:rect l="l" t="t" r="r" b="b"/>
                <a:pathLst>
                  <a:path w="6546" h="8657" extrusionOk="0">
                    <a:moveTo>
                      <a:pt x="0" y="1"/>
                    </a:moveTo>
                    <a:cubicBezTo>
                      <a:pt x="0" y="217"/>
                      <a:pt x="108" y="434"/>
                      <a:pt x="108" y="542"/>
                    </a:cubicBezTo>
                    <a:cubicBezTo>
                      <a:pt x="216" y="1002"/>
                      <a:pt x="460" y="1570"/>
                      <a:pt x="676" y="2246"/>
                    </a:cubicBezTo>
                    <a:cubicBezTo>
                      <a:pt x="1244" y="3707"/>
                      <a:pt x="1921" y="5627"/>
                      <a:pt x="2921" y="7872"/>
                    </a:cubicBezTo>
                    <a:lnTo>
                      <a:pt x="3273" y="8657"/>
                    </a:lnTo>
                    <a:lnTo>
                      <a:pt x="3165" y="7764"/>
                    </a:lnTo>
                    <a:cubicBezTo>
                      <a:pt x="3141" y="7714"/>
                      <a:pt x="3116" y="7663"/>
                      <a:pt x="3092" y="7613"/>
                    </a:cubicBezTo>
                    <a:lnTo>
                      <a:pt x="3092" y="7613"/>
                    </a:lnTo>
                    <a:cubicBezTo>
                      <a:pt x="3030" y="7434"/>
                      <a:pt x="3030" y="7231"/>
                      <a:pt x="3030" y="6980"/>
                    </a:cubicBezTo>
                    <a:cubicBezTo>
                      <a:pt x="2927" y="5696"/>
                      <a:pt x="3141" y="4412"/>
                      <a:pt x="3626" y="3221"/>
                    </a:cubicBezTo>
                    <a:lnTo>
                      <a:pt x="3626" y="3221"/>
                    </a:lnTo>
                    <a:cubicBezTo>
                      <a:pt x="4451" y="4377"/>
                      <a:pt x="5088" y="5317"/>
                      <a:pt x="5626" y="6087"/>
                    </a:cubicBezTo>
                    <a:lnTo>
                      <a:pt x="6194" y="6871"/>
                    </a:lnTo>
                    <a:cubicBezTo>
                      <a:pt x="6303" y="6980"/>
                      <a:pt x="6411" y="7088"/>
                      <a:pt x="6546" y="7196"/>
                    </a:cubicBezTo>
                    <a:cubicBezTo>
                      <a:pt x="6411" y="7088"/>
                      <a:pt x="6411" y="6980"/>
                      <a:pt x="6303" y="6871"/>
                    </a:cubicBezTo>
                    <a:lnTo>
                      <a:pt x="5734" y="5952"/>
                    </a:lnTo>
                    <a:lnTo>
                      <a:pt x="3706" y="3030"/>
                    </a:lnTo>
                    <a:lnTo>
                      <a:pt x="3598" y="2814"/>
                    </a:lnTo>
                    <a:lnTo>
                      <a:pt x="3489" y="3030"/>
                    </a:lnTo>
                    <a:cubicBezTo>
                      <a:pt x="2921" y="4275"/>
                      <a:pt x="2705" y="5627"/>
                      <a:pt x="2813" y="6980"/>
                    </a:cubicBezTo>
                    <a:cubicBezTo>
                      <a:pt x="2813" y="6992"/>
                      <a:pt x="2813" y="7005"/>
                      <a:pt x="2813" y="7017"/>
                    </a:cubicBezTo>
                    <a:lnTo>
                      <a:pt x="2813" y="7017"/>
                    </a:lnTo>
                    <a:cubicBezTo>
                      <a:pt x="1957" y="5160"/>
                      <a:pt x="1299" y="3440"/>
                      <a:pt x="893" y="2246"/>
                    </a:cubicBezTo>
                    <a:lnTo>
                      <a:pt x="216" y="542"/>
                    </a:lnTo>
                    <a:cubicBezTo>
                      <a:pt x="108" y="326"/>
                      <a:pt x="108" y="217"/>
                      <a:pt x="0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27"/>
              <p:cNvSpPr/>
              <p:nvPr/>
            </p:nvSpPr>
            <p:spPr>
              <a:xfrm>
                <a:off x="692225" y="3084750"/>
                <a:ext cx="96050" cy="124450"/>
              </a:xfrm>
              <a:custGeom>
                <a:avLst/>
                <a:gdLst/>
                <a:ahLst/>
                <a:cxnLst/>
                <a:rect l="l" t="t" r="r" b="b"/>
                <a:pathLst>
                  <a:path w="3842" h="4978" extrusionOk="0">
                    <a:moveTo>
                      <a:pt x="1677" y="0"/>
                    </a:moveTo>
                    <a:lnTo>
                      <a:pt x="1569" y="244"/>
                    </a:lnTo>
                    <a:cubicBezTo>
                      <a:pt x="1353" y="676"/>
                      <a:pt x="1136" y="1028"/>
                      <a:pt x="1001" y="1488"/>
                    </a:cubicBezTo>
                    <a:cubicBezTo>
                      <a:pt x="794" y="2058"/>
                      <a:pt x="675" y="2673"/>
                      <a:pt x="644" y="3338"/>
                    </a:cubicBezTo>
                    <a:lnTo>
                      <a:pt x="644" y="3338"/>
                    </a:lnTo>
                    <a:cubicBezTo>
                      <a:pt x="507" y="2815"/>
                      <a:pt x="367" y="2380"/>
                      <a:pt x="217" y="2029"/>
                    </a:cubicBezTo>
                    <a:cubicBezTo>
                      <a:pt x="217" y="1704"/>
                      <a:pt x="108" y="1488"/>
                      <a:pt x="0" y="1136"/>
                    </a:cubicBezTo>
                    <a:lnTo>
                      <a:pt x="0" y="1136"/>
                    </a:lnTo>
                    <a:cubicBezTo>
                      <a:pt x="0" y="1488"/>
                      <a:pt x="108" y="1812"/>
                      <a:pt x="108" y="2029"/>
                    </a:cubicBezTo>
                    <a:cubicBezTo>
                      <a:pt x="217" y="2705"/>
                      <a:pt x="460" y="3517"/>
                      <a:pt x="676" y="4517"/>
                    </a:cubicBezTo>
                    <a:lnTo>
                      <a:pt x="893" y="4409"/>
                    </a:lnTo>
                    <a:cubicBezTo>
                      <a:pt x="785" y="3517"/>
                      <a:pt x="893" y="2489"/>
                      <a:pt x="1244" y="1596"/>
                    </a:cubicBezTo>
                    <a:cubicBezTo>
                      <a:pt x="1330" y="1233"/>
                      <a:pt x="1483" y="870"/>
                      <a:pt x="1663" y="574"/>
                    </a:cubicBezTo>
                    <a:lnTo>
                      <a:pt x="1663" y="574"/>
                    </a:lnTo>
                    <a:cubicBezTo>
                      <a:pt x="2199" y="1829"/>
                      <a:pt x="2730" y="2884"/>
                      <a:pt x="3165" y="3625"/>
                    </a:cubicBezTo>
                    <a:lnTo>
                      <a:pt x="3598" y="4626"/>
                    </a:lnTo>
                    <a:lnTo>
                      <a:pt x="3273" y="3625"/>
                    </a:lnTo>
                    <a:cubicBezTo>
                      <a:pt x="2921" y="2705"/>
                      <a:pt x="2353" y="1596"/>
                      <a:pt x="1812" y="244"/>
                    </a:cubicBezTo>
                    <a:lnTo>
                      <a:pt x="1677" y="0"/>
                    </a:lnTo>
                    <a:close/>
                    <a:moveTo>
                      <a:pt x="3598" y="4626"/>
                    </a:moveTo>
                    <a:cubicBezTo>
                      <a:pt x="3598" y="4734"/>
                      <a:pt x="3706" y="4869"/>
                      <a:pt x="3841" y="4977"/>
                    </a:cubicBezTo>
                    <a:cubicBezTo>
                      <a:pt x="3706" y="4869"/>
                      <a:pt x="3706" y="4734"/>
                      <a:pt x="3598" y="4626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27"/>
              <p:cNvSpPr/>
              <p:nvPr/>
            </p:nvSpPr>
            <p:spPr>
              <a:xfrm>
                <a:off x="571175" y="2842650"/>
                <a:ext cx="169075" cy="116250"/>
              </a:xfrm>
              <a:custGeom>
                <a:avLst/>
                <a:gdLst/>
                <a:ahLst/>
                <a:cxnLst/>
                <a:rect l="l" t="t" r="r" b="b"/>
                <a:pathLst>
                  <a:path w="6763" h="4650" extrusionOk="0">
                    <a:moveTo>
                      <a:pt x="6519" y="1"/>
                    </a:moveTo>
                    <a:lnTo>
                      <a:pt x="6519" y="1"/>
                    </a:lnTo>
                    <a:cubicBezTo>
                      <a:pt x="6654" y="460"/>
                      <a:pt x="6654" y="1028"/>
                      <a:pt x="6519" y="1461"/>
                    </a:cubicBezTo>
                    <a:cubicBezTo>
                      <a:pt x="6411" y="2029"/>
                      <a:pt x="6195" y="2597"/>
                      <a:pt x="5978" y="3057"/>
                    </a:cubicBezTo>
                    <a:cubicBezTo>
                      <a:pt x="5297" y="3988"/>
                      <a:pt x="4235" y="4462"/>
                      <a:pt x="3111" y="4462"/>
                    </a:cubicBezTo>
                    <a:cubicBezTo>
                      <a:pt x="2896" y="4462"/>
                      <a:pt x="2679" y="4444"/>
                      <a:pt x="2462" y="4410"/>
                    </a:cubicBezTo>
                    <a:cubicBezTo>
                      <a:pt x="1921" y="4274"/>
                      <a:pt x="1461" y="4058"/>
                      <a:pt x="1001" y="3733"/>
                    </a:cubicBezTo>
                    <a:cubicBezTo>
                      <a:pt x="568" y="3382"/>
                      <a:pt x="217" y="3057"/>
                      <a:pt x="0" y="2597"/>
                    </a:cubicBezTo>
                    <a:lnTo>
                      <a:pt x="0" y="2597"/>
                    </a:lnTo>
                    <a:cubicBezTo>
                      <a:pt x="0" y="2705"/>
                      <a:pt x="109" y="2814"/>
                      <a:pt x="109" y="2922"/>
                    </a:cubicBezTo>
                    <a:cubicBezTo>
                      <a:pt x="325" y="3273"/>
                      <a:pt x="568" y="3598"/>
                      <a:pt x="893" y="3842"/>
                    </a:cubicBezTo>
                    <a:cubicBezTo>
                      <a:pt x="1353" y="4166"/>
                      <a:pt x="1921" y="4410"/>
                      <a:pt x="2462" y="4518"/>
                    </a:cubicBezTo>
                    <a:cubicBezTo>
                      <a:pt x="2744" y="4608"/>
                      <a:pt x="3031" y="4650"/>
                      <a:pt x="3317" y="4650"/>
                    </a:cubicBezTo>
                    <a:cubicBezTo>
                      <a:pt x="4404" y="4650"/>
                      <a:pt x="5465" y="4043"/>
                      <a:pt x="6086" y="3165"/>
                    </a:cubicBezTo>
                    <a:cubicBezTo>
                      <a:pt x="6411" y="2597"/>
                      <a:pt x="6654" y="2137"/>
                      <a:pt x="6763" y="1569"/>
                    </a:cubicBezTo>
                    <a:lnTo>
                      <a:pt x="6763" y="352"/>
                    </a:lnTo>
                    <a:cubicBezTo>
                      <a:pt x="6654" y="217"/>
                      <a:pt x="6654" y="109"/>
                      <a:pt x="6519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7"/>
              <p:cNvSpPr/>
              <p:nvPr/>
            </p:nvSpPr>
            <p:spPr>
              <a:xfrm>
                <a:off x="568475" y="2823050"/>
                <a:ext cx="25025" cy="58850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2354" extrusionOk="0">
                    <a:moveTo>
                      <a:pt x="217" y="0"/>
                    </a:moveTo>
                    <a:cubicBezTo>
                      <a:pt x="0" y="893"/>
                      <a:pt x="325" y="1812"/>
                      <a:pt x="893" y="2353"/>
                    </a:cubicBezTo>
                    <a:cubicBezTo>
                      <a:pt x="1001" y="2245"/>
                      <a:pt x="676" y="1812"/>
                      <a:pt x="433" y="1244"/>
                    </a:cubicBezTo>
                    <a:cubicBezTo>
                      <a:pt x="325" y="568"/>
                      <a:pt x="325" y="0"/>
                      <a:pt x="217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27"/>
              <p:cNvSpPr/>
              <p:nvPr/>
            </p:nvSpPr>
            <p:spPr>
              <a:xfrm>
                <a:off x="644200" y="2811550"/>
                <a:ext cx="19650" cy="42625"/>
              </a:xfrm>
              <a:custGeom>
                <a:avLst/>
                <a:gdLst/>
                <a:ahLst/>
                <a:cxnLst/>
                <a:rect l="l" t="t" r="r" b="b"/>
                <a:pathLst>
                  <a:path w="786" h="1705" extrusionOk="0">
                    <a:moveTo>
                      <a:pt x="1" y="0"/>
                    </a:moveTo>
                    <a:cubicBezTo>
                      <a:pt x="1" y="352"/>
                      <a:pt x="109" y="568"/>
                      <a:pt x="217" y="920"/>
                    </a:cubicBezTo>
                    <a:cubicBezTo>
                      <a:pt x="460" y="1353"/>
                      <a:pt x="677" y="1704"/>
                      <a:pt x="677" y="1704"/>
                    </a:cubicBezTo>
                    <a:cubicBezTo>
                      <a:pt x="785" y="1704"/>
                      <a:pt x="677" y="1353"/>
                      <a:pt x="460" y="785"/>
                    </a:cubicBezTo>
                    <a:cubicBezTo>
                      <a:pt x="217" y="352"/>
                      <a:pt x="109" y="0"/>
                      <a:pt x="1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1" name="Google Shape;611;p27"/>
            <p:cNvSpPr/>
            <p:nvPr/>
          </p:nvSpPr>
          <p:spPr>
            <a:xfrm flipH="1">
              <a:off x="8084900" y="414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7"/>
            <p:cNvSpPr/>
            <p:nvPr/>
          </p:nvSpPr>
          <p:spPr>
            <a:xfrm flipH="1">
              <a:off x="8542100" y="459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7"/>
            <p:cNvSpPr/>
            <p:nvPr/>
          </p:nvSpPr>
          <p:spPr>
            <a:xfrm flipH="1">
              <a:off x="8846900" y="475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7"/>
            <p:cNvSpPr/>
            <p:nvPr/>
          </p:nvSpPr>
          <p:spPr>
            <a:xfrm rot="10800000">
              <a:off x="8618300" y="3609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7"/>
            <p:cNvSpPr/>
            <p:nvPr/>
          </p:nvSpPr>
          <p:spPr>
            <a:xfrm rot="10800000">
              <a:off x="8770700" y="3304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7"/>
            <p:cNvSpPr/>
            <p:nvPr/>
          </p:nvSpPr>
          <p:spPr>
            <a:xfrm flipH="1">
              <a:off x="8237300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7"/>
            <p:cNvSpPr/>
            <p:nvPr/>
          </p:nvSpPr>
          <p:spPr>
            <a:xfrm flipH="1">
              <a:off x="8542100" y="2389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7"/>
            <p:cNvSpPr/>
            <p:nvPr/>
          </p:nvSpPr>
          <p:spPr>
            <a:xfrm flipH="1">
              <a:off x="8694500" y="2694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7"/>
            <p:cNvSpPr/>
            <p:nvPr/>
          </p:nvSpPr>
          <p:spPr>
            <a:xfrm rot="10800000">
              <a:off x="8770700" y="1704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7"/>
            <p:cNvSpPr/>
            <p:nvPr/>
          </p:nvSpPr>
          <p:spPr>
            <a:xfrm rot="10800000">
              <a:off x="8923100" y="1399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7"/>
            <p:cNvSpPr/>
            <p:nvPr/>
          </p:nvSpPr>
          <p:spPr>
            <a:xfrm rot="10800000">
              <a:off x="9227900" y="1246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7"/>
            <p:cNvSpPr/>
            <p:nvPr/>
          </p:nvSpPr>
          <p:spPr>
            <a:xfrm flipH="1">
              <a:off x="7932500" y="33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7"/>
            <p:cNvSpPr/>
            <p:nvPr/>
          </p:nvSpPr>
          <p:spPr>
            <a:xfrm flipH="1">
              <a:off x="8389700" y="78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7"/>
            <p:cNvSpPr/>
            <p:nvPr/>
          </p:nvSpPr>
          <p:spPr>
            <a:xfrm flipH="1">
              <a:off x="86945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5" name="Google Shape;625;p27"/>
          <p:cNvGrpSpPr/>
          <p:nvPr/>
        </p:nvGrpSpPr>
        <p:grpSpPr>
          <a:xfrm>
            <a:off x="7884875" y="2532950"/>
            <a:ext cx="1856601" cy="2381950"/>
            <a:chOff x="-601900" y="160050"/>
            <a:chExt cx="1856601" cy="2381950"/>
          </a:xfrm>
        </p:grpSpPr>
        <p:sp>
          <p:nvSpPr>
            <p:cNvPr id="626" name="Google Shape;626;p27"/>
            <p:cNvSpPr/>
            <p:nvPr/>
          </p:nvSpPr>
          <p:spPr>
            <a:xfrm>
              <a:off x="268600" y="306775"/>
              <a:ext cx="549800" cy="146775"/>
            </a:xfrm>
            <a:custGeom>
              <a:avLst/>
              <a:gdLst/>
              <a:ahLst/>
              <a:cxnLst/>
              <a:rect l="l" t="t" r="r" b="b"/>
              <a:pathLst>
                <a:path w="21992" h="5871" extrusionOk="0">
                  <a:moveTo>
                    <a:pt x="0" y="1"/>
                  </a:moveTo>
                  <a:lnTo>
                    <a:pt x="0" y="5871"/>
                  </a:lnTo>
                  <a:lnTo>
                    <a:pt x="21991" y="5871"/>
                  </a:lnTo>
                  <a:lnTo>
                    <a:pt x="2199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7"/>
            <p:cNvSpPr/>
            <p:nvPr/>
          </p:nvSpPr>
          <p:spPr>
            <a:xfrm>
              <a:off x="429550" y="160050"/>
              <a:ext cx="551825" cy="149475"/>
            </a:xfrm>
            <a:custGeom>
              <a:avLst/>
              <a:gdLst/>
              <a:ahLst/>
              <a:cxnLst/>
              <a:rect l="l" t="t" r="r" b="b"/>
              <a:pathLst>
                <a:path w="22073" h="5979" extrusionOk="0">
                  <a:moveTo>
                    <a:pt x="108" y="0"/>
                  </a:moveTo>
                  <a:lnTo>
                    <a:pt x="108" y="0"/>
                  </a:lnTo>
                  <a:cubicBezTo>
                    <a:pt x="88" y="21"/>
                    <a:pt x="54" y="54"/>
                    <a:pt x="0" y="108"/>
                  </a:cubicBezTo>
                  <a:lnTo>
                    <a:pt x="0" y="1596"/>
                  </a:lnTo>
                  <a:lnTo>
                    <a:pt x="0" y="3057"/>
                  </a:lnTo>
                  <a:lnTo>
                    <a:pt x="0" y="5978"/>
                  </a:lnTo>
                  <a:lnTo>
                    <a:pt x="108" y="5978"/>
                  </a:lnTo>
                  <a:lnTo>
                    <a:pt x="15770" y="5870"/>
                  </a:lnTo>
                  <a:lnTo>
                    <a:pt x="216" y="5762"/>
                  </a:lnTo>
                  <a:lnTo>
                    <a:pt x="216" y="5762"/>
                  </a:lnTo>
                  <a:lnTo>
                    <a:pt x="216" y="3057"/>
                  </a:lnTo>
                  <a:lnTo>
                    <a:pt x="216" y="243"/>
                  </a:lnTo>
                  <a:lnTo>
                    <a:pt x="216" y="243"/>
                  </a:lnTo>
                  <a:lnTo>
                    <a:pt x="21964" y="109"/>
                  </a:lnTo>
                  <a:lnTo>
                    <a:pt x="21964" y="109"/>
                  </a:lnTo>
                  <a:cubicBezTo>
                    <a:pt x="21964" y="1921"/>
                    <a:pt x="22072" y="3382"/>
                    <a:pt x="22072" y="4301"/>
                  </a:cubicBezTo>
                  <a:lnTo>
                    <a:pt x="22072" y="108"/>
                  </a:lnTo>
                  <a:lnTo>
                    <a:pt x="2207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8" name="Google Shape;628;p27"/>
            <p:cNvGrpSpPr/>
            <p:nvPr/>
          </p:nvGrpSpPr>
          <p:grpSpPr>
            <a:xfrm>
              <a:off x="769783" y="1986057"/>
              <a:ext cx="484918" cy="453079"/>
              <a:chOff x="1211325" y="1407638"/>
              <a:chExt cx="797300" cy="744950"/>
            </a:xfrm>
          </p:grpSpPr>
          <p:sp>
            <p:nvSpPr>
              <p:cNvPr id="629" name="Google Shape;629;p27"/>
              <p:cNvSpPr/>
              <p:nvPr/>
            </p:nvSpPr>
            <p:spPr>
              <a:xfrm>
                <a:off x="1211325" y="1407638"/>
                <a:ext cx="797300" cy="744950"/>
              </a:xfrm>
              <a:custGeom>
                <a:avLst/>
                <a:gdLst/>
                <a:ahLst/>
                <a:cxnLst/>
                <a:rect l="l" t="t" r="r" b="b"/>
                <a:pathLst>
                  <a:path w="31892" h="29798" extrusionOk="0">
                    <a:moveTo>
                      <a:pt x="8081" y="1"/>
                    </a:moveTo>
                    <a:cubicBezTo>
                      <a:pt x="7861" y="1"/>
                      <a:pt x="7645" y="14"/>
                      <a:pt x="7439" y="43"/>
                    </a:cubicBezTo>
                    <a:cubicBezTo>
                      <a:pt x="5870" y="151"/>
                      <a:pt x="4301" y="827"/>
                      <a:pt x="3057" y="1855"/>
                    </a:cubicBezTo>
                    <a:cubicBezTo>
                      <a:pt x="1921" y="2856"/>
                      <a:pt x="1028" y="4208"/>
                      <a:pt x="568" y="5696"/>
                    </a:cubicBezTo>
                    <a:cubicBezTo>
                      <a:pt x="109" y="7049"/>
                      <a:pt x="0" y="8509"/>
                      <a:pt x="109" y="9970"/>
                    </a:cubicBezTo>
                    <a:cubicBezTo>
                      <a:pt x="352" y="12567"/>
                      <a:pt x="1136" y="15028"/>
                      <a:pt x="2381" y="17300"/>
                    </a:cubicBezTo>
                    <a:cubicBezTo>
                      <a:pt x="2949" y="18301"/>
                      <a:pt x="3490" y="19221"/>
                      <a:pt x="4166" y="20113"/>
                    </a:cubicBezTo>
                    <a:lnTo>
                      <a:pt x="5762" y="22602"/>
                    </a:lnTo>
                    <a:cubicBezTo>
                      <a:pt x="6763" y="24171"/>
                      <a:pt x="7682" y="25523"/>
                      <a:pt x="8467" y="26524"/>
                    </a:cubicBezTo>
                    <a:cubicBezTo>
                      <a:pt x="9251" y="27660"/>
                      <a:pt x="9927" y="28445"/>
                      <a:pt x="10387" y="29013"/>
                    </a:cubicBezTo>
                    <a:cubicBezTo>
                      <a:pt x="10820" y="29472"/>
                      <a:pt x="11064" y="29797"/>
                      <a:pt x="11064" y="29797"/>
                    </a:cubicBezTo>
                    <a:cubicBezTo>
                      <a:pt x="11064" y="29797"/>
                      <a:pt x="11064" y="29689"/>
                      <a:pt x="10928" y="29581"/>
                    </a:cubicBezTo>
                    <a:cubicBezTo>
                      <a:pt x="10820" y="29364"/>
                      <a:pt x="10604" y="29229"/>
                      <a:pt x="10387" y="28904"/>
                    </a:cubicBezTo>
                    <a:cubicBezTo>
                      <a:pt x="9927" y="28445"/>
                      <a:pt x="9359" y="27552"/>
                      <a:pt x="8575" y="26524"/>
                    </a:cubicBezTo>
                    <a:cubicBezTo>
                      <a:pt x="7791" y="25523"/>
                      <a:pt x="6871" y="24171"/>
                      <a:pt x="5870" y="22602"/>
                    </a:cubicBezTo>
                    <a:cubicBezTo>
                      <a:pt x="5410" y="21790"/>
                      <a:pt x="4842" y="20898"/>
                      <a:pt x="4301" y="20005"/>
                    </a:cubicBezTo>
                    <a:cubicBezTo>
                      <a:pt x="3625" y="19221"/>
                      <a:pt x="3057" y="18193"/>
                      <a:pt x="2489" y="17192"/>
                    </a:cubicBezTo>
                    <a:cubicBezTo>
                      <a:pt x="1245" y="14920"/>
                      <a:pt x="460" y="12458"/>
                      <a:pt x="244" y="9970"/>
                    </a:cubicBezTo>
                    <a:cubicBezTo>
                      <a:pt x="244" y="8509"/>
                      <a:pt x="352" y="7049"/>
                      <a:pt x="785" y="5696"/>
                    </a:cubicBezTo>
                    <a:cubicBezTo>
                      <a:pt x="1245" y="4344"/>
                      <a:pt x="2029" y="2991"/>
                      <a:pt x="3165" y="1963"/>
                    </a:cubicBezTo>
                    <a:cubicBezTo>
                      <a:pt x="4409" y="963"/>
                      <a:pt x="5870" y="395"/>
                      <a:pt x="7439" y="151"/>
                    </a:cubicBezTo>
                    <a:cubicBezTo>
                      <a:pt x="8223" y="151"/>
                      <a:pt x="9035" y="286"/>
                      <a:pt x="9819" y="503"/>
                    </a:cubicBezTo>
                    <a:cubicBezTo>
                      <a:pt x="10604" y="827"/>
                      <a:pt x="11388" y="1179"/>
                      <a:pt x="11956" y="1747"/>
                    </a:cubicBezTo>
                    <a:cubicBezTo>
                      <a:pt x="13200" y="2991"/>
                      <a:pt x="14093" y="4452"/>
                      <a:pt x="14553" y="6021"/>
                    </a:cubicBezTo>
                    <a:cubicBezTo>
                      <a:pt x="14986" y="7833"/>
                      <a:pt x="15337" y="9510"/>
                      <a:pt x="15337" y="11322"/>
                    </a:cubicBezTo>
                    <a:cubicBezTo>
                      <a:pt x="15337" y="11647"/>
                      <a:pt x="15445" y="12107"/>
                      <a:pt x="15445" y="12567"/>
                    </a:cubicBezTo>
                    <a:lnTo>
                      <a:pt x="15445" y="13135"/>
                    </a:lnTo>
                    <a:lnTo>
                      <a:pt x="15662" y="12567"/>
                    </a:lnTo>
                    <a:cubicBezTo>
                      <a:pt x="16122" y="10863"/>
                      <a:pt x="17150" y="9402"/>
                      <a:pt x="18367" y="8266"/>
                    </a:cubicBezTo>
                    <a:cubicBezTo>
                      <a:pt x="19503" y="7049"/>
                      <a:pt x="21072" y="6237"/>
                      <a:pt x="22776" y="6021"/>
                    </a:cubicBezTo>
                    <a:cubicBezTo>
                      <a:pt x="23333" y="5905"/>
                      <a:pt x="23894" y="5845"/>
                      <a:pt x="24451" y="5845"/>
                    </a:cubicBezTo>
                    <a:cubicBezTo>
                      <a:pt x="25462" y="5845"/>
                      <a:pt x="26459" y="6045"/>
                      <a:pt x="27401" y="6481"/>
                    </a:cubicBezTo>
                    <a:cubicBezTo>
                      <a:pt x="28862" y="7157"/>
                      <a:pt x="29998" y="8158"/>
                      <a:pt x="30782" y="9510"/>
                    </a:cubicBezTo>
                    <a:cubicBezTo>
                      <a:pt x="31459" y="10863"/>
                      <a:pt x="31675" y="12323"/>
                      <a:pt x="31459" y="13811"/>
                    </a:cubicBezTo>
                    <a:cubicBezTo>
                      <a:pt x="31215" y="15163"/>
                      <a:pt x="30539" y="16381"/>
                      <a:pt x="29538" y="17408"/>
                    </a:cubicBezTo>
                    <a:cubicBezTo>
                      <a:pt x="28645" y="18301"/>
                      <a:pt x="27618" y="19221"/>
                      <a:pt x="26617" y="19897"/>
                    </a:cubicBezTo>
                    <a:cubicBezTo>
                      <a:pt x="25589" y="20681"/>
                      <a:pt x="24588" y="21358"/>
                      <a:pt x="23668" y="22034"/>
                    </a:cubicBezTo>
                    <a:cubicBezTo>
                      <a:pt x="19854" y="24631"/>
                      <a:pt x="16690" y="26524"/>
                      <a:pt x="14553" y="27768"/>
                    </a:cubicBezTo>
                    <a:cubicBezTo>
                      <a:pt x="13417" y="28445"/>
                      <a:pt x="12524" y="28904"/>
                      <a:pt x="11956" y="29229"/>
                    </a:cubicBezTo>
                    <a:cubicBezTo>
                      <a:pt x="12524" y="29013"/>
                      <a:pt x="13417" y="28445"/>
                      <a:pt x="14553" y="27877"/>
                    </a:cubicBezTo>
                    <a:cubicBezTo>
                      <a:pt x="16798" y="26524"/>
                      <a:pt x="19963" y="24631"/>
                      <a:pt x="23777" y="22142"/>
                    </a:cubicBezTo>
                    <a:cubicBezTo>
                      <a:pt x="24696" y="21466"/>
                      <a:pt x="25697" y="20790"/>
                      <a:pt x="26725" y="20005"/>
                    </a:cubicBezTo>
                    <a:cubicBezTo>
                      <a:pt x="27726" y="19329"/>
                      <a:pt x="28754" y="18409"/>
                      <a:pt x="29646" y="17517"/>
                    </a:cubicBezTo>
                    <a:cubicBezTo>
                      <a:pt x="30674" y="16516"/>
                      <a:pt x="31350" y="15163"/>
                      <a:pt x="31675" y="13811"/>
                    </a:cubicBezTo>
                    <a:cubicBezTo>
                      <a:pt x="31891" y="12323"/>
                      <a:pt x="31675" y="10754"/>
                      <a:pt x="30890" y="9402"/>
                    </a:cubicBezTo>
                    <a:cubicBezTo>
                      <a:pt x="30214" y="8049"/>
                      <a:pt x="28970" y="6913"/>
                      <a:pt x="27509" y="6237"/>
                    </a:cubicBezTo>
                    <a:cubicBezTo>
                      <a:pt x="26510" y="5774"/>
                      <a:pt x="25396" y="5578"/>
                      <a:pt x="24255" y="5578"/>
                    </a:cubicBezTo>
                    <a:cubicBezTo>
                      <a:pt x="23729" y="5578"/>
                      <a:pt x="23197" y="5619"/>
                      <a:pt x="22668" y="5696"/>
                    </a:cubicBezTo>
                    <a:cubicBezTo>
                      <a:pt x="21883" y="5913"/>
                      <a:pt x="21072" y="6129"/>
                      <a:pt x="20287" y="6589"/>
                    </a:cubicBezTo>
                    <a:cubicBezTo>
                      <a:pt x="19503" y="6913"/>
                      <a:pt x="18827" y="7481"/>
                      <a:pt x="18150" y="8049"/>
                    </a:cubicBezTo>
                    <a:cubicBezTo>
                      <a:pt x="17045" y="9154"/>
                      <a:pt x="16218" y="10430"/>
                      <a:pt x="15648" y="11895"/>
                    </a:cubicBezTo>
                    <a:lnTo>
                      <a:pt x="15648" y="11895"/>
                    </a:lnTo>
                    <a:cubicBezTo>
                      <a:pt x="15635" y="11682"/>
                      <a:pt x="15608" y="11485"/>
                      <a:pt x="15554" y="11322"/>
                    </a:cubicBezTo>
                    <a:cubicBezTo>
                      <a:pt x="15554" y="9510"/>
                      <a:pt x="15337" y="7725"/>
                      <a:pt x="14769" y="6021"/>
                    </a:cubicBezTo>
                    <a:cubicBezTo>
                      <a:pt x="14309" y="4344"/>
                      <a:pt x="13417" y="2748"/>
                      <a:pt x="12064" y="1639"/>
                    </a:cubicBezTo>
                    <a:cubicBezTo>
                      <a:pt x="11496" y="1071"/>
                      <a:pt x="10712" y="611"/>
                      <a:pt x="9927" y="286"/>
                    </a:cubicBezTo>
                    <a:cubicBezTo>
                      <a:pt x="9349" y="107"/>
                      <a:pt x="8698" y="1"/>
                      <a:pt x="8081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27"/>
              <p:cNvSpPr/>
              <p:nvPr/>
            </p:nvSpPr>
            <p:spPr>
              <a:xfrm>
                <a:off x="1290450" y="1597363"/>
                <a:ext cx="109575" cy="197475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7899" extrusionOk="0">
                    <a:moveTo>
                      <a:pt x="3598" y="1"/>
                    </a:moveTo>
                    <a:lnTo>
                      <a:pt x="3381" y="352"/>
                    </a:lnTo>
                    <a:cubicBezTo>
                      <a:pt x="2353" y="2273"/>
                      <a:pt x="1569" y="3950"/>
                      <a:pt x="893" y="5194"/>
                    </a:cubicBezTo>
                    <a:lnTo>
                      <a:pt x="217" y="6655"/>
                    </a:lnTo>
                    <a:cubicBezTo>
                      <a:pt x="108" y="6898"/>
                      <a:pt x="108" y="7115"/>
                      <a:pt x="0" y="7223"/>
                    </a:cubicBezTo>
                    <a:cubicBezTo>
                      <a:pt x="108" y="7115"/>
                      <a:pt x="217" y="6898"/>
                      <a:pt x="325" y="6763"/>
                    </a:cubicBezTo>
                    <a:lnTo>
                      <a:pt x="1136" y="5302"/>
                    </a:lnTo>
                    <a:cubicBezTo>
                      <a:pt x="1773" y="4130"/>
                      <a:pt x="2507" y="2573"/>
                      <a:pt x="3427" y="791"/>
                    </a:cubicBezTo>
                    <a:lnTo>
                      <a:pt x="3427" y="791"/>
                    </a:lnTo>
                    <a:cubicBezTo>
                      <a:pt x="3631" y="2737"/>
                      <a:pt x="3856" y="4395"/>
                      <a:pt x="4058" y="5654"/>
                    </a:cubicBezTo>
                    <a:cubicBezTo>
                      <a:pt x="4166" y="6330"/>
                      <a:pt x="4274" y="6898"/>
                      <a:pt x="4274" y="7223"/>
                    </a:cubicBezTo>
                    <a:cubicBezTo>
                      <a:pt x="4274" y="7439"/>
                      <a:pt x="4382" y="7683"/>
                      <a:pt x="4382" y="7899"/>
                    </a:cubicBezTo>
                    <a:lnTo>
                      <a:pt x="4382" y="7223"/>
                    </a:lnTo>
                    <a:cubicBezTo>
                      <a:pt x="4382" y="6898"/>
                      <a:pt x="4274" y="6330"/>
                      <a:pt x="4166" y="5654"/>
                    </a:cubicBezTo>
                    <a:cubicBezTo>
                      <a:pt x="4058" y="4301"/>
                      <a:pt x="3841" y="2381"/>
                      <a:pt x="3598" y="352"/>
                    </a:cubicBezTo>
                    <a:lnTo>
                      <a:pt x="359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27"/>
              <p:cNvSpPr/>
              <p:nvPr/>
            </p:nvSpPr>
            <p:spPr>
              <a:xfrm>
                <a:off x="1315450" y="1715713"/>
                <a:ext cx="96050" cy="20300"/>
              </a:xfrm>
              <a:custGeom>
                <a:avLst/>
                <a:gdLst/>
                <a:ahLst/>
                <a:cxnLst/>
                <a:rect l="l" t="t" r="r" b="b"/>
                <a:pathLst>
                  <a:path w="3842" h="812" extrusionOk="0">
                    <a:moveTo>
                      <a:pt x="1" y="0"/>
                    </a:moveTo>
                    <a:cubicBezTo>
                      <a:pt x="569" y="244"/>
                      <a:pt x="1245" y="352"/>
                      <a:pt x="1921" y="460"/>
                    </a:cubicBezTo>
                    <a:cubicBezTo>
                      <a:pt x="2490" y="676"/>
                      <a:pt x="3166" y="676"/>
                      <a:pt x="3842" y="812"/>
                    </a:cubicBezTo>
                    <a:cubicBezTo>
                      <a:pt x="3166" y="460"/>
                      <a:pt x="2598" y="352"/>
                      <a:pt x="1921" y="244"/>
                    </a:cubicBezTo>
                    <a:cubicBezTo>
                      <a:pt x="1353" y="135"/>
                      <a:pt x="677" y="0"/>
                      <a:pt x="1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27"/>
              <p:cNvSpPr/>
              <p:nvPr/>
            </p:nvSpPr>
            <p:spPr>
              <a:xfrm>
                <a:off x="1464900" y="1789413"/>
                <a:ext cx="137975" cy="104175"/>
              </a:xfrm>
              <a:custGeom>
                <a:avLst/>
                <a:gdLst/>
                <a:ahLst/>
                <a:cxnLst/>
                <a:rect l="l" t="t" r="r" b="b"/>
                <a:pathLst>
                  <a:path w="5519" h="4167" extrusionOk="0">
                    <a:moveTo>
                      <a:pt x="5519" y="1"/>
                    </a:moveTo>
                    <a:cubicBezTo>
                      <a:pt x="4626" y="677"/>
                      <a:pt x="3625" y="1353"/>
                      <a:pt x="2706" y="2029"/>
                    </a:cubicBezTo>
                    <a:cubicBezTo>
                      <a:pt x="1813" y="2706"/>
                      <a:pt x="921" y="3382"/>
                      <a:pt x="1" y="4166"/>
                    </a:cubicBezTo>
                    <a:cubicBezTo>
                      <a:pt x="1029" y="3598"/>
                      <a:pt x="1921" y="2922"/>
                      <a:pt x="2814" y="2246"/>
                    </a:cubicBezTo>
                    <a:cubicBezTo>
                      <a:pt x="3842" y="1569"/>
                      <a:pt x="4734" y="785"/>
                      <a:pt x="5519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27"/>
              <p:cNvSpPr/>
              <p:nvPr/>
            </p:nvSpPr>
            <p:spPr>
              <a:xfrm>
                <a:off x="1493300" y="1794838"/>
                <a:ext cx="62250" cy="132550"/>
              </a:xfrm>
              <a:custGeom>
                <a:avLst/>
                <a:gdLst/>
                <a:ahLst/>
                <a:cxnLst/>
                <a:rect l="l" t="t" r="r" b="b"/>
                <a:pathLst>
                  <a:path w="2490" h="5302" extrusionOk="0">
                    <a:moveTo>
                      <a:pt x="1" y="0"/>
                    </a:moveTo>
                    <a:cubicBezTo>
                      <a:pt x="1" y="216"/>
                      <a:pt x="109" y="568"/>
                      <a:pt x="109" y="784"/>
                    </a:cubicBezTo>
                    <a:cubicBezTo>
                      <a:pt x="325" y="1461"/>
                      <a:pt x="569" y="2137"/>
                      <a:pt x="894" y="2813"/>
                    </a:cubicBezTo>
                    <a:cubicBezTo>
                      <a:pt x="1245" y="3381"/>
                      <a:pt x="1570" y="4057"/>
                      <a:pt x="1921" y="4625"/>
                    </a:cubicBezTo>
                    <a:cubicBezTo>
                      <a:pt x="2030" y="4842"/>
                      <a:pt x="2246" y="5085"/>
                      <a:pt x="2489" y="5302"/>
                    </a:cubicBezTo>
                    <a:cubicBezTo>
                      <a:pt x="2489" y="5302"/>
                      <a:pt x="1813" y="4166"/>
                      <a:pt x="1137" y="2705"/>
                    </a:cubicBezTo>
                    <a:cubicBezTo>
                      <a:pt x="461" y="124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27"/>
              <p:cNvSpPr/>
              <p:nvPr/>
            </p:nvSpPr>
            <p:spPr>
              <a:xfrm>
                <a:off x="1707675" y="1686963"/>
                <a:ext cx="89950" cy="195125"/>
              </a:xfrm>
              <a:custGeom>
                <a:avLst/>
                <a:gdLst/>
                <a:ahLst/>
                <a:cxnLst/>
                <a:rect l="l" t="t" r="r" b="b"/>
                <a:pathLst>
                  <a:path w="3598" h="7805" extrusionOk="0">
                    <a:moveTo>
                      <a:pt x="1139" y="1"/>
                    </a:moveTo>
                    <a:cubicBezTo>
                      <a:pt x="837" y="1"/>
                      <a:pt x="589" y="122"/>
                      <a:pt x="325" y="366"/>
                    </a:cubicBezTo>
                    <a:cubicBezTo>
                      <a:pt x="109" y="609"/>
                      <a:pt x="0" y="934"/>
                      <a:pt x="109" y="1285"/>
                    </a:cubicBezTo>
                    <a:cubicBezTo>
                      <a:pt x="109" y="1962"/>
                      <a:pt x="109" y="2503"/>
                      <a:pt x="325" y="3071"/>
                    </a:cubicBezTo>
                    <a:cubicBezTo>
                      <a:pt x="325" y="3639"/>
                      <a:pt x="433" y="4207"/>
                      <a:pt x="541" y="4667"/>
                    </a:cubicBezTo>
                    <a:cubicBezTo>
                      <a:pt x="677" y="5559"/>
                      <a:pt x="893" y="6235"/>
                      <a:pt x="1001" y="6804"/>
                    </a:cubicBezTo>
                    <a:cubicBezTo>
                      <a:pt x="1001" y="6235"/>
                      <a:pt x="893" y="5559"/>
                      <a:pt x="785" y="4667"/>
                    </a:cubicBezTo>
                    <a:cubicBezTo>
                      <a:pt x="677" y="4099"/>
                      <a:pt x="541" y="3639"/>
                      <a:pt x="433" y="3071"/>
                    </a:cubicBezTo>
                    <a:cubicBezTo>
                      <a:pt x="325" y="2503"/>
                      <a:pt x="325" y="1962"/>
                      <a:pt x="325" y="1285"/>
                    </a:cubicBezTo>
                    <a:cubicBezTo>
                      <a:pt x="325" y="1042"/>
                      <a:pt x="325" y="717"/>
                      <a:pt x="541" y="474"/>
                    </a:cubicBezTo>
                    <a:cubicBezTo>
                      <a:pt x="720" y="316"/>
                      <a:pt x="883" y="215"/>
                      <a:pt x="1096" y="215"/>
                    </a:cubicBezTo>
                    <a:cubicBezTo>
                      <a:pt x="1174" y="215"/>
                      <a:pt x="1259" y="229"/>
                      <a:pt x="1353" y="258"/>
                    </a:cubicBezTo>
                    <a:cubicBezTo>
                      <a:pt x="1894" y="609"/>
                      <a:pt x="2246" y="1285"/>
                      <a:pt x="2029" y="1962"/>
                    </a:cubicBezTo>
                    <a:cubicBezTo>
                      <a:pt x="1846" y="2368"/>
                      <a:pt x="1480" y="2790"/>
                      <a:pt x="1080" y="3169"/>
                    </a:cubicBezTo>
                    <a:lnTo>
                      <a:pt x="1080" y="3169"/>
                    </a:lnTo>
                    <a:cubicBezTo>
                      <a:pt x="918" y="3263"/>
                      <a:pt x="780" y="3385"/>
                      <a:pt x="677" y="3531"/>
                    </a:cubicBezTo>
                    <a:lnTo>
                      <a:pt x="785" y="3639"/>
                    </a:lnTo>
                    <a:cubicBezTo>
                      <a:pt x="803" y="3630"/>
                      <a:pt x="821" y="3621"/>
                      <a:pt x="839" y="3612"/>
                    </a:cubicBezTo>
                    <a:lnTo>
                      <a:pt x="839" y="3612"/>
                    </a:lnTo>
                    <a:lnTo>
                      <a:pt x="893" y="3639"/>
                    </a:lnTo>
                    <a:cubicBezTo>
                      <a:pt x="1164" y="3367"/>
                      <a:pt x="1606" y="3153"/>
                      <a:pt x="2012" y="3153"/>
                    </a:cubicBezTo>
                    <a:cubicBezTo>
                      <a:pt x="2092" y="3153"/>
                      <a:pt x="2170" y="3161"/>
                      <a:pt x="2246" y="3179"/>
                    </a:cubicBezTo>
                    <a:cubicBezTo>
                      <a:pt x="2814" y="3314"/>
                      <a:pt x="3138" y="3639"/>
                      <a:pt x="3246" y="4207"/>
                    </a:cubicBezTo>
                    <a:cubicBezTo>
                      <a:pt x="3490" y="4531"/>
                      <a:pt x="3382" y="4991"/>
                      <a:pt x="3138" y="5451"/>
                    </a:cubicBezTo>
                    <a:cubicBezTo>
                      <a:pt x="2922" y="5776"/>
                      <a:pt x="2705" y="6019"/>
                      <a:pt x="2354" y="6235"/>
                    </a:cubicBezTo>
                    <a:cubicBezTo>
                      <a:pt x="1827" y="6662"/>
                      <a:pt x="1417" y="6972"/>
                      <a:pt x="1080" y="7295"/>
                    </a:cubicBezTo>
                    <a:lnTo>
                      <a:pt x="1080" y="7295"/>
                    </a:lnTo>
                    <a:lnTo>
                      <a:pt x="1001" y="6804"/>
                    </a:lnTo>
                    <a:lnTo>
                      <a:pt x="1001" y="6804"/>
                    </a:lnTo>
                    <a:cubicBezTo>
                      <a:pt x="1001" y="7051"/>
                      <a:pt x="1001" y="7173"/>
                      <a:pt x="1049" y="7324"/>
                    </a:cubicBezTo>
                    <a:lnTo>
                      <a:pt x="1049" y="7324"/>
                    </a:lnTo>
                    <a:cubicBezTo>
                      <a:pt x="1033" y="7340"/>
                      <a:pt x="1017" y="7356"/>
                      <a:pt x="1001" y="7372"/>
                    </a:cubicBezTo>
                    <a:cubicBezTo>
                      <a:pt x="1018" y="7360"/>
                      <a:pt x="1035" y="7348"/>
                      <a:pt x="1053" y="7336"/>
                    </a:cubicBezTo>
                    <a:lnTo>
                      <a:pt x="1053" y="7336"/>
                    </a:lnTo>
                    <a:cubicBezTo>
                      <a:pt x="1067" y="7380"/>
                      <a:pt x="1086" y="7426"/>
                      <a:pt x="1109" y="7480"/>
                    </a:cubicBezTo>
                    <a:lnTo>
                      <a:pt x="1083" y="7315"/>
                    </a:lnTo>
                    <a:lnTo>
                      <a:pt x="1083" y="7315"/>
                    </a:lnTo>
                    <a:cubicBezTo>
                      <a:pt x="1420" y="7078"/>
                      <a:pt x="1837" y="6769"/>
                      <a:pt x="2462" y="6344"/>
                    </a:cubicBezTo>
                    <a:cubicBezTo>
                      <a:pt x="2814" y="6127"/>
                      <a:pt x="3030" y="5884"/>
                      <a:pt x="3246" y="5559"/>
                    </a:cubicBezTo>
                    <a:cubicBezTo>
                      <a:pt x="3598" y="5099"/>
                      <a:pt x="3598" y="4531"/>
                      <a:pt x="3490" y="4099"/>
                    </a:cubicBezTo>
                    <a:cubicBezTo>
                      <a:pt x="3246" y="3531"/>
                      <a:pt x="2814" y="3071"/>
                      <a:pt x="2354" y="2963"/>
                    </a:cubicBezTo>
                    <a:cubicBezTo>
                      <a:pt x="2239" y="2944"/>
                      <a:pt x="2123" y="2935"/>
                      <a:pt x="2010" y="2935"/>
                    </a:cubicBezTo>
                    <a:cubicBezTo>
                      <a:pt x="1870" y="2935"/>
                      <a:pt x="1733" y="2949"/>
                      <a:pt x="1601" y="2975"/>
                    </a:cubicBezTo>
                    <a:lnTo>
                      <a:pt x="1601" y="2975"/>
                    </a:lnTo>
                    <a:cubicBezTo>
                      <a:pt x="1854" y="2671"/>
                      <a:pt x="2061" y="2317"/>
                      <a:pt x="2246" y="1962"/>
                    </a:cubicBezTo>
                    <a:cubicBezTo>
                      <a:pt x="2354" y="1610"/>
                      <a:pt x="2354" y="1150"/>
                      <a:pt x="2246" y="826"/>
                    </a:cubicBezTo>
                    <a:cubicBezTo>
                      <a:pt x="2029" y="474"/>
                      <a:pt x="1786" y="258"/>
                      <a:pt x="1461" y="41"/>
                    </a:cubicBezTo>
                    <a:cubicBezTo>
                      <a:pt x="1346" y="14"/>
                      <a:pt x="1240" y="1"/>
                      <a:pt x="1139" y="1"/>
                    </a:cubicBezTo>
                    <a:close/>
                    <a:moveTo>
                      <a:pt x="1001" y="7372"/>
                    </a:moveTo>
                    <a:lnTo>
                      <a:pt x="541" y="7804"/>
                    </a:lnTo>
                    <a:cubicBezTo>
                      <a:pt x="677" y="7804"/>
                      <a:pt x="677" y="7696"/>
                      <a:pt x="677" y="7696"/>
                    </a:cubicBezTo>
                    <a:lnTo>
                      <a:pt x="1001" y="7372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35" name="Google Shape;635;p27"/>
            <p:cNvSpPr/>
            <p:nvPr/>
          </p:nvSpPr>
          <p:spPr>
            <a:xfrm flipH="1">
              <a:off x="-297100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7"/>
            <p:cNvSpPr/>
            <p:nvPr/>
          </p:nvSpPr>
          <p:spPr>
            <a:xfrm flipH="1">
              <a:off x="7700" y="2389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7"/>
            <p:cNvSpPr/>
            <p:nvPr/>
          </p:nvSpPr>
          <p:spPr>
            <a:xfrm rot="10800000">
              <a:off x="-68500" y="1856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7"/>
            <p:cNvSpPr/>
            <p:nvPr/>
          </p:nvSpPr>
          <p:spPr>
            <a:xfrm rot="10800000">
              <a:off x="236300" y="1704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7"/>
            <p:cNvSpPr/>
            <p:nvPr/>
          </p:nvSpPr>
          <p:spPr>
            <a:xfrm rot="10800000">
              <a:off x="693500" y="1246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7"/>
            <p:cNvSpPr/>
            <p:nvPr/>
          </p:nvSpPr>
          <p:spPr>
            <a:xfrm flipH="1">
              <a:off x="-601900" y="33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7"/>
            <p:cNvSpPr/>
            <p:nvPr/>
          </p:nvSpPr>
          <p:spPr>
            <a:xfrm flipH="1">
              <a:off x="-297100" y="48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7"/>
            <p:cNvSpPr/>
            <p:nvPr/>
          </p:nvSpPr>
          <p:spPr>
            <a:xfrm flipH="1">
              <a:off x="1601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1C222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00A3"/>
              </a:buClr>
              <a:buSzPts val="2800"/>
              <a:buFont typeface="Gugi"/>
              <a:buNone/>
              <a:defRPr sz="2800">
                <a:solidFill>
                  <a:srgbClr val="FF00A3"/>
                </a:solidFill>
                <a:latin typeface="Gugi"/>
                <a:ea typeface="Gugi"/>
                <a:cs typeface="Gugi"/>
                <a:sym typeface="Gug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800"/>
              <a:buFont typeface="Spartan"/>
              <a:buChar char="●"/>
              <a:defRPr sz="1800">
                <a:solidFill>
                  <a:srgbClr val="EEEEEE"/>
                </a:solidFill>
                <a:latin typeface="Spartan"/>
                <a:ea typeface="Spartan"/>
                <a:cs typeface="Spartan"/>
                <a:sym typeface="Spartan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artan"/>
              <a:buChar char="○"/>
              <a:defRPr>
                <a:solidFill>
                  <a:schemeClr val="lt2"/>
                </a:solidFill>
                <a:latin typeface="Spartan"/>
                <a:ea typeface="Spartan"/>
                <a:cs typeface="Spartan"/>
                <a:sym typeface="Spartan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artan"/>
              <a:buChar char="■"/>
              <a:defRPr>
                <a:solidFill>
                  <a:schemeClr val="lt2"/>
                </a:solidFill>
                <a:latin typeface="Spartan"/>
                <a:ea typeface="Spartan"/>
                <a:cs typeface="Spartan"/>
                <a:sym typeface="Spartan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artan"/>
              <a:buChar char="●"/>
              <a:defRPr>
                <a:solidFill>
                  <a:schemeClr val="lt2"/>
                </a:solidFill>
                <a:latin typeface="Spartan"/>
                <a:ea typeface="Spartan"/>
                <a:cs typeface="Spartan"/>
                <a:sym typeface="Spartan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artan"/>
              <a:buChar char="○"/>
              <a:defRPr>
                <a:solidFill>
                  <a:schemeClr val="lt2"/>
                </a:solidFill>
                <a:latin typeface="Spartan"/>
                <a:ea typeface="Spartan"/>
                <a:cs typeface="Spartan"/>
                <a:sym typeface="Spartan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artan"/>
              <a:buChar char="■"/>
              <a:defRPr>
                <a:solidFill>
                  <a:schemeClr val="lt2"/>
                </a:solidFill>
                <a:latin typeface="Spartan"/>
                <a:ea typeface="Spartan"/>
                <a:cs typeface="Spartan"/>
                <a:sym typeface="Spartan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artan"/>
              <a:buChar char="●"/>
              <a:defRPr>
                <a:solidFill>
                  <a:schemeClr val="lt2"/>
                </a:solidFill>
                <a:latin typeface="Spartan"/>
                <a:ea typeface="Spartan"/>
                <a:cs typeface="Spartan"/>
                <a:sym typeface="Spartan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artan"/>
              <a:buChar char="○"/>
              <a:defRPr>
                <a:solidFill>
                  <a:schemeClr val="lt2"/>
                </a:solidFill>
                <a:latin typeface="Spartan"/>
                <a:ea typeface="Spartan"/>
                <a:cs typeface="Spartan"/>
                <a:sym typeface="Spartan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8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645" name="Google Shape;645;p28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022"/>
        </a:solidFill>
        <a:effectLst/>
      </p:bgPr>
    </p:bg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0"/>
          <p:cNvSpPr txBox="1">
            <a:spLocks noGrp="1"/>
          </p:cNvSpPr>
          <p:nvPr>
            <p:ph type="ctrTitle"/>
          </p:nvPr>
        </p:nvSpPr>
        <p:spPr>
          <a:xfrm>
            <a:off x="3059811" y="707194"/>
            <a:ext cx="4766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500" dirty="0">
                <a:solidFill>
                  <a:srgbClr val="FF00A3"/>
                </a:solidFill>
              </a:rPr>
              <a:t>Retro Tv </a:t>
            </a:r>
            <a:br>
              <a:rPr lang="en" sz="5500" dirty="0">
                <a:solidFill>
                  <a:srgbClr val="FF00A3"/>
                </a:solidFill>
              </a:rPr>
            </a:br>
            <a:r>
              <a:rPr lang="en" sz="2800" dirty="0">
                <a:solidFill>
                  <a:srgbClr val="FF00A3"/>
                </a:solidFill>
              </a:rPr>
              <a:t>Project</a:t>
            </a:r>
            <a:endParaRPr sz="5500" dirty="0">
              <a:solidFill>
                <a:srgbClr val="FF00A3"/>
              </a:solidFill>
            </a:endParaRPr>
          </a:p>
        </p:txBody>
      </p:sp>
      <p:sp>
        <p:nvSpPr>
          <p:cNvPr id="652" name="Google Shape;652;p30"/>
          <p:cNvSpPr txBox="1">
            <a:spLocks noGrp="1"/>
          </p:cNvSpPr>
          <p:nvPr>
            <p:ph type="subTitle" idx="1"/>
          </p:nvPr>
        </p:nvSpPr>
        <p:spPr>
          <a:xfrm>
            <a:off x="3944061" y="2879234"/>
            <a:ext cx="29976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By: Haidar Ali Alshowaikh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Class: 8E</a:t>
            </a:r>
            <a:endParaRPr dirty="0"/>
          </a:p>
        </p:txBody>
      </p:sp>
      <p:pic>
        <p:nvPicPr>
          <p:cNvPr id="2" name="Picture 1" descr="Setting up your Raspberry Pi">
            <a:extLst>
              <a:ext uri="{FF2B5EF4-FFF2-40B4-BE49-F238E27FC236}">
                <a16:creationId xmlns:a16="http://schemas.microsoft.com/office/drawing/2014/main" id="{1E2B391E-BE4E-ED84-673B-305902489D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12271" y="1658043"/>
            <a:ext cx="4359729" cy="29080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"/>
          <p:cNvSpPr txBox="1">
            <a:spLocks noGrp="1"/>
          </p:cNvSpPr>
          <p:nvPr>
            <p:ph type="body" idx="1"/>
          </p:nvPr>
        </p:nvSpPr>
        <p:spPr>
          <a:xfrm>
            <a:off x="713225" y="1047700"/>
            <a:ext cx="7713600" cy="37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lt2"/>
                </a:solidFill>
              </a:rPr>
              <a:t>1- </a:t>
            </a:r>
            <a:r>
              <a:rPr lang="en-US" sz="1800" dirty="0" err="1">
                <a:solidFill>
                  <a:schemeClr val="lt2"/>
                </a:solidFill>
              </a:rPr>
              <a:t>Rassperi</a:t>
            </a:r>
            <a:r>
              <a:rPr lang="en-US" sz="1800" dirty="0">
                <a:solidFill>
                  <a:schemeClr val="lt2"/>
                </a:solidFill>
              </a:rPr>
              <a:t> Pi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lt2"/>
                </a:solidFill>
              </a:rPr>
              <a:t>2-Arduino Uno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lt2"/>
                </a:solidFill>
              </a:rPr>
              <a:t>3-Potentiometer 10K (A Knob)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lt2"/>
                </a:solidFill>
              </a:rPr>
              <a:t>4-Jumper Wires (Male to Female, and Female to Female)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lt2"/>
                </a:solidFill>
              </a:rPr>
              <a:t>5-Button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lt2"/>
                </a:solidFill>
              </a:rPr>
              <a:t>6-Joystick Module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lt2"/>
                </a:solidFill>
              </a:rPr>
              <a:t>7-A old Laptop screen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lt2"/>
                </a:solidFill>
              </a:rPr>
              <a:t>8- </a:t>
            </a:r>
            <a:r>
              <a:rPr lang="en-US" sz="1800" dirty="0" err="1">
                <a:solidFill>
                  <a:schemeClr val="lt2"/>
                </a:solidFill>
              </a:rPr>
              <a:t>hdmi</a:t>
            </a:r>
            <a:r>
              <a:rPr lang="en-US" sz="1800" dirty="0">
                <a:solidFill>
                  <a:schemeClr val="lt2"/>
                </a:solidFill>
              </a:rPr>
              <a:t> module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800" dirty="0">
              <a:solidFill>
                <a:schemeClr val="lt2"/>
              </a:solidFill>
            </a:endParaRPr>
          </a:p>
        </p:txBody>
      </p:sp>
      <p:sp>
        <p:nvSpPr>
          <p:cNvPr id="890" name="Google Shape;890;p31"/>
          <p:cNvSpPr txBox="1">
            <a:spLocks noGrp="1"/>
          </p:cNvSpPr>
          <p:nvPr>
            <p:ph type="title"/>
          </p:nvPr>
        </p:nvSpPr>
        <p:spPr>
          <a:xfrm flipH="1">
            <a:off x="969253" y="488975"/>
            <a:ext cx="741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Matirials Used: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32"/>
          <p:cNvSpPr txBox="1">
            <a:spLocks noGrp="1"/>
          </p:cNvSpPr>
          <p:nvPr>
            <p:ph type="title"/>
          </p:nvPr>
        </p:nvSpPr>
        <p:spPr>
          <a:xfrm>
            <a:off x="978725" y="1256600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Idea</a:t>
            </a:r>
            <a:endParaRPr dirty="0"/>
          </a:p>
        </p:txBody>
      </p:sp>
      <p:sp>
        <p:nvSpPr>
          <p:cNvPr id="896" name="Google Shape;896;p32"/>
          <p:cNvSpPr txBox="1">
            <a:spLocks noGrp="1"/>
          </p:cNvSpPr>
          <p:nvPr>
            <p:ph type="subTitle" idx="1"/>
          </p:nvPr>
        </p:nvSpPr>
        <p:spPr>
          <a:xfrm>
            <a:off x="978725" y="1635300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I got the idea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7" name="Google Shape;897;p32"/>
          <p:cNvSpPr txBox="1">
            <a:spLocks noGrp="1"/>
          </p:cNvSpPr>
          <p:nvPr>
            <p:ph type="title" idx="2"/>
          </p:nvPr>
        </p:nvSpPr>
        <p:spPr>
          <a:xfrm>
            <a:off x="1486175" y="899550"/>
            <a:ext cx="12429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98" name="Google Shape;898;p32"/>
          <p:cNvSpPr txBox="1">
            <a:spLocks noGrp="1"/>
          </p:cNvSpPr>
          <p:nvPr>
            <p:ph type="title" idx="3"/>
          </p:nvPr>
        </p:nvSpPr>
        <p:spPr>
          <a:xfrm>
            <a:off x="3443100" y="1256600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Problems</a:t>
            </a:r>
            <a:endParaRPr dirty="0"/>
          </a:p>
        </p:txBody>
      </p:sp>
      <p:sp>
        <p:nvSpPr>
          <p:cNvPr id="899" name="Google Shape;899;p32"/>
          <p:cNvSpPr txBox="1">
            <a:spLocks noGrp="1"/>
          </p:cNvSpPr>
          <p:nvPr>
            <p:ph type="subTitle" idx="4"/>
          </p:nvPr>
        </p:nvSpPr>
        <p:spPr>
          <a:xfrm>
            <a:off x="3443100" y="1773150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problems I faced during this project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0" name="Google Shape;900;p32"/>
          <p:cNvSpPr txBox="1">
            <a:spLocks noGrp="1"/>
          </p:cNvSpPr>
          <p:nvPr>
            <p:ph type="title" idx="5"/>
          </p:nvPr>
        </p:nvSpPr>
        <p:spPr>
          <a:xfrm>
            <a:off x="3950550" y="899550"/>
            <a:ext cx="12429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01" name="Google Shape;901;p32"/>
          <p:cNvSpPr txBox="1">
            <a:spLocks noGrp="1"/>
          </p:cNvSpPr>
          <p:nvPr>
            <p:ph type="title" idx="6"/>
          </p:nvPr>
        </p:nvSpPr>
        <p:spPr>
          <a:xfrm>
            <a:off x="5907475" y="1256600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Solution of Problems</a:t>
            </a:r>
            <a:endParaRPr dirty="0"/>
          </a:p>
        </p:txBody>
      </p:sp>
      <p:sp>
        <p:nvSpPr>
          <p:cNvPr id="902" name="Google Shape;902;p32"/>
          <p:cNvSpPr txBox="1">
            <a:spLocks noGrp="1"/>
          </p:cNvSpPr>
          <p:nvPr>
            <p:ph type="subTitle" idx="7"/>
          </p:nvPr>
        </p:nvSpPr>
        <p:spPr>
          <a:xfrm>
            <a:off x="5907475" y="1635300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</a:t>
            </a:r>
            <a:r>
              <a:rPr lang="en" dirty="0"/>
              <a:t>ow </a:t>
            </a:r>
            <a:r>
              <a:rPr lang="en-US" dirty="0"/>
              <a:t>I</a:t>
            </a:r>
            <a:r>
              <a:rPr lang="en" dirty="0"/>
              <a:t> solved these problems</a:t>
            </a:r>
            <a:endParaRPr dirty="0"/>
          </a:p>
        </p:txBody>
      </p:sp>
      <p:sp>
        <p:nvSpPr>
          <p:cNvPr id="903" name="Google Shape;903;p32"/>
          <p:cNvSpPr txBox="1">
            <a:spLocks noGrp="1"/>
          </p:cNvSpPr>
          <p:nvPr>
            <p:ph type="title" idx="8"/>
          </p:nvPr>
        </p:nvSpPr>
        <p:spPr>
          <a:xfrm>
            <a:off x="6414925" y="899550"/>
            <a:ext cx="12429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04" name="Google Shape;904;p32"/>
          <p:cNvSpPr txBox="1">
            <a:spLocks noGrp="1"/>
          </p:cNvSpPr>
          <p:nvPr>
            <p:ph type="title" idx="9"/>
          </p:nvPr>
        </p:nvSpPr>
        <p:spPr>
          <a:xfrm>
            <a:off x="1916380" y="3239300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Wirring</a:t>
            </a:r>
            <a:endParaRPr dirty="0"/>
          </a:p>
        </p:txBody>
      </p:sp>
      <p:sp>
        <p:nvSpPr>
          <p:cNvPr id="905" name="Google Shape;905;p32"/>
          <p:cNvSpPr txBox="1">
            <a:spLocks noGrp="1"/>
          </p:cNvSpPr>
          <p:nvPr>
            <p:ph type="subTitle" idx="13"/>
          </p:nvPr>
        </p:nvSpPr>
        <p:spPr>
          <a:xfrm>
            <a:off x="1916380" y="3618000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I wired the parts to the board</a:t>
            </a:r>
            <a:endParaRPr dirty="0"/>
          </a:p>
        </p:txBody>
      </p:sp>
      <p:sp>
        <p:nvSpPr>
          <p:cNvPr id="906" name="Google Shape;906;p32"/>
          <p:cNvSpPr txBox="1">
            <a:spLocks noGrp="1"/>
          </p:cNvSpPr>
          <p:nvPr>
            <p:ph type="title" idx="14"/>
          </p:nvPr>
        </p:nvSpPr>
        <p:spPr>
          <a:xfrm>
            <a:off x="2423830" y="2882250"/>
            <a:ext cx="12429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907" name="Google Shape;907;p32"/>
          <p:cNvSpPr txBox="1">
            <a:spLocks noGrp="1"/>
          </p:cNvSpPr>
          <p:nvPr>
            <p:ph type="title" idx="15"/>
          </p:nvPr>
        </p:nvSpPr>
        <p:spPr>
          <a:xfrm>
            <a:off x="4969821" y="3239300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Goals</a:t>
            </a:r>
            <a:endParaRPr dirty="0"/>
          </a:p>
        </p:txBody>
      </p:sp>
      <p:sp>
        <p:nvSpPr>
          <p:cNvPr id="908" name="Google Shape;908;p32"/>
          <p:cNvSpPr txBox="1">
            <a:spLocks noGrp="1"/>
          </p:cNvSpPr>
          <p:nvPr>
            <p:ph type="subTitle" idx="16"/>
          </p:nvPr>
        </p:nvSpPr>
        <p:spPr>
          <a:xfrm>
            <a:off x="4969821" y="3618000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are my project’s goals.</a:t>
            </a:r>
            <a:endParaRPr dirty="0"/>
          </a:p>
        </p:txBody>
      </p:sp>
      <p:sp>
        <p:nvSpPr>
          <p:cNvPr id="909" name="Google Shape;909;p32"/>
          <p:cNvSpPr txBox="1">
            <a:spLocks noGrp="1"/>
          </p:cNvSpPr>
          <p:nvPr>
            <p:ph type="title" idx="17"/>
          </p:nvPr>
        </p:nvSpPr>
        <p:spPr>
          <a:xfrm>
            <a:off x="5477271" y="2882250"/>
            <a:ext cx="12429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33"/>
          <p:cNvSpPr txBox="1">
            <a:spLocks noGrp="1"/>
          </p:cNvSpPr>
          <p:nvPr>
            <p:ph type="title" idx="2"/>
          </p:nvPr>
        </p:nvSpPr>
        <p:spPr>
          <a:xfrm>
            <a:off x="1457725" y="2812000"/>
            <a:ext cx="360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Idea</a:t>
            </a:r>
            <a:endParaRPr dirty="0"/>
          </a:p>
        </p:txBody>
      </p:sp>
      <p:sp>
        <p:nvSpPr>
          <p:cNvPr id="918" name="Google Shape;918;p33"/>
          <p:cNvSpPr txBox="1">
            <a:spLocks noGrp="1"/>
          </p:cNvSpPr>
          <p:nvPr>
            <p:ph type="title"/>
          </p:nvPr>
        </p:nvSpPr>
        <p:spPr>
          <a:xfrm>
            <a:off x="1457725" y="1259507"/>
            <a:ext cx="3738900" cy="10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19" name="Google Shape;919;p33"/>
          <p:cNvSpPr txBox="1">
            <a:spLocks noGrp="1"/>
          </p:cNvSpPr>
          <p:nvPr>
            <p:ph type="subTitle" idx="1"/>
          </p:nvPr>
        </p:nvSpPr>
        <p:spPr>
          <a:xfrm>
            <a:off x="1457725" y="3401725"/>
            <a:ext cx="26286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lnSpc>
                <a:spcPct val="300000"/>
              </a:lnSpc>
            </a:pPr>
            <a:r>
              <a:rPr lang="en-US" dirty="0"/>
              <a:t>How I got the idea</a:t>
            </a:r>
          </a:p>
        </p:txBody>
      </p:sp>
      <p:sp>
        <p:nvSpPr>
          <p:cNvPr id="920" name="Google Shape;920;p33"/>
          <p:cNvSpPr/>
          <p:nvPr/>
        </p:nvSpPr>
        <p:spPr>
          <a:xfrm>
            <a:off x="3604700" y="4544078"/>
            <a:ext cx="46674" cy="3206"/>
          </a:xfrm>
          <a:custGeom>
            <a:avLst/>
            <a:gdLst/>
            <a:ahLst/>
            <a:cxnLst/>
            <a:rect l="l" t="t" r="r" b="b"/>
            <a:pathLst>
              <a:path w="2824" h="194" extrusionOk="0">
                <a:moveTo>
                  <a:pt x="2634" y="0"/>
                </a:moveTo>
                <a:cubicBezTo>
                  <a:pt x="2393" y="0"/>
                  <a:pt x="1944" y="69"/>
                  <a:pt x="1427" y="69"/>
                </a:cubicBezTo>
                <a:lnTo>
                  <a:pt x="0" y="69"/>
                </a:lnTo>
                <a:cubicBezTo>
                  <a:pt x="497" y="193"/>
                  <a:pt x="900" y="193"/>
                  <a:pt x="1427" y="193"/>
                </a:cubicBezTo>
                <a:cubicBezTo>
                  <a:pt x="1924" y="193"/>
                  <a:pt x="2327" y="193"/>
                  <a:pt x="2823" y="69"/>
                </a:cubicBezTo>
                <a:cubicBezTo>
                  <a:pt x="2823" y="17"/>
                  <a:pt x="2754" y="0"/>
                  <a:pt x="2634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33"/>
          <p:cNvSpPr/>
          <p:nvPr/>
        </p:nvSpPr>
        <p:spPr>
          <a:xfrm>
            <a:off x="3572406" y="4545219"/>
            <a:ext cx="6677" cy="8214"/>
          </a:xfrm>
          <a:custGeom>
            <a:avLst/>
            <a:gdLst/>
            <a:ahLst/>
            <a:cxnLst/>
            <a:rect l="l" t="t" r="r" b="b"/>
            <a:pathLst>
              <a:path w="404" h="497" extrusionOk="0">
                <a:moveTo>
                  <a:pt x="0" y="0"/>
                </a:moveTo>
                <a:cubicBezTo>
                  <a:pt x="0" y="124"/>
                  <a:pt x="124" y="124"/>
                  <a:pt x="124" y="248"/>
                </a:cubicBezTo>
                <a:cubicBezTo>
                  <a:pt x="279" y="372"/>
                  <a:pt x="279" y="496"/>
                  <a:pt x="279" y="496"/>
                </a:cubicBezTo>
                <a:cubicBezTo>
                  <a:pt x="403" y="496"/>
                  <a:pt x="403" y="372"/>
                  <a:pt x="279" y="248"/>
                </a:cubicBezTo>
                <a:cubicBezTo>
                  <a:pt x="124" y="124"/>
                  <a:pt x="0" y="0"/>
                  <a:pt x="0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2" name="Google Shape;922;p33"/>
          <p:cNvGrpSpPr/>
          <p:nvPr/>
        </p:nvGrpSpPr>
        <p:grpSpPr>
          <a:xfrm>
            <a:off x="4850795" y="1234584"/>
            <a:ext cx="2514826" cy="2996366"/>
            <a:chOff x="4850795" y="1234584"/>
            <a:chExt cx="2514826" cy="2996366"/>
          </a:xfrm>
        </p:grpSpPr>
        <p:sp>
          <p:nvSpPr>
            <p:cNvPr id="923" name="Google Shape;923;p33"/>
            <p:cNvSpPr/>
            <p:nvPr/>
          </p:nvSpPr>
          <p:spPr>
            <a:xfrm>
              <a:off x="4850800" y="4208175"/>
              <a:ext cx="2514821" cy="22775"/>
            </a:xfrm>
            <a:custGeom>
              <a:avLst/>
              <a:gdLst/>
              <a:ahLst/>
              <a:cxnLst/>
              <a:rect l="l" t="t" r="r" b="b"/>
              <a:pathLst>
                <a:path w="204790" h="217" extrusionOk="0">
                  <a:moveTo>
                    <a:pt x="102436" y="0"/>
                  </a:moveTo>
                  <a:cubicBezTo>
                    <a:pt x="45876" y="0"/>
                    <a:pt x="1" y="0"/>
                    <a:pt x="1" y="108"/>
                  </a:cubicBezTo>
                  <a:cubicBezTo>
                    <a:pt x="1" y="108"/>
                    <a:pt x="45876" y="217"/>
                    <a:pt x="102436" y="217"/>
                  </a:cubicBezTo>
                  <a:cubicBezTo>
                    <a:pt x="159023" y="217"/>
                    <a:pt x="204790" y="108"/>
                    <a:pt x="204790" y="108"/>
                  </a:cubicBezTo>
                  <a:cubicBezTo>
                    <a:pt x="204790" y="0"/>
                    <a:pt x="159023" y="0"/>
                    <a:pt x="1024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3"/>
            <p:cNvSpPr/>
            <p:nvPr/>
          </p:nvSpPr>
          <p:spPr>
            <a:xfrm>
              <a:off x="4855851" y="1234584"/>
              <a:ext cx="147424" cy="157964"/>
            </a:xfrm>
            <a:custGeom>
              <a:avLst/>
              <a:gdLst/>
              <a:ahLst/>
              <a:cxnLst/>
              <a:rect l="l" t="t" r="r" b="b"/>
              <a:pathLst>
                <a:path w="10351" h="11091" extrusionOk="0">
                  <a:moveTo>
                    <a:pt x="1" y="1"/>
                  </a:moveTo>
                  <a:lnTo>
                    <a:pt x="1" y="622"/>
                  </a:lnTo>
                  <a:lnTo>
                    <a:pt x="1" y="8015"/>
                  </a:lnTo>
                  <a:cubicBezTo>
                    <a:pt x="1" y="8991"/>
                    <a:pt x="119" y="9730"/>
                    <a:pt x="119" y="10351"/>
                  </a:cubicBezTo>
                  <a:lnTo>
                    <a:pt x="119" y="11090"/>
                  </a:lnTo>
                  <a:cubicBezTo>
                    <a:pt x="237" y="10854"/>
                    <a:pt x="237" y="10588"/>
                    <a:pt x="237" y="10351"/>
                  </a:cubicBezTo>
                  <a:lnTo>
                    <a:pt x="237" y="8015"/>
                  </a:lnTo>
                  <a:lnTo>
                    <a:pt x="237" y="622"/>
                  </a:lnTo>
                  <a:lnTo>
                    <a:pt x="237" y="356"/>
                  </a:lnTo>
                  <a:lnTo>
                    <a:pt x="237" y="356"/>
                  </a:lnTo>
                  <a:cubicBezTo>
                    <a:pt x="3030" y="356"/>
                    <a:pt x="5586" y="354"/>
                    <a:pt x="7394" y="237"/>
                  </a:cubicBezTo>
                  <a:lnTo>
                    <a:pt x="9493" y="237"/>
                  </a:lnTo>
                  <a:cubicBezTo>
                    <a:pt x="9848" y="237"/>
                    <a:pt x="10114" y="237"/>
                    <a:pt x="10351" y="119"/>
                  </a:cubicBezTo>
                  <a:lnTo>
                    <a:pt x="7394" y="119"/>
                  </a:lnTo>
                  <a:cubicBezTo>
                    <a:pt x="5560" y="1"/>
                    <a:pt x="2958" y="1"/>
                    <a:pt x="11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3"/>
            <p:cNvSpPr/>
            <p:nvPr/>
          </p:nvSpPr>
          <p:spPr>
            <a:xfrm>
              <a:off x="5149005" y="1496148"/>
              <a:ext cx="68236" cy="72039"/>
            </a:xfrm>
            <a:custGeom>
              <a:avLst/>
              <a:gdLst/>
              <a:ahLst/>
              <a:cxnLst/>
              <a:rect l="l" t="t" r="r" b="b"/>
              <a:pathLst>
                <a:path w="4791" h="5058" extrusionOk="0">
                  <a:moveTo>
                    <a:pt x="0" y="0"/>
                  </a:moveTo>
                  <a:lnTo>
                    <a:pt x="0" y="355"/>
                  </a:lnTo>
                  <a:cubicBezTo>
                    <a:pt x="0" y="1597"/>
                    <a:pt x="118" y="2839"/>
                    <a:pt x="118" y="3697"/>
                  </a:cubicBezTo>
                  <a:cubicBezTo>
                    <a:pt x="118" y="4170"/>
                    <a:pt x="118" y="4673"/>
                    <a:pt x="237" y="5057"/>
                  </a:cubicBezTo>
                  <a:cubicBezTo>
                    <a:pt x="237" y="4673"/>
                    <a:pt x="355" y="4170"/>
                    <a:pt x="237" y="3697"/>
                  </a:cubicBezTo>
                  <a:cubicBezTo>
                    <a:pt x="355" y="2839"/>
                    <a:pt x="355" y="1597"/>
                    <a:pt x="355" y="355"/>
                  </a:cubicBezTo>
                  <a:lnTo>
                    <a:pt x="355" y="237"/>
                  </a:lnTo>
                  <a:lnTo>
                    <a:pt x="3460" y="237"/>
                  </a:lnTo>
                  <a:cubicBezTo>
                    <a:pt x="3933" y="237"/>
                    <a:pt x="4318" y="237"/>
                    <a:pt x="4791" y="118"/>
                  </a:cubicBezTo>
                  <a:cubicBezTo>
                    <a:pt x="4318" y="118"/>
                    <a:pt x="3933" y="0"/>
                    <a:pt x="346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3"/>
            <p:cNvSpPr/>
            <p:nvPr/>
          </p:nvSpPr>
          <p:spPr>
            <a:xfrm>
              <a:off x="5147310" y="1633032"/>
              <a:ext cx="72039" cy="68236"/>
            </a:xfrm>
            <a:custGeom>
              <a:avLst/>
              <a:gdLst/>
              <a:ahLst/>
              <a:cxnLst/>
              <a:rect l="l" t="t" r="r" b="b"/>
              <a:pathLst>
                <a:path w="5058" h="4791" extrusionOk="0">
                  <a:moveTo>
                    <a:pt x="119" y="0"/>
                  </a:moveTo>
                  <a:cubicBezTo>
                    <a:pt x="119" y="355"/>
                    <a:pt x="1" y="858"/>
                    <a:pt x="1" y="1361"/>
                  </a:cubicBezTo>
                  <a:lnTo>
                    <a:pt x="1" y="4554"/>
                  </a:lnTo>
                  <a:lnTo>
                    <a:pt x="1" y="4791"/>
                  </a:lnTo>
                  <a:lnTo>
                    <a:pt x="356" y="4791"/>
                  </a:lnTo>
                  <a:cubicBezTo>
                    <a:pt x="1598" y="4791"/>
                    <a:pt x="2840" y="4673"/>
                    <a:pt x="3697" y="4673"/>
                  </a:cubicBezTo>
                  <a:cubicBezTo>
                    <a:pt x="4170" y="4673"/>
                    <a:pt x="4673" y="4673"/>
                    <a:pt x="5058" y="4554"/>
                  </a:cubicBezTo>
                  <a:cubicBezTo>
                    <a:pt x="4673" y="4554"/>
                    <a:pt x="4170" y="4436"/>
                    <a:pt x="3697" y="4436"/>
                  </a:cubicBezTo>
                  <a:lnTo>
                    <a:pt x="237" y="4436"/>
                  </a:lnTo>
                  <a:lnTo>
                    <a:pt x="237" y="1361"/>
                  </a:lnTo>
                  <a:cubicBezTo>
                    <a:pt x="237" y="858"/>
                    <a:pt x="237" y="355"/>
                    <a:pt x="11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3"/>
            <p:cNvSpPr/>
            <p:nvPr/>
          </p:nvSpPr>
          <p:spPr>
            <a:xfrm>
              <a:off x="5352430" y="1629244"/>
              <a:ext cx="68663" cy="73719"/>
            </a:xfrm>
            <a:custGeom>
              <a:avLst/>
              <a:gdLst/>
              <a:ahLst/>
              <a:cxnLst/>
              <a:rect l="l" t="t" r="r" b="b"/>
              <a:pathLst>
                <a:path w="4821" h="5176" extrusionOk="0">
                  <a:moveTo>
                    <a:pt x="4703" y="0"/>
                  </a:moveTo>
                  <a:cubicBezTo>
                    <a:pt x="4555" y="503"/>
                    <a:pt x="4555" y="1006"/>
                    <a:pt x="4555" y="1479"/>
                  </a:cubicBezTo>
                  <a:cubicBezTo>
                    <a:pt x="4436" y="2366"/>
                    <a:pt x="4436" y="3578"/>
                    <a:pt x="4436" y="4820"/>
                  </a:cubicBezTo>
                  <a:lnTo>
                    <a:pt x="4436" y="4939"/>
                  </a:lnTo>
                  <a:lnTo>
                    <a:pt x="1361" y="4939"/>
                  </a:lnTo>
                  <a:cubicBezTo>
                    <a:pt x="1006" y="4939"/>
                    <a:pt x="503" y="4939"/>
                    <a:pt x="0" y="5057"/>
                  </a:cubicBezTo>
                  <a:cubicBezTo>
                    <a:pt x="503" y="5057"/>
                    <a:pt x="1006" y="5175"/>
                    <a:pt x="1361" y="5175"/>
                  </a:cubicBezTo>
                  <a:lnTo>
                    <a:pt x="4821" y="5175"/>
                  </a:lnTo>
                  <a:lnTo>
                    <a:pt x="4821" y="4820"/>
                  </a:lnTo>
                  <a:lnTo>
                    <a:pt x="4821" y="1479"/>
                  </a:lnTo>
                  <a:cubicBezTo>
                    <a:pt x="4821" y="1006"/>
                    <a:pt x="4703" y="503"/>
                    <a:pt x="470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3"/>
            <p:cNvSpPr/>
            <p:nvPr/>
          </p:nvSpPr>
          <p:spPr>
            <a:xfrm>
              <a:off x="5350750" y="1496148"/>
              <a:ext cx="72039" cy="68236"/>
            </a:xfrm>
            <a:custGeom>
              <a:avLst/>
              <a:gdLst/>
              <a:ahLst/>
              <a:cxnLst/>
              <a:rect l="l" t="t" r="r" b="b"/>
              <a:pathLst>
                <a:path w="5058" h="4791" extrusionOk="0">
                  <a:moveTo>
                    <a:pt x="1361" y="0"/>
                  </a:moveTo>
                  <a:cubicBezTo>
                    <a:pt x="976" y="0"/>
                    <a:pt x="503" y="0"/>
                    <a:pt x="0" y="118"/>
                  </a:cubicBezTo>
                  <a:cubicBezTo>
                    <a:pt x="503" y="237"/>
                    <a:pt x="976" y="237"/>
                    <a:pt x="1361" y="237"/>
                  </a:cubicBezTo>
                  <a:lnTo>
                    <a:pt x="4821" y="237"/>
                  </a:lnTo>
                  <a:lnTo>
                    <a:pt x="4821" y="3431"/>
                  </a:lnTo>
                  <a:cubicBezTo>
                    <a:pt x="4821" y="3815"/>
                    <a:pt x="4939" y="4318"/>
                    <a:pt x="4939" y="4791"/>
                  </a:cubicBezTo>
                  <a:cubicBezTo>
                    <a:pt x="5057" y="4318"/>
                    <a:pt x="5057" y="3815"/>
                    <a:pt x="5057" y="3431"/>
                  </a:cubicBezTo>
                  <a:lnTo>
                    <a:pt x="5057" y="118"/>
                  </a:lnTo>
                  <a:lnTo>
                    <a:pt x="5057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3"/>
            <p:cNvSpPr/>
            <p:nvPr/>
          </p:nvSpPr>
          <p:spPr>
            <a:xfrm>
              <a:off x="4850795" y="1813713"/>
              <a:ext cx="157964" cy="145744"/>
            </a:xfrm>
            <a:custGeom>
              <a:avLst/>
              <a:gdLst/>
              <a:ahLst/>
              <a:cxnLst/>
              <a:rect l="l" t="t" r="r" b="b"/>
              <a:pathLst>
                <a:path w="11091" h="10233" extrusionOk="0">
                  <a:moveTo>
                    <a:pt x="119" y="1"/>
                  </a:moveTo>
                  <a:lnTo>
                    <a:pt x="119" y="740"/>
                  </a:lnTo>
                  <a:cubicBezTo>
                    <a:pt x="119" y="1361"/>
                    <a:pt x="1" y="1982"/>
                    <a:pt x="1" y="2958"/>
                  </a:cubicBezTo>
                  <a:lnTo>
                    <a:pt x="1" y="10115"/>
                  </a:lnTo>
                  <a:lnTo>
                    <a:pt x="1" y="10233"/>
                  </a:lnTo>
                  <a:lnTo>
                    <a:pt x="10203" y="10233"/>
                  </a:lnTo>
                  <a:cubicBezTo>
                    <a:pt x="10469" y="10233"/>
                    <a:pt x="10824" y="10233"/>
                    <a:pt x="11090" y="10115"/>
                  </a:cubicBezTo>
                  <a:lnTo>
                    <a:pt x="10203" y="10115"/>
                  </a:lnTo>
                  <a:lnTo>
                    <a:pt x="7985" y="9967"/>
                  </a:lnTo>
                  <a:lnTo>
                    <a:pt x="237" y="9967"/>
                  </a:lnTo>
                  <a:lnTo>
                    <a:pt x="237" y="2958"/>
                  </a:lnTo>
                  <a:lnTo>
                    <a:pt x="237" y="740"/>
                  </a:lnTo>
                  <a:cubicBezTo>
                    <a:pt x="237" y="503"/>
                    <a:pt x="119" y="237"/>
                    <a:pt x="11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3"/>
            <p:cNvSpPr/>
            <p:nvPr/>
          </p:nvSpPr>
          <p:spPr>
            <a:xfrm>
              <a:off x="5559659" y="1801507"/>
              <a:ext cx="147424" cy="157949"/>
            </a:xfrm>
            <a:custGeom>
              <a:avLst/>
              <a:gdLst/>
              <a:ahLst/>
              <a:cxnLst/>
              <a:rect l="l" t="t" r="r" b="b"/>
              <a:pathLst>
                <a:path w="10351" h="11090" extrusionOk="0">
                  <a:moveTo>
                    <a:pt x="10232" y="0"/>
                  </a:moveTo>
                  <a:cubicBezTo>
                    <a:pt x="10232" y="355"/>
                    <a:pt x="10114" y="621"/>
                    <a:pt x="10232" y="858"/>
                  </a:cubicBezTo>
                  <a:cubicBezTo>
                    <a:pt x="10350" y="621"/>
                    <a:pt x="10232" y="355"/>
                    <a:pt x="10232" y="0"/>
                  </a:cubicBezTo>
                  <a:close/>
                  <a:moveTo>
                    <a:pt x="10232" y="858"/>
                  </a:moveTo>
                  <a:cubicBezTo>
                    <a:pt x="10114" y="1479"/>
                    <a:pt x="10114" y="2218"/>
                    <a:pt x="10114" y="3076"/>
                  </a:cubicBezTo>
                  <a:lnTo>
                    <a:pt x="10114" y="10587"/>
                  </a:lnTo>
                  <a:lnTo>
                    <a:pt x="10114" y="10824"/>
                  </a:lnTo>
                  <a:lnTo>
                    <a:pt x="2957" y="10824"/>
                  </a:lnTo>
                  <a:lnTo>
                    <a:pt x="858" y="10972"/>
                  </a:lnTo>
                  <a:lnTo>
                    <a:pt x="0" y="10972"/>
                  </a:lnTo>
                  <a:cubicBezTo>
                    <a:pt x="237" y="11090"/>
                    <a:pt x="621" y="11090"/>
                    <a:pt x="858" y="11090"/>
                  </a:cubicBezTo>
                  <a:lnTo>
                    <a:pt x="10350" y="11090"/>
                  </a:lnTo>
                  <a:lnTo>
                    <a:pt x="10350" y="10587"/>
                  </a:lnTo>
                  <a:lnTo>
                    <a:pt x="10350" y="3076"/>
                  </a:lnTo>
                  <a:cubicBezTo>
                    <a:pt x="10350" y="2218"/>
                    <a:pt x="10232" y="1479"/>
                    <a:pt x="10232" y="858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3"/>
            <p:cNvSpPr/>
            <p:nvPr/>
          </p:nvSpPr>
          <p:spPr>
            <a:xfrm>
              <a:off x="5554175" y="1234584"/>
              <a:ext cx="157964" cy="147438"/>
            </a:xfrm>
            <a:custGeom>
              <a:avLst/>
              <a:gdLst/>
              <a:ahLst/>
              <a:cxnLst/>
              <a:rect l="l" t="t" r="r" b="b"/>
              <a:pathLst>
                <a:path w="11091" h="10352" extrusionOk="0">
                  <a:moveTo>
                    <a:pt x="10617" y="1"/>
                  </a:moveTo>
                  <a:cubicBezTo>
                    <a:pt x="7660" y="1"/>
                    <a:pt x="5058" y="119"/>
                    <a:pt x="3106" y="119"/>
                  </a:cubicBezTo>
                  <a:lnTo>
                    <a:pt x="1" y="119"/>
                  </a:lnTo>
                  <a:cubicBezTo>
                    <a:pt x="385" y="237"/>
                    <a:pt x="622" y="237"/>
                    <a:pt x="888" y="237"/>
                  </a:cubicBezTo>
                  <a:lnTo>
                    <a:pt x="3106" y="237"/>
                  </a:lnTo>
                  <a:cubicBezTo>
                    <a:pt x="5058" y="356"/>
                    <a:pt x="7660" y="356"/>
                    <a:pt x="10617" y="356"/>
                  </a:cubicBezTo>
                  <a:lnTo>
                    <a:pt x="10854" y="356"/>
                  </a:lnTo>
                  <a:lnTo>
                    <a:pt x="10854" y="7394"/>
                  </a:lnTo>
                  <a:cubicBezTo>
                    <a:pt x="10854" y="8251"/>
                    <a:pt x="10972" y="8991"/>
                    <a:pt x="10972" y="9612"/>
                  </a:cubicBezTo>
                  <a:lnTo>
                    <a:pt x="10972" y="10351"/>
                  </a:lnTo>
                  <a:cubicBezTo>
                    <a:pt x="10972" y="10114"/>
                    <a:pt x="11090" y="9848"/>
                    <a:pt x="11090" y="9612"/>
                  </a:cubicBezTo>
                  <a:lnTo>
                    <a:pt x="11090" y="7394"/>
                  </a:lnTo>
                  <a:lnTo>
                    <a:pt x="11090" y="119"/>
                  </a:lnTo>
                  <a:lnTo>
                    <a:pt x="1109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3"/>
            <p:cNvSpPr/>
            <p:nvPr/>
          </p:nvSpPr>
          <p:spPr>
            <a:xfrm>
              <a:off x="5626200" y="1280075"/>
              <a:ext cx="28229" cy="29923"/>
            </a:xfrm>
            <a:custGeom>
              <a:avLst/>
              <a:gdLst/>
              <a:ahLst/>
              <a:cxnLst/>
              <a:rect l="l" t="t" r="r" b="b"/>
              <a:pathLst>
                <a:path w="1982" h="2101" extrusionOk="0">
                  <a:moveTo>
                    <a:pt x="1006" y="1"/>
                  </a:moveTo>
                  <a:cubicBezTo>
                    <a:pt x="503" y="1"/>
                    <a:pt x="1" y="503"/>
                    <a:pt x="1" y="1124"/>
                  </a:cubicBezTo>
                  <a:cubicBezTo>
                    <a:pt x="1" y="1597"/>
                    <a:pt x="503" y="2100"/>
                    <a:pt x="1006" y="2100"/>
                  </a:cubicBezTo>
                  <a:cubicBezTo>
                    <a:pt x="1597" y="2100"/>
                    <a:pt x="1982" y="1597"/>
                    <a:pt x="1982" y="1124"/>
                  </a:cubicBezTo>
                  <a:cubicBezTo>
                    <a:pt x="1982" y="503"/>
                    <a:pt x="1597" y="1"/>
                    <a:pt x="100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3"/>
            <p:cNvSpPr/>
            <p:nvPr/>
          </p:nvSpPr>
          <p:spPr>
            <a:xfrm>
              <a:off x="4892924" y="1280075"/>
              <a:ext cx="66555" cy="29923"/>
            </a:xfrm>
            <a:custGeom>
              <a:avLst/>
              <a:gdLst/>
              <a:ahLst/>
              <a:cxnLst/>
              <a:rect l="l" t="t" r="r" b="b"/>
              <a:pathLst>
                <a:path w="4673" h="2101" extrusionOk="0">
                  <a:moveTo>
                    <a:pt x="237" y="1"/>
                  </a:moveTo>
                  <a:cubicBezTo>
                    <a:pt x="118" y="1"/>
                    <a:pt x="0" y="119"/>
                    <a:pt x="0" y="267"/>
                  </a:cubicBezTo>
                  <a:lnTo>
                    <a:pt x="0" y="1864"/>
                  </a:lnTo>
                  <a:cubicBezTo>
                    <a:pt x="0" y="1982"/>
                    <a:pt x="118" y="2100"/>
                    <a:pt x="237" y="2100"/>
                  </a:cubicBezTo>
                  <a:lnTo>
                    <a:pt x="4436" y="2100"/>
                  </a:lnTo>
                  <a:cubicBezTo>
                    <a:pt x="4672" y="2100"/>
                    <a:pt x="4672" y="1982"/>
                    <a:pt x="4672" y="1864"/>
                  </a:cubicBezTo>
                  <a:lnTo>
                    <a:pt x="4672" y="267"/>
                  </a:lnTo>
                  <a:cubicBezTo>
                    <a:pt x="4672" y="119"/>
                    <a:pt x="4672" y="1"/>
                    <a:pt x="443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3"/>
            <p:cNvSpPr/>
            <p:nvPr/>
          </p:nvSpPr>
          <p:spPr>
            <a:xfrm>
              <a:off x="4964521" y="1288919"/>
              <a:ext cx="12647" cy="12234"/>
            </a:xfrm>
            <a:custGeom>
              <a:avLst/>
              <a:gdLst/>
              <a:ahLst/>
              <a:cxnLst/>
              <a:rect l="l" t="t" r="r" b="b"/>
              <a:pathLst>
                <a:path w="888" h="859" extrusionOk="0">
                  <a:moveTo>
                    <a:pt x="0" y="1"/>
                  </a:moveTo>
                  <a:lnTo>
                    <a:pt x="0" y="858"/>
                  </a:lnTo>
                  <a:lnTo>
                    <a:pt x="888" y="858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3"/>
            <p:cNvSpPr/>
            <p:nvPr/>
          </p:nvSpPr>
          <p:spPr>
            <a:xfrm>
              <a:off x="7026636" y="2875519"/>
              <a:ext cx="165128" cy="398462"/>
            </a:xfrm>
            <a:custGeom>
              <a:avLst/>
              <a:gdLst/>
              <a:ahLst/>
              <a:cxnLst/>
              <a:rect l="l" t="t" r="r" b="b"/>
              <a:pathLst>
                <a:path w="11594" h="27977" extrusionOk="0">
                  <a:moveTo>
                    <a:pt x="1" y="1"/>
                  </a:moveTo>
                  <a:cubicBezTo>
                    <a:pt x="1" y="356"/>
                    <a:pt x="267" y="740"/>
                    <a:pt x="385" y="1095"/>
                  </a:cubicBezTo>
                  <a:cubicBezTo>
                    <a:pt x="740" y="1834"/>
                    <a:pt x="1243" y="2840"/>
                    <a:pt x="1745" y="4052"/>
                  </a:cubicBezTo>
                  <a:cubicBezTo>
                    <a:pt x="2840" y="6536"/>
                    <a:pt x="4318" y="10085"/>
                    <a:pt x="5797" y="14048"/>
                  </a:cubicBezTo>
                  <a:cubicBezTo>
                    <a:pt x="7275" y="17863"/>
                    <a:pt x="8636" y="21441"/>
                    <a:pt x="9730" y="24014"/>
                  </a:cubicBezTo>
                  <a:cubicBezTo>
                    <a:pt x="10233" y="25256"/>
                    <a:pt x="10735" y="26231"/>
                    <a:pt x="11090" y="26971"/>
                  </a:cubicBezTo>
                  <a:cubicBezTo>
                    <a:pt x="11209" y="27355"/>
                    <a:pt x="11356" y="27592"/>
                    <a:pt x="11593" y="27976"/>
                  </a:cubicBezTo>
                  <a:cubicBezTo>
                    <a:pt x="11475" y="27592"/>
                    <a:pt x="11356" y="27237"/>
                    <a:pt x="11209" y="26853"/>
                  </a:cubicBezTo>
                  <a:cubicBezTo>
                    <a:pt x="10854" y="25995"/>
                    <a:pt x="10469" y="25019"/>
                    <a:pt x="9996" y="23777"/>
                  </a:cubicBezTo>
                  <a:cubicBezTo>
                    <a:pt x="8991" y="21175"/>
                    <a:pt x="7778" y="17744"/>
                    <a:pt x="6300" y="13782"/>
                  </a:cubicBezTo>
                  <a:cubicBezTo>
                    <a:pt x="4703" y="9848"/>
                    <a:pt x="3224" y="6388"/>
                    <a:pt x="2100" y="3934"/>
                  </a:cubicBezTo>
                  <a:cubicBezTo>
                    <a:pt x="1479" y="2692"/>
                    <a:pt x="1006" y="1716"/>
                    <a:pt x="622" y="977"/>
                  </a:cubicBezTo>
                  <a:cubicBezTo>
                    <a:pt x="385" y="622"/>
                    <a:pt x="267" y="356"/>
                    <a:pt x="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3"/>
            <p:cNvSpPr/>
            <p:nvPr/>
          </p:nvSpPr>
          <p:spPr>
            <a:xfrm>
              <a:off x="5394545" y="2852774"/>
              <a:ext cx="559773" cy="849821"/>
            </a:xfrm>
            <a:custGeom>
              <a:avLst/>
              <a:gdLst/>
              <a:ahLst/>
              <a:cxnLst/>
              <a:rect l="l" t="t" r="r" b="b"/>
              <a:pathLst>
                <a:path w="39303" h="59668" extrusionOk="0">
                  <a:moveTo>
                    <a:pt x="17271" y="1"/>
                  </a:moveTo>
                  <a:lnTo>
                    <a:pt x="1479" y="356"/>
                  </a:lnTo>
                  <a:lnTo>
                    <a:pt x="1" y="45099"/>
                  </a:lnTo>
                  <a:cubicBezTo>
                    <a:pt x="1" y="50008"/>
                    <a:pt x="2485" y="54562"/>
                    <a:pt x="6536" y="57283"/>
                  </a:cubicBezTo>
                  <a:cubicBezTo>
                    <a:pt x="9036" y="58877"/>
                    <a:pt x="11855" y="59668"/>
                    <a:pt x="14648" y="59668"/>
                  </a:cubicBezTo>
                  <a:cubicBezTo>
                    <a:pt x="18333" y="59668"/>
                    <a:pt x="21974" y="58292"/>
                    <a:pt x="24782" y="55567"/>
                  </a:cubicBezTo>
                  <a:lnTo>
                    <a:pt x="39302" y="41521"/>
                  </a:lnTo>
                  <a:lnTo>
                    <a:pt x="37706" y="8488"/>
                  </a:lnTo>
                  <a:lnTo>
                    <a:pt x="18247" y="28568"/>
                  </a:lnTo>
                  <a:lnTo>
                    <a:pt x="17271" y="1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3"/>
            <p:cNvSpPr/>
            <p:nvPr/>
          </p:nvSpPr>
          <p:spPr>
            <a:xfrm>
              <a:off x="5677159" y="2615651"/>
              <a:ext cx="570298" cy="879446"/>
            </a:xfrm>
            <a:custGeom>
              <a:avLst/>
              <a:gdLst/>
              <a:ahLst/>
              <a:cxnLst/>
              <a:rect l="l" t="t" r="r" b="b"/>
              <a:pathLst>
                <a:path w="40042" h="61748" extrusionOk="0">
                  <a:moveTo>
                    <a:pt x="40042" y="1"/>
                  </a:moveTo>
                  <a:lnTo>
                    <a:pt x="20583" y="8872"/>
                  </a:lnTo>
                  <a:lnTo>
                    <a:pt x="1" y="39184"/>
                  </a:lnTo>
                  <a:lnTo>
                    <a:pt x="17123" y="61748"/>
                  </a:lnTo>
                  <a:lnTo>
                    <a:pt x="30312" y="55952"/>
                  </a:lnTo>
                  <a:lnTo>
                    <a:pt x="40042" y="1"/>
                  </a:ln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3"/>
            <p:cNvSpPr/>
            <p:nvPr/>
          </p:nvSpPr>
          <p:spPr>
            <a:xfrm>
              <a:off x="5648945" y="3256278"/>
              <a:ext cx="3803" cy="212284"/>
            </a:xfrm>
            <a:custGeom>
              <a:avLst/>
              <a:gdLst/>
              <a:ahLst/>
              <a:cxnLst/>
              <a:rect l="l" t="t" r="r" b="b"/>
              <a:pathLst>
                <a:path w="267" h="14905" extrusionOk="0">
                  <a:moveTo>
                    <a:pt x="148" y="0"/>
                  </a:moveTo>
                  <a:cubicBezTo>
                    <a:pt x="0" y="0"/>
                    <a:pt x="0" y="3312"/>
                    <a:pt x="0" y="7512"/>
                  </a:cubicBezTo>
                  <a:cubicBezTo>
                    <a:pt x="0" y="11593"/>
                    <a:pt x="0" y="14905"/>
                    <a:pt x="148" y="14905"/>
                  </a:cubicBezTo>
                  <a:cubicBezTo>
                    <a:pt x="267" y="14905"/>
                    <a:pt x="267" y="11593"/>
                    <a:pt x="267" y="7512"/>
                  </a:cubicBezTo>
                  <a:cubicBezTo>
                    <a:pt x="267" y="3312"/>
                    <a:pt x="267" y="0"/>
                    <a:pt x="148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3"/>
            <p:cNvSpPr/>
            <p:nvPr/>
          </p:nvSpPr>
          <p:spPr>
            <a:xfrm>
              <a:off x="5970313" y="2512037"/>
              <a:ext cx="1082872" cy="1690229"/>
            </a:xfrm>
            <a:custGeom>
              <a:avLst/>
              <a:gdLst/>
              <a:ahLst/>
              <a:cxnLst/>
              <a:rect l="l" t="t" r="r" b="b"/>
              <a:pathLst>
                <a:path w="76031" h="118675" extrusionOk="0">
                  <a:moveTo>
                    <a:pt x="50155" y="1"/>
                  </a:moveTo>
                  <a:lnTo>
                    <a:pt x="23037" y="1864"/>
                  </a:lnTo>
                  <a:lnTo>
                    <a:pt x="17241" y="8399"/>
                  </a:lnTo>
                  <a:lnTo>
                    <a:pt x="7157" y="13693"/>
                  </a:lnTo>
                  <a:lnTo>
                    <a:pt x="0" y="63345"/>
                  </a:lnTo>
                  <a:lnTo>
                    <a:pt x="0" y="118675"/>
                  </a:lnTo>
                  <a:lnTo>
                    <a:pt x="76031" y="118675"/>
                  </a:lnTo>
                  <a:lnTo>
                    <a:pt x="72216" y="61985"/>
                  </a:lnTo>
                  <a:lnTo>
                    <a:pt x="76031" y="11357"/>
                  </a:lnTo>
                  <a:lnTo>
                    <a:pt x="57548" y="5797"/>
                  </a:lnTo>
                  <a:lnTo>
                    <a:pt x="501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3"/>
            <p:cNvSpPr/>
            <p:nvPr/>
          </p:nvSpPr>
          <p:spPr>
            <a:xfrm>
              <a:off x="5966937" y="3152664"/>
              <a:ext cx="5070" cy="929993"/>
            </a:xfrm>
            <a:custGeom>
              <a:avLst/>
              <a:gdLst/>
              <a:ahLst/>
              <a:cxnLst/>
              <a:rect l="l" t="t" r="r" b="b"/>
              <a:pathLst>
                <a:path w="356" h="65297" extrusionOk="0">
                  <a:moveTo>
                    <a:pt x="119" y="0"/>
                  </a:moveTo>
                  <a:cubicBezTo>
                    <a:pt x="1" y="0"/>
                    <a:pt x="1" y="14668"/>
                    <a:pt x="1" y="32648"/>
                  </a:cubicBezTo>
                  <a:cubicBezTo>
                    <a:pt x="119" y="50776"/>
                    <a:pt x="119" y="65296"/>
                    <a:pt x="237" y="65296"/>
                  </a:cubicBezTo>
                  <a:cubicBezTo>
                    <a:pt x="237" y="65296"/>
                    <a:pt x="355" y="50776"/>
                    <a:pt x="237" y="32648"/>
                  </a:cubicBezTo>
                  <a:cubicBezTo>
                    <a:pt x="237" y="14668"/>
                    <a:pt x="237" y="0"/>
                    <a:pt x="11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3"/>
            <p:cNvSpPr/>
            <p:nvPr/>
          </p:nvSpPr>
          <p:spPr>
            <a:xfrm>
              <a:off x="6440771" y="2843930"/>
              <a:ext cx="73719" cy="412363"/>
            </a:xfrm>
            <a:custGeom>
              <a:avLst/>
              <a:gdLst/>
              <a:ahLst/>
              <a:cxnLst/>
              <a:rect l="l" t="t" r="r" b="b"/>
              <a:pathLst>
                <a:path w="5176" h="28953" extrusionOk="0">
                  <a:moveTo>
                    <a:pt x="740" y="1"/>
                  </a:moveTo>
                  <a:cubicBezTo>
                    <a:pt x="592" y="977"/>
                    <a:pt x="592" y="2219"/>
                    <a:pt x="474" y="3816"/>
                  </a:cubicBezTo>
                  <a:cubicBezTo>
                    <a:pt x="474" y="7009"/>
                    <a:pt x="355" y="11445"/>
                    <a:pt x="237" y="16384"/>
                  </a:cubicBezTo>
                  <a:cubicBezTo>
                    <a:pt x="119" y="21175"/>
                    <a:pt x="1" y="25492"/>
                    <a:pt x="1" y="28568"/>
                  </a:cubicBezTo>
                  <a:lnTo>
                    <a:pt x="119" y="28568"/>
                  </a:lnTo>
                  <a:cubicBezTo>
                    <a:pt x="237" y="25492"/>
                    <a:pt x="355" y="21175"/>
                    <a:pt x="474" y="16384"/>
                  </a:cubicBezTo>
                  <a:cubicBezTo>
                    <a:pt x="592" y="11445"/>
                    <a:pt x="592" y="7009"/>
                    <a:pt x="740" y="3816"/>
                  </a:cubicBezTo>
                  <a:lnTo>
                    <a:pt x="740" y="1"/>
                  </a:lnTo>
                  <a:close/>
                  <a:moveTo>
                    <a:pt x="1" y="28568"/>
                  </a:moveTo>
                  <a:lnTo>
                    <a:pt x="1" y="28716"/>
                  </a:lnTo>
                  <a:lnTo>
                    <a:pt x="4052" y="28952"/>
                  </a:lnTo>
                  <a:lnTo>
                    <a:pt x="5176" y="28952"/>
                  </a:lnTo>
                  <a:lnTo>
                    <a:pt x="4052" y="28834"/>
                  </a:lnTo>
                  <a:lnTo>
                    <a:pt x="1" y="2856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3"/>
            <p:cNvSpPr/>
            <p:nvPr/>
          </p:nvSpPr>
          <p:spPr>
            <a:xfrm>
              <a:off x="6470253" y="2922691"/>
              <a:ext cx="50974" cy="47613"/>
            </a:xfrm>
            <a:custGeom>
              <a:avLst/>
              <a:gdLst/>
              <a:ahLst/>
              <a:cxnLst/>
              <a:rect l="l" t="t" r="r" b="b"/>
              <a:pathLst>
                <a:path w="3579" h="3343" extrusionOk="0">
                  <a:moveTo>
                    <a:pt x="1361" y="1"/>
                  </a:moveTo>
                  <a:cubicBezTo>
                    <a:pt x="1006" y="119"/>
                    <a:pt x="740" y="385"/>
                    <a:pt x="503" y="622"/>
                  </a:cubicBezTo>
                  <a:cubicBezTo>
                    <a:pt x="148" y="1006"/>
                    <a:pt x="1" y="1598"/>
                    <a:pt x="148" y="2219"/>
                  </a:cubicBezTo>
                  <a:cubicBezTo>
                    <a:pt x="148" y="2485"/>
                    <a:pt x="385" y="2840"/>
                    <a:pt x="622" y="2958"/>
                  </a:cubicBezTo>
                  <a:cubicBezTo>
                    <a:pt x="1006" y="3224"/>
                    <a:pt x="1243" y="3343"/>
                    <a:pt x="1627" y="3343"/>
                  </a:cubicBezTo>
                  <a:cubicBezTo>
                    <a:pt x="1982" y="3343"/>
                    <a:pt x="2366" y="3343"/>
                    <a:pt x="2721" y="3224"/>
                  </a:cubicBezTo>
                  <a:cubicBezTo>
                    <a:pt x="2958" y="2958"/>
                    <a:pt x="3224" y="2722"/>
                    <a:pt x="3342" y="2485"/>
                  </a:cubicBezTo>
                  <a:cubicBezTo>
                    <a:pt x="3579" y="1864"/>
                    <a:pt x="3461" y="1361"/>
                    <a:pt x="3224" y="858"/>
                  </a:cubicBezTo>
                  <a:cubicBezTo>
                    <a:pt x="2958" y="504"/>
                    <a:pt x="2721" y="267"/>
                    <a:pt x="2366" y="119"/>
                  </a:cubicBezTo>
                  <a:cubicBezTo>
                    <a:pt x="2219" y="1"/>
                    <a:pt x="2100" y="1"/>
                    <a:pt x="1982" y="1"/>
                  </a:cubicBezTo>
                  <a:cubicBezTo>
                    <a:pt x="1982" y="119"/>
                    <a:pt x="2100" y="119"/>
                    <a:pt x="2366" y="267"/>
                  </a:cubicBezTo>
                  <a:cubicBezTo>
                    <a:pt x="2603" y="385"/>
                    <a:pt x="2840" y="622"/>
                    <a:pt x="3106" y="858"/>
                  </a:cubicBezTo>
                  <a:cubicBezTo>
                    <a:pt x="3342" y="1361"/>
                    <a:pt x="3342" y="1864"/>
                    <a:pt x="3106" y="2337"/>
                  </a:cubicBezTo>
                  <a:cubicBezTo>
                    <a:pt x="2958" y="2603"/>
                    <a:pt x="2721" y="2840"/>
                    <a:pt x="2366" y="2958"/>
                  </a:cubicBezTo>
                  <a:cubicBezTo>
                    <a:pt x="2133" y="3059"/>
                    <a:pt x="1901" y="3107"/>
                    <a:pt x="1682" y="3107"/>
                  </a:cubicBezTo>
                  <a:cubicBezTo>
                    <a:pt x="1071" y="3107"/>
                    <a:pt x="559" y="2732"/>
                    <a:pt x="385" y="2101"/>
                  </a:cubicBezTo>
                  <a:cubicBezTo>
                    <a:pt x="267" y="1598"/>
                    <a:pt x="385" y="1125"/>
                    <a:pt x="622" y="740"/>
                  </a:cubicBezTo>
                  <a:cubicBezTo>
                    <a:pt x="888" y="504"/>
                    <a:pt x="1124" y="267"/>
                    <a:pt x="1479" y="119"/>
                  </a:cubicBezTo>
                  <a:cubicBezTo>
                    <a:pt x="1627" y="1"/>
                    <a:pt x="1864" y="1"/>
                    <a:pt x="186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3"/>
            <p:cNvSpPr/>
            <p:nvPr/>
          </p:nvSpPr>
          <p:spPr>
            <a:xfrm>
              <a:off x="6468572" y="3061797"/>
              <a:ext cx="50974" cy="48766"/>
            </a:xfrm>
            <a:custGeom>
              <a:avLst/>
              <a:gdLst/>
              <a:ahLst/>
              <a:cxnLst/>
              <a:rect l="l" t="t" r="r" b="b"/>
              <a:pathLst>
                <a:path w="3579" h="3424" extrusionOk="0">
                  <a:moveTo>
                    <a:pt x="1671" y="0"/>
                  </a:moveTo>
                  <a:cubicBezTo>
                    <a:pt x="1605" y="0"/>
                    <a:pt x="1538" y="37"/>
                    <a:pt x="1479" y="111"/>
                  </a:cubicBezTo>
                  <a:lnTo>
                    <a:pt x="1863" y="111"/>
                  </a:lnTo>
                  <a:cubicBezTo>
                    <a:pt x="1804" y="37"/>
                    <a:pt x="1738" y="0"/>
                    <a:pt x="1671" y="0"/>
                  </a:cubicBezTo>
                  <a:close/>
                  <a:moveTo>
                    <a:pt x="1479" y="111"/>
                  </a:moveTo>
                  <a:cubicBezTo>
                    <a:pt x="1124" y="111"/>
                    <a:pt x="740" y="348"/>
                    <a:pt x="503" y="584"/>
                  </a:cubicBezTo>
                  <a:cubicBezTo>
                    <a:pt x="119" y="1087"/>
                    <a:pt x="0" y="1590"/>
                    <a:pt x="119" y="2181"/>
                  </a:cubicBezTo>
                  <a:cubicBezTo>
                    <a:pt x="266" y="2566"/>
                    <a:pt x="385" y="2802"/>
                    <a:pt x="740" y="3068"/>
                  </a:cubicBezTo>
                  <a:cubicBezTo>
                    <a:pt x="1006" y="3187"/>
                    <a:pt x="1361" y="3305"/>
                    <a:pt x="1745" y="3423"/>
                  </a:cubicBezTo>
                  <a:cubicBezTo>
                    <a:pt x="2100" y="3423"/>
                    <a:pt x="2337" y="3305"/>
                    <a:pt x="2721" y="3187"/>
                  </a:cubicBezTo>
                  <a:cubicBezTo>
                    <a:pt x="3076" y="3068"/>
                    <a:pt x="3224" y="2802"/>
                    <a:pt x="3460" y="2447"/>
                  </a:cubicBezTo>
                  <a:cubicBezTo>
                    <a:pt x="3579" y="1945"/>
                    <a:pt x="3579" y="1324"/>
                    <a:pt x="3224" y="850"/>
                  </a:cubicBezTo>
                  <a:cubicBezTo>
                    <a:pt x="3076" y="466"/>
                    <a:pt x="2839" y="229"/>
                    <a:pt x="2484" y="111"/>
                  </a:cubicBezTo>
                  <a:lnTo>
                    <a:pt x="2100" y="111"/>
                  </a:lnTo>
                  <a:cubicBezTo>
                    <a:pt x="2100" y="111"/>
                    <a:pt x="2218" y="111"/>
                    <a:pt x="2337" y="229"/>
                  </a:cubicBezTo>
                  <a:cubicBezTo>
                    <a:pt x="2721" y="348"/>
                    <a:pt x="2958" y="584"/>
                    <a:pt x="3076" y="969"/>
                  </a:cubicBezTo>
                  <a:cubicBezTo>
                    <a:pt x="3342" y="1324"/>
                    <a:pt x="3342" y="1945"/>
                    <a:pt x="3224" y="2329"/>
                  </a:cubicBezTo>
                  <a:cubicBezTo>
                    <a:pt x="2958" y="2684"/>
                    <a:pt x="2721" y="2920"/>
                    <a:pt x="2337" y="3068"/>
                  </a:cubicBezTo>
                  <a:cubicBezTo>
                    <a:pt x="2192" y="3114"/>
                    <a:pt x="2044" y="3137"/>
                    <a:pt x="1895" y="3137"/>
                  </a:cubicBezTo>
                  <a:cubicBezTo>
                    <a:pt x="1282" y="3137"/>
                    <a:pt x="670" y="2753"/>
                    <a:pt x="385" y="2063"/>
                  </a:cubicBezTo>
                  <a:cubicBezTo>
                    <a:pt x="266" y="1708"/>
                    <a:pt x="385" y="1087"/>
                    <a:pt x="740" y="703"/>
                  </a:cubicBezTo>
                  <a:cubicBezTo>
                    <a:pt x="858" y="466"/>
                    <a:pt x="1242" y="229"/>
                    <a:pt x="1479" y="11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3"/>
            <p:cNvSpPr/>
            <p:nvPr/>
          </p:nvSpPr>
          <p:spPr>
            <a:xfrm>
              <a:off x="6137092" y="3286173"/>
              <a:ext cx="893347" cy="628009"/>
            </a:xfrm>
            <a:custGeom>
              <a:avLst/>
              <a:gdLst/>
              <a:ahLst/>
              <a:cxnLst/>
              <a:rect l="l" t="t" r="r" b="b"/>
              <a:pathLst>
                <a:path w="62724" h="44094" extrusionOk="0">
                  <a:moveTo>
                    <a:pt x="237" y="1"/>
                  </a:moveTo>
                  <a:lnTo>
                    <a:pt x="1" y="356"/>
                  </a:lnTo>
                  <a:cubicBezTo>
                    <a:pt x="6891" y="9730"/>
                    <a:pt x="12185" y="20081"/>
                    <a:pt x="19844" y="28834"/>
                  </a:cubicBezTo>
                  <a:cubicBezTo>
                    <a:pt x="27237" y="37203"/>
                    <a:pt x="37439" y="44093"/>
                    <a:pt x="48529" y="44093"/>
                  </a:cubicBezTo>
                  <a:cubicBezTo>
                    <a:pt x="49032" y="44093"/>
                    <a:pt x="49416" y="44093"/>
                    <a:pt x="49889" y="43975"/>
                  </a:cubicBezTo>
                  <a:cubicBezTo>
                    <a:pt x="53586" y="43857"/>
                    <a:pt x="60003" y="42615"/>
                    <a:pt x="62724" y="40042"/>
                  </a:cubicBezTo>
                  <a:lnTo>
                    <a:pt x="61985" y="32767"/>
                  </a:lnTo>
                  <a:cubicBezTo>
                    <a:pt x="59146" y="35222"/>
                    <a:pt x="55686" y="36966"/>
                    <a:pt x="51752" y="37706"/>
                  </a:cubicBezTo>
                  <a:cubicBezTo>
                    <a:pt x="50274" y="37942"/>
                    <a:pt x="48677" y="38179"/>
                    <a:pt x="47050" y="38179"/>
                  </a:cubicBezTo>
                  <a:cubicBezTo>
                    <a:pt x="40397" y="38179"/>
                    <a:pt x="33891" y="35488"/>
                    <a:pt x="29070" y="30549"/>
                  </a:cubicBezTo>
                  <a:lnTo>
                    <a:pt x="237" y="1"/>
                  </a:lnTo>
                  <a:close/>
                </a:path>
              </a:pathLst>
            </a:custGeom>
            <a:solidFill>
              <a:srgbClr val="A0B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3"/>
            <p:cNvSpPr/>
            <p:nvPr/>
          </p:nvSpPr>
          <p:spPr>
            <a:xfrm>
              <a:off x="6080663" y="1911858"/>
              <a:ext cx="217768" cy="233349"/>
            </a:xfrm>
            <a:custGeom>
              <a:avLst/>
              <a:gdLst/>
              <a:ahLst/>
              <a:cxnLst/>
              <a:rect l="l" t="t" r="r" b="b"/>
              <a:pathLst>
                <a:path w="15290" h="16384" extrusionOk="0">
                  <a:moveTo>
                    <a:pt x="7659" y="0"/>
                  </a:moveTo>
                  <a:cubicBezTo>
                    <a:pt x="3460" y="0"/>
                    <a:pt x="0" y="3697"/>
                    <a:pt x="0" y="8251"/>
                  </a:cubicBezTo>
                  <a:cubicBezTo>
                    <a:pt x="0" y="12687"/>
                    <a:pt x="3460" y="16383"/>
                    <a:pt x="7659" y="16383"/>
                  </a:cubicBezTo>
                  <a:cubicBezTo>
                    <a:pt x="11829" y="16383"/>
                    <a:pt x="15289" y="12687"/>
                    <a:pt x="15289" y="8251"/>
                  </a:cubicBezTo>
                  <a:cubicBezTo>
                    <a:pt x="15289" y="3697"/>
                    <a:pt x="11829" y="0"/>
                    <a:pt x="7659" y="0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3"/>
            <p:cNvSpPr/>
            <p:nvPr/>
          </p:nvSpPr>
          <p:spPr>
            <a:xfrm>
              <a:off x="6135412" y="1911858"/>
              <a:ext cx="138580" cy="229133"/>
            </a:xfrm>
            <a:custGeom>
              <a:avLst/>
              <a:gdLst/>
              <a:ahLst/>
              <a:cxnLst/>
              <a:rect l="l" t="t" r="r" b="b"/>
              <a:pathLst>
                <a:path w="9730" h="16088" extrusionOk="0">
                  <a:moveTo>
                    <a:pt x="4436" y="0"/>
                  </a:moveTo>
                  <a:cubicBezTo>
                    <a:pt x="4673" y="266"/>
                    <a:pt x="4910" y="385"/>
                    <a:pt x="5294" y="503"/>
                  </a:cubicBezTo>
                  <a:cubicBezTo>
                    <a:pt x="6033" y="858"/>
                    <a:pt x="6654" y="1360"/>
                    <a:pt x="7246" y="1981"/>
                  </a:cubicBezTo>
                  <a:cubicBezTo>
                    <a:pt x="8133" y="2957"/>
                    <a:pt x="8606" y="4081"/>
                    <a:pt x="8872" y="5294"/>
                  </a:cubicBezTo>
                  <a:cubicBezTo>
                    <a:pt x="9345" y="6772"/>
                    <a:pt x="9345" y="8399"/>
                    <a:pt x="8872" y="9877"/>
                  </a:cubicBezTo>
                  <a:cubicBezTo>
                    <a:pt x="8488" y="11356"/>
                    <a:pt x="7749" y="12687"/>
                    <a:pt x="6654" y="13810"/>
                  </a:cubicBezTo>
                  <a:cubicBezTo>
                    <a:pt x="5767" y="14668"/>
                    <a:pt x="4673" y="15407"/>
                    <a:pt x="3431" y="15644"/>
                  </a:cubicBezTo>
                  <a:cubicBezTo>
                    <a:pt x="2916" y="15804"/>
                    <a:pt x="2402" y="15867"/>
                    <a:pt x="1913" y="15867"/>
                  </a:cubicBezTo>
                  <a:cubicBezTo>
                    <a:pt x="1587" y="15867"/>
                    <a:pt x="1272" y="15839"/>
                    <a:pt x="976" y="15792"/>
                  </a:cubicBezTo>
                  <a:cubicBezTo>
                    <a:pt x="355" y="15526"/>
                    <a:pt x="119" y="15407"/>
                    <a:pt x="1" y="15407"/>
                  </a:cubicBezTo>
                  <a:cubicBezTo>
                    <a:pt x="1" y="15407"/>
                    <a:pt x="119" y="15526"/>
                    <a:pt x="237" y="15526"/>
                  </a:cubicBezTo>
                  <a:cubicBezTo>
                    <a:pt x="474" y="15644"/>
                    <a:pt x="740" y="15792"/>
                    <a:pt x="858" y="15910"/>
                  </a:cubicBezTo>
                  <a:cubicBezTo>
                    <a:pt x="1287" y="16028"/>
                    <a:pt x="1716" y="16088"/>
                    <a:pt x="2145" y="16088"/>
                  </a:cubicBezTo>
                  <a:cubicBezTo>
                    <a:pt x="2573" y="16088"/>
                    <a:pt x="3002" y="16028"/>
                    <a:pt x="3431" y="15910"/>
                  </a:cubicBezTo>
                  <a:cubicBezTo>
                    <a:pt x="4791" y="15644"/>
                    <a:pt x="5915" y="15052"/>
                    <a:pt x="6891" y="14047"/>
                  </a:cubicBezTo>
                  <a:cubicBezTo>
                    <a:pt x="7985" y="12953"/>
                    <a:pt x="8872" y="11593"/>
                    <a:pt x="9227" y="9996"/>
                  </a:cubicBezTo>
                  <a:cubicBezTo>
                    <a:pt x="9730" y="8399"/>
                    <a:pt x="9730" y="6772"/>
                    <a:pt x="9227" y="5294"/>
                  </a:cubicBezTo>
                  <a:cubicBezTo>
                    <a:pt x="8991" y="3963"/>
                    <a:pt x="8370" y="2839"/>
                    <a:pt x="7512" y="1863"/>
                  </a:cubicBezTo>
                  <a:cubicBezTo>
                    <a:pt x="6891" y="1242"/>
                    <a:pt x="6152" y="739"/>
                    <a:pt x="5294" y="385"/>
                  </a:cubicBezTo>
                  <a:cubicBezTo>
                    <a:pt x="5176" y="266"/>
                    <a:pt x="4910" y="266"/>
                    <a:pt x="4673" y="118"/>
                  </a:cubicBezTo>
                  <a:cubicBezTo>
                    <a:pt x="4555" y="0"/>
                    <a:pt x="4436" y="0"/>
                    <a:pt x="44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3"/>
            <p:cNvSpPr/>
            <p:nvPr/>
          </p:nvSpPr>
          <p:spPr>
            <a:xfrm>
              <a:off x="6257983" y="2066218"/>
              <a:ext cx="28229" cy="22973"/>
            </a:xfrm>
            <a:custGeom>
              <a:avLst/>
              <a:gdLst/>
              <a:ahLst/>
              <a:cxnLst/>
              <a:rect l="l" t="t" r="r" b="b"/>
              <a:pathLst>
                <a:path w="1982" h="1613" extrusionOk="0">
                  <a:moveTo>
                    <a:pt x="684" y="1"/>
                  </a:moveTo>
                  <a:cubicBezTo>
                    <a:pt x="625" y="1"/>
                    <a:pt x="564" y="5"/>
                    <a:pt x="503" y="15"/>
                  </a:cubicBezTo>
                  <a:cubicBezTo>
                    <a:pt x="266" y="15"/>
                    <a:pt x="0" y="133"/>
                    <a:pt x="118" y="133"/>
                  </a:cubicBezTo>
                  <a:cubicBezTo>
                    <a:pt x="118" y="133"/>
                    <a:pt x="739" y="133"/>
                    <a:pt x="1242" y="636"/>
                  </a:cubicBezTo>
                  <a:cubicBezTo>
                    <a:pt x="1745" y="991"/>
                    <a:pt x="1745" y="1612"/>
                    <a:pt x="1863" y="1612"/>
                  </a:cubicBezTo>
                  <a:cubicBezTo>
                    <a:pt x="1863" y="1612"/>
                    <a:pt x="1981" y="1494"/>
                    <a:pt x="1863" y="1257"/>
                  </a:cubicBezTo>
                  <a:cubicBezTo>
                    <a:pt x="1863" y="579"/>
                    <a:pt x="1341" y="1"/>
                    <a:pt x="6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3"/>
            <p:cNvSpPr/>
            <p:nvPr/>
          </p:nvSpPr>
          <p:spPr>
            <a:xfrm>
              <a:off x="6263452" y="2048742"/>
              <a:ext cx="15596" cy="5483"/>
            </a:xfrm>
            <a:custGeom>
              <a:avLst/>
              <a:gdLst/>
              <a:ahLst/>
              <a:cxnLst/>
              <a:rect l="l" t="t" r="r" b="b"/>
              <a:pathLst>
                <a:path w="1095" h="385" extrusionOk="0">
                  <a:moveTo>
                    <a:pt x="622" y="0"/>
                  </a:moveTo>
                  <a:cubicBezTo>
                    <a:pt x="237" y="0"/>
                    <a:pt x="1" y="266"/>
                    <a:pt x="1" y="266"/>
                  </a:cubicBezTo>
                  <a:cubicBezTo>
                    <a:pt x="119" y="385"/>
                    <a:pt x="355" y="385"/>
                    <a:pt x="622" y="385"/>
                  </a:cubicBezTo>
                  <a:lnTo>
                    <a:pt x="1095" y="385"/>
                  </a:lnTo>
                  <a:cubicBezTo>
                    <a:pt x="1095" y="266"/>
                    <a:pt x="976" y="0"/>
                    <a:pt x="62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3"/>
            <p:cNvSpPr/>
            <p:nvPr/>
          </p:nvSpPr>
          <p:spPr>
            <a:xfrm>
              <a:off x="6256288" y="1954229"/>
              <a:ext cx="23927" cy="11964"/>
            </a:xfrm>
            <a:custGeom>
              <a:avLst/>
              <a:gdLst/>
              <a:ahLst/>
              <a:cxnLst/>
              <a:rect l="l" t="t" r="r" b="b"/>
              <a:pathLst>
                <a:path w="1680" h="840" extrusionOk="0">
                  <a:moveTo>
                    <a:pt x="1137" y="0"/>
                  </a:moveTo>
                  <a:cubicBezTo>
                    <a:pt x="987" y="0"/>
                    <a:pt x="811" y="28"/>
                    <a:pt x="622" y="101"/>
                  </a:cubicBezTo>
                  <a:cubicBezTo>
                    <a:pt x="119" y="367"/>
                    <a:pt x="1" y="722"/>
                    <a:pt x="1" y="840"/>
                  </a:cubicBezTo>
                  <a:cubicBezTo>
                    <a:pt x="119" y="840"/>
                    <a:pt x="385" y="603"/>
                    <a:pt x="858" y="485"/>
                  </a:cubicBezTo>
                  <a:cubicBezTo>
                    <a:pt x="1243" y="249"/>
                    <a:pt x="1598" y="367"/>
                    <a:pt x="1598" y="249"/>
                  </a:cubicBezTo>
                  <a:cubicBezTo>
                    <a:pt x="1680" y="146"/>
                    <a:pt x="1477" y="0"/>
                    <a:pt x="113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3"/>
            <p:cNvSpPr/>
            <p:nvPr/>
          </p:nvSpPr>
          <p:spPr>
            <a:xfrm>
              <a:off x="6133304" y="1695514"/>
              <a:ext cx="616216" cy="1117239"/>
            </a:xfrm>
            <a:custGeom>
              <a:avLst/>
              <a:gdLst/>
              <a:ahLst/>
              <a:cxnLst/>
              <a:rect l="l" t="t" r="r" b="b"/>
              <a:pathLst>
                <a:path w="43266" h="78444" extrusionOk="0">
                  <a:moveTo>
                    <a:pt x="17626" y="1"/>
                  </a:moveTo>
                  <a:cubicBezTo>
                    <a:pt x="12348" y="1"/>
                    <a:pt x="7031" y="1069"/>
                    <a:pt x="1982" y="3243"/>
                  </a:cubicBezTo>
                  <a:cubicBezTo>
                    <a:pt x="1982" y="3243"/>
                    <a:pt x="1" y="29237"/>
                    <a:pt x="149" y="40593"/>
                  </a:cubicBezTo>
                  <a:cubicBezTo>
                    <a:pt x="267" y="51919"/>
                    <a:pt x="11593" y="53634"/>
                    <a:pt x="11593" y="53634"/>
                  </a:cubicBezTo>
                  <a:cubicBezTo>
                    <a:pt x="11593" y="53634"/>
                    <a:pt x="11356" y="58455"/>
                    <a:pt x="11090" y="63748"/>
                  </a:cubicBezTo>
                  <a:cubicBezTo>
                    <a:pt x="10735" y="71259"/>
                    <a:pt x="16413" y="77795"/>
                    <a:pt x="23925" y="78416"/>
                  </a:cubicBezTo>
                  <a:lnTo>
                    <a:pt x="24043" y="78416"/>
                  </a:lnTo>
                  <a:cubicBezTo>
                    <a:pt x="24342" y="78434"/>
                    <a:pt x="24639" y="78444"/>
                    <a:pt x="24934" y="78444"/>
                  </a:cubicBezTo>
                  <a:cubicBezTo>
                    <a:pt x="32184" y="78444"/>
                    <a:pt x="38351" y="72936"/>
                    <a:pt x="38947" y="65463"/>
                  </a:cubicBezTo>
                  <a:lnTo>
                    <a:pt x="43265" y="9542"/>
                  </a:lnTo>
                  <a:lnTo>
                    <a:pt x="41550" y="8181"/>
                  </a:lnTo>
                  <a:cubicBezTo>
                    <a:pt x="34541" y="2779"/>
                    <a:pt x="26135" y="1"/>
                    <a:pt x="17626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3"/>
            <p:cNvSpPr/>
            <p:nvPr/>
          </p:nvSpPr>
          <p:spPr>
            <a:xfrm>
              <a:off x="6298417" y="2397897"/>
              <a:ext cx="210604" cy="103101"/>
            </a:xfrm>
            <a:custGeom>
              <a:avLst/>
              <a:gdLst/>
              <a:ahLst/>
              <a:cxnLst/>
              <a:rect l="l" t="t" r="r" b="b"/>
              <a:pathLst>
                <a:path w="14787" h="7239" extrusionOk="0">
                  <a:moveTo>
                    <a:pt x="14786" y="1"/>
                  </a:moveTo>
                  <a:lnTo>
                    <a:pt x="14786" y="1"/>
                  </a:lnTo>
                  <a:cubicBezTo>
                    <a:pt x="8720" y="3833"/>
                    <a:pt x="2952" y="4226"/>
                    <a:pt x="844" y="4226"/>
                  </a:cubicBezTo>
                  <a:cubicBezTo>
                    <a:pt x="300" y="4226"/>
                    <a:pt x="0" y="4200"/>
                    <a:pt x="0" y="4200"/>
                  </a:cubicBezTo>
                  <a:lnTo>
                    <a:pt x="0" y="7157"/>
                  </a:lnTo>
                  <a:cubicBezTo>
                    <a:pt x="641" y="7212"/>
                    <a:pt x="1257" y="7238"/>
                    <a:pt x="1849" y="7238"/>
                  </a:cubicBezTo>
                  <a:cubicBezTo>
                    <a:pt x="11707" y="7238"/>
                    <a:pt x="14786" y="1"/>
                    <a:pt x="14786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3"/>
            <p:cNvSpPr/>
            <p:nvPr/>
          </p:nvSpPr>
          <p:spPr>
            <a:xfrm>
              <a:off x="6338837" y="2173407"/>
              <a:ext cx="84259" cy="72039"/>
            </a:xfrm>
            <a:custGeom>
              <a:avLst/>
              <a:gdLst/>
              <a:ahLst/>
              <a:cxnLst/>
              <a:rect l="l" t="t" r="r" b="b"/>
              <a:pathLst>
                <a:path w="5916" h="5058" extrusionOk="0">
                  <a:moveTo>
                    <a:pt x="5679" y="1"/>
                  </a:moveTo>
                  <a:cubicBezTo>
                    <a:pt x="5294" y="1"/>
                    <a:pt x="5294" y="1982"/>
                    <a:pt x="3698" y="3342"/>
                  </a:cubicBezTo>
                  <a:cubicBezTo>
                    <a:pt x="2101" y="4555"/>
                    <a:pt x="119" y="4436"/>
                    <a:pt x="119" y="4673"/>
                  </a:cubicBezTo>
                  <a:cubicBezTo>
                    <a:pt x="1" y="4821"/>
                    <a:pt x="504" y="5057"/>
                    <a:pt x="1361" y="5057"/>
                  </a:cubicBezTo>
                  <a:cubicBezTo>
                    <a:pt x="2456" y="5057"/>
                    <a:pt x="3579" y="4673"/>
                    <a:pt x="4437" y="3934"/>
                  </a:cubicBezTo>
                  <a:cubicBezTo>
                    <a:pt x="5294" y="3342"/>
                    <a:pt x="5797" y="2337"/>
                    <a:pt x="5915" y="1361"/>
                  </a:cubicBezTo>
                  <a:cubicBezTo>
                    <a:pt x="5915" y="503"/>
                    <a:pt x="5797" y="1"/>
                    <a:pt x="567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3"/>
            <p:cNvSpPr/>
            <p:nvPr/>
          </p:nvSpPr>
          <p:spPr>
            <a:xfrm>
              <a:off x="6428138" y="1856924"/>
              <a:ext cx="115834" cy="33228"/>
            </a:xfrm>
            <a:custGeom>
              <a:avLst/>
              <a:gdLst/>
              <a:ahLst/>
              <a:cxnLst/>
              <a:rect l="l" t="t" r="r" b="b"/>
              <a:pathLst>
                <a:path w="8133" h="2333" extrusionOk="0">
                  <a:moveTo>
                    <a:pt x="3533" y="0"/>
                  </a:moveTo>
                  <a:cubicBezTo>
                    <a:pt x="2715" y="0"/>
                    <a:pt x="1893" y="140"/>
                    <a:pt x="1124" y="427"/>
                  </a:cubicBezTo>
                  <a:cubicBezTo>
                    <a:pt x="385" y="663"/>
                    <a:pt x="0" y="1166"/>
                    <a:pt x="148" y="1284"/>
                  </a:cubicBezTo>
                  <a:cubicBezTo>
                    <a:pt x="266" y="1757"/>
                    <a:pt x="1982" y="1521"/>
                    <a:pt x="4081" y="1757"/>
                  </a:cubicBezTo>
                  <a:cubicBezTo>
                    <a:pt x="5523" y="1951"/>
                    <a:pt x="6823" y="2332"/>
                    <a:pt x="7516" y="2332"/>
                  </a:cubicBezTo>
                  <a:cubicBezTo>
                    <a:pt x="7776" y="2332"/>
                    <a:pt x="7950" y="2279"/>
                    <a:pt x="8014" y="2142"/>
                  </a:cubicBezTo>
                  <a:cubicBezTo>
                    <a:pt x="8133" y="2024"/>
                    <a:pt x="7896" y="1521"/>
                    <a:pt x="7157" y="1018"/>
                  </a:cubicBezTo>
                  <a:cubicBezTo>
                    <a:pt x="6107" y="348"/>
                    <a:pt x="4824" y="0"/>
                    <a:pt x="353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3"/>
            <p:cNvSpPr/>
            <p:nvPr/>
          </p:nvSpPr>
          <p:spPr>
            <a:xfrm>
              <a:off x="6185958" y="1910647"/>
              <a:ext cx="100253" cy="29881"/>
            </a:xfrm>
            <a:custGeom>
              <a:avLst/>
              <a:gdLst/>
              <a:ahLst/>
              <a:cxnLst/>
              <a:rect l="l" t="t" r="r" b="b"/>
              <a:pathLst>
                <a:path w="7039" h="2098" extrusionOk="0">
                  <a:moveTo>
                    <a:pt x="3180" y="1"/>
                  </a:moveTo>
                  <a:cubicBezTo>
                    <a:pt x="2392" y="1"/>
                    <a:pt x="1606" y="160"/>
                    <a:pt x="887" y="470"/>
                  </a:cubicBezTo>
                  <a:cubicBezTo>
                    <a:pt x="266" y="824"/>
                    <a:pt x="0" y="1209"/>
                    <a:pt x="148" y="1445"/>
                  </a:cubicBezTo>
                  <a:cubicBezTo>
                    <a:pt x="299" y="1659"/>
                    <a:pt x="631" y="1712"/>
                    <a:pt x="1085" y="1712"/>
                  </a:cubicBezTo>
                  <a:cubicBezTo>
                    <a:pt x="1542" y="1712"/>
                    <a:pt x="2124" y="1658"/>
                    <a:pt x="2770" y="1658"/>
                  </a:cubicBezTo>
                  <a:cubicBezTo>
                    <a:pt x="2993" y="1658"/>
                    <a:pt x="3224" y="1665"/>
                    <a:pt x="3460" y="1682"/>
                  </a:cubicBezTo>
                  <a:cubicBezTo>
                    <a:pt x="4659" y="1868"/>
                    <a:pt x="5685" y="2097"/>
                    <a:pt x="6325" y="2097"/>
                  </a:cubicBezTo>
                  <a:cubicBezTo>
                    <a:pt x="6600" y="2097"/>
                    <a:pt x="6804" y="2055"/>
                    <a:pt x="6920" y="1948"/>
                  </a:cubicBezTo>
                  <a:cubicBezTo>
                    <a:pt x="7038" y="1682"/>
                    <a:pt x="6920" y="1327"/>
                    <a:pt x="6299" y="943"/>
                  </a:cubicBezTo>
                  <a:cubicBezTo>
                    <a:pt x="5371" y="307"/>
                    <a:pt x="4274" y="1"/>
                    <a:pt x="318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3"/>
            <p:cNvSpPr/>
            <p:nvPr/>
          </p:nvSpPr>
          <p:spPr>
            <a:xfrm>
              <a:off x="6722972" y="1992342"/>
              <a:ext cx="116518" cy="168759"/>
            </a:xfrm>
            <a:custGeom>
              <a:avLst/>
              <a:gdLst/>
              <a:ahLst/>
              <a:cxnLst/>
              <a:rect l="l" t="t" r="r" b="b"/>
              <a:pathLst>
                <a:path w="8181" h="11849" extrusionOk="0">
                  <a:moveTo>
                    <a:pt x="2984" y="1"/>
                  </a:moveTo>
                  <a:cubicBezTo>
                    <a:pt x="1642" y="1"/>
                    <a:pt x="547" y="338"/>
                    <a:pt x="503" y="382"/>
                  </a:cubicBezTo>
                  <a:cubicBezTo>
                    <a:pt x="503" y="382"/>
                    <a:pt x="0" y="11235"/>
                    <a:pt x="0" y="11472"/>
                  </a:cubicBezTo>
                  <a:cubicBezTo>
                    <a:pt x="0" y="11565"/>
                    <a:pt x="950" y="11849"/>
                    <a:pt x="2196" y="11849"/>
                  </a:cubicBezTo>
                  <a:cubicBezTo>
                    <a:pt x="4515" y="11849"/>
                    <a:pt x="7860" y="10863"/>
                    <a:pt x="8014" y="5823"/>
                  </a:cubicBezTo>
                  <a:cubicBezTo>
                    <a:pt x="8181" y="950"/>
                    <a:pt x="5236" y="1"/>
                    <a:pt x="2984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3"/>
            <p:cNvSpPr/>
            <p:nvPr/>
          </p:nvSpPr>
          <p:spPr>
            <a:xfrm>
              <a:off x="6758350" y="2027678"/>
              <a:ext cx="50974" cy="97775"/>
            </a:xfrm>
            <a:custGeom>
              <a:avLst/>
              <a:gdLst/>
              <a:ahLst/>
              <a:cxnLst/>
              <a:rect l="l" t="t" r="r" b="b"/>
              <a:pathLst>
                <a:path w="3579" h="6865" extrusionOk="0">
                  <a:moveTo>
                    <a:pt x="1715" y="1"/>
                  </a:moveTo>
                  <a:cubicBezTo>
                    <a:pt x="1479" y="1"/>
                    <a:pt x="1213" y="119"/>
                    <a:pt x="976" y="267"/>
                  </a:cubicBezTo>
                  <a:cubicBezTo>
                    <a:pt x="858" y="385"/>
                    <a:pt x="739" y="503"/>
                    <a:pt x="621" y="740"/>
                  </a:cubicBezTo>
                  <a:cubicBezTo>
                    <a:pt x="621" y="1006"/>
                    <a:pt x="739" y="1243"/>
                    <a:pt x="739" y="1243"/>
                  </a:cubicBezTo>
                  <a:cubicBezTo>
                    <a:pt x="858" y="1124"/>
                    <a:pt x="739" y="1006"/>
                    <a:pt x="858" y="740"/>
                  </a:cubicBezTo>
                  <a:cubicBezTo>
                    <a:pt x="944" y="567"/>
                    <a:pt x="1173" y="457"/>
                    <a:pt x="1429" y="457"/>
                  </a:cubicBezTo>
                  <a:cubicBezTo>
                    <a:pt x="1523" y="457"/>
                    <a:pt x="1620" y="472"/>
                    <a:pt x="1715" y="503"/>
                  </a:cubicBezTo>
                  <a:cubicBezTo>
                    <a:pt x="2218" y="622"/>
                    <a:pt x="2573" y="1006"/>
                    <a:pt x="2691" y="1479"/>
                  </a:cubicBezTo>
                  <a:cubicBezTo>
                    <a:pt x="2957" y="2100"/>
                    <a:pt x="3076" y="2839"/>
                    <a:pt x="2957" y="3461"/>
                  </a:cubicBezTo>
                  <a:cubicBezTo>
                    <a:pt x="2957" y="4939"/>
                    <a:pt x="2218" y="6181"/>
                    <a:pt x="1360" y="6418"/>
                  </a:cubicBezTo>
                  <a:cubicBezTo>
                    <a:pt x="1168" y="6477"/>
                    <a:pt x="983" y="6506"/>
                    <a:pt x="813" y="6506"/>
                  </a:cubicBezTo>
                  <a:cubicBezTo>
                    <a:pt x="643" y="6506"/>
                    <a:pt x="488" y="6477"/>
                    <a:pt x="355" y="6418"/>
                  </a:cubicBezTo>
                  <a:cubicBezTo>
                    <a:pt x="118" y="6299"/>
                    <a:pt x="0" y="6181"/>
                    <a:pt x="0" y="6181"/>
                  </a:cubicBezTo>
                  <a:lnTo>
                    <a:pt x="0" y="6181"/>
                  </a:lnTo>
                  <a:cubicBezTo>
                    <a:pt x="0" y="6181"/>
                    <a:pt x="0" y="6418"/>
                    <a:pt x="237" y="6536"/>
                  </a:cubicBezTo>
                  <a:cubicBezTo>
                    <a:pt x="474" y="6773"/>
                    <a:pt x="745" y="6864"/>
                    <a:pt x="1008" y="6864"/>
                  </a:cubicBezTo>
                  <a:cubicBezTo>
                    <a:pt x="1171" y="6864"/>
                    <a:pt x="1332" y="6829"/>
                    <a:pt x="1479" y="6773"/>
                  </a:cubicBezTo>
                  <a:cubicBezTo>
                    <a:pt x="2573" y="6536"/>
                    <a:pt x="3430" y="5057"/>
                    <a:pt x="3578" y="3579"/>
                  </a:cubicBezTo>
                  <a:cubicBezTo>
                    <a:pt x="3578" y="2839"/>
                    <a:pt x="3430" y="2100"/>
                    <a:pt x="3194" y="1361"/>
                  </a:cubicBezTo>
                  <a:cubicBezTo>
                    <a:pt x="2957" y="740"/>
                    <a:pt x="2455" y="267"/>
                    <a:pt x="1715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3"/>
            <p:cNvSpPr/>
            <p:nvPr/>
          </p:nvSpPr>
          <p:spPr>
            <a:xfrm>
              <a:off x="6080663" y="1458747"/>
              <a:ext cx="809102" cy="618224"/>
            </a:xfrm>
            <a:custGeom>
              <a:avLst/>
              <a:gdLst/>
              <a:ahLst/>
              <a:cxnLst/>
              <a:rect l="l" t="t" r="r" b="b"/>
              <a:pathLst>
                <a:path w="56809" h="43407" extrusionOk="0">
                  <a:moveTo>
                    <a:pt x="30373" y="0"/>
                  </a:moveTo>
                  <a:cubicBezTo>
                    <a:pt x="30156" y="0"/>
                    <a:pt x="29939" y="8"/>
                    <a:pt x="29720" y="24"/>
                  </a:cubicBezTo>
                  <a:lnTo>
                    <a:pt x="28981" y="24"/>
                  </a:lnTo>
                  <a:cubicBezTo>
                    <a:pt x="25018" y="645"/>
                    <a:pt x="21706" y="2981"/>
                    <a:pt x="19961" y="6441"/>
                  </a:cubicBezTo>
                  <a:cubicBezTo>
                    <a:pt x="19222" y="5820"/>
                    <a:pt x="18365" y="5199"/>
                    <a:pt x="17389" y="4726"/>
                  </a:cubicBezTo>
                  <a:cubicBezTo>
                    <a:pt x="15689" y="3859"/>
                    <a:pt x="13862" y="3447"/>
                    <a:pt x="12054" y="3447"/>
                  </a:cubicBezTo>
                  <a:cubicBezTo>
                    <a:pt x="7697" y="3447"/>
                    <a:pt x="3450" y="5839"/>
                    <a:pt x="1360" y="10019"/>
                  </a:cubicBezTo>
                  <a:cubicBezTo>
                    <a:pt x="266" y="11971"/>
                    <a:pt x="0" y="14337"/>
                    <a:pt x="503" y="16555"/>
                  </a:cubicBezTo>
                  <a:cubicBezTo>
                    <a:pt x="1124" y="18625"/>
                    <a:pt x="2839" y="20488"/>
                    <a:pt x="5057" y="20843"/>
                  </a:cubicBezTo>
                  <a:lnTo>
                    <a:pt x="5175" y="20843"/>
                  </a:lnTo>
                  <a:cubicBezTo>
                    <a:pt x="5915" y="22588"/>
                    <a:pt x="7541" y="23682"/>
                    <a:pt x="9256" y="23800"/>
                  </a:cubicBezTo>
                  <a:cubicBezTo>
                    <a:pt x="9637" y="23880"/>
                    <a:pt x="10024" y="23916"/>
                    <a:pt x="10414" y="23916"/>
                  </a:cubicBezTo>
                  <a:cubicBezTo>
                    <a:pt x="11901" y="23916"/>
                    <a:pt x="13427" y="23385"/>
                    <a:pt x="14786" y="22706"/>
                  </a:cubicBezTo>
                  <a:cubicBezTo>
                    <a:pt x="15407" y="22469"/>
                    <a:pt x="16028" y="22085"/>
                    <a:pt x="16768" y="22085"/>
                  </a:cubicBezTo>
                  <a:cubicBezTo>
                    <a:pt x="17389" y="22321"/>
                    <a:pt x="18010" y="22588"/>
                    <a:pt x="18365" y="22942"/>
                  </a:cubicBezTo>
                  <a:cubicBezTo>
                    <a:pt x="19969" y="23806"/>
                    <a:pt x="21733" y="24244"/>
                    <a:pt x="23481" y="24244"/>
                  </a:cubicBezTo>
                  <a:cubicBezTo>
                    <a:pt x="25503" y="24244"/>
                    <a:pt x="27505" y="23659"/>
                    <a:pt x="29218" y="22469"/>
                  </a:cubicBezTo>
                  <a:cubicBezTo>
                    <a:pt x="31016" y="24912"/>
                    <a:pt x="33821" y="26270"/>
                    <a:pt x="36695" y="26270"/>
                  </a:cubicBezTo>
                  <a:cubicBezTo>
                    <a:pt x="38170" y="26270"/>
                    <a:pt x="39663" y="25913"/>
                    <a:pt x="41047" y="25160"/>
                  </a:cubicBezTo>
                  <a:lnTo>
                    <a:pt x="41401" y="25160"/>
                  </a:lnTo>
                  <a:cubicBezTo>
                    <a:pt x="38592" y="30957"/>
                    <a:pt x="39450" y="37995"/>
                    <a:pt x="43767" y="42904"/>
                  </a:cubicBezTo>
                  <a:lnTo>
                    <a:pt x="44861" y="43407"/>
                  </a:lnTo>
                  <a:cubicBezTo>
                    <a:pt x="49534" y="41543"/>
                    <a:pt x="51900" y="35274"/>
                    <a:pt x="49416" y="30957"/>
                  </a:cubicBezTo>
                  <a:cubicBezTo>
                    <a:pt x="51160" y="30454"/>
                    <a:pt x="52757" y="29478"/>
                    <a:pt x="53851" y="27999"/>
                  </a:cubicBezTo>
                  <a:cubicBezTo>
                    <a:pt x="56809" y="24303"/>
                    <a:pt x="56188" y="19009"/>
                    <a:pt x="52491" y="16052"/>
                  </a:cubicBezTo>
                  <a:cubicBezTo>
                    <a:pt x="50273" y="14189"/>
                    <a:pt x="40662" y="10995"/>
                    <a:pt x="40662" y="10995"/>
                  </a:cubicBezTo>
                  <a:lnTo>
                    <a:pt x="40189" y="8274"/>
                  </a:lnTo>
                  <a:cubicBezTo>
                    <a:pt x="39115" y="3584"/>
                    <a:pt x="35018" y="0"/>
                    <a:pt x="3037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3"/>
            <p:cNvSpPr/>
            <p:nvPr/>
          </p:nvSpPr>
          <p:spPr>
            <a:xfrm>
              <a:off x="6659792" y="1615343"/>
              <a:ext cx="219448" cy="377398"/>
            </a:xfrm>
            <a:custGeom>
              <a:avLst/>
              <a:gdLst/>
              <a:ahLst/>
              <a:cxnLst/>
              <a:rect l="l" t="t" r="r" b="b"/>
              <a:pathLst>
                <a:path w="15408" h="26498" extrusionOk="0">
                  <a:moveTo>
                    <a:pt x="0" y="0"/>
                  </a:moveTo>
                  <a:cubicBezTo>
                    <a:pt x="0" y="0"/>
                    <a:pt x="9493" y="7275"/>
                    <a:pt x="6299" y="25758"/>
                  </a:cubicBezTo>
                  <a:lnTo>
                    <a:pt x="10617" y="26497"/>
                  </a:lnTo>
                  <a:lnTo>
                    <a:pt x="10617" y="26497"/>
                  </a:lnTo>
                  <a:cubicBezTo>
                    <a:pt x="10617" y="26497"/>
                    <a:pt x="15407" y="3578"/>
                    <a:pt x="2100" y="0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3"/>
            <p:cNvSpPr/>
            <p:nvPr/>
          </p:nvSpPr>
          <p:spPr>
            <a:xfrm>
              <a:off x="6649253" y="1973343"/>
              <a:ext cx="217768" cy="231669"/>
            </a:xfrm>
            <a:custGeom>
              <a:avLst/>
              <a:gdLst/>
              <a:ahLst/>
              <a:cxnLst/>
              <a:rect l="l" t="t" r="r" b="b"/>
              <a:pathLst>
                <a:path w="15290" h="16266" extrusionOk="0">
                  <a:moveTo>
                    <a:pt x="7660" y="1"/>
                  </a:moveTo>
                  <a:cubicBezTo>
                    <a:pt x="3461" y="1"/>
                    <a:pt x="1" y="3579"/>
                    <a:pt x="1" y="8133"/>
                  </a:cubicBezTo>
                  <a:cubicBezTo>
                    <a:pt x="1" y="12687"/>
                    <a:pt x="3461" y="16266"/>
                    <a:pt x="7660" y="16266"/>
                  </a:cubicBezTo>
                  <a:cubicBezTo>
                    <a:pt x="11830" y="16266"/>
                    <a:pt x="15290" y="12687"/>
                    <a:pt x="15290" y="8133"/>
                  </a:cubicBezTo>
                  <a:cubicBezTo>
                    <a:pt x="15290" y="3579"/>
                    <a:pt x="11830" y="1"/>
                    <a:pt x="7660" y="1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3"/>
            <p:cNvSpPr/>
            <p:nvPr/>
          </p:nvSpPr>
          <p:spPr>
            <a:xfrm>
              <a:off x="6668637" y="1973343"/>
              <a:ext cx="144049" cy="227353"/>
            </a:xfrm>
            <a:custGeom>
              <a:avLst/>
              <a:gdLst/>
              <a:ahLst/>
              <a:cxnLst/>
              <a:rect l="l" t="t" r="r" b="b"/>
              <a:pathLst>
                <a:path w="10114" h="15963" extrusionOk="0">
                  <a:moveTo>
                    <a:pt x="5441" y="1"/>
                  </a:moveTo>
                  <a:cubicBezTo>
                    <a:pt x="5175" y="119"/>
                    <a:pt x="4939" y="119"/>
                    <a:pt x="4820" y="237"/>
                  </a:cubicBezTo>
                  <a:cubicBezTo>
                    <a:pt x="3963" y="622"/>
                    <a:pt x="3224" y="1124"/>
                    <a:pt x="2603" y="1716"/>
                  </a:cubicBezTo>
                  <a:cubicBezTo>
                    <a:pt x="1745" y="2721"/>
                    <a:pt x="1124" y="3934"/>
                    <a:pt x="858" y="5176"/>
                  </a:cubicBezTo>
                  <a:cubicBezTo>
                    <a:pt x="0" y="8251"/>
                    <a:pt x="858" y="11711"/>
                    <a:pt x="3224" y="13929"/>
                  </a:cubicBezTo>
                  <a:cubicBezTo>
                    <a:pt x="4199" y="14905"/>
                    <a:pt x="5294" y="15526"/>
                    <a:pt x="6654" y="15763"/>
                  </a:cubicBezTo>
                  <a:cubicBezTo>
                    <a:pt x="7083" y="15896"/>
                    <a:pt x="7519" y="15962"/>
                    <a:pt x="7955" y="15962"/>
                  </a:cubicBezTo>
                  <a:cubicBezTo>
                    <a:pt x="8391" y="15962"/>
                    <a:pt x="8828" y="15896"/>
                    <a:pt x="9256" y="15763"/>
                  </a:cubicBezTo>
                  <a:cubicBezTo>
                    <a:pt x="9493" y="15644"/>
                    <a:pt x="9611" y="15526"/>
                    <a:pt x="9877" y="15408"/>
                  </a:cubicBezTo>
                  <a:cubicBezTo>
                    <a:pt x="9996" y="15408"/>
                    <a:pt x="10114" y="15290"/>
                    <a:pt x="10114" y="15290"/>
                  </a:cubicBezTo>
                  <a:lnTo>
                    <a:pt x="10114" y="15290"/>
                  </a:lnTo>
                  <a:cubicBezTo>
                    <a:pt x="10114" y="15290"/>
                    <a:pt x="9729" y="15408"/>
                    <a:pt x="9138" y="15644"/>
                  </a:cubicBezTo>
                  <a:cubicBezTo>
                    <a:pt x="8832" y="15693"/>
                    <a:pt x="8500" y="15722"/>
                    <a:pt x="8156" y="15722"/>
                  </a:cubicBezTo>
                  <a:cubicBezTo>
                    <a:pt x="7669" y="15722"/>
                    <a:pt x="7156" y="15665"/>
                    <a:pt x="6654" y="15526"/>
                  </a:cubicBezTo>
                  <a:cubicBezTo>
                    <a:pt x="5441" y="15290"/>
                    <a:pt x="4318" y="14550"/>
                    <a:pt x="3460" y="13693"/>
                  </a:cubicBezTo>
                  <a:cubicBezTo>
                    <a:pt x="2336" y="12569"/>
                    <a:pt x="1597" y="11209"/>
                    <a:pt x="1242" y="9730"/>
                  </a:cubicBezTo>
                  <a:cubicBezTo>
                    <a:pt x="739" y="8251"/>
                    <a:pt x="739" y="6654"/>
                    <a:pt x="1242" y="5176"/>
                  </a:cubicBezTo>
                  <a:cubicBezTo>
                    <a:pt x="1479" y="3934"/>
                    <a:pt x="1982" y="2840"/>
                    <a:pt x="2839" y="1864"/>
                  </a:cubicBezTo>
                  <a:cubicBezTo>
                    <a:pt x="3460" y="1243"/>
                    <a:pt x="4081" y="740"/>
                    <a:pt x="4820" y="385"/>
                  </a:cubicBezTo>
                  <a:cubicBezTo>
                    <a:pt x="5441" y="119"/>
                    <a:pt x="5678" y="1"/>
                    <a:pt x="567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3"/>
            <p:cNvSpPr/>
            <p:nvPr/>
          </p:nvSpPr>
          <p:spPr>
            <a:xfrm>
              <a:off x="6661900" y="2126236"/>
              <a:ext cx="27801" cy="22760"/>
            </a:xfrm>
            <a:custGeom>
              <a:avLst/>
              <a:gdLst/>
              <a:ahLst/>
              <a:cxnLst/>
              <a:rect l="l" t="t" r="r" b="b"/>
              <a:pathLst>
                <a:path w="1952" h="1598" extrusionOk="0">
                  <a:moveTo>
                    <a:pt x="1479" y="0"/>
                  </a:moveTo>
                  <a:cubicBezTo>
                    <a:pt x="1094" y="0"/>
                    <a:pt x="858" y="119"/>
                    <a:pt x="473" y="355"/>
                  </a:cubicBezTo>
                  <a:cubicBezTo>
                    <a:pt x="237" y="592"/>
                    <a:pt x="118" y="858"/>
                    <a:pt x="0" y="1213"/>
                  </a:cubicBezTo>
                  <a:cubicBezTo>
                    <a:pt x="0" y="1479"/>
                    <a:pt x="118" y="1597"/>
                    <a:pt x="118" y="1597"/>
                  </a:cubicBezTo>
                  <a:cubicBezTo>
                    <a:pt x="237" y="1597"/>
                    <a:pt x="237" y="976"/>
                    <a:pt x="739" y="592"/>
                  </a:cubicBezTo>
                  <a:cubicBezTo>
                    <a:pt x="1212" y="237"/>
                    <a:pt x="1833" y="237"/>
                    <a:pt x="1833" y="119"/>
                  </a:cubicBezTo>
                  <a:cubicBezTo>
                    <a:pt x="1952" y="0"/>
                    <a:pt x="1715" y="0"/>
                    <a:pt x="147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3"/>
            <p:cNvSpPr/>
            <p:nvPr/>
          </p:nvSpPr>
          <p:spPr>
            <a:xfrm>
              <a:off x="6668637" y="2110227"/>
              <a:ext cx="16009" cy="5498"/>
            </a:xfrm>
            <a:custGeom>
              <a:avLst/>
              <a:gdLst/>
              <a:ahLst/>
              <a:cxnLst/>
              <a:rect l="l" t="t" r="r" b="b"/>
              <a:pathLst>
                <a:path w="1124" h="386" extrusionOk="0">
                  <a:moveTo>
                    <a:pt x="503" y="1"/>
                  </a:moveTo>
                  <a:cubicBezTo>
                    <a:pt x="118" y="1"/>
                    <a:pt x="0" y="119"/>
                    <a:pt x="0" y="237"/>
                  </a:cubicBezTo>
                  <a:cubicBezTo>
                    <a:pt x="0" y="385"/>
                    <a:pt x="266" y="385"/>
                    <a:pt x="503" y="385"/>
                  </a:cubicBezTo>
                  <a:cubicBezTo>
                    <a:pt x="739" y="385"/>
                    <a:pt x="1006" y="385"/>
                    <a:pt x="1124" y="237"/>
                  </a:cubicBezTo>
                  <a:cubicBezTo>
                    <a:pt x="1124" y="119"/>
                    <a:pt x="858" y="1"/>
                    <a:pt x="50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3"/>
            <p:cNvSpPr/>
            <p:nvPr/>
          </p:nvSpPr>
          <p:spPr>
            <a:xfrm>
              <a:off x="6667469" y="2014019"/>
              <a:ext cx="23927" cy="12334"/>
            </a:xfrm>
            <a:custGeom>
              <a:avLst/>
              <a:gdLst/>
              <a:ahLst/>
              <a:cxnLst/>
              <a:rect l="l" t="t" r="r" b="b"/>
              <a:pathLst>
                <a:path w="1680" h="866" extrusionOk="0">
                  <a:moveTo>
                    <a:pt x="510" y="1"/>
                  </a:moveTo>
                  <a:cubicBezTo>
                    <a:pt x="215" y="1"/>
                    <a:pt x="1" y="139"/>
                    <a:pt x="82" y="220"/>
                  </a:cubicBezTo>
                  <a:cubicBezTo>
                    <a:pt x="82" y="339"/>
                    <a:pt x="467" y="339"/>
                    <a:pt x="821" y="486"/>
                  </a:cubicBezTo>
                  <a:cubicBezTo>
                    <a:pt x="1254" y="588"/>
                    <a:pt x="1490" y="865"/>
                    <a:pt x="1622" y="865"/>
                  </a:cubicBezTo>
                  <a:cubicBezTo>
                    <a:pt x="1644" y="865"/>
                    <a:pt x="1663" y="858"/>
                    <a:pt x="1679" y="841"/>
                  </a:cubicBezTo>
                  <a:cubicBezTo>
                    <a:pt x="1679" y="841"/>
                    <a:pt x="1561" y="339"/>
                    <a:pt x="940" y="102"/>
                  </a:cubicBezTo>
                  <a:cubicBezTo>
                    <a:pt x="793" y="29"/>
                    <a:pt x="643" y="1"/>
                    <a:pt x="5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3"/>
            <p:cNvSpPr/>
            <p:nvPr/>
          </p:nvSpPr>
          <p:spPr>
            <a:xfrm>
              <a:off x="6542277" y="1490664"/>
              <a:ext cx="135218" cy="135218"/>
            </a:xfrm>
            <a:custGeom>
              <a:avLst/>
              <a:gdLst/>
              <a:ahLst/>
              <a:cxnLst/>
              <a:rect l="l" t="t" r="r" b="b"/>
              <a:pathLst>
                <a:path w="9494" h="9494" extrusionOk="0">
                  <a:moveTo>
                    <a:pt x="2485" y="1"/>
                  </a:moveTo>
                  <a:cubicBezTo>
                    <a:pt x="1745" y="1"/>
                    <a:pt x="1124" y="1"/>
                    <a:pt x="621" y="119"/>
                  </a:cubicBezTo>
                  <a:lnTo>
                    <a:pt x="0" y="119"/>
                  </a:lnTo>
                  <a:cubicBezTo>
                    <a:pt x="0" y="267"/>
                    <a:pt x="1006" y="267"/>
                    <a:pt x="2485" y="267"/>
                  </a:cubicBezTo>
                  <a:cubicBezTo>
                    <a:pt x="3342" y="385"/>
                    <a:pt x="4200" y="503"/>
                    <a:pt x="5057" y="740"/>
                  </a:cubicBezTo>
                  <a:cubicBezTo>
                    <a:pt x="6033" y="1006"/>
                    <a:pt x="6920" y="1479"/>
                    <a:pt x="7778" y="2219"/>
                  </a:cubicBezTo>
                  <a:cubicBezTo>
                    <a:pt x="8517" y="2840"/>
                    <a:pt x="8990" y="3816"/>
                    <a:pt x="9138" y="4821"/>
                  </a:cubicBezTo>
                  <a:cubicBezTo>
                    <a:pt x="9257" y="5679"/>
                    <a:pt x="9138" y="6536"/>
                    <a:pt x="8754" y="7394"/>
                  </a:cubicBezTo>
                  <a:cubicBezTo>
                    <a:pt x="8251" y="8754"/>
                    <a:pt x="7660" y="9493"/>
                    <a:pt x="7660" y="9493"/>
                  </a:cubicBezTo>
                  <a:cubicBezTo>
                    <a:pt x="7778" y="9375"/>
                    <a:pt x="8015" y="9257"/>
                    <a:pt x="8133" y="8991"/>
                  </a:cubicBezTo>
                  <a:cubicBezTo>
                    <a:pt x="8517" y="8518"/>
                    <a:pt x="8754" y="8015"/>
                    <a:pt x="8990" y="7512"/>
                  </a:cubicBezTo>
                  <a:cubicBezTo>
                    <a:pt x="9375" y="6655"/>
                    <a:pt x="9493" y="5797"/>
                    <a:pt x="9493" y="4821"/>
                  </a:cubicBezTo>
                  <a:cubicBezTo>
                    <a:pt x="9375" y="3697"/>
                    <a:pt x="8872" y="2721"/>
                    <a:pt x="8015" y="1982"/>
                  </a:cubicBezTo>
                  <a:cubicBezTo>
                    <a:pt x="7157" y="1124"/>
                    <a:pt x="6181" y="622"/>
                    <a:pt x="5057" y="385"/>
                  </a:cubicBezTo>
                  <a:cubicBezTo>
                    <a:pt x="4200" y="119"/>
                    <a:pt x="3342" y="1"/>
                    <a:pt x="24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3"/>
            <p:cNvSpPr/>
            <p:nvPr/>
          </p:nvSpPr>
          <p:spPr>
            <a:xfrm>
              <a:off x="6653041" y="1487303"/>
              <a:ext cx="52669" cy="131416"/>
            </a:xfrm>
            <a:custGeom>
              <a:avLst/>
              <a:gdLst/>
              <a:ahLst/>
              <a:cxnLst/>
              <a:rect l="l" t="t" r="r" b="b"/>
              <a:pathLst>
                <a:path w="3698" h="9227" extrusionOk="0">
                  <a:moveTo>
                    <a:pt x="1716" y="0"/>
                  </a:moveTo>
                  <a:cubicBezTo>
                    <a:pt x="1716" y="0"/>
                    <a:pt x="1953" y="503"/>
                    <a:pt x="2337" y="1360"/>
                  </a:cubicBezTo>
                  <a:cubicBezTo>
                    <a:pt x="3195" y="3697"/>
                    <a:pt x="2840" y="6269"/>
                    <a:pt x="1095" y="8133"/>
                  </a:cubicBezTo>
                  <a:cubicBezTo>
                    <a:pt x="474" y="8872"/>
                    <a:pt x="1" y="9227"/>
                    <a:pt x="1" y="9227"/>
                  </a:cubicBezTo>
                  <a:cubicBezTo>
                    <a:pt x="474" y="8990"/>
                    <a:pt x="977" y="8754"/>
                    <a:pt x="1361" y="8369"/>
                  </a:cubicBezTo>
                  <a:cubicBezTo>
                    <a:pt x="3195" y="6536"/>
                    <a:pt x="3698" y="3697"/>
                    <a:pt x="2574" y="1360"/>
                  </a:cubicBezTo>
                  <a:cubicBezTo>
                    <a:pt x="2455" y="858"/>
                    <a:pt x="2101" y="355"/>
                    <a:pt x="17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3"/>
            <p:cNvSpPr/>
            <p:nvPr/>
          </p:nvSpPr>
          <p:spPr>
            <a:xfrm>
              <a:off x="6198591" y="1624188"/>
              <a:ext cx="352545" cy="99826"/>
            </a:xfrm>
            <a:custGeom>
              <a:avLst/>
              <a:gdLst/>
              <a:ahLst/>
              <a:cxnLst/>
              <a:rect l="l" t="t" r="r" b="b"/>
              <a:pathLst>
                <a:path w="24753" h="7009" extrusionOk="0">
                  <a:moveTo>
                    <a:pt x="0" y="0"/>
                  </a:moveTo>
                  <a:cubicBezTo>
                    <a:pt x="0" y="118"/>
                    <a:pt x="119" y="118"/>
                    <a:pt x="119" y="237"/>
                  </a:cubicBezTo>
                  <a:cubicBezTo>
                    <a:pt x="119" y="503"/>
                    <a:pt x="237" y="739"/>
                    <a:pt x="355" y="976"/>
                  </a:cubicBezTo>
                  <a:cubicBezTo>
                    <a:pt x="1331" y="3312"/>
                    <a:pt x="3431" y="4939"/>
                    <a:pt x="6033" y="5175"/>
                  </a:cubicBezTo>
                  <a:cubicBezTo>
                    <a:pt x="6172" y="5185"/>
                    <a:pt x="6313" y="5190"/>
                    <a:pt x="6454" y="5190"/>
                  </a:cubicBezTo>
                  <a:cubicBezTo>
                    <a:pt x="8006" y="5190"/>
                    <a:pt x="9643" y="4615"/>
                    <a:pt x="10982" y="3657"/>
                  </a:cubicBezTo>
                  <a:lnTo>
                    <a:pt x="10982" y="3657"/>
                  </a:lnTo>
                  <a:cubicBezTo>
                    <a:pt x="11307" y="4069"/>
                    <a:pt x="11616" y="4485"/>
                    <a:pt x="11948" y="4791"/>
                  </a:cubicBezTo>
                  <a:cubicBezTo>
                    <a:pt x="13426" y="6151"/>
                    <a:pt x="15378" y="7009"/>
                    <a:pt x="17478" y="7009"/>
                  </a:cubicBezTo>
                  <a:cubicBezTo>
                    <a:pt x="20317" y="6891"/>
                    <a:pt x="22919" y="5412"/>
                    <a:pt x="24250" y="2957"/>
                  </a:cubicBezTo>
                  <a:cubicBezTo>
                    <a:pt x="24516" y="2721"/>
                    <a:pt x="24634" y="2455"/>
                    <a:pt x="24752" y="2218"/>
                  </a:cubicBezTo>
                  <a:lnTo>
                    <a:pt x="24752" y="1834"/>
                  </a:lnTo>
                  <a:cubicBezTo>
                    <a:pt x="24752" y="1834"/>
                    <a:pt x="24634" y="2218"/>
                    <a:pt x="24131" y="2957"/>
                  </a:cubicBezTo>
                  <a:cubicBezTo>
                    <a:pt x="23658" y="3815"/>
                    <a:pt x="22919" y="4554"/>
                    <a:pt x="21914" y="5175"/>
                  </a:cubicBezTo>
                  <a:cubicBezTo>
                    <a:pt x="20701" y="6151"/>
                    <a:pt x="19075" y="6654"/>
                    <a:pt x="17478" y="6654"/>
                  </a:cubicBezTo>
                  <a:cubicBezTo>
                    <a:pt x="15526" y="6654"/>
                    <a:pt x="13663" y="5915"/>
                    <a:pt x="12184" y="4554"/>
                  </a:cubicBezTo>
                  <a:cubicBezTo>
                    <a:pt x="11829" y="4199"/>
                    <a:pt x="11445" y="3815"/>
                    <a:pt x="11090" y="3312"/>
                  </a:cubicBezTo>
                  <a:lnTo>
                    <a:pt x="10942" y="3076"/>
                  </a:lnTo>
                  <a:lnTo>
                    <a:pt x="10824" y="3312"/>
                  </a:lnTo>
                  <a:cubicBezTo>
                    <a:pt x="9619" y="4308"/>
                    <a:pt x="8135" y="4816"/>
                    <a:pt x="6619" y="4816"/>
                  </a:cubicBezTo>
                  <a:cubicBezTo>
                    <a:pt x="6424" y="4816"/>
                    <a:pt x="6229" y="4808"/>
                    <a:pt x="6033" y="4791"/>
                  </a:cubicBezTo>
                  <a:cubicBezTo>
                    <a:pt x="4555" y="4673"/>
                    <a:pt x="3194" y="4199"/>
                    <a:pt x="2218" y="3194"/>
                  </a:cubicBezTo>
                  <a:cubicBezTo>
                    <a:pt x="1479" y="2573"/>
                    <a:pt x="858" y="1834"/>
                    <a:pt x="474" y="976"/>
                  </a:cubicBezTo>
                  <a:cubicBezTo>
                    <a:pt x="237" y="355"/>
                    <a:pt x="119" y="0"/>
                    <a:pt x="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3"/>
            <p:cNvSpPr/>
            <p:nvPr/>
          </p:nvSpPr>
          <p:spPr>
            <a:xfrm>
              <a:off x="6188066" y="1737999"/>
              <a:ext cx="115834" cy="26690"/>
            </a:xfrm>
            <a:custGeom>
              <a:avLst/>
              <a:gdLst/>
              <a:ahLst/>
              <a:cxnLst/>
              <a:rect l="l" t="t" r="r" b="b"/>
              <a:pathLst>
                <a:path w="8133" h="1874" extrusionOk="0">
                  <a:moveTo>
                    <a:pt x="60" y="0"/>
                  </a:moveTo>
                  <a:cubicBezTo>
                    <a:pt x="36" y="0"/>
                    <a:pt x="16" y="8"/>
                    <a:pt x="0" y="23"/>
                  </a:cubicBezTo>
                  <a:cubicBezTo>
                    <a:pt x="0" y="23"/>
                    <a:pt x="237" y="378"/>
                    <a:pt x="976" y="881"/>
                  </a:cubicBezTo>
                  <a:cubicBezTo>
                    <a:pt x="1936" y="1531"/>
                    <a:pt x="3043" y="1874"/>
                    <a:pt x="4159" y="1874"/>
                  </a:cubicBezTo>
                  <a:cubicBezTo>
                    <a:pt x="5174" y="1874"/>
                    <a:pt x="6198" y="1591"/>
                    <a:pt x="7127" y="999"/>
                  </a:cubicBezTo>
                  <a:cubicBezTo>
                    <a:pt x="7511" y="881"/>
                    <a:pt x="7866" y="496"/>
                    <a:pt x="8132" y="142"/>
                  </a:cubicBezTo>
                  <a:lnTo>
                    <a:pt x="8132" y="142"/>
                  </a:lnTo>
                  <a:cubicBezTo>
                    <a:pt x="8132" y="142"/>
                    <a:pt x="7630" y="497"/>
                    <a:pt x="7009" y="881"/>
                  </a:cubicBezTo>
                  <a:cubicBezTo>
                    <a:pt x="6148" y="1284"/>
                    <a:pt x="5202" y="1497"/>
                    <a:pt x="4248" y="1497"/>
                  </a:cubicBezTo>
                  <a:cubicBezTo>
                    <a:pt x="3170" y="1497"/>
                    <a:pt x="2082" y="1225"/>
                    <a:pt x="1094" y="644"/>
                  </a:cubicBezTo>
                  <a:cubicBezTo>
                    <a:pt x="556" y="311"/>
                    <a:pt x="218" y="0"/>
                    <a:pt x="6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3"/>
            <p:cNvSpPr/>
            <p:nvPr/>
          </p:nvSpPr>
          <p:spPr>
            <a:xfrm>
              <a:off x="6188066" y="1980507"/>
              <a:ext cx="94770" cy="24967"/>
            </a:xfrm>
            <a:custGeom>
              <a:avLst/>
              <a:gdLst/>
              <a:ahLst/>
              <a:cxnLst/>
              <a:rect l="l" t="t" r="r" b="b"/>
              <a:pathLst>
                <a:path w="6654" h="1753" extrusionOk="0">
                  <a:moveTo>
                    <a:pt x="3312" y="0"/>
                  </a:moveTo>
                  <a:cubicBezTo>
                    <a:pt x="2336" y="0"/>
                    <a:pt x="1479" y="237"/>
                    <a:pt x="739" y="858"/>
                  </a:cubicBezTo>
                  <a:cubicBezTo>
                    <a:pt x="237" y="1213"/>
                    <a:pt x="0" y="1597"/>
                    <a:pt x="118" y="1716"/>
                  </a:cubicBezTo>
                  <a:cubicBezTo>
                    <a:pt x="144" y="1741"/>
                    <a:pt x="181" y="1753"/>
                    <a:pt x="230" y="1753"/>
                  </a:cubicBezTo>
                  <a:cubicBezTo>
                    <a:pt x="629" y="1753"/>
                    <a:pt x="1782" y="976"/>
                    <a:pt x="3312" y="976"/>
                  </a:cubicBezTo>
                  <a:cubicBezTo>
                    <a:pt x="4842" y="976"/>
                    <a:pt x="5995" y="1753"/>
                    <a:pt x="6395" y="1753"/>
                  </a:cubicBezTo>
                  <a:cubicBezTo>
                    <a:pt x="6443" y="1753"/>
                    <a:pt x="6480" y="1741"/>
                    <a:pt x="6506" y="1716"/>
                  </a:cubicBezTo>
                  <a:cubicBezTo>
                    <a:pt x="6654" y="1597"/>
                    <a:pt x="6388" y="1213"/>
                    <a:pt x="5915" y="858"/>
                  </a:cubicBezTo>
                  <a:cubicBezTo>
                    <a:pt x="5027" y="237"/>
                    <a:pt x="4170" y="0"/>
                    <a:pt x="331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3"/>
            <p:cNvSpPr/>
            <p:nvPr/>
          </p:nvSpPr>
          <p:spPr>
            <a:xfrm>
              <a:off x="6456352" y="1982187"/>
              <a:ext cx="47613" cy="45505"/>
            </a:xfrm>
            <a:custGeom>
              <a:avLst/>
              <a:gdLst/>
              <a:ahLst/>
              <a:cxnLst/>
              <a:rect l="l" t="t" r="r" b="b"/>
              <a:pathLst>
                <a:path w="3343" h="3195" extrusionOk="0">
                  <a:moveTo>
                    <a:pt x="1716" y="1"/>
                  </a:moveTo>
                  <a:cubicBezTo>
                    <a:pt x="858" y="1"/>
                    <a:pt x="119" y="622"/>
                    <a:pt x="1" y="1479"/>
                  </a:cubicBezTo>
                  <a:cubicBezTo>
                    <a:pt x="1" y="2337"/>
                    <a:pt x="740" y="3076"/>
                    <a:pt x="1598" y="3195"/>
                  </a:cubicBezTo>
                  <a:cubicBezTo>
                    <a:pt x="2455" y="3195"/>
                    <a:pt x="3195" y="2574"/>
                    <a:pt x="3195" y="1716"/>
                  </a:cubicBezTo>
                  <a:cubicBezTo>
                    <a:pt x="3342" y="740"/>
                    <a:pt x="2603" y="1"/>
                    <a:pt x="171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3"/>
            <p:cNvSpPr/>
            <p:nvPr/>
          </p:nvSpPr>
          <p:spPr>
            <a:xfrm>
              <a:off x="6433607" y="1952292"/>
              <a:ext cx="93103" cy="24668"/>
            </a:xfrm>
            <a:custGeom>
              <a:avLst/>
              <a:gdLst/>
              <a:ahLst/>
              <a:cxnLst/>
              <a:rect l="l" t="t" r="r" b="b"/>
              <a:pathLst>
                <a:path w="6537" h="1732" extrusionOk="0">
                  <a:moveTo>
                    <a:pt x="3195" y="0"/>
                  </a:moveTo>
                  <a:cubicBezTo>
                    <a:pt x="2337" y="0"/>
                    <a:pt x="1361" y="237"/>
                    <a:pt x="622" y="858"/>
                  </a:cubicBezTo>
                  <a:cubicBezTo>
                    <a:pt x="119" y="1242"/>
                    <a:pt x="1" y="1597"/>
                    <a:pt x="1" y="1715"/>
                  </a:cubicBezTo>
                  <a:cubicBezTo>
                    <a:pt x="19" y="1727"/>
                    <a:pt x="43" y="1732"/>
                    <a:pt x="73" y="1732"/>
                  </a:cubicBezTo>
                  <a:cubicBezTo>
                    <a:pt x="431" y="1732"/>
                    <a:pt x="1611" y="976"/>
                    <a:pt x="3195" y="976"/>
                  </a:cubicBezTo>
                  <a:cubicBezTo>
                    <a:pt x="4805" y="976"/>
                    <a:pt x="6063" y="1732"/>
                    <a:pt x="6363" y="1732"/>
                  </a:cubicBezTo>
                  <a:cubicBezTo>
                    <a:pt x="6388" y="1732"/>
                    <a:pt x="6407" y="1727"/>
                    <a:pt x="6418" y="1715"/>
                  </a:cubicBezTo>
                  <a:cubicBezTo>
                    <a:pt x="6536" y="1597"/>
                    <a:pt x="6270" y="1242"/>
                    <a:pt x="5797" y="739"/>
                  </a:cubicBezTo>
                  <a:cubicBezTo>
                    <a:pt x="5058" y="237"/>
                    <a:pt x="4052" y="0"/>
                    <a:pt x="319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3"/>
            <p:cNvSpPr/>
            <p:nvPr/>
          </p:nvSpPr>
          <p:spPr>
            <a:xfrm>
              <a:off x="6279033" y="1953930"/>
              <a:ext cx="79203" cy="208539"/>
            </a:xfrm>
            <a:custGeom>
              <a:avLst/>
              <a:gdLst/>
              <a:ahLst/>
              <a:cxnLst/>
              <a:rect l="l" t="t" r="r" b="b"/>
              <a:pathLst>
                <a:path w="5561" h="14642" extrusionOk="0">
                  <a:moveTo>
                    <a:pt x="5288" y="1"/>
                  </a:moveTo>
                  <a:cubicBezTo>
                    <a:pt x="5126" y="1"/>
                    <a:pt x="3436" y="3889"/>
                    <a:pt x="1745" y="8639"/>
                  </a:cubicBezTo>
                  <a:cubicBezTo>
                    <a:pt x="1243" y="9881"/>
                    <a:pt x="858" y="10975"/>
                    <a:pt x="385" y="12098"/>
                  </a:cubicBezTo>
                  <a:cubicBezTo>
                    <a:pt x="267" y="12572"/>
                    <a:pt x="1" y="13074"/>
                    <a:pt x="119" y="13814"/>
                  </a:cubicBezTo>
                  <a:cubicBezTo>
                    <a:pt x="385" y="14050"/>
                    <a:pt x="622" y="14316"/>
                    <a:pt x="858" y="14435"/>
                  </a:cubicBezTo>
                  <a:cubicBezTo>
                    <a:pt x="1124" y="14553"/>
                    <a:pt x="1361" y="14553"/>
                    <a:pt x="1745" y="14553"/>
                  </a:cubicBezTo>
                  <a:cubicBezTo>
                    <a:pt x="2603" y="14612"/>
                    <a:pt x="3305" y="14642"/>
                    <a:pt x="3793" y="14642"/>
                  </a:cubicBezTo>
                  <a:cubicBezTo>
                    <a:pt x="4281" y="14642"/>
                    <a:pt x="4555" y="14612"/>
                    <a:pt x="4555" y="14553"/>
                  </a:cubicBezTo>
                  <a:cubicBezTo>
                    <a:pt x="4555" y="14435"/>
                    <a:pt x="3461" y="14316"/>
                    <a:pt x="1745" y="14050"/>
                  </a:cubicBezTo>
                  <a:cubicBezTo>
                    <a:pt x="1243" y="13932"/>
                    <a:pt x="858" y="13932"/>
                    <a:pt x="740" y="13577"/>
                  </a:cubicBezTo>
                  <a:cubicBezTo>
                    <a:pt x="740" y="13193"/>
                    <a:pt x="858" y="12690"/>
                    <a:pt x="1124" y="12335"/>
                  </a:cubicBezTo>
                  <a:lnTo>
                    <a:pt x="2337" y="8875"/>
                  </a:lnTo>
                  <a:cubicBezTo>
                    <a:pt x="4200" y="4084"/>
                    <a:pt x="5560" y="122"/>
                    <a:pt x="5294" y="3"/>
                  </a:cubicBezTo>
                  <a:cubicBezTo>
                    <a:pt x="5292" y="2"/>
                    <a:pt x="5290" y="1"/>
                    <a:pt x="528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3"/>
            <p:cNvSpPr/>
            <p:nvPr/>
          </p:nvSpPr>
          <p:spPr>
            <a:xfrm>
              <a:off x="6256288" y="2531421"/>
              <a:ext cx="452798" cy="326424"/>
            </a:xfrm>
            <a:custGeom>
              <a:avLst/>
              <a:gdLst/>
              <a:ahLst/>
              <a:cxnLst/>
              <a:rect l="l" t="t" r="r" b="b"/>
              <a:pathLst>
                <a:path w="31792" h="22919" extrusionOk="0">
                  <a:moveTo>
                    <a:pt x="31791" y="0"/>
                  </a:moveTo>
                  <a:lnTo>
                    <a:pt x="15645" y="15644"/>
                  </a:lnTo>
                  <a:lnTo>
                    <a:pt x="14048" y="19459"/>
                  </a:lnTo>
                  <a:lnTo>
                    <a:pt x="13072" y="15644"/>
                  </a:lnTo>
                  <a:lnTo>
                    <a:pt x="2721" y="739"/>
                  </a:lnTo>
                  <a:lnTo>
                    <a:pt x="1" y="13071"/>
                  </a:lnTo>
                  <a:lnTo>
                    <a:pt x="2958" y="19104"/>
                  </a:lnTo>
                  <a:lnTo>
                    <a:pt x="13072" y="22919"/>
                  </a:lnTo>
                  <a:lnTo>
                    <a:pt x="19726" y="22179"/>
                  </a:lnTo>
                  <a:lnTo>
                    <a:pt x="31791" y="15023"/>
                  </a:lnTo>
                  <a:lnTo>
                    <a:pt x="31791" y="0"/>
                  </a:ln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3"/>
            <p:cNvSpPr/>
            <p:nvPr/>
          </p:nvSpPr>
          <p:spPr>
            <a:xfrm>
              <a:off x="6215853" y="2631659"/>
              <a:ext cx="221143" cy="226185"/>
            </a:xfrm>
            <a:custGeom>
              <a:avLst/>
              <a:gdLst/>
              <a:ahLst/>
              <a:cxnLst/>
              <a:rect l="l" t="t" r="r" b="b"/>
              <a:pathLst>
                <a:path w="15527" h="15881" extrusionOk="0">
                  <a:moveTo>
                    <a:pt x="1" y="0"/>
                  </a:moveTo>
                  <a:cubicBezTo>
                    <a:pt x="1" y="119"/>
                    <a:pt x="1" y="237"/>
                    <a:pt x="119" y="355"/>
                  </a:cubicBezTo>
                  <a:cubicBezTo>
                    <a:pt x="267" y="474"/>
                    <a:pt x="385" y="740"/>
                    <a:pt x="504" y="976"/>
                  </a:cubicBezTo>
                  <a:cubicBezTo>
                    <a:pt x="858" y="1716"/>
                    <a:pt x="1361" y="2573"/>
                    <a:pt x="1864" y="3697"/>
                  </a:cubicBezTo>
                  <a:cubicBezTo>
                    <a:pt x="3224" y="5915"/>
                    <a:pt x="4821" y="8990"/>
                    <a:pt x="6773" y="12302"/>
                  </a:cubicBezTo>
                  <a:lnTo>
                    <a:pt x="8539" y="15470"/>
                  </a:lnTo>
                  <a:lnTo>
                    <a:pt x="8539" y="15470"/>
                  </a:lnTo>
                  <a:cubicBezTo>
                    <a:pt x="8532" y="15489"/>
                    <a:pt x="8525" y="15507"/>
                    <a:pt x="8518" y="15526"/>
                  </a:cubicBezTo>
                  <a:lnTo>
                    <a:pt x="8570" y="15526"/>
                  </a:lnTo>
                  <a:lnTo>
                    <a:pt x="8636" y="15644"/>
                  </a:lnTo>
                  <a:lnTo>
                    <a:pt x="8754" y="15881"/>
                  </a:lnTo>
                  <a:lnTo>
                    <a:pt x="8754" y="15644"/>
                  </a:lnTo>
                  <a:cubicBezTo>
                    <a:pt x="9878" y="12805"/>
                    <a:pt x="11357" y="10706"/>
                    <a:pt x="12835" y="9611"/>
                  </a:cubicBezTo>
                  <a:cubicBezTo>
                    <a:pt x="13427" y="9109"/>
                    <a:pt x="14048" y="8872"/>
                    <a:pt x="14669" y="8724"/>
                  </a:cubicBezTo>
                  <a:cubicBezTo>
                    <a:pt x="15171" y="8606"/>
                    <a:pt x="15526" y="8606"/>
                    <a:pt x="15526" y="8606"/>
                  </a:cubicBezTo>
                  <a:lnTo>
                    <a:pt x="14669" y="8606"/>
                  </a:lnTo>
                  <a:cubicBezTo>
                    <a:pt x="14048" y="8724"/>
                    <a:pt x="13308" y="8990"/>
                    <a:pt x="12687" y="9464"/>
                  </a:cubicBezTo>
                  <a:cubicBezTo>
                    <a:pt x="11257" y="10550"/>
                    <a:pt x="9717" y="12550"/>
                    <a:pt x="8627" y="15249"/>
                  </a:cubicBezTo>
                  <a:lnTo>
                    <a:pt x="8627" y="15249"/>
                  </a:lnTo>
                  <a:cubicBezTo>
                    <a:pt x="8152" y="14238"/>
                    <a:pt x="7599" y="13323"/>
                    <a:pt x="6921" y="12184"/>
                  </a:cubicBezTo>
                  <a:lnTo>
                    <a:pt x="2101" y="3549"/>
                  </a:lnTo>
                  <a:cubicBezTo>
                    <a:pt x="1479" y="2455"/>
                    <a:pt x="1006" y="1597"/>
                    <a:pt x="622" y="976"/>
                  </a:cubicBezTo>
                  <a:cubicBezTo>
                    <a:pt x="385" y="740"/>
                    <a:pt x="267" y="474"/>
                    <a:pt x="119" y="237"/>
                  </a:cubicBezTo>
                  <a:cubicBezTo>
                    <a:pt x="119" y="237"/>
                    <a:pt x="1" y="119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3"/>
            <p:cNvSpPr/>
            <p:nvPr/>
          </p:nvSpPr>
          <p:spPr>
            <a:xfrm>
              <a:off x="6484581" y="2594600"/>
              <a:ext cx="291045" cy="273784"/>
            </a:xfrm>
            <a:custGeom>
              <a:avLst/>
              <a:gdLst/>
              <a:ahLst/>
              <a:cxnLst/>
              <a:rect l="l" t="t" r="r" b="b"/>
              <a:pathLst>
                <a:path w="20435" h="19223" extrusionOk="0">
                  <a:moveTo>
                    <a:pt x="20434" y="0"/>
                  </a:moveTo>
                  <a:cubicBezTo>
                    <a:pt x="20360" y="74"/>
                    <a:pt x="20286" y="149"/>
                    <a:pt x="20241" y="230"/>
                  </a:cubicBezTo>
                  <a:lnTo>
                    <a:pt x="20241" y="230"/>
                  </a:lnTo>
                  <a:cubicBezTo>
                    <a:pt x="20319" y="204"/>
                    <a:pt x="20333" y="102"/>
                    <a:pt x="20434" y="0"/>
                  </a:cubicBezTo>
                  <a:close/>
                  <a:moveTo>
                    <a:pt x="20241" y="230"/>
                  </a:moveTo>
                  <a:cubicBezTo>
                    <a:pt x="20229" y="234"/>
                    <a:pt x="20214" y="237"/>
                    <a:pt x="20198" y="237"/>
                  </a:cubicBezTo>
                  <a:cubicBezTo>
                    <a:pt x="20146" y="353"/>
                    <a:pt x="20094" y="464"/>
                    <a:pt x="20030" y="584"/>
                  </a:cubicBezTo>
                  <a:lnTo>
                    <a:pt x="20030" y="584"/>
                  </a:lnTo>
                  <a:lnTo>
                    <a:pt x="20198" y="384"/>
                  </a:lnTo>
                  <a:cubicBezTo>
                    <a:pt x="20198" y="329"/>
                    <a:pt x="20214" y="278"/>
                    <a:pt x="20241" y="230"/>
                  </a:cubicBezTo>
                  <a:close/>
                  <a:moveTo>
                    <a:pt x="0" y="11474"/>
                  </a:moveTo>
                  <a:cubicBezTo>
                    <a:pt x="118" y="11711"/>
                    <a:pt x="237" y="11829"/>
                    <a:pt x="355" y="11947"/>
                  </a:cubicBezTo>
                  <a:lnTo>
                    <a:pt x="118" y="11592"/>
                  </a:lnTo>
                  <a:cubicBezTo>
                    <a:pt x="118" y="11592"/>
                    <a:pt x="118" y="11474"/>
                    <a:pt x="0" y="11474"/>
                  </a:cubicBezTo>
                  <a:close/>
                  <a:moveTo>
                    <a:pt x="20030" y="584"/>
                  </a:moveTo>
                  <a:lnTo>
                    <a:pt x="19577" y="1124"/>
                  </a:lnTo>
                  <a:cubicBezTo>
                    <a:pt x="19104" y="1863"/>
                    <a:pt x="18364" y="2839"/>
                    <a:pt x="17477" y="3933"/>
                  </a:cubicBezTo>
                  <a:cubicBezTo>
                    <a:pt x="15526" y="6417"/>
                    <a:pt x="12923" y="9729"/>
                    <a:pt x="9729" y="13071"/>
                  </a:cubicBezTo>
                  <a:cubicBezTo>
                    <a:pt x="7780" y="15253"/>
                    <a:pt x="5717" y="17177"/>
                    <a:pt x="4017" y="18900"/>
                  </a:cubicBezTo>
                  <a:lnTo>
                    <a:pt x="4017" y="18900"/>
                  </a:lnTo>
                  <a:cubicBezTo>
                    <a:pt x="3286" y="17063"/>
                    <a:pt x="2438" y="15144"/>
                    <a:pt x="1360" y="13426"/>
                  </a:cubicBezTo>
                  <a:cubicBezTo>
                    <a:pt x="976" y="12805"/>
                    <a:pt x="621" y="12332"/>
                    <a:pt x="355" y="11947"/>
                  </a:cubicBezTo>
                  <a:lnTo>
                    <a:pt x="355" y="11947"/>
                  </a:lnTo>
                  <a:cubicBezTo>
                    <a:pt x="621" y="12332"/>
                    <a:pt x="858" y="12805"/>
                    <a:pt x="1213" y="13426"/>
                  </a:cubicBezTo>
                  <a:cubicBezTo>
                    <a:pt x="2336" y="15289"/>
                    <a:pt x="3194" y="17122"/>
                    <a:pt x="3933" y="19104"/>
                  </a:cubicBezTo>
                  <a:lnTo>
                    <a:pt x="3933" y="19222"/>
                  </a:lnTo>
                  <a:lnTo>
                    <a:pt x="4051" y="19104"/>
                  </a:lnTo>
                  <a:cubicBezTo>
                    <a:pt x="5915" y="17507"/>
                    <a:pt x="7866" y="15407"/>
                    <a:pt x="9966" y="13189"/>
                  </a:cubicBezTo>
                  <a:cubicBezTo>
                    <a:pt x="12687" y="10350"/>
                    <a:pt x="15141" y="7275"/>
                    <a:pt x="17625" y="4081"/>
                  </a:cubicBezTo>
                  <a:cubicBezTo>
                    <a:pt x="18483" y="2839"/>
                    <a:pt x="19222" y="1863"/>
                    <a:pt x="19695" y="1124"/>
                  </a:cubicBezTo>
                  <a:cubicBezTo>
                    <a:pt x="19845" y="908"/>
                    <a:pt x="19948" y="738"/>
                    <a:pt x="20030" y="58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3"/>
            <p:cNvSpPr/>
            <p:nvPr/>
          </p:nvSpPr>
          <p:spPr>
            <a:xfrm>
              <a:off x="6343893" y="2633340"/>
              <a:ext cx="407307" cy="293168"/>
            </a:xfrm>
            <a:custGeom>
              <a:avLst/>
              <a:gdLst/>
              <a:ahLst/>
              <a:cxnLst/>
              <a:rect l="l" t="t" r="r" b="b"/>
              <a:pathLst>
                <a:path w="28598" h="20584" extrusionOk="0">
                  <a:moveTo>
                    <a:pt x="28597" y="1"/>
                  </a:moveTo>
                  <a:cubicBezTo>
                    <a:pt x="28479" y="119"/>
                    <a:pt x="28361" y="356"/>
                    <a:pt x="28361" y="474"/>
                  </a:cubicBezTo>
                  <a:cubicBezTo>
                    <a:pt x="28361" y="474"/>
                    <a:pt x="28479" y="474"/>
                    <a:pt x="28597" y="356"/>
                  </a:cubicBezTo>
                  <a:lnTo>
                    <a:pt x="28597" y="1"/>
                  </a:lnTo>
                  <a:close/>
                  <a:moveTo>
                    <a:pt x="740" y="13427"/>
                  </a:moveTo>
                  <a:cubicBezTo>
                    <a:pt x="504" y="13929"/>
                    <a:pt x="267" y="14402"/>
                    <a:pt x="1" y="14905"/>
                  </a:cubicBezTo>
                  <a:lnTo>
                    <a:pt x="1" y="15260"/>
                  </a:lnTo>
                  <a:cubicBezTo>
                    <a:pt x="740" y="15023"/>
                    <a:pt x="1361" y="14521"/>
                    <a:pt x="1982" y="13929"/>
                  </a:cubicBezTo>
                  <a:lnTo>
                    <a:pt x="740" y="13427"/>
                  </a:lnTo>
                  <a:close/>
                  <a:moveTo>
                    <a:pt x="7039" y="15763"/>
                  </a:moveTo>
                  <a:cubicBezTo>
                    <a:pt x="7039" y="16620"/>
                    <a:pt x="7039" y="17478"/>
                    <a:pt x="7394" y="18365"/>
                  </a:cubicBezTo>
                  <a:lnTo>
                    <a:pt x="7394" y="15763"/>
                  </a:lnTo>
                  <a:close/>
                  <a:moveTo>
                    <a:pt x="8754" y="15526"/>
                  </a:moveTo>
                  <a:lnTo>
                    <a:pt x="7542" y="15644"/>
                  </a:lnTo>
                  <a:lnTo>
                    <a:pt x="7542" y="18365"/>
                  </a:lnTo>
                  <a:cubicBezTo>
                    <a:pt x="8133" y="17478"/>
                    <a:pt x="8281" y="16265"/>
                    <a:pt x="8754" y="15526"/>
                  </a:cubicBezTo>
                  <a:close/>
                  <a:moveTo>
                    <a:pt x="28095" y="622"/>
                  </a:moveTo>
                  <a:cubicBezTo>
                    <a:pt x="27237" y="1716"/>
                    <a:pt x="26498" y="2692"/>
                    <a:pt x="25640" y="3815"/>
                  </a:cubicBezTo>
                  <a:lnTo>
                    <a:pt x="25640" y="7867"/>
                  </a:lnTo>
                  <a:lnTo>
                    <a:pt x="18129" y="12303"/>
                  </a:lnTo>
                  <a:cubicBezTo>
                    <a:pt x="16650" y="13781"/>
                    <a:pt x="15171" y="15142"/>
                    <a:pt x="13929" y="16384"/>
                  </a:cubicBezTo>
                  <a:lnTo>
                    <a:pt x="13811" y="16502"/>
                  </a:lnTo>
                  <a:lnTo>
                    <a:pt x="13811" y="16384"/>
                  </a:lnTo>
                  <a:cubicBezTo>
                    <a:pt x="13575" y="15881"/>
                    <a:pt x="13456" y="15526"/>
                    <a:pt x="13308" y="15023"/>
                  </a:cubicBezTo>
                  <a:lnTo>
                    <a:pt x="11091" y="15260"/>
                  </a:lnTo>
                  <a:cubicBezTo>
                    <a:pt x="11238" y="15408"/>
                    <a:pt x="11238" y="15408"/>
                    <a:pt x="11238" y="15526"/>
                  </a:cubicBezTo>
                  <a:cubicBezTo>
                    <a:pt x="12451" y="16739"/>
                    <a:pt x="12096" y="18602"/>
                    <a:pt x="13190" y="19844"/>
                  </a:cubicBezTo>
                  <a:cubicBezTo>
                    <a:pt x="13308" y="20080"/>
                    <a:pt x="13575" y="20317"/>
                    <a:pt x="13811" y="20435"/>
                  </a:cubicBezTo>
                  <a:cubicBezTo>
                    <a:pt x="14048" y="20583"/>
                    <a:pt x="14314" y="20583"/>
                    <a:pt x="14550" y="20583"/>
                  </a:cubicBezTo>
                  <a:cubicBezTo>
                    <a:pt x="15408" y="20583"/>
                    <a:pt x="16147" y="19844"/>
                    <a:pt x="16768" y="19223"/>
                  </a:cubicBezTo>
                  <a:cubicBezTo>
                    <a:pt x="18247" y="17626"/>
                    <a:pt x="19726" y="15999"/>
                    <a:pt x="21204" y="14402"/>
                  </a:cubicBezTo>
                  <a:cubicBezTo>
                    <a:pt x="23067" y="12451"/>
                    <a:pt x="24783" y="10233"/>
                    <a:pt x="26261" y="7867"/>
                  </a:cubicBezTo>
                  <a:cubicBezTo>
                    <a:pt x="27621" y="5649"/>
                    <a:pt x="28361" y="3194"/>
                    <a:pt x="28597" y="622"/>
                  </a:cubicBezTo>
                  <a:lnTo>
                    <a:pt x="28597" y="622"/>
                  </a:lnTo>
                  <a:cubicBezTo>
                    <a:pt x="28479" y="740"/>
                    <a:pt x="28479" y="740"/>
                    <a:pt x="28361" y="740"/>
                  </a:cubicBezTo>
                  <a:cubicBezTo>
                    <a:pt x="28242" y="740"/>
                    <a:pt x="28242" y="740"/>
                    <a:pt x="28095" y="622"/>
                  </a:cubicBezTo>
                  <a:close/>
                </a:path>
              </a:pathLst>
            </a:custGeom>
            <a:solidFill>
              <a:srgbClr val="A0B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3"/>
            <p:cNvSpPr/>
            <p:nvPr/>
          </p:nvSpPr>
          <p:spPr>
            <a:xfrm>
              <a:off x="6449188" y="2856150"/>
              <a:ext cx="2122" cy="40449"/>
            </a:xfrm>
            <a:custGeom>
              <a:avLst/>
              <a:gdLst/>
              <a:ahLst/>
              <a:cxnLst/>
              <a:rect l="l" t="t" r="r" b="b"/>
              <a:pathLst>
                <a:path w="149" h="2840" extrusionOk="0">
                  <a:moveTo>
                    <a:pt x="149" y="0"/>
                  </a:moveTo>
                  <a:lnTo>
                    <a:pt x="1" y="119"/>
                  </a:lnTo>
                  <a:lnTo>
                    <a:pt x="1" y="2721"/>
                  </a:lnTo>
                  <a:lnTo>
                    <a:pt x="1" y="2839"/>
                  </a:lnTo>
                  <a:lnTo>
                    <a:pt x="149" y="2721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1B23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3"/>
            <p:cNvSpPr/>
            <p:nvPr/>
          </p:nvSpPr>
          <p:spPr>
            <a:xfrm>
              <a:off x="6442451" y="2754216"/>
              <a:ext cx="13915" cy="54349"/>
            </a:xfrm>
            <a:custGeom>
              <a:avLst/>
              <a:gdLst/>
              <a:ahLst/>
              <a:cxnLst/>
              <a:rect l="l" t="t" r="r" b="b"/>
              <a:pathLst>
                <a:path w="977" h="3816" extrusionOk="0">
                  <a:moveTo>
                    <a:pt x="1" y="1"/>
                  </a:moveTo>
                  <a:lnTo>
                    <a:pt x="797" y="3112"/>
                  </a:lnTo>
                  <a:lnTo>
                    <a:pt x="797" y="3112"/>
                  </a:lnTo>
                  <a:cubicBezTo>
                    <a:pt x="560" y="2128"/>
                    <a:pt x="176" y="460"/>
                    <a:pt x="1" y="1"/>
                  </a:cubicBezTo>
                  <a:close/>
                  <a:moveTo>
                    <a:pt x="797" y="3112"/>
                  </a:moveTo>
                  <a:cubicBezTo>
                    <a:pt x="880" y="3460"/>
                    <a:pt x="946" y="3723"/>
                    <a:pt x="977" y="3816"/>
                  </a:cubicBezTo>
                  <a:lnTo>
                    <a:pt x="797" y="3112"/>
                  </a:lnTo>
                  <a:close/>
                </a:path>
              </a:pathLst>
            </a:custGeom>
            <a:solidFill>
              <a:srgbClr val="B28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3"/>
            <p:cNvSpPr/>
            <p:nvPr/>
          </p:nvSpPr>
          <p:spPr>
            <a:xfrm>
              <a:off x="6354433" y="2687675"/>
              <a:ext cx="354652" cy="170169"/>
            </a:xfrm>
            <a:custGeom>
              <a:avLst/>
              <a:gdLst/>
              <a:ahLst/>
              <a:cxnLst/>
              <a:rect l="l" t="t" r="r" b="b"/>
              <a:pathLst>
                <a:path w="24901" h="11948" extrusionOk="0">
                  <a:moveTo>
                    <a:pt x="1124" y="7394"/>
                  </a:moveTo>
                  <a:lnTo>
                    <a:pt x="1124" y="7394"/>
                  </a:lnTo>
                  <a:cubicBezTo>
                    <a:pt x="872" y="7626"/>
                    <a:pt x="684" y="7973"/>
                    <a:pt x="484" y="8326"/>
                  </a:cubicBezTo>
                  <a:lnTo>
                    <a:pt x="484" y="8326"/>
                  </a:lnTo>
                  <a:cubicBezTo>
                    <a:pt x="729" y="7952"/>
                    <a:pt x="961" y="7638"/>
                    <a:pt x="1124" y="7394"/>
                  </a:cubicBezTo>
                  <a:close/>
                  <a:moveTo>
                    <a:pt x="24900" y="0"/>
                  </a:moveTo>
                  <a:cubicBezTo>
                    <a:pt x="24664" y="237"/>
                    <a:pt x="24397" y="622"/>
                    <a:pt x="24161" y="858"/>
                  </a:cubicBezTo>
                  <a:cubicBezTo>
                    <a:pt x="22564" y="2839"/>
                    <a:pt x="20849" y="4791"/>
                    <a:pt x="19104" y="6654"/>
                  </a:cubicBezTo>
                  <a:cubicBezTo>
                    <a:pt x="18483" y="7275"/>
                    <a:pt x="17891" y="7896"/>
                    <a:pt x="17389" y="8488"/>
                  </a:cubicBezTo>
                  <a:lnTo>
                    <a:pt x="24900" y="4052"/>
                  </a:lnTo>
                  <a:lnTo>
                    <a:pt x="24900" y="0"/>
                  </a:lnTo>
                  <a:close/>
                  <a:moveTo>
                    <a:pt x="484" y="8326"/>
                  </a:moveTo>
                  <a:cubicBezTo>
                    <a:pt x="373" y="8496"/>
                    <a:pt x="259" y="8678"/>
                    <a:pt x="148" y="8872"/>
                  </a:cubicBezTo>
                  <a:cubicBezTo>
                    <a:pt x="270" y="8699"/>
                    <a:pt x="379" y="8512"/>
                    <a:pt x="484" y="8326"/>
                  </a:cubicBezTo>
                  <a:close/>
                  <a:moveTo>
                    <a:pt x="10498" y="6773"/>
                  </a:moveTo>
                  <a:lnTo>
                    <a:pt x="10498" y="6891"/>
                  </a:lnTo>
                  <a:cubicBezTo>
                    <a:pt x="11356" y="8251"/>
                    <a:pt x="12095" y="9730"/>
                    <a:pt x="12716" y="11208"/>
                  </a:cubicBezTo>
                  <a:cubicBezTo>
                    <a:pt x="12214" y="9730"/>
                    <a:pt x="11356" y="8133"/>
                    <a:pt x="10498" y="6773"/>
                  </a:cubicBezTo>
                  <a:close/>
                  <a:moveTo>
                    <a:pt x="5796" y="4673"/>
                  </a:moveTo>
                  <a:cubicBezTo>
                    <a:pt x="5796" y="4673"/>
                    <a:pt x="5441" y="4673"/>
                    <a:pt x="4939" y="4791"/>
                  </a:cubicBezTo>
                  <a:cubicBezTo>
                    <a:pt x="4318" y="4939"/>
                    <a:pt x="3697" y="5176"/>
                    <a:pt x="3105" y="5678"/>
                  </a:cubicBezTo>
                  <a:cubicBezTo>
                    <a:pt x="1982" y="6418"/>
                    <a:pt x="887" y="7896"/>
                    <a:pt x="0" y="9612"/>
                  </a:cubicBezTo>
                  <a:lnTo>
                    <a:pt x="1242" y="10114"/>
                  </a:lnTo>
                  <a:cubicBezTo>
                    <a:pt x="1479" y="9966"/>
                    <a:pt x="1627" y="9730"/>
                    <a:pt x="1863" y="9612"/>
                  </a:cubicBezTo>
                  <a:cubicBezTo>
                    <a:pt x="2484" y="9109"/>
                    <a:pt x="3224" y="8636"/>
                    <a:pt x="4081" y="8636"/>
                  </a:cubicBezTo>
                  <a:cubicBezTo>
                    <a:pt x="4318" y="8636"/>
                    <a:pt x="4584" y="8636"/>
                    <a:pt x="4702" y="8754"/>
                  </a:cubicBezTo>
                  <a:cubicBezTo>
                    <a:pt x="5678" y="9109"/>
                    <a:pt x="6181" y="10351"/>
                    <a:pt x="6181" y="11445"/>
                  </a:cubicBezTo>
                  <a:cubicBezTo>
                    <a:pt x="6181" y="11593"/>
                    <a:pt x="6181" y="11829"/>
                    <a:pt x="6299" y="11948"/>
                  </a:cubicBezTo>
                  <a:lnTo>
                    <a:pt x="6654" y="11948"/>
                  </a:lnTo>
                  <a:lnTo>
                    <a:pt x="6802" y="11829"/>
                  </a:lnTo>
                  <a:lnTo>
                    <a:pt x="8014" y="11711"/>
                  </a:lnTo>
                  <a:cubicBezTo>
                    <a:pt x="8280" y="11445"/>
                    <a:pt x="8517" y="11327"/>
                    <a:pt x="8754" y="11208"/>
                  </a:cubicBezTo>
                  <a:cubicBezTo>
                    <a:pt x="9020" y="11090"/>
                    <a:pt x="9138" y="11090"/>
                    <a:pt x="9256" y="11090"/>
                  </a:cubicBezTo>
                  <a:cubicBezTo>
                    <a:pt x="9611" y="11090"/>
                    <a:pt x="10114" y="11208"/>
                    <a:pt x="10351" y="11445"/>
                  </a:cubicBezTo>
                  <a:lnTo>
                    <a:pt x="12568" y="11208"/>
                  </a:lnTo>
                  <a:cubicBezTo>
                    <a:pt x="11977" y="9730"/>
                    <a:pt x="11238" y="8369"/>
                    <a:pt x="10351" y="6891"/>
                  </a:cubicBezTo>
                  <a:cubicBezTo>
                    <a:pt x="9996" y="6270"/>
                    <a:pt x="9759" y="5797"/>
                    <a:pt x="9493" y="5412"/>
                  </a:cubicBezTo>
                  <a:lnTo>
                    <a:pt x="9493" y="5412"/>
                  </a:lnTo>
                  <a:lnTo>
                    <a:pt x="9759" y="5678"/>
                  </a:lnTo>
                  <a:cubicBezTo>
                    <a:pt x="9611" y="5531"/>
                    <a:pt x="9493" y="5294"/>
                    <a:pt x="9375" y="5176"/>
                  </a:cubicBezTo>
                  <a:lnTo>
                    <a:pt x="9375" y="5176"/>
                  </a:lnTo>
                  <a:lnTo>
                    <a:pt x="9493" y="5412"/>
                  </a:lnTo>
                  <a:cubicBezTo>
                    <a:pt x="9375" y="5294"/>
                    <a:pt x="9256" y="5176"/>
                    <a:pt x="9256" y="4939"/>
                  </a:cubicBezTo>
                  <a:cubicBezTo>
                    <a:pt x="9020" y="4791"/>
                    <a:pt x="8872" y="4673"/>
                    <a:pt x="8754" y="4673"/>
                  </a:cubicBezTo>
                  <a:lnTo>
                    <a:pt x="7157" y="8488"/>
                  </a:lnTo>
                  <a:lnTo>
                    <a:pt x="6181" y="4673"/>
                  </a:lnTo>
                  <a:close/>
                </a:path>
              </a:pathLst>
            </a:custGeom>
            <a:solidFill>
              <a:srgbClr val="A0B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3"/>
            <p:cNvSpPr/>
            <p:nvPr/>
          </p:nvSpPr>
          <p:spPr>
            <a:xfrm>
              <a:off x="6343893" y="2754216"/>
              <a:ext cx="93103" cy="91423"/>
            </a:xfrm>
            <a:custGeom>
              <a:avLst/>
              <a:gdLst/>
              <a:ahLst/>
              <a:cxnLst/>
              <a:rect l="l" t="t" r="r" b="b"/>
              <a:pathLst>
                <a:path w="6537" h="6419" extrusionOk="0">
                  <a:moveTo>
                    <a:pt x="6418" y="1"/>
                  </a:moveTo>
                  <a:cubicBezTo>
                    <a:pt x="5915" y="1"/>
                    <a:pt x="5442" y="119"/>
                    <a:pt x="4939" y="267"/>
                  </a:cubicBezTo>
                  <a:cubicBezTo>
                    <a:pt x="4437" y="504"/>
                    <a:pt x="3964" y="740"/>
                    <a:pt x="3579" y="1125"/>
                  </a:cubicBezTo>
                  <a:cubicBezTo>
                    <a:pt x="2958" y="1598"/>
                    <a:pt x="2367" y="2101"/>
                    <a:pt x="1864" y="2722"/>
                  </a:cubicBezTo>
                  <a:cubicBezTo>
                    <a:pt x="1627" y="3076"/>
                    <a:pt x="1243" y="3579"/>
                    <a:pt x="888" y="4200"/>
                  </a:cubicBezTo>
                  <a:cubicBezTo>
                    <a:pt x="504" y="4821"/>
                    <a:pt x="267" y="5561"/>
                    <a:pt x="1" y="6418"/>
                  </a:cubicBezTo>
                  <a:cubicBezTo>
                    <a:pt x="267" y="5915"/>
                    <a:pt x="504" y="5442"/>
                    <a:pt x="740" y="4940"/>
                  </a:cubicBezTo>
                  <a:cubicBezTo>
                    <a:pt x="1627" y="3224"/>
                    <a:pt x="2722" y="1746"/>
                    <a:pt x="3845" y="1006"/>
                  </a:cubicBezTo>
                  <a:cubicBezTo>
                    <a:pt x="4437" y="504"/>
                    <a:pt x="5058" y="267"/>
                    <a:pt x="5679" y="119"/>
                  </a:cubicBezTo>
                  <a:cubicBezTo>
                    <a:pt x="6181" y="1"/>
                    <a:pt x="6536" y="1"/>
                    <a:pt x="6536" y="1"/>
                  </a:cubicBezTo>
                  <a:close/>
                </a:path>
              </a:pathLst>
            </a:custGeom>
            <a:solidFill>
              <a:srgbClr val="1B23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3"/>
            <p:cNvSpPr/>
            <p:nvPr/>
          </p:nvSpPr>
          <p:spPr>
            <a:xfrm>
              <a:off x="6486261" y="2699895"/>
              <a:ext cx="212284" cy="168489"/>
            </a:xfrm>
            <a:custGeom>
              <a:avLst/>
              <a:gdLst/>
              <a:ahLst/>
              <a:cxnLst/>
              <a:rect l="l" t="t" r="r" b="b"/>
              <a:pathLst>
                <a:path w="14905" h="11830" extrusionOk="0">
                  <a:moveTo>
                    <a:pt x="0" y="4081"/>
                  </a:moveTo>
                  <a:cubicBezTo>
                    <a:pt x="0" y="4318"/>
                    <a:pt x="119" y="4436"/>
                    <a:pt x="237" y="4554"/>
                  </a:cubicBezTo>
                  <a:lnTo>
                    <a:pt x="119" y="4318"/>
                  </a:lnTo>
                  <a:cubicBezTo>
                    <a:pt x="119" y="4318"/>
                    <a:pt x="0" y="4199"/>
                    <a:pt x="0" y="4081"/>
                  </a:cubicBezTo>
                  <a:close/>
                  <a:moveTo>
                    <a:pt x="14905" y="0"/>
                  </a:moveTo>
                  <a:cubicBezTo>
                    <a:pt x="11445" y="4081"/>
                    <a:pt x="7896" y="8014"/>
                    <a:pt x="3933" y="11592"/>
                  </a:cubicBezTo>
                  <a:cubicBezTo>
                    <a:pt x="3815" y="11326"/>
                    <a:pt x="3697" y="11090"/>
                    <a:pt x="3697" y="10735"/>
                  </a:cubicBezTo>
                  <a:cubicBezTo>
                    <a:pt x="3579" y="10587"/>
                    <a:pt x="3579" y="10469"/>
                    <a:pt x="3460" y="10350"/>
                  </a:cubicBezTo>
                  <a:cubicBezTo>
                    <a:pt x="2839" y="8872"/>
                    <a:pt x="2100" y="7393"/>
                    <a:pt x="1242" y="6033"/>
                  </a:cubicBezTo>
                  <a:lnTo>
                    <a:pt x="1242" y="5915"/>
                  </a:lnTo>
                  <a:cubicBezTo>
                    <a:pt x="976" y="5678"/>
                    <a:pt x="858" y="5412"/>
                    <a:pt x="621" y="5057"/>
                  </a:cubicBezTo>
                  <a:cubicBezTo>
                    <a:pt x="621" y="5057"/>
                    <a:pt x="503" y="4939"/>
                    <a:pt x="503" y="4820"/>
                  </a:cubicBezTo>
                  <a:lnTo>
                    <a:pt x="237" y="4554"/>
                  </a:lnTo>
                  <a:lnTo>
                    <a:pt x="237" y="4554"/>
                  </a:lnTo>
                  <a:cubicBezTo>
                    <a:pt x="503" y="4939"/>
                    <a:pt x="740" y="5412"/>
                    <a:pt x="1095" y="6033"/>
                  </a:cubicBezTo>
                  <a:cubicBezTo>
                    <a:pt x="1982" y="7511"/>
                    <a:pt x="2721" y="8872"/>
                    <a:pt x="3312" y="10350"/>
                  </a:cubicBezTo>
                  <a:cubicBezTo>
                    <a:pt x="3460" y="10853"/>
                    <a:pt x="3579" y="11208"/>
                    <a:pt x="3815" y="11711"/>
                  </a:cubicBezTo>
                  <a:lnTo>
                    <a:pt x="3815" y="11829"/>
                  </a:lnTo>
                  <a:lnTo>
                    <a:pt x="3933" y="11711"/>
                  </a:lnTo>
                  <a:cubicBezTo>
                    <a:pt x="5175" y="10469"/>
                    <a:pt x="6654" y="9108"/>
                    <a:pt x="8133" y="7630"/>
                  </a:cubicBezTo>
                  <a:cubicBezTo>
                    <a:pt x="8635" y="7038"/>
                    <a:pt x="9227" y="6417"/>
                    <a:pt x="9848" y="5796"/>
                  </a:cubicBezTo>
                  <a:cubicBezTo>
                    <a:pt x="11593" y="3933"/>
                    <a:pt x="13308" y="1981"/>
                    <a:pt x="14905" y="0"/>
                  </a:cubicBezTo>
                  <a:close/>
                </a:path>
              </a:pathLst>
            </a:custGeom>
            <a:solidFill>
              <a:srgbClr val="1B23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3"/>
            <p:cNvSpPr/>
            <p:nvPr/>
          </p:nvSpPr>
          <p:spPr>
            <a:xfrm>
              <a:off x="6479097" y="2752535"/>
              <a:ext cx="1695" cy="1695"/>
            </a:xfrm>
            <a:custGeom>
              <a:avLst/>
              <a:gdLst/>
              <a:ahLst/>
              <a:cxnLst/>
              <a:rect l="l" t="t" r="r" b="b"/>
              <a:pathLst>
                <a:path w="119" h="119" extrusionOk="0">
                  <a:moveTo>
                    <a:pt x="1" y="1"/>
                  </a:moveTo>
                  <a:lnTo>
                    <a:pt x="1" y="119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B28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3"/>
            <p:cNvSpPr/>
            <p:nvPr/>
          </p:nvSpPr>
          <p:spPr>
            <a:xfrm>
              <a:off x="6479097" y="2752535"/>
              <a:ext cx="1695" cy="1695"/>
            </a:xfrm>
            <a:custGeom>
              <a:avLst/>
              <a:gdLst/>
              <a:ahLst/>
              <a:cxnLst/>
              <a:rect l="l" t="t" r="r" b="b"/>
              <a:pathLst>
                <a:path w="119" h="119" extrusionOk="0">
                  <a:moveTo>
                    <a:pt x="119" y="1"/>
                  </a:moveTo>
                  <a:lnTo>
                    <a:pt x="1" y="119"/>
                  </a:lnTo>
                  <a:lnTo>
                    <a:pt x="1" y="119"/>
                  </a:lnTo>
                  <a:lnTo>
                    <a:pt x="1" y="119"/>
                  </a:lnTo>
                  <a:close/>
                </a:path>
              </a:pathLst>
            </a:custGeom>
            <a:solidFill>
              <a:srgbClr val="A0B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3"/>
            <p:cNvSpPr/>
            <p:nvPr/>
          </p:nvSpPr>
          <p:spPr>
            <a:xfrm>
              <a:off x="6747811" y="1885737"/>
              <a:ext cx="82564" cy="78775"/>
            </a:xfrm>
            <a:custGeom>
              <a:avLst/>
              <a:gdLst/>
              <a:ahLst/>
              <a:cxnLst/>
              <a:rect l="l" t="t" r="r" b="b"/>
              <a:pathLst>
                <a:path w="5797" h="5531" extrusionOk="0">
                  <a:moveTo>
                    <a:pt x="1" y="1"/>
                  </a:moveTo>
                  <a:lnTo>
                    <a:pt x="119" y="4791"/>
                  </a:lnTo>
                  <a:lnTo>
                    <a:pt x="5531" y="5531"/>
                  </a:lnTo>
                  <a:lnTo>
                    <a:pt x="5797" y="35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3"/>
            <p:cNvSpPr/>
            <p:nvPr/>
          </p:nvSpPr>
          <p:spPr>
            <a:xfrm>
              <a:off x="6802146" y="1548788"/>
              <a:ext cx="3390" cy="414044"/>
            </a:xfrm>
            <a:custGeom>
              <a:avLst/>
              <a:gdLst/>
              <a:ahLst/>
              <a:cxnLst/>
              <a:rect l="l" t="t" r="r" b="b"/>
              <a:pathLst>
                <a:path w="238" h="29071" extrusionOk="0">
                  <a:moveTo>
                    <a:pt x="119" y="1"/>
                  </a:moveTo>
                  <a:cubicBezTo>
                    <a:pt x="1" y="1"/>
                    <a:pt x="1" y="6536"/>
                    <a:pt x="1" y="14521"/>
                  </a:cubicBezTo>
                  <a:cubicBezTo>
                    <a:pt x="1" y="22535"/>
                    <a:pt x="1" y="29070"/>
                    <a:pt x="119" y="29070"/>
                  </a:cubicBezTo>
                  <a:cubicBezTo>
                    <a:pt x="119" y="29070"/>
                    <a:pt x="237" y="22535"/>
                    <a:pt x="237" y="14521"/>
                  </a:cubicBezTo>
                  <a:cubicBezTo>
                    <a:pt x="237" y="6536"/>
                    <a:pt x="119" y="1"/>
                    <a:pt x="11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3"/>
            <p:cNvSpPr/>
            <p:nvPr/>
          </p:nvSpPr>
          <p:spPr>
            <a:xfrm>
              <a:off x="6719596" y="2212161"/>
              <a:ext cx="68663" cy="945987"/>
            </a:xfrm>
            <a:custGeom>
              <a:avLst/>
              <a:gdLst/>
              <a:ahLst/>
              <a:cxnLst/>
              <a:rect l="l" t="t" r="r" b="b"/>
              <a:pathLst>
                <a:path w="4821" h="66420" extrusionOk="0">
                  <a:moveTo>
                    <a:pt x="2047" y="14116"/>
                  </a:moveTo>
                  <a:cubicBezTo>
                    <a:pt x="2310" y="14116"/>
                    <a:pt x="2568" y="14200"/>
                    <a:pt x="2839" y="14284"/>
                  </a:cubicBezTo>
                  <a:cubicBezTo>
                    <a:pt x="3338" y="14543"/>
                    <a:pt x="3608" y="15017"/>
                    <a:pt x="3767" y="15525"/>
                  </a:cubicBezTo>
                  <a:lnTo>
                    <a:pt x="3767" y="15525"/>
                  </a:lnTo>
                  <a:cubicBezTo>
                    <a:pt x="3745" y="15565"/>
                    <a:pt x="3721" y="15605"/>
                    <a:pt x="3697" y="15644"/>
                  </a:cubicBezTo>
                  <a:cubicBezTo>
                    <a:pt x="3579" y="15881"/>
                    <a:pt x="3342" y="16147"/>
                    <a:pt x="3076" y="16383"/>
                  </a:cubicBezTo>
                  <a:cubicBezTo>
                    <a:pt x="2721" y="16502"/>
                    <a:pt x="2337" y="16502"/>
                    <a:pt x="2100" y="16502"/>
                  </a:cubicBezTo>
                  <a:cubicBezTo>
                    <a:pt x="1716" y="16383"/>
                    <a:pt x="1361" y="16147"/>
                    <a:pt x="1242" y="15762"/>
                  </a:cubicBezTo>
                  <a:cubicBezTo>
                    <a:pt x="976" y="15526"/>
                    <a:pt x="858" y="15141"/>
                    <a:pt x="976" y="14786"/>
                  </a:cubicBezTo>
                  <a:cubicBezTo>
                    <a:pt x="1124" y="14402"/>
                    <a:pt x="1361" y="14165"/>
                    <a:pt x="1716" y="14165"/>
                  </a:cubicBezTo>
                  <a:cubicBezTo>
                    <a:pt x="1828" y="14131"/>
                    <a:pt x="1938" y="14116"/>
                    <a:pt x="2047" y="14116"/>
                  </a:cubicBezTo>
                  <a:close/>
                  <a:moveTo>
                    <a:pt x="1715" y="18642"/>
                  </a:moveTo>
                  <a:cubicBezTo>
                    <a:pt x="1988" y="18642"/>
                    <a:pt x="2247" y="18699"/>
                    <a:pt x="2455" y="18838"/>
                  </a:cubicBezTo>
                  <a:cubicBezTo>
                    <a:pt x="2839" y="18956"/>
                    <a:pt x="3194" y="19341"/>
                    <a:pt x="3342" y="19843"/>
                  </a:cubicBezTo>
                  <a:cubicBezTo>
                    <a:pt x="3389" y="19913"/>
                    <a:pt x="3430" y="19988"/>
                    <a:pt x="3468" y="20068"/>
                  </a:cubicBezTo>
                  <a:lnTo>
                    <a:pt x="3468" y="20068"/>
                  </a:lnTo>
                  <a:cubicBezTo>
                    <a:pt x="3465" y="20072"/>
                    <a:pt x="3463" y="20076"/>
                    <a:pt x="3460" y="20080"/>
                  </a:cubicBezTo>
                  <a:cubicBezTo>
                    <a:pt x="3194" y="20435"/>
                    <a:pt x="2958" y="20701"/>
                    <a:pt x="2455" y="20819"/>
                  </a:cubicBezTo>
                  <a:cubicBezTo>
                    <a:pt x="2317" y="20847"/>
                    <a:pt x="2178" y="20861"/>
                    <a:pt x="2039" y="20861"/>
                  </a:cubicBezTo>
                  <a:cubicBezTo>
                    <a:pt x="1580" y="20861"/>
                    <a:pt x="1125" y="20702"/>
                    <a:pt x="740" y="20316"/>
                  </a:cubicBezTo>
                  <a:cubicBezTo>
                    <a:pt x="621" y="20198"/>
                    <a:pt x="503" y="19962"/>
                    <a:pt x="503" y="19695"/>
                  </a:cubicBezTo>
                  <a:cubicBezTo>
                    <a:pt x="503" y="19341"/>
                    <a:pt x="740" y="18956"/>
                    <a:pt x="1124" y="18720"/>
                  </a:cubicBezTo>
                  <a:cubicBezTo>
                    <a:pt x="1320" y="18671"/>
                    <a:pt x="1521" y="18642"/>
                    <a:pt x="1715" y="18642"/>
                  </a:cubicBezTo>
                  <a:close/>
                  <a:moveTo>
                    <a:pt x="1889" y="22374"/>
                  </a:moveTo>
                  <a:cubicBezTo>
                    <a:pt x="1992" y="22374"/>
                    <a:pt x="2101" y="22389"/>
                    <a:pt x="2218" y="22416"/>
                  </a:cubicBezTo>
                  <a:cubicBezTo>
                    <a:pt x="2707" y="22416"/>
                    <a:pt x="3167" y="22639"/>
                    <a:pt x="3545" y="23004"/>
                  </a:cubicBezTo>
                  <a:lnTo>
                    <a:pt x="3545" y="23004"/>
                  </a:lnTo>
                  <a:cubicBezTo>
                    <a:pt x="3454" y="23354"/>
                    <a:pt x="3309" y="23692"/>
                    <a:pt x="3076" y="24013"/>
                  </a:cubicBezTo>
                  <a:cubicBezTo>
                    <a:pt x="2839" y="24397"/>
                    <a:pt x="2455" y="24634"/>
                    <a:pt x="1982" y="24752"/>
                  </a:cubicBezTo>
                  <a:cubicBezTo>
                    <a:pt x="1479" y="24752"/>
                    <a:pt x="976" y="24634"/>
                    <a:pt x="740" y="24131"/>
                  </a:cubicBezTo>
                  <a:cubicBezTo>
                    <a:pt x="621" y="23776"/>
                    <a:pt x="740" y="23274"/>
                    <a:pt x="976" y="22919"/>
                  </a:cubicBezTo>
                  <a:cubicBezTo>
                    <a:pt x="1271" y="22533"/>
                    <a:pt x="1549" y="22374"/>
                    <a:pt x="1889" y="22374"/>
                  </a:cubicBezTo>
                  <a:close/>
                  <a:moveTo>
                    <a:pt x="1479" y="27355"/>
                  </a:moveTo>
                  <a:cubicBezTo>
                    <a:pt x="1863" y="27355"/>
                    <a:pt x="2218" y="27473"/>
                    <a:pt x="2455" y="27710"/>
                  </a:cubicBezTo>
                  <a:cubicBezTo>
                    <a:pt x="2976" y="28131"/>
                    <a:pt x="3330" y="28802"/>
                    <a:pt x="3431" y="29444"/>
                  </a:cubicBezTo>
                  <a:lnTo>
                    <a:pt x="3431" y="29444"/>
                  </a:lnTo>
                  <a:cubicBezTo>
                    <a:pt x="2997" y="29818"/>
                    <a:pt x="2467" y="30030"/>
                    <a:pt x="1911" y="30030"/>
                  </a:cubicBezTo>
                  <a:cubicBezTo>
                    <a:pt x="1691" y="30030"/>
                    <a:pt x="1467" y="29997"/>
                    <a:pt x="1242" y="29928"/>
                  </a:cubicBezTo>
                  <a:cubicBezTo>
                    <a:pt x="503" y="29573"/>
                    <a:pt x="237" y="28715"/>
                    <a:pt x="503" y="27976"/>
                  </a:cubicBezTo>
                  <a:cubicBezTo>
                    <a:pt x="740" y="27591"/>
                    <a:pt x="976" y="27355"/>
                    <a:pt x="1479" y="27355"/>
                  </a:cubicBezTo>
                  <a:close/>
                  <a:moveTo>
                    <a:pt x="2455" y="0"/>
                  </a:moveTo>
                  <a:cubicBezTo>
                    <a:pt x="2337" y="119"/>
                    <a:pt x="2337" y="355"/>
                    <a:pt x="2337" y="621"/>
                  </a:cubicBezTo>
                  <a:cubicBezTo>
                    <a:pt x="2337" y="1094"/>
                    <a:pt x="2337" y="1715"/>
                    <a:pt x="2218" y="2691"/>
                  </a:cubicBezTo>
                  <a:cubicBezTo>
                    <a:pt x="2100" y="4554"/>
                    <a:pt x="1982" y="7275"/>
                    <a:pt x="1716" y="10705"/>
                  </a:cubicBezTo>
                  <a:cubicBezTo>
                    <a:pt x="2218" y="11208"/>
                    <a:pt x="2721" y="11563"/>
                    <a:pt x="3076" y="12066"/>
                  </a:cubicBezTo>
                  <a:cubicBezTo>
                    <a:pt x="3460" y="12450"/>
                    <a:pt x="3815" y="13042"/>
                    <a:pt x="3934" y="13663"/>
                  </a:cubicBezTo>
                  <a:cubicBezTo>
                    <a:pt x="4148" y="14162"/>
                    <a:pt x="4113" y="14739"/>
                    <a:pt x="3891" y="15268"/>
                  </a:cubicBezTo>
                  <a:lnTo>
                    <a:pt x="3891" y="15268"/>
                  </a:lnTo>
                  <a:cubicBezTo>
                    <a:pt x="3865" y="15184"/>
                    <a:pt x="3839" y="15102"/>
                    <a:pt x="3815" y="15023"/>
                  </a:cubicBezTo>
                  <a:cubicBezTo>
                    <a:pt x="3579" y="14668"/>
                    <a:pt x="3342" y="14284"/>
                    <a:pt x="2958" y="14165"/>
                  </a:cubicBezTo>
                  <a:cubicBezTo>
                    <a:pt x="2594" y="13994"/>
                    <a:pt x="2308" y="13870"/>
                    <a:pt x="1987" y="13870"/>
                  </a:cubicBezTo>
                  <a:cubicBezTo>
                    <a:pt x="1864" y="13870"/>
                    <a:pt x="1736" y="13888"/>
                    <a:pt x="1597" y="13929"/>
                  </a:cubicBezTo>
                  <a:cubicBezTo>
                    <a:pt x="1242" y="14047"/>
                    <a:pt x="858" y="14284"/>
                    <a:pt x="740" y="14786"/>
                  </a:cubicBezTo>
                  <a:cubicBezTo>
                    <a:pt x="621" y="15141"/>
                    <a:pt x="740" y="15644"/>
                    <a:pt x="976" y="15881"/>
                  </a:cubicBezTo>
                  <a:cubicBezTo>
                    <a:pt x="1242" y="16265"/>
                    <a:pt x="1597" y="16502"/>
                    <a:pt x="1982" y="16620"/>
                  </a:cubicBezTo>
                  <a:cubicBezTo>
                    <a:pt x="2129" y="16669"/>
                    <a:pt x="2281" y="16698"/>
                    <a:pt x="2434" y="16698"/>
                  </a:cubicBezTo>
                  <a:cubicBezTo>
                    <a:pt x="2650" y="16698"/>
                    <a:pt x="2868" y="16640"/>
                    <a:pt x="3076" y="16502"/>
                  </a:cubicBezTo>
                  <a:cubicBezTo>
                    <a:pt x="3409" y="16297"/>
                    <a:pt x="3631" y="16070"/>
                    <a:pt x="3838" y="15782"/>
                  </a:cubicBezTo>
                  <a:lnTo>
                    <a:pt x="3838" y="15782"/>
                  </a:lnTo>
                  <a:cubicBezTo>
                    <a:pt x="3878" y="15945"/>
                    <a:pt x="3908" y="16108"/>
                    <a:pt x="3934" y="16265"/>
                  </a:cubicBezTo>
                  <a:cubicBezTo>
                    <a:pt x="4081" y="17123"/>
                    <a:pt x="4081" y="17980"/>
                    <a:pt x="3934" y="18838"/>
                  </a:cubicBezTo>
                  <a:cubicBezTo>
                    <a:pt x="3843" y="19224"/>
                    <a:pt x="3752" y="19524"/>
                    <a:pt x="3607" y="19816"/>
                  </a:cubicBezTo>
                  <a:lnTo>
                    <a:pt x="3607" y="19816"/>
                  </a:lnTo>
                  <a:cubicBezTo>
                    <a:pt x="3598" y="19776"/>
                    <a:pt x="3588" y="19736"/>
                    <a:pt x="3579" y="19695"/>
                  </a:cubicBezTo>
                  <a:cubicBezTo>
                    <a:pt x="3342" y="19222"/>
                    <a:pt x="2958" y="18838"/>
                    <a:pt x="2455" y="18601"/>
                  </a:cubicBezTo>
                  <a:cubicBezTo>
                    <a:pt x="2250" y="18533"/>
                    <a:pt x="1956" y="18465"/>
                    <a:pt x="1648" y="18465"/>
                  </a:cubicBezTo>
                  <a:cubicBezTo>
                    <a:pt x="1422" y="18465"/>
                    <a:pt x="1189" y="18501"/>
                    <a:pt x="976" y="18601"/>
                  </a:cubicBezTo>
                  <a:cubicBezTo>
                    <a:pt x="503" y="18720"/>
                    <a:pt x="237" y="19222"/>
                    <a:pt x="237" y="19843"/>
                  </a:cubicBezTo>
                  <a:cubicBezTo>
                    <a:pt x="237" y="20080"/>
                    <a:pt x="385" y="20316"/>
                    <a:pt x="503" y="20435"/>
                  </a:cubicBezTo>
                  <a:cubicBezTo>
                    <a:pt x="853" y="20893"/>
                    <a:pt x="1428" y="21159"/>
                    <a:pt x="2003" y="21159"/>
                  </a:cubicBezTo>
                  <a:cubicBezTo>
                    <a:pt x="2206" y="21159"/>
                    <a:pt x="2410" y="21125"/>
                    <a:pt x="2603" y="21056"/>
                  </a:cubicBezTo>
                  <a:cubicBezTo>
                    <a:pt x="2839" y="20938"/>
                    <a:pt x="2958" y="20819"/>
                    <a:pt x="3194" y="20701"/>
                  </a:cubicBezTo>
                  <a:cubicBezTo>
                    <a:pt x="3326" y="20596"/>
                    <a:pt x="3434" y="20373"/>
                    <a:pt x="3540" y="20242"/>
                  </a:cubicBezTo>
                  <a:lnTo>
                    <a:pt x="3540" y="20242"/>
                  </a:lnTo>
                  <a:cubicBezTo>
                    <a:pt x="3645" y="20531"/>
                    <a:pt x="3697" y="20859"/>
                    <a:pt x="3697" y="21174"/>
                  </a:cubicBezTo>
                  <a:cubicBezTo>
                    <a:pt x="3697" y="21725"/>
                    <a:pt x="3697" y="22267"/>
                    <a:pt x="3595" y="22786"/>
                  </a:cubicBezTo>
                  <a:lnTo>
                    <a:pt x="3595" y="22786"/>
                  </a:lnTo>
                  <a:cubicBezTo>
                    <a:pt x="3249" y="22374"/>
                    <a:pt x="2793" y="22180"/>
                    <a:pt x="2337" y="22180"/>
                  </a:cubicBezTo>
                  <a:cubicBezTo>
                    <a:pt x="2218" y="22140"/>
                    <a:pt x="2110" y="22127"/>
                    <a:pt x="2009" y="22127"/>
                  </a:cubicBezTo>
                  <a:cubicBezTo>
                    <a:pt x="1808" y="22127"/>
                    <a:pt x="1637" y="22180"/>
                    <a:pt x="1479" y="22180"/>
                  </a:cubicBezTo>
                  <a:cubicBezTo>
                    <a:pt x="621" y="22534"/>
                    <a:pt x="237" y="23540"/>
                    <a:pt x="503" y="24279"/>
                  </a:cubicBezTo>
                  <a:cubicBezTo>
                    <a:pt x="703" y="24779"/>
                    <a:pt x="1177" y="25046"/>
                    <a:pt x="1693" y="25046"/>
                  </a:cubicBezTo>
                  <a:cubicBezTo>
                    <a:pt x="1788" y="25046"/>
                    <a:pt x="1885" y="25037"/>
                    <a:pt x="1982" y="25018"/>
                  </a:cubicBezTo>
                  <a:cubicBezTo>
                    <a:pt x="2455" y="24871"/>
                    <a:pt x="2958" y="24634"/>
                    <a:pt x="3342" y="24131"/>
                  </a:cubicBezTo>
                  <a:cubicBezTo>
                    <a:pt x="3508" y="23882"/>
                    <a:pt x="3616" y="23560"/>
                    <a:pt x="3706" y="23176"/>
                  </a:cubicBezTo>
                  <a:lnTo>
                    <a:pt x="3706" y="23176"/>
                  </a:lnTo>
                  <a:cubicBezTo>
                    <a:pt x="3997" y="23517"/>
                    <a:pt x="4214" y="23957"/>
                    <a:pt x="4318" y="24397"/>
                  </a:cubicBezTo>
                  <a:cubicBezTo>
                    <a:pt x="4436" y="25255"/>
                    <a:pt x="4555" y="26113"/>
                    <a:pt x="4436" y="26970"/>
                  </a:cubicBezTo>
                  <a:cubicBezTo>
                    <a:pt x="4436" y="27792"/>
                    <a:pt x="4111" y="28641"/>
                    <a:pt x="3641" y="29231"/>
                  </a:cubicBezTo>
                  <a:lnTo>
                    <a:pt x="3641" y="29231"/>
                  </a:lnTo>
                  <a:cubicBezTo>
                    <a:pt x="3596" y="28997"/>
                    <a:pt x="3528" y="28787"/>
                    <a:pt x="3460" y="28567"/>
                  </a:cubicBezTo>
                  <a:cubicBezTo>
                    <a:pt x="3342" y="28094"/>
                    <a:pt x="3076" y="27710"/>
                    <a:pt x="2721" y="27473"/>
                  </a:cubicBezTo>
                  <a:cubicBezTo>
                    <a:pt x="2337" y="27236"/>
                    <a:pt x="1863" y="27089"/>
                    <a:pt x="1479" y="27089"/>
                  </a:cubicBezTo>
                  <a:cubicBezTo>
                    <a:pt x="976" y="27089"/>
                    <a:pt x="503" y="27355"/>
                    <a:pt x="385" y="27828"/>
                  </a:cubicBezTo>
                  <a:cubicBezTo>
                    <a:pt x="0" y="28715"/>
                    <a:pt x="385" y="29691"/>
                    <a:pt x="1242" y="30194"/>
                  </a:cubicBezTo>
                  <a:cubicBezTo>
                    <a:pt x="1455" y="30252"/>
                    <a:pt x="1675" y="30282"/>
                    <a:pt x="1895" y="30282"/>
                  </a:cubicBezTo>
                  <a:cubicBezTo>
                    <a:pt x="2455" y="30282"/>
                    <a:pt x="3016" y="30090"/>
                    <a:pt x="3458" y="29700"/>
                  </a:cubicBezTo>
                  <a:lnTo>
                    <a:pt x="3458" y="29700"/>
                  </a:lnTo>
                  <a:cubicBezTo>
                    <a:pt x="3459" y="29737"/>
                    <a:pt x="3460" y="29773"/>
                    <a:pt x="3460" y="29809"/>
                  </a:cubicBezTo>
                  <a:cubicBezTo>
                    <a:pt x="3579" y="31406"/>
                    <a:pt x="3579" y="33003"/>
                    <a:pt x="3579" y="34630"/>
                  </a:cubicBezTo>
                  <a:cubicBezTo>
                    <a:pt x="3815" y="40781"/>
                    <a:pt x="3934" y="46458"/>
                    <a:pt x="4081" y="51131"/>
                  </a:cubicBezTo>
                  <a:cubicBezTo>
                    <a:pt x="4318" y="55922"/>
                    <a:pt x="4436" y="59766"/>
                    <a:pt x="4436" y="62339"/>
                  </a:cubicBezTo>
                  <a:cubicBezTo>
                    <a:pt x="4555" y="63699"/>
                    <a:pt x="4555" y="64675"/>
                    <a:pt x="4555" y="65414"/>
                  </a:cubicBezTo>
                  <a:lnTo>
                    <a:pt x="4555" y="66154"/>
                  </a:lnTo>
                  <a:lnTo>
                    <a:pt x="4555" y="66420"/>
                  </a:lnTo>
                  <a:cubicBezTo>
                    <a:pt x="4555" y="66420"/>
                    <a:pt x="4673" y="66420"/>
                    <a:pt x="4673" y="66154"/>
                  </a:cubicBezTo>
                  <a:lnTo>
                    <a:pt x="4673" y="65414"/>
                  </a:lnTo>
                  <a:cubicBezTo>
                    <a:pt x="4673" y="64675"/>
                    <a:pt x="4673" y="63699"/>
                    <a:pt x="4555" y="62339"/>
                  </a:cubicBezTo>
                  <a:cubicBezTo>
                    <a:pt x="4555" y="59766"/>
                    <a:pt x="4436" y="55922"/>
                    <a:pt x="4318" y="51131"/>
                  </a:cubicBezTo>
                  <a:cubicBezTo>
                    <a:pt x="4200" y="46458"/>
                    <a:pt x="4081" y="40781"/>
                    <a:pt x="3934" y="34630"/>
                  </a:cubicBezTo>
                  <a:cubicBezTo>
                    <a:pt x="3815" y="33003"/>
                    <a:pt x="3815" y="31406"/>
                    <a:pt x="3697" y="29809"/>
                  </a:cubicBezTo>
                  <a:cubicBezTo>
                    <a:pt x="3697" y="29691"/>
                    <a:pt x="3690" y="29580"/>
                    <a:pt x="3679" y="29476"/>
                  </a:cubicBezTo>
                  <a:lnTo>
                    <a:pt x="3679" y="29476"/>
                  </a:lnTo>
                  <a:cubicBezTo>
                    <a:pt x="3685" y="29469"/>
                    <a:pt x="3691" y="29462"/>
                    <a:pt x="3697" y="29454"/>
                  </a:cubicBezTo>
                  <a:cubicBezTo>
                    <a:pt x="4318" y="28833"/>
                    <a:pt x="4673" y="27976"/>
                    <a:pt x="4673" y="26970"/>
                  </a:cubicBezTo>
                  <a:cubicBezTo>
                    <a:pt x="4821" y="26113"/>
                    <a:pt x="4821" y="25137"/>
                    <a:pt x="4555" y="24279"/>
                  </a:cubicBezTo>
                  <a:cubicBezTo>
                    <a:pt x="4442" y="23800"/>
                    <a:pt x="4115" y="23322"/>
                    <a:pt x="3752" y="22971"/>
                  </a:cubicBezTo>
                  <a:lnTo>
                    <a:pt x="3752" y="22971"/>
                  </a:lnTo>
                  <a:cubicBezTo>
                    <a:pt x="3773" y="22869"/>
                    <a:pt x="3794" y="22762"/>
                    <a:pt x="3815" y="22653"/>
                  </a:cubicBezTo>
                  <a:cubicBezTo>
                    <a:pt x="3815" y="22180"/>
                    <a:pt x="3934" y="21677"/>
                    <a:pt x="3815" y="21174"/>
                  </a:cubicBezTo>
                  <a:cubicBezTo>
                    <a:pt x="3815" y="20817"/>
                    <a:pt x="3748" y="20443"/>
                    <a:pt x="3664" y="20065"/>
                  </a:cubicBezTo>
                  <a:lnTo>
                    <a:pt x="3664" y="20065"/>
                  </a:lnTo>
                  <a:cubicBezTo>
                    <a:pt x="3875" y="19723"/>
                    <a:pt x="4081" y="19281"/>
                    <a:pt x="4081" y="18838"/>
                  </a:cubicBezTo>
                  <a:cubicBezTo>
                    <a:pt x="4318" y="17980"/>
                    <a:pt x="4318" y="17123"/>
                    <a:pt x="4200" y="16265"/>
                  </a:cubicBezTo>
                  <a:cubicBezTo>
                    <a:pt x="4131" y="16042"/>
                    <a:pt x="4053" y="15790"/>
                    <a:pt x="3976" y="15542"/>
                  </a:cubicBezTo>
                  <a:lnTo>
                    <a:pt x="3976" y="15542"/>
                  </a:lnTo>
                  <a:cubicBezTo>
                    <a:pt x="4212" y="14943"/>
                    <a:pt x="4312" y="14250"/>
                    <a:pt x="4200" y="13663"/>
                  </a:cubicBezTo>
                  <a:cubicBezTo>
                    <a:pt x="3934" y="12923"/>
                    <a:pt x="3697" y="12450"/>
                    <a:pt x="3194" y="11947"/>
                  </a:cubicBezTo>
                  <a:lnTo>
                    <a:pt x="1871" y="10595"/>
                  </a:lnTo>
                  <a:lnTo>
                    <a:pt x="1871" y="10595"/>
                  </a:lnTo>
                  <a:cubicBezTo>
                    <a:pt x="2103" y="7217"/>
                    <a:pt x="2220" y="4534"/>
                    <a:pt x="2337" y="2691"/>
                  </a:cubicBezTo>
                  <a:cubicBezTo>
                    <a:pt x="2337" y="1834"/>
                    <a:pt x="2455" y="1094"/>
                    <a:pt x="2455" y="621"/>
                  </a:cubicBezTo>
                  <a:lnTo>
                    <a:pt x="2455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3"/>
            <p:cNvSpPr/>
            <p:nvPr/>
          </p:nvSpPr>
          <p:spPr>
            <a:xfrm>
              <a:off x="6744022" y="2204997"/>
              <a:ext cx="23187" cy="40449"/>
            </a:xfrm>
            <a:custGeom>
              <a:avLst/>
              <a:gdLst/>
              <a:ahLst/>
              <a:cxnLst/>
              <a:rect l="l" t="t" r="r" b="b"/>
              <a:pathLst>
                <a:path w="1628" h="2840" extrusionOk="0">
                  <a:moveTo>
                    <a:pt x="1" y="1"/>
                  </a:moveTo>
                  <a:lnTo>
                    <a:pt x="1" y="2839"/>
                  </a:lnTo>
                  <a:lnTo>
                    <a:pt x="1479" y="2839"/>
                  </a:lnTo>
                  <a:lnTo>
                    <a:pt x="1627" y="1"/>
                  </a:ln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3"/>
            <p:cNvSpPr/>
            <p:nvPr/>
          </p:nvSpPr>
          <p:spPr>
            <a:xfrm>
              <a:off x="5603454" y="2068112"/>
              <a:ext cx="128054" cy="98145"/>
            </a:xfrm>
            <a:custGeom>
              <a:avLst/>
              <a:gdLst/>
              <a:ahLst/>
              <a:cxnLst/>
              <a:rect l="l" t="t" r="r" b="b"/>
              <a:pathLst>
                <a:path w="8991" h="6891" extrusionOk="0">
                  <a:moveTo>
                    <a:pt x="4200" y="0"/>
                  </a:moveTo>
                  <a:cubicBezTo>
                    <a:pt x="3461" y="0"/>
                    <a:pt x="2721" y="119"/>
                    <a:pt x="1982" y="237"/>
                  </a:cubicBezTo>
                  <a:cubicBezTo>
                    <a:pt x="1361" y="385"/>
                    <a:pt x="858" y="503"/>
                    <a:pt x="503" y="622"/>
                  </a:cubicBezTo>
                  <a:cubicBezTo>
                    <a:pt x="385" y="622"/>
                    <a:pt x="119" y="740"/>
                    <a:pt x="1" y="740"/>
                  </a:cubicBezTo>
                  <a:cubicBezTo>
                    <a:pt x="1" y="762"/>
                    <a:pt x="26" y="771"/>
                    <a:pt x="74" y="771"/>
                  </a:cubicBezTo>
                  <a:cubicBezTo>
                    <a:pt x="289" y="771"/>
                    <a:pt x="968" y="578"/>
                    <a:pt x="1982" y="385"/>
                  </a:cubicBezTo>
                  <a:cubicBezTo>
                    <a:pt x="2721" y="237"/>
                    <a:pt x="3461" y="237"/>
                    <a:pt x="4200" y="237"/>
                  </a:cubicBezTo>
                  <a:cubicBezTo>
                    <a:pt x="5058" y="237"/>
                    <a:pt x="5915" y="503"/>
                    <a:pt x="6654" y="976"/>
                  </a:cubicBezTo>
                  <a:cubicBezTo>
                    <a:pt x="7394" y="1361"/>
                    <a:pt x="8015" y="1982"/>
                    <a:pt x="8370" y="2839"/>
                  </a:cubicBezTo>
                  <a:cubicBezTo>
                    <a:pt x="8636" y="3460"/>
                    <a:pt x="8754" y="4200"/>
                    <a:pt x="8872" y="4939"/>
                  </a:cubicBezTo>
                  <a:lnTo>
                    <a:pt x="8872" y="6891"/>
                  </a:lnTo>
                  <a:cubicBezTo>
                    <a:pt x="8872" y="6773"/>
                    <a:pt x="8991" y="6536"/>
                    <a:pt x="8991" y="6418"/>
                  </a:cubicBezTo>
                  <a:lnTo>
                    <a:pt x="8991" y="4939"/>
                  </a:lnTo>
                  <a:cubicBezTo>
                    <a:pt x="8991" y="4200"/>
                    <a:pt x="8872" y="3460"/>
                    <a:pt x="8636" y="2721"/>
                  </a:cubicBezTo>
                  <a:cubicBezTo>
                    <a:pt x="8251" y="1864"/>
                    <a:pt x="7630" y="1124"/>
                    <a:pt x="6773" y="740"/>
                  </a:cubicBezTo>
                  <a:cubicBezTo>
                    <a:pt x="5915" y="237"/>
                    <a:pt x="5058" y="0"/>
                    <a:pt x="42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3"/>
            <p:cNvSpPr/>
            <p:nvPr/>
          </p:nvSpPr>
          <p:spPr>
            <a:xfrm>
              <a:off x="5415610" y="2329661"/>
              <a:ext cx="703807" cy="454478"/>
            </a:xfrm>
            <a:custGeom>
              <a:avLst/>
              <a:gdLst/>
              <a:ahLst/>
              <a:cxnLst/>
              <a:rect l="l" t="t" r="r" b="b"/>
              <a:pathLst>
                <a:path w="49416" h="31910" extrusionOk="0">
                  <a:moveTo>
                    <a:pt x="41047" y="1"/>
                  </a:moveTo>
                  <a:lnTo>
                    <a:pt x="30696" y="356"/>
                  </a:lnTo>
                  <a:lnTo>
                    <a:pt x="0" y="9612"/>
                  </a:lnTo>
                  <a:lnTo>
                    <a:pt x="22564" y="19844"/>
                  </a:lnTo>
                  <a:lnTo>
                    <a:pt x="26379" y="31910"/>
                  </a:lnTo>
                  <a:lnTo>
                    <a:pt x="38326" y="27237"/>
                  </a:lnTo>
                  <a:lnTo>
                    <a:pt x="49179" y="22299"/>
                  </a:lnTo>
                  <a:lnTo>
                    <a:pt x="49416" y="10470"/>
                  </a:lnTo>
                  <a:cubicBezTo>
                    <a:pt x="49179" y="7276"/>
                    <a:pt x="47582" y="4437"/>
                    <a:pt x="45098" y="2722"/>
                  </a:cubicBezTo>
                  <a:lnTo>
                    <a:pt x="41047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3"/>
            <p:cNvSpPr/>
            <p:nvPr/>
          </p:nvSpPr>
          <p:spPr>
            <a:xfrm>
              <a:off x="5563020" y="2064480"/>
              <a:ext cx="54349" cy="33555"/>
            </a:xfrm>
            <a:custGeom>
              <a:avLst/>
              <a:gdLst/>
              <a:ahLst/>
              <a:cxnLst/>
              <a:rect l="l" t="t" r="r" b="b"/>
              <a:pathLst>
                <a:path w="3816" h="2356" extrusionOk="0">
                  <a:moveTo>
                    <a:pt x="2792" y="1"/>
                  </a:moveTo>
                  <a:cubicBezTo>
                    <a:pt x="2731" y="1"/>
                    <a:pt x="2668" y="7"/>
                    <a:pt x="2603" y="19"/>
                  </a:cubicBezTo>
                  <a:lnTo>
                    <a:pt x="1" y="255"/>
                  </a:lnTo>
                  <a:lnTo>
                    <a:pt x="503" y="2355"/>
                  </a:lnTo>
                  <a:lnTo>
                    <a:pt x="2840" y="2119"/>
                  </a:lnTo>
                  <a:cubicBezTo>
                    <a:pt x="3342" y="2119"/>
                    <a:pt x="3816" y="1616"/>
                    <a:pt x="3816" y="995"/>
                  </a:cubicBezTo>
                  <a:cubicBezTo>
                    <a:pt x="3710" y="438"/>
                    <a:pt x="3319" y="1"/>
                    <a:pt x="279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3"/>
            <p:cNvSpPr/>
            <p:nvPr/>
          </p:nvSpPr>
          <p:spPr>
            <a:xfrm>
              <a:off x="5290931" y="2134653"/>
              <a:ext cx="124693" cy="75827"/>
            </a:xfrm>
            <a:custGeom>
              <a:avLst/>
              <a:gdLst/>
              <a:ahLst/>
              <a:cxnLst/>
              <a:rect l="l" t="t" r="r" b="b"/>
              <a:pathLst>
                <a:path w="8755" h="5324" extrusionOk="0">
                  <a:moveTo>
                    <a:pt x="3579" y="1"/>
                  </a:moveTo>
                  <a:lnTo>
                    <a:pt x="66" y="262"/>
                  </a:lnTo>
                  <a:lnTo>
                    <a:pt x="66" y="262"/>
                  </a:lnTo>
                  <a:cubicBezTo>
                    <a:pt x="64" y="156"/>
                    <a:pt x="58" y="94"/>
                    <a:pt x="47" y="94"/>
                  </a:cubicBezTo>
                  <a:cubicBezTo>
                    <a:pt x="37" y="94"/>
                    <a:pt x="22" y="147"/>
                    <a:pt x="1" y="267"/>
                  </a:cubicBezTo>
                  <a:lnTo>
                    <a:pt x="66" y="262"/>
                  </a:lnTo>
                  <a:lnTo>
                    <a:pt x="66" y="262"/>
                  </a:lnTo>
                  <a:cubicBezTo>
                    <a:pt x="75" y="756"/>
                    <a:pt x="1" y="2198"/>
                    <a:pt x="1" y="2722"/>
                  </a:cubicBezTo>
                  <a:cubicBezTo>
                    <a:pt x="1" y="4082"/>
                    <a:pt x="1125" y="5324"/>
                    <a:pt x="2603" y="5324"/>
                  </a:cubicBezTo>
                  <a:lnTo>
                    <a:pt x="2722" y="5324"/>
                  </a:lnTo>
                  <a:lnTo>
                    <a:pt x="6063" y="5176"/>
                  </a:lnTo>
                  <a:lnTo>
                    <a:pt x="8754" y="2722"/>
                  </a:lnTo>
                  <a:lnTo>
                    <a:pt x="3579" y="2722"/>
                  </a:lnTo>
                  <a:lnTo>
                    <a:pt x="357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3"/>
            <p:cNvSpPr/>
            <p:nvPr/>
          </p:nvSpPr>
          <p:spPr>
            <a:xfrm>
              <a:off x="5608938" y="2412225"/>
              <a:ext cx="438455" cy="596405"/>
            </a:xfrm>
            <a:custGeom>
              <a:avLst/>
              <a:gdLst/>
              <a:ahLst/>
              <a:cxnLst/>
              <a:rect l="l" t="t" r="r" b="b"/>
              <a:pathLst>
                <a:path w="30785" h="41875" extrusionOk="0">
                  <a:moveTo>
                    <a:pt x="11445" y="0"/>
                  </a:moveTo>
                  <a:cubicBezTo>
                    <a:pt x="11445" y="0"/>
                    <a:pt x="4673" y="0"/>
                    <a:pt x="3697" y="118"/>
                  </a:cubicBezTo>
                  <a:cubicBezTo>
                    <a:pt x="2573" y="237"/>
                    <a:pt x="0" y="2455"/>
                    <a:pt x="0" y="2455"/>
                  </a:cubicBezTo>
                  <a:lnTo>
                    <a:pt x="9227" y="3431"/>
                  </a:lnTo>
                  <a:lnTo>
                    <a:pt x="12687" y="7127"/>
                  </a:lnTo>
                  <a:lnTo>
                    <a:pt x="15023" y="13308"/>
                  </a:lnTo>
                  <a:lnTo>
                    <a:pt x="14905" y="17123"/>
                  </a:lnTo>
                  <a:lnTo>
                    <a:pt x="13160" y="26970"/>
                  </a:lnTo>
                  <a:cubicBezTo>
                    <a:pt x="13160" y="26970"/>
                    <a:pt x="10705" y="30430"/>
                    <a:pt x="9345" y="32648"/>
                  </a:cubicBezTo>
                  <a:lnTo>
                    <a:pt x="2455" y="32530"/>
                  </a:lnTo>
                  <a:lnTo>
                    <a:pt x="11445" y="35487"/>
                  </a:lnTo>
                  <a:lnTo>
                    <a:pt x="19222" y="41875"/>
                  </a:lnTo>
                  <a:lnTo>
                    <a:pt x="30785" y="28094"/>
                  </a:lnTo>
                  <a:lnTo>
                    <a:pt x="26615" y="22800"/>
                  </a:lnTo>
                  <a:lnTo>
                    <a:pt x="15880" y="3076"/>
                  </a:lnTo>
                  <a:lnTo>
                    <a:pt x="11445" y="0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3"/>
            <p:cNvSpPr/>
            <p:nvPr/>
          </p:nvSpPr>
          <p:spPr>
            <a:xfrm>
              <a:off x="5434980" y="2329661"/>
              <a:ext cx="251038" cy="126374"/>
            </a:xfrm>
            <a:custGeom>
              <a:avLst/>
              <a:gdLst/>
              <a:ahLst/>
              <a:cxnLst/>
              <a:rect l="l" t="t" r="r" b="b"/>
              <a:pathLst>
                <a:path w="17626" h="8873" extrusionOk="0">
                  <a:moveTo>
                    <a:pt x="15644" y="1"/>
                  </a:moveTo>
                  <a:lnTo>
                    <a:pt x="3342" y="4319"/>
                  </a:lnTo>
                  <a:lnTo>
                    <a:pt x="1" y="8873"/>
                  </a:lnTo>
                  <a:lnTo>
                    <a:pt x="5294" y="8873"/>
                  </a:lnTo>
                  <a:lnTo>
                    <a:pt x="7157" y="7157"/>
                  </a:lnTo>
                  <a:cubicBezTo>
                    <a:pt x="7157" y="7157"/>
                    <a:pt x="10239" y="6640"/>
                    <a:pt x="11045" y="6640"/>
                  </a:cubicBezTo>
                  <a:cubicBezTo>
                    <a:pt x="11122" y="6640"/>
                    <a:pt x="11178" y="6644"/>
                    <a:pt x="11209" y="6655"/>
                  </a:cubicBezTo>
                  <a:cubicBezTo>
                    <a:pt x="11693" y="6760"/>
                    <a:pt x="12097" y="6806"/>
                    <a:pt x="12432" y="6806"/>
                  </a:cubicBezTo>
                  <a:cubicBezTo>
                    <a:pt x="14832" y="6806"/>
                    <a:pt x="13693" y="4437"/>
                    <a:pt x="13693" y="4437"/>
                  </a:cubicBezTo>
                  <a:lnTo>
                    <a:pt x="14669" y="4437"/>
                  </a:lnTo>
                  <a:cubicBezTo>
                    <a:pt x="17626" y="2337"/>
                    <a:pt x="15645" y="1"/>
                    <a:pt x="15644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3"/>
            <p:cNvSpPr/>
            <p:nvPr/>
          </p:nvSpPr>
          <p:spPr>
            <a:xfrm>
              <a:off x="5205020" y="2456021"/>
              <a:ext cx="598513" cy="424569"/>
            </a:xfrm>
            <a:custGeom>
              <a:avLst/>
              <a:gdLst/>
              <a:ahLst/>
              <a:cxnLst/>
              <a:rect l="l" t="t" r="r" b="b"/>
              <a:pathLst>
                <a:path w="42023" h="29810" extrusionOk="0">
                  <a:moveTo>
                    <a:pt x="3697" y="1"/>
                  </a:moveTo>
                  <a:lnTo>
                    <a:pt x="0" y="3579"/>
                  </a:lnTo>
                  <a:lnTo>
                    <a:pt x="385" y="24013"/>
                  </a:lnTo>
                  <a:lnTo>
                    <a:pt x="3697" y="27858"/>
                  </a:lnTo>
                  <a:lnTo>
                    <a:pt x="37587" y="29810"/>
                  </a:lnTo>
                  <a:lnTo>
                    <a:pt x="42023" y="24161"/>
                  </a:lnTo>
                  <a:lnTo>
                    <a:pt x="41165" y="6033"/>
                  </a:lnTo>
                  <a:lnTo>
                    <a:pt x="40041" y="3076"/>
                  </a:lnTo>
                  <a:lnTo>
                    <a:pt x="36729" y="858"/>
                  </a:lnTo>
                  <a:lnTo>
                    <a:pt x="3697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3"/>
            <p:cNvSpPr/>
            <p:nvPr/>
          </p:nvSpPr>
          <p:spPr>
            <a:xfrm>
              <a:off x="5219334" y="2475391"/>
              <a:ext cx="529864" cy="384149"/>
            </a:xfrm>
            <a:custGeom>
              <a:avLst/>
              <a:gdLst/>
              <a:ahLst/>
              <a:cxnLst/>
              <a:rect l="l" t="t" r="r" b="b"/>
              <a:pathLst>
                <a:path w="37203" h="26972" extrusionOk="0">
                  <a:moveTo>
                    <a:pt x="25492" y="740"/>
                  </a:moveTo>
                  <a:lnTo>
                    <a:pt x="31791" y="977"/>
                  </a:lnTo>
                  <a:lnTo>
                    <a:pt x="33388" y="977"/>
                  </a:lnTo>
                  <a:lnTo>
                    <a:pt x="31791" y="859"/>
                  </a:lnTo>
                  <a:lnTo>
                    <a:pt x="25492" y="740"/>
                  </a:lnTo>
                  <a:close/>
                  <a:moveTo>
                    <a:pt x="34009" y="977"/>
                  </a:moveTo>
                  <a:lnTo>
                    <a:pt x="34245" y="1213"/>
                  </a:lnTo>
                  <a:lnTo>
                    <a:pt x="34866" y="1716"/>
                  </a:lnTo>
                  <a:lnTo>
                    <a:pt x="34245" y="1095"/>
                  </a:lnTo>
                  <a:lnTo>
                    <a:pt x="34009" y="977"/>
                  </a:lnTo>
                  <a:close/>
                  <a:moveTo>
                    <a:pt x="3194" y="1"/>
                  </a:moveTo>
                  <a:cubicBezTo>
                    <a:pt x="2219" y="977"/>
                    <a:pt x="1095" y="2101"/>
                    <a:pt x="119" y="3195"/>
                  </a:cubicBezTo>
                  <a:lnTo>
                    <a:pt x="1" y="3195"/>
                  </a:lnTo>
                  <a:cubicBezTo>
                    <a:pt x="119" y="8991"/>
                    <a:pt x="237" y="15408"/>
                    <a:pt x="237" y="22062"/>
                  </a:cubicBezTo>
                  <a:lnTo>
                    <a:pt x="237" y="22180"/>
                  </a:lnTo>
                  <a:lnTo>
                    <a:pt x="3194" y="25492"/>
                  </a:lnTo>
                  <a:lnTo>
                    <a:pt x="3313" y="25492"/>
                  </a:lnTo>
                  <a:lnTo>
                    <a:pt x="4052" y="25611"/>
                  </a:lnTo>
                  <a:lnTo>
                    <a:pt x="35340" y="26971"/>
                  </a:lnTo>
                  <a:lnTo>
                    <a:pt x="35340" y="26853"/>
                  </a:lnTo>
                  <a:lnTo>
                    <a:pt x="37203" y="24753"/>
                  </a:lnTo>
                  <a:lnTo>
                    <a:pt x="37203" y="24635"/>
                  </a:lnTo>
                  <a:lnTo>
                    <a:pt x="37203" y="3934"/>
                  </a:lnTo>
                  <a:lnTo>
                    <a:pt x="34866" y="1716"/>
                  </a:lnTo>
                  <a:lnTo>
                    <a:pt x="37084" y="3934"/>
                  </a:lnTo>
                  <a:lnTo>
                    <a:pt x="37084" y="24635"/>
                  </a:lnTo>
                  <a:lnTo>
                    <a:pt x="35226" y="26729"/>
                  </a:lnTo>
                  <a:lnTo>
                    <a:pt x="35226" y="26729"/>
                  </a:lnTo>
                  <a:lnTo>
                    <a:pt x="4052" y="25256"/>
                  </a:lnTo>
                  <a:lnTo>
                    <a:pt x="3431" y="25256"/>
                  </a:lnTo>
                  <a:lnTo>
                    <a:pt x="474" y="21914"/>
                  </a:lnTo>
                  <a:lnTo>
                    <a:pt x="474" y="22062"/>
                  </a:lnTo>
                  <a:cubicBezTo>
                    <a:pt x="474" y="15453"/>
                    <a:pt x="357" y="9077"/>
                    <a:pt x="240" y="3311"/>
                  </a:cubicBezTo>
                  <a:lnTo>
                    <a:pt x="240" y="3311"/>
                  </a:lnTo>
                  <a:cubicBezTo>
                    <a:pt x="1333" y="2217"/>
                    <a:pt x="2338" y="1094"/>
                    <a:pt x="3313" y="119"/>
                  </a:cubicBezTo>
                  <a:lnTo>
                    <a:pt x="25492" y="740"/>
                  </a:lnTo>
                  <a:lnTo>
                    <a:pt x="25492" y="740"/>
                  </a:lnTo>
                  <a:lnTo>
                    <a:pt x="331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3"/>
            <p:cNvSpPr/>
            <p:nvPr/>
          </p:nvSpPr>
          <p:spPr>
            <a:xfrm>
              <a:off x="5243760" y="2508675"/>
              <a:ext cx="493232" cy="323063"/>
            </a:xfrm>
            <a:custGeom>
              <a:avLst/>
              <a:gdLst/>
              <a:ahLst/>
              <a:cxnLst/>
              <a:rect l="l" t="t" r="r" b="b"/>
              <a:pathLst>
                <a:path w="34631" h="22683" extrusionOk="0">
                  <a:moveTo>
                    <a:pt x="1" y="0"/>
                  </a:moveTo>
                  <a:lnTo>
                    <a:pt x="977" y="20701"/>
                  </a:lnTo>
                  <a:lnTo>
                    <a:pt x="34630" y="22682"/>
                  </a:lnTo>
                  <a:lnTo>
                    <a:pt x="34127" y="85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3"/>
            <p:cNvSpPr/>
            <p:nvPr/>
          </p:nvSpPr>
          <p:spPr>
            <a:xfrm>
              <a:off x="5392865" y="2538570"/>
              <a:ext cx="323063" cy="206815"/>
            </a:xfrm>
            <a:custGeom>
              <a:avLst/>
              <a:gdLst/>
              <a:ahLst/>
              <a:cxnLst/>
              <a:rect l="l" t="t" r="r" b="b"/>
              <a:pathLst>
                <a:path w="22683" h="14521" extrusionOk="0">
                  <a:moveTo>
                    <a:pt x="0" y="1"/>
                  </a:moveTo>
                  <a:lnTo>
                    <a:pt x="503" y="13545"/>
                  </a:lnTo>
                  <a:lnTo>
                    <a:pt x="22682" y="14521"/>
                  </a:lnTo>
                  <a:lnTo>
                    <a:pt x="22682" y="4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3"/>
            <p:cNvSpPr/>
            <p:nvPr/>
          </p:nvSpPr>
          <p:spPr>
            <a:xfrm>
              <a:off x="5496479" y="2519671"/>
              <a:ext cx="231669" cy="216458"/>
            </a:xfrm>
            <a:custGeom>
              <a:avLst/>
              <a:gdLst/>
              <a:ahLst/>
              <a:cxnLst/>
              <a:rect l="l" t="t" r="r" b="b"/>
              <a:pathLst>
                <a:path w="16266" h="15198" extrusionOk="0">
                  <a:moveTo>
                    <a:pt x="8222" y="1"/>
                  </a:moveTo>
                  <a:cubicBezTo>
                    <a:pt x="4496" y="1"/>
                    <a:pt x="1292" y="2681"/>
                    <a:pt x="621" y="6385"/>
                  </a:cubicBezTo>
                  <a:cubicBezTo>
                    <a:pt x="0" y="10554"/>
                    <a:pt x="2721" y="14517"/>
                    <a:pt x="6891" y="15109"/>
                  </a:cubicBezTo>
                  <a:cubicBezTo>
                    <a:pt x="7295" y="15168"/>
                    <a:pt x="7696" y="15197"/>
                    <a:pt x="8090" y="15197"/>
                  </a:cubicBezTo>
                  <a:cubicBezTo>
                    <a:pt x="11796" y="15197"/>
                    <a:pt x="14976" y="12634"/>
                    <a:pt x="15644" y="8839"/>
                  </a:cubicBezTo>
                  <a:cubicBezTo>
                    <a:pt x="16265" y="4640"/>
                    <a:pt x="13426" y="825"/>
                    <a:pt x="9375" y="86"/>
                  </a:cubicBezTo>
                  <a:cubicBezTo>
                    <a:pt x="8986" y="28"/>
                    <a:pt x="8601" y="1"/>
                    <a:pt x="822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3"/>
            <p:cNvSpPr/>
            <p:nvPr/>
          </p:nvSpPr>
          <p:spPr>
            <a:xfrm>
              <a:off x="5507004" y="2540265"/>
              <a:ext cx="208923" cy="188585"/>
            </a:xfrm>
            <a:custGeom>
              <a:avLst/>
              <a:gdLst/>
              <a:ahLst/>
              <a:cxnLst/>
              <a:rect l="l" t="t" r="r" b="b"/>
              <a:pathLst>
                <a:path w="14669" h="13241" extrusionOk="0">
                  <a:moveTo>
                    <a:pt x="3461" y="0"/>
                  </a:moveTo>
                  <a:cubicBezTo>
                    <a:pt x="3076" y="355"/>
                    <a:pt x="2721" y="858"/>
                    <a:pt x="2455" y="1242"/>
                  </a:cubicBezTo>
                  <a:cubicBezTo>
                    <a:pt x="1" y="4673"/>
                    <a:pt x="740" y="9375"/>
                    <a:pt x="4200" y="11829"/>
                  </a:cubicBezTo>
                  <a:cubicBezTo>
                    <a:pt x="5492" y="12787"/>
                    <a:pt x="7015" y="13240"/>
                    <a:pt x="8529" y="13240"/>
                  </a:cubicBezTo>
                  <a:cubicBezTo>
                    <a:pt x="10896" y="13240"/>
                    <a:pt x="13244" y="12133"/>
                    <a:pt x="14668" y="10114"/>
                  </a:cubicBezTo>
                  <a:lnTo>
                    <a:pt x="14668" y="1242"/>
                  </a:lnTo>
                  <a:cubicBezTo>
                    <a:pt x="14550" y="976"/>
                    <a:pt x="14284" y="621"/>
                    <a:pt x="13929" y="355"/>
                  </a:cubicBezTo>
                  <a:lnTo>
                    <a:pt x="3461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3"/>
            <p:cNvSpPr/>
            <p:nvPr/>
          </p:nvSpPr>
          <p:spPr>
            <a:xfrm>
              <a:off x="5257661" y="2731485"/>
              <a:ext cx="144063" cy="72153"/>
            </a:xfrm>
            <a:custGeom>
              <a:avLst/>
              <a:gdLst/>
              <a:ahLst/>
              <a:cxnLst/>
              <a:rect l="l" t="t" r="r" b="b"/>
              <a:pathLst>
                <a:path w="10115" h="5066" extrusionOk="0">
                  <a:moveTo>
                    <a:pt x="9996" y="0"/>
                  </a:moveTo>
                  <a:cubicBezTo>
                    <a:pt x="9996" y="0"/>
                    <a:pt x="7778" y="976"/>
                    <a:pt x="4939" y="2455"/>
                  </a:cubicBezTo>
                  <a:cubicBezTo>
                    <a:pt x="2219" y="3815"/>
                    <a:pt x="1" y="5057"/>
                    <a:pt x="1" y="5057"/>
                  </a:cubicBezTo>
                  <a:cubicBezTo>
                    <a:pt x="1" y="5063"/>
                    <a:pt x="6" y="5066"/>
                    <a:pt x="18" y="5066"/>
                  </a:cubicBezTo>
                  <a:cubicBezTo>
                    <a:pt x="234" y="5066"/>
                    <a:pt x="2472" y="4013"/>
                    <a:pt x="5058" y="2721"/>
                  </a:cubicBezTo>
                  <a:cubicBezTo>
                    <a:pt x="7897" y="1242"/>
                    <a:pt x="10114" y="0"/>
                    <a:pt x="999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3"/>
            <p:cNvSpPr/>
            <p:nvPr/>
          </p:nvSpPr>
          <p:spPr>
            <a:xfrm>
              <a:off x="5377283" y="2161187"/>
              <a:ext cx="593043" cy="242208"/>
            </a:xfrm>
            <a:custGeom>
              <a:avLst/>
              <a:gdLst/>
              <a:ahLst/>
              <a:cxnLst/>
              <a:rect l="l" t="t" r="r" b="b"/>
              <a:pathLst>
                <a:path w="41639" h="17006" extrusionOk="0">
                  <a:moveTo>
                    <a:pt x="4052" y="1"/>
                  </a:moveTo>
                  <a:cubicBezTo>
                    <a:pt x="2070" y="1"/>
                    <a:pt x="0" y="1716"/>
                    <a:pt x="0" y="3698"/>
                  </a:cubicBezTo>
                  <a:lnTo>
                    <a:pt x="0" y="6655"/>
                  </a:lnTo>
                  <a:cubicBezTo>
                    <a:pt x="0" y="8873"/>
                    <a:pt x="1834" y="10706"/>
                    <a:pt x="4052" y="10706"/>
                  </a:cubicBezTo>
                  <a:lnTo>
                    <a:pt x="13426" y="10706"/>
                  </a:lnTo>
                  <a:cubicBezTo>
                    <a:pt x="14402" y="10706"/>
                    <a:pt x="15378" y="10588"/>
                    <a:pt x="16383" y="10115"/>
                  </a:cubicBezTo>
                  <a:lnTo>
                    <a:pt x="18217" y="9494"/>
                  </a:lnTo>
                  <a:lnTo>
                    <a:pt x="18217" y="9494"/>
                  </a:lnTo>
                  <a:cubicBezTo>
                    <a:pt x="18099" y="9612"/>
                    <a:pt x="18217" y="11593"/>
                    <a:pt x="18217" y="11593"/>
                  </a:cubicBezTo>
                  <a:lnTo>
                    <a:pt x="21056" y="16621"/>
                  </a:lnTo>
                  <a:lnTo>
                    <a:pt x="28685" y="17005"/>
                  </a:lnTo>
                  <a:lnTo>
                    <a:pt x="28685" y="16384"/>
                  </a:lnTo>
                  <a:lnTo>
                    <a:pt x="25610" y="11593"/>
                  </a:lnTo>
                  <a:lnTo>
                    <a:pt x="25610" y="7276"/>
                  </a:lnTo>
                  <a:lnTo>
                    <a:pt x="33387" y="7010"/>
                  </a:lnTo>
                  <a:lnTo>
                    <a:pt x="33387" y="9228"/>
                  </a:lnTo>
                  <a:lnTo>
                    <a:pt x="33387" y="12569"/>
                  </a:lnTo>
                  <a:lnTo>
                    <a:pt x="38060" y="13190"/>
                  </a:lnTo>
                  <a:lnTo>
                    <a:pt x="41638" y="13811"/>
                  </a:lnTo>
                  <a:lnTo>
                    <a:pt x="41638" y="119"/>
                  </a:lnTo>
                  <a:lnTo>
                    <a:pt x="16502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3"/>
            <p:cNvSpPr/>
            <p:nvPr/>
          </p:nvSpPr>
          <p:spPr>
            <a:xfrm>
              <a:off x="5373495" y="2161187"/>
              <a:ext cx="254400" cy="152494"/>
            </a:xfrm>
            <a:custGeom>
              <a:avLst/>
              <a:gdLst/>
              <a:ahLst/>
              <a:cxnLst/>
              <a:rect l="l" t="t" r="r" b="b"/>
              <a:pathLst>
                <a:path w="17862" h="10707" extrusionOk="0">
                  <a:moveTo>
                    <a:pt x="5057" y="1"/>
                  </a:moveTo>
                  <a:cubicBezTo>
                    <a:pt x="2218" y="1"/>
                    <a:pt x="0" y="2337"/>
                    <a:pt x="0" y="5176"/>
                  </a:cubicBezTo>
                  <a:lnTo>
                    <a:pt x="0" y="5679"/>
                  </a:lnTo>
                  <a:cubicBezTo>
                    <a:pt x="0" y="8488"/>
                    <a:pt x="2218" y="10706"/>
                    <a:pt x="5057" y="10706"/>
                  </a:cubicBezTo>
                  <a:lnTo>
                    <a:pt x="12835" y="10706"/>
                  </a:lnTo>
                  <a:cubicBezTo>
                    <a:pt x="15644" y="10706"/>
                    <a:pt x="17862" y="8488"/>
                    <a:pt x="17862" y="5679"/>
                  </a:cubicBezTo>
                  <a:lnTo>
                    <a:pt x="17862" y="5176"/>
                  </a:lnTo>
                  <a:cubicBezTo>
                    <a:pt x="17862" y="2337"/>
                    <a:pt x="15644" y="1"/>
                    <a:pt x="128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3"/>
            <p:cNvSpPr/>
            <p:nvPr/>
          </p:nvSpPr>
          <p:spPr>
            <a:xfrm>
              <a:off x="5415610" y="2217217"/>
              <a:ext cx="156269" cy="35393"/>
            </a:xfrm>
            <a:custGeom>
              <a:avLst/>
              <a:gdLst/>
              <a:ahLst/>
              <a:cxnLst/>
              <a:rect l="l" t="t" r="r" b="b"/>
              <a:pathLst>
                <a:path w="10972" h="2485" extrusionOk="0">
                  <a:moveTo>
                    <a:pt x="1124" y="0"/>
                  </a:moveTo>
                  <a:cubicBezTo>
                    <a:pt x="503" y="0"/>
                    <a:pt x="0" y="621"/>
                    <a:pt x="0" y="1242"/>
                  </a:cubicBezTo>
                  <a:cubicBezTo>
                    <a:pt x="0" y="1981"/>
                    <a:pt x="503" y="2484"/>
                    <a:pt x="1124" y="2484"/>
                  </a:cubicBezTo>
                  <a:lnTo>
                    <a:pt x="9878" y="2484"/>
                  </a:lnTo>
                  <a:cubicBezTo>
                    <a:pt x="10469" y="2484"/>
                    <a:pt x="10972" y="1981"/>
                    <a:pt x="10972" y="1242"/>
                  </a:cubicBezTo>
                  <a:cubicBezTo>
                    <a:pt x="10972" y="621"/>
                    <a:pt x="10469" y="0"/>
                    <a:pt x="987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3"/>
            <p:cNvSpPr/>
            <p:nvPr/>
          </p:nvSpPr>
          <p:spPr>
            <a:xfrm>
              <a:off x="5636725" y="2161187"/>
              <a:ext cx="59833" cy="135218"/>
            </a:xfrm>
            <a:custGeom>
              <a:avLst/>
              <a:gdLst/>
              <a:ahLst/>
              <a:cxnLst/>
              <a:rect l="l" t="t" r="r" b="b"/>
              <a:pathLst>
                <a:path w="4201" h="9494" extrusionOk="0">
                  <a:moveTo>
                    <a:pt x="1361" y="1"/>
                  </a:moveTo>
                  <a:cubicBezTo>
                    <a:pt x="1864" y="356"/>
                    <a:pt x="2337" y="740"/>
                    <a:pt x="2840" y="1095"/>
                  </a:cubicBezTo>
                  <a:cubicBezTo>
                    <a:pt x="3224" y="1598"/>
                    <a:pt x="3579" y="2101"/>
                    <a:pt x="3697" y="2722"/>
                  </a:cubicBezTo>
                  <a:cubicBezTo>
                    <a:pt x="3816" y="3579"/>
                    <a:pt x="3964" y="4319"/>
                    <a:pt x="3964" y="5058"/>
                  </a:cubicBezTo>
                  <a:cubicBezTo>
                    <a:pt x="3816" y="5915"/>
                    <a:pt x="3461" y="6536"/>
                    <a:pt x="2958" y="7158"/>
                  </a:cubicBezTo>
                  <a:cubicBezTo>
                    <a:pt x="2485" y="7631"/>
                    <a:pt x="1982" y="8133"/>
                    <a:pt x="1479" y="8488"/>
                  </a:cubicBezTo>
                  <a:cubicBezTo>
                    <a:pt x="622" y="9109"/>
                    <a:pt x="1" y="9375"/>
                    <a:pt x="1" y="9494"/>
                  </a:cubicBezTo>
                  <a:cubicBezTo>
                    <a:pt x="119" y="9375"/>
                    <a:pt x="267" y="9375"/>
                    <a:pt x="385" y="9228"/>
                  </a:cubicBezTo>
                  <a:cubicBezTo>
                    <a:pt x="858" y="9109"/>
                    <a:pt x="1243" y="8873"/>
                    <a:pt x="1598" y="8636"/>
                  </a:cubicBezTo>
                  <a:cubicBezTo>
                    <a:pt x="2100" y="8252"/>
                    <a:pt x="2603" y="7749"/>
                    <a:pt x="3076" y="7276"/>
                  </a:cubicBezTo>
                  <a:cubicBezTo>
                    <a:pt x="3697" y="6655"/>
                    <a:pt x="4082" y="5915"/>
                    <a:pt x="4200" y="5176"/>
                  </a:cubicBezTo>
                  <a:cubicBezTo>
                    <a:pt x="4200" y="4319"/>
                    <a:pt x="4200" y="3461"/>
                    <a:pt x="3964" y="2722"/>
                  </a:cubicBezTo>
                  <a:cubicBezTo>
                    <a:pt x="3697" y="2101"/>
                    <a:pt x="3461" y="1480"/>
                    <a:pt x="2958" y="977"/>
                  </a:cubicBezTo>
                  <a:cubicBezTo>
                    <a:pt x="2603" y="622"/>
                    <a:pt x="2219" y="356"/>
                    <a:pt x="1864" y="238"/>
                  </a:cubicBezTo>
                  <a:cubicBezTo>
                    <a:pt x="1746" y="119"/>
                    <a:pt x="1598" y="1"/>
                    <a:pt x="136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3"/>
            <p:cNvSpPr/>
            <p:nvPr/>
          </p:nvSpPr>
          <p:spPr>
            <a:xfrm>
              <a:off x="5247135" y="2050295"/>
              <a:ext cx="331907" cy="105437"/>
            </a:xfrm>
            <a:custGeom>
              <a:avLst/>
              <a:gdLst/>
              <a:ahLst/>
              <a:cxnLst/>
              <a:rect l="l" t="t" r="r" b="b"/>
              <a:pathLst>
                <a:path w="23304" h="7403" extrusionOk="0">
                  <a:moveTo>
                    <a:pt x="20463" y="0"/>
                  </a:moveTo>
                  <a:cubicBezTo>
                    <a:pt x="20385" y="0"/>
                    <a:pt x="20307" y="3"/>
                    <a:pt x="20228" y="9"/>
                  </a:cubicBezTo>
                  <a:lnTo>
                    <a:pt x="0" y="1873"/>
                  </a:lnTo>
                  <a:lnTo>
                    <a:pt x="858" y="7403"/>
                  </a:lnTo>
                  <a:lnTo>
                    <a:pt x="20701" y="5332"/>
                  </a:lnTo>
                  <a:cubicBezTo>
                    <a:pt x="22180" y="5066"/>
                    <a:pt x="23303" y="3854"/>
                    <a:pt x="23037" y="2375"/>
                  </a:cubicBezTo>
                  <a:cubicBezTo>
                    <a:pt x="22925" y="976"/>
                    <a:pt x="21833" y="0"/>
                    <a:pt x="2046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3"/>
            <p:cNvSpPr/>
            <p:nvPr/>
          </p:nvSpPr>
          <p:spPr>
            <a:xfrm>
              <a:off x="5873862" y="1992727"/>
              <a:ext cx="394660" cy="261564"/>
            </a:xfrm>
            <a:custGeom>
              <a:avLst/>
              <a:gdLst/>
              <a:ahLst/>
              <a:cxnLst/>
              <a:rect l="l" t="t" r="r" b="b"/>
              <a:pathLst>
                <a:path w="27710" h="18365" extrusionOk="0">
                  <a:moveTo>
                    <a:pt x="0" y="0"/>
                  </a:moveTo>
                  <a:lnTo>
                    <a:pt x="0" y="18364"/>
                  </a:lnTo>
                  <a:lnTo>
                    <a:pt x="27709" y="18364"/>
                  </a:lnTo>
                  <a:lnTo>
                    <a:pt x="27709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3"/>
            <p:cNvSpPr/>
            <p:nvPr/>
          </p:nvSpPr>
          <p:spPr>
            <a:xfrm>
              <a:off x="5873862" y="1991032"/>
              <a:ext cx="396340" cy="263258"/>
            </a:xfrm>
            <a:custGeom>
              <a:avLst/>
              <a:gdLst/>
              <a:ahLst/>
              <a:cxnLst/>
              <a:rect l="l" t="t" r="r" b="b"/>
              <a:pathLst>
                <a:path w="27828" h="18484" extrusionOk="0">
                  <a:moveTo>
                    <a:pt x="118" y="1"/>
                  </a:moveTo>
                  <a:lnTo>
                    <a:pt x="0" y="119"/>
                  </a:lnTo>
                  <a:lnTo>
                    <a:pt x="0" y="9612"/>
                  </a:lnTo>
                  <a:lnTo>
                    <a:pt x="0" y="18365"/>
                  </a:lnTo>
                  <a:lnTo>
                    <a:pt x="0" y="18483"/>
                  </a:lnTo>
                  <a:lnTo>
                    <a:pt x="118" y="18483"/>
                  </a:lnTo>
                  <a:lnTo>
                    <a:pt x="20080" y="18365"/>
                  </a:lnTo>
                  <a:lnTo>
                    <a:pt x="19961" y="18365"/>
                  </a:lnTo>
                  <a:lnTo>
                    <a:pt x="237" y="18218"/>
                  </a:lnTo>
                  <a:lnTo>
                    <a:pt x="237" y="18218"/>
                  </a:lnTo>
                  <a:lnTo>
                    <a:pt x="237" y="9612"/>
                  </a:lnTo>
                  <a:lnTo>
                    <a:pt x="237" y="4910"/>
                  </a:lnTo>
                  <a:lnTo>
                    <a:pt x="237" y="2574"/>
                  </a:lnTo>
                  <a:lnTo>
                    <a:pt x="237" y="237"/>
                  </a:lnTo>
                  <a:lnTo>
                    <a:pt x="27591" y="237"/>
                  </a:lnTo>
                  <a:lnTo>
                    <a:pt x="27591" y="13427"/>
                  </a:lnTo>
                  <a:lnTo>
                    <a:pt x="27591" y="17123"/>
                  </a:lnTo>
                  <a:lnTo>
                    <a:pt x="27591" y="18099"/>
                  </a:lnTo>
                  <a:lnTo>
                    <a:pt x="27591" y="18365"/>
                  </a:lnTo>
                  <a:cubicBezTo>
                    <a:pt x="27591" y="18365"/>
                    <a:pt x="27709" y="18365"/>
                    <a:pt x="27709" y="18099"/>
                  </a:cubicBezTo>
                  <a:lnTo>
                    <a:pt x="27709" y="17123"/>
                  </a:lnTo>
                  <a:lnTo>
                    <a:pt x="27709" y="13545"/>
                  </a:lnTo>
                  <a:cubicBezTo>
                    <a:pt x="27828" y="10351"/>
                    <a:pt x="27828" y="5797"/>
                    <a:pt x="27828" y="119"/>
                  </a:cubicBezTo>
                  <a:lnTo>
                    <a:pt x="27709" y="119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3"/>
            <p:cNvSpPr/>
            <p:nvPr/>
          </p:nvSpPr>
          <p:spPr>
            <a:xfrm>
              <a:off x="5287570" y="2138456"/>
              <a:ext cx="133523" cy="15596"/>
            </a:xfrm>
            <a:custGeom>
              <a:avLst/>
              <a:gdLst/>
              <a:ahLst/>
              <a:cxnLst/>
              <a:rect l="l" t="t" r="r" b="b"/>
              <a:pathLst>
                <a:path w="9375" h="1095" extrusionOk="0">
                  <a:moveTo>
                    <a:pt x="9375" y="0"/>
                  </a:moveTo>
                  <a:cubicBezTo>
                    <a:pt x="8872" y="0"/>
                    <a:pt x="8517" y="0"/>
                    <a:pt x="8014" y="118"/>
                  </a:cubicBezTo>
                  <a:lnTo>
                    <a:pt x="4673" y="355"/>
                  </a:lnTo>
                  <a:cubicBezTo>
                    <a:pt x="3342" y="621"/>
                    <a:pt x="2218" y="739"/>
                    <a:pt x="1361" y="858"/>
                  </a:cubicBezTo>
                  <a:cubicBezTo>
                    <a:pt x="858" y="858"/>
                    <a:pt x="503" y="976"/>
                    <a:pt x="0" y="1094"/>
                  </a:cubicBezTo>
                  <a:cubicBezTo>
                    <a:pt x="503" y="1094"/>
                    <a:pt x="976" y="1094"/>
                    <a:pt x="1361" y="976"/>
                  </a:cubicBezTo>
                  <a:lnTo>
                    <a:pt x="4673" y="739"/>
                  </a:lnTo>
                  <a:cubicBezTo>
                    <a:pt x="6033" y="621"/>
                    <a:pt x="7157" y="355"/>
                    <a:pt x="8014" y="237"/>
                  </a:cubicBezTo>
                  <a:cubicBezTo>
                    <a:pt x="8517" y="237"/>
                    <a:pt x="8872" y="118"/>
                    <a:pt x="93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3"/>
            <p:cNvSpPr/>
            <p:nvPr/>
          </p:nvSpPr>
          <p:spPr>
            <a:xfrm>
              <a:off x="5324629" y="2173407"/>
              <a:ext cx="24440" cy="34552"/>
            </a:xfrm>
            <a:custGeom>
              <a:avLst/>
              <a:gdLst/>
              <a:ahLst/>
              <a:cxnLst/>
              <a:rect l="l" t="t" r="r" b="b"/>
              <a:pathLst>
                <a:path w="1716" h="2426" extrusionOk="0">
                  <a:moveTo>
                    <a:pt x="1213" y="1"/>
                  </a:moveTo>
                  <a:lnTo>
                    <a:pt x="1213" y="503"/>
                  </a:lnTo>
                  <a:cubicBezTo>
                    <a:pt x="1331" y="1124"/>
                    <a:pt x="977" y="1864"/>
                    <a:pt x="356" y="2219"/>
                  </a:cubicBezTo>
                  <a:cubicBezTo>
                    <a:pt x="119" y="2337"/>
                    <a:pt x="1" y="2337"/>
                    <a:pt x="1" y="2337"/>
                  </a:cubicBezTo>
                  <a:cubicBezTo>
                    <a:pt x="1" y="2396"/>
                    <a:pt x="60" y="2426"/>
                    <a:pt x="149" y="2426"/>
                  </a:cubicBezTo>
                  <a:cubicBezTo>
                    <a:pt x="237" y="2426"/>
                    <a:pt x="356" y="2396"/>
                    <a:pt x="474" y="2337"/>
                  </a:cubicBezTo>
                  <a:cubicBezTo>
                    <a:pt x="1213" y="2100"/>
                    <a:pt x="1716" y="1243"/>
                    <a:pt x="1479" y="385"/>
                  </a:cubicBezTo>
                  <a:cubicBezTo>
                    <a:pt x="1331" y="119"/>
                    <a:pt x="1213" y="1"/>
                    <a:pt x="12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3"/>
            <p:cNvSpPr/>
            <p:nvPr/>
          </p:nvSpPr>
          <p:spPr>
            <a:xfrm>
              <a:off x="5563020" y="2060948"/>
              <a:ext cx="16023" cy="52669"/>
            </a:xfrm>
            <a:custGeom>
              <a:avLst/>
              <a:gdLst/>
              <a:ahLst/>
              <a:cxnLst/>
              <a:rect l="l" t="t" r="r" b="b"/>
              <a:pathLst>
                <a:path w="1125" h="3698" extrusionOk="0">
                  <a:moveTo>
                    <a:pt x="1" y="1"/>
                  </a:moveTo>
                  <a:cubicBezTo>
                    <a:pt x="1" y="1"/>
                    <a:pt x="119" y="149"/>
                    <a:pt x="385" y="503"/>
                  </a:cubicBezTo>
                  <a:cubicBezTo>
                    <a:pt x="622" y="888"/>
                    <a:pt x="740" y="1243"/>
                    <a:pt x="740" y="1746"/>
                  </a:cubicBezTo>
                  <a:cubicBezTo>
                    <a:pt x="740" y="2219"/>
                    <a:pt x="740" y="2721"/>
                    <a:pt x="503" y="3106"/>
                  </a:cubicBezTo>
                  <a:cubicBezTo>
                    <a:pt x="385" y="3461"/>
                    <a:pt x="267" y="3697"/>
                    <a:pt x="267" y="3697"/>
                  </a:cubicBezTo>
                  <a:cubicBezTo>
                    <a:pt x="267" y="3697"/>
                    <a:pt x="503" y="3579"/>
                    <a:pt x="740" y="3224"/>
                  </a:cubicBezTo>
                  <a:cubicBezTo>
                    <a:pt x="1006" y="2840"/>
                    <a:pt x="1124" y="2219"/>
                    <a:pt x="1124" y="1746"/>
                  </a:cubicBezTo>
                  <a:cubicBezTo>
                    <a:pt x="1124" y="1243"/>
                    <a:pt x="858" y="740"/>
                    <a:pt x="503" y="385"/>
                  </a:cubicBezTo>
                  <a:cubicBezTo>
                    <a:pt x="267" y="1"/>
                    <a:pt x="119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3"/>
            <p:cNvSpPr/>
            <p:nvPr/>
          </p:nvSpPr>
          <p:spPr>
            <a:xfrm>
              <a:off x="4917350" y="2057274"/>
              <a:ext cx="356333" cy="160627"/>
            </a:xfrm>
            <a:custGeom>
              <a:avLst/>
              <a:gdLst/>
              <a:ahLst/>
              <a:cxnLst/>
              <a:rect l="l" t="t" r="r" b="b"/>
              <a:pathLst>
                <a:path w="25019" h="11278" extrusionOk="0">
                  <a:moveTo>
                    <a:pt x="19916" y="0"/>
                  </a:moveTo>
                  <a:cubicBezTo>
                    <a:pt x="19765" y="0"/>
                    <a:pt x="19612" y="8"/>
                    <a:pt x="19459" y="22"/>
                  </a:cubicBezTo>
                  <a:lnTo>
                    <a:pt x="4791" y="1383"/>
                  </a:lnTo>
                  <a:lnTo>
                    <a:pt x="4673" y="1383"/>
                  </a:lnTo>
                  <a:cubicBezTo>
                    <a:pt x="1982" y="1737"/>
                    <a:pt x="0" y="4221"/>
                    <a:pt x="355" y="6913"/>
                  </a:cubicBezTo>
                  <a:cubicBezTo>
                    <a:pt x="707" y="9406"/>
                    <a:pt x="2798" y="11278"/>
                    <a:pt x="5239" y="11278"/>
                  </a:cubicBezTo>
                  <a:cubicBezTo>
                    <a:pt x="5461" y="11278"/>
                    <a:pt x="5687" y="11262"/>
                    <a:pt x="5915" y="11230"/>
                  </a:cubicBezTo>
                  <a:lnTo>
                    <a:pt x="20464" y="9515"/>
                  </a:lnTo>
                  <a:cubicBezTo>
                    <a:pt x="20464" y="9515"/>
                    <a:pt x="20583" y="9397"/>
                    <a:pt x="20701" y="9397"/>
                  </a:cubicBezTo>
                  <a:cubicBezTo>
                    <a:pt x="23274" y="9012"/>
                    <a:pt x="25018" y="6558"/>
                    <a:pt x="24516" y="3955"/>
                  </a:cubicBezTo>
                  <a:cubicBezTo>
                    <a:pt x="24183" y="1652"/>
                    <a:pt x="22210" y="0"/>
                    <a:pt x="199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3"/>
            <p:cNvSpPr/>
            <p:nvPr/>
          </p:nvSpPr>
          <p:spPr>
            <a:xfrm>
              <a:off x="5003261" y="2089177"/>
              <a:ext cx="45505" cy="115834"/>
            </a:xfrm>
            <a:custGeom>
              <a:avLst/>
              <a:gdLst/>
              <a:ahLst/>
              <a:cxnLst/>
              <a:rect l="l" t="t" r="r" b="b"/>
              <a:pathLst>
                <a:path w="3195" h="8133" extrusionOk="0">
                  <a:moveTo>
                    <a:pt x="1" y="0"/>
                  </a:moveTo>
                  <a:cubicBezTo>
                    <a:pt x="504" y="118"/>
                    <a:pt x="859" y="385"/>
                    <a:pt x="1243" y="739"/>
                  </a:cubicBezTo>
                  <a:cubicBezTo>
                    <a:pt x="2101" y="1479"/>
                    <a:pt x="2722" y="2602"/>
                    <a:pt x="2840" y="3697"/>
                  </a:cubicBezTo>
                  <a:cubicBezTo>
                    <a:pt x="2958" y="4820"/>
                    <a:pt x="2722" y="6033"/>
                    <a:pt x="2219" y="7038"/>
                  </a:cubicBezTo>
                  <a:cubicBezTo>
                    <a:pt x="1982" y="7393"/>
                    <a:pt x="1716" y="7778"/>
                    <a:pt x="1361" y="8133"/>
                  </a:cubicBezTo>
                  <a:cubicBezTo>
                    <a:pt x="1480" y="8133"/>
                    <a:pt x="1598" y="8014"/>
                    <a:pt x="1716" y="7896"/>
                  </a:cubicBezTo>
                  <a:cubicBezTo>
                    <a:pt x="1982" y="7630"/>
                    <a:pt x="2219" y="7393"/>
                    <a:pt x="2337" y="7157"/>
                  </a:cubicBezTo>
                  <a:cubicBezTo>
                    <a:pt x="2958" y="6033"/>
                    <a:pt x="3195" y="4820"/>
                    <a:pt x="3077" y="3697"/>
                  </a:cubicBezTo>
                  <a:cubicBezTo>
                    <a:pt x="2958" y="2957"/>
                    <a:pt x="2840" y="2336"/>
                    <a:pt x="2456" y="1863"/>
                  </a:cubicBezTo>
                  <a:cubicBezTo>
                    <a:pt x="2101" y="1360"/>
                    <a:pt x="1864" y="858"/>
                    <a:pt x="1361" y="621"/>
                  </a:cubicBezTo>
                  <a:cubicBezTo>
                    <a:pt x="1125" y="385"/>
                    <a:pt x="740" y="118"/>
                    <a:pt x="38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3"/>
            <p:cNvSpPr/>
            <p:nvPr/>
          </p:nvSpPr>
          <p:spPr>
            <a:xfrm>
              <a:off x="5640513" y="2324192"/>
              <a:ext cx="149119" cy="72039"/>
            </a:xfrm>
            <a:custGeom>
              <a:avLst/>
              <a:gdLst/>
              <a:ahLst/>
              <a:cxnLst/>
              <a:rect l="l" t="t" r="r" b="b"/>
              <a:pathLst>
                <a:path w="10470" h="5058" extrusionOk="0">
                  <a:moveTo>
                    <a:pt x="7128" y="1"/>
                  </a:moveTo>
                  <a:lnTo>
                    <a:pt x="1953" y="148"/>
                  </a:lnTo>
                  <a:lnTo>
                    <a:pt x="1" y="148"/>
                  </a:lnTo>
                  <a:cubicBezTo>
                    <a:pt x="119" y="148"/>
                    <a:pt x="356" y="267"/>
                    <a:pt x="474" y="267"/>
                  </a:cubicBezTo>
                  <a:lnTo>
                    <a:pt x="7010" y="267"/>
                  </a:lnTo>
                  <a:cubicBezTo>
                    <a:pt x="7631" y="1006"/>
                    <a:pt x="8133" y="1864"/>
                    <a:pt x="8725" y="2839"/>
                  </a:cubicBezTo>
                  <a:lnTo>
                    <a:pt x="10009" y="4821"/>
                  </a:lnTo>
                  <a:lnTo>
                    <a:pt x="3077" y="4821"/>
                  </a:lnTo>
                  <a:cubicBezTo>
                    <a:pt x="2958" y="4821"/>
                    <a:pt x="2692" y="4821"/>
                    <a:pt x="2456" y="4939"/>
                  </a:cubicBezTo>
                  <a:lnTo>
                    <a:pt x="4673" y="4939"/>
                  </a:lnTo>
                  <a:lnTo>
                    <a:pt x="10203" y="5057"/>
                  </a:lnTo>
                  <a:lnTo>
                    <a:pt x="10470" y="5057"/>
                  </a:lnTo>
                  <a:lnTo>
                    <a:pt x="10351" y="4821"/>
                  </a:lnTo>
                  <a:lnTo>
                    <a:pt x="8991" y="2721"/>
                  </a:lnTo>
                  <a:lnTo>
                    <a:pt x="7246" y="148"/>
                  </a:lnTo>
                  <a:lnTo>
                    <a:pt x="724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3"/>
            <p:cNvSpPr/>
            <p:nvPr/>
          </p:nvSpPr>
          <p:spPr>
            <a:xfrm>
              <a:off x="5856173" y="2334718"/>
              <a:ext cx="114154" cy="4501"/>
            </a:xfrm>
            <a:custGeom>
              <a:avLst/>
              <a:gdLst/>
              <a:ahLst/>
              <a:cxnLst/>
              <a:rect l="l" t="t" r="r" b="b"/>
              <a:pathLst>
                <a:path w="8015" h="316" extrusionOk="0">
                  <a:moveTo>
                    <a:pt x="3933" y="1"/>
                  </a:moveTo>
                  <a:cubicBezTo>
                    <a:pt x="2721" y="1"/>
                    <a:pt x="1360" y="1"/>
                    <a:pt x="0" y="149"/>
                  </a:cubicBezTo>
                  <a:cubicBezTo>
                    <a:pt x="962" y="232"/>
                    <a:pt x="1924" y="316"/>
                    <a:pt x="2833" y="316"/>
                  </a:cubicBezTo>
                  <a:cubicBezTo>
                    <a:pt x="3210" y="316"/>
                    <a:pt x="3578" y="302"/>
                    <a:pt x="3933" y="267"/>
                  </a:cubicBezTo>
                  <a:cubicBezTo>
                    <a:pt x="4332" y="302"/>
                    <a:pt x="4730" y="316"/>
                    <a:pt x="5128" y="316"/>
                  </a:cubicBezTo>
                  <a:cubicBezTo>
                    <a:pt x="6090" y="316"/>
                    <a:pt x="7052" y="232"/>
                    <a:pt x="8014" y="149"/>
                  </a:cubicBezTo>
                  <a:cubicBezTo>
                    <a:pt x="6654" y="1"/>
                    <a:pt x="5294" y="1"/>
                    <a:pt x="393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3"/>
            <p:cNvSpPr/>
            <p:nvPr/>
          </p:nvSpPr>
          <p:spPr>
            <a:xfrm>
              <a:off x="5771929" y="2362946"/>
              <a:ext cx="203454" cy="349169"/>
            </a:xfrm>
            <a:custGeom>
              <a:avLst/>
              <a:gdLst/>
              <a:ahLst/>
              <a:cxnLst/>
              <a:rect l="l" t="t" r="r" b="b"/>
              <a:pathLst>
                <a:path w="14285" h="24516" extrusionOk="0">
                  <a:moveTo>
                    <a:pt x="1" y="0"/>
                  </a:moveTo>
                  <a:lnTo>
                    <a:pt x="976" y="237"/>
                  </a:lnTo>
                  <a:cubicBezTo>
                    <a:pt x="1864" y="385"/>
                    <a:pt x="2958" y="621"/>
                    <a:pt x="4436" y="976"/>
                  </a:cubicBezTo>
                  <a:cubicBezTo>
                    <a:pt x="6152" y="1360"/>
                    <a:pt x="7778" y="2100"/>
                    <a:pt x="9257" y="2957"/>
                  </a:cubicBezTo>
                  <a:cubicBezTo>
                    <a:pt x="10114" y="3460"/>
                    <a:pt x="10854" y="4199"/>
                    <a:pt x="11475" y="5057"/>
                  </a:cubicBezTo>
                  <a:cubicBezTo>
                    <a:pt x="11948" y="5915"/>
                    <a:pt x="12451" y="7038"/>
                    <a:pt x="12687" y="8014"/>
                  </a:cubicBezTo>
                  <a:cubicBezTo>
                    <a:pt x="12953" y="9108"/>
                    <a:pt x="13072" y="10232"/>
                    <a:pt x="13190" y="11326"/>
                  </a:cubicBezTo>
                  <a:cubicBezTo>
                    <a:pt x="13308" y="12450"/>
                    <a:pt x="13426" y="13426"/>
                    <a:pt x="13545" y="14431"/>
                  </a:cubicBezTo>
                  <a:cubicBezTo>
                    <a:pt x="13811" y="16383"/>
                    <a:pt x="13929" y="18128"/>
                    <a:pt x="14047" y="19607"/>
                  </a:cubicBezTo>
                  <a:cubicBezTo>
                    <a:pt x="14047" y="21085"/>
                    <a:pt x="14166" y="22298"/>
                    <a:pt x="14166" y="23155"/>
                  </a:cubicBezTo>
                  <a:lnTo>
                    <a:pt x="14166" y="24161"/>
                  </a:lnTo>
                  <a:cubicBezTo>
                    <a:pt x="14166" y="24279"/>
                    <a:pt x="14166" y="24397"/>
                    <a:pt x="14284" y="24516"/>
                  </a:cubicBezTo>
                  <a:lnTo>
                    <a:pt x="14284" y="24161"/>
                  </a:lnTo>
                  <a:lnTo>
                    <a:pt x="14284" y="23155"/>
                  </a:lnTo>
                  <a:cubicBezTo>
                    <a:pt x="14284" y="22298"/>
                    <a:pt x="14284" y="21085"/>
                    <a:pt x="14166" y="19607"/>
                  </a:cubicBezTo>
                  <a:cubicBezTo>
                    <a:pt x="14047" y="18128"/>
                    <a:pt x="13929" y="16383"/>
                    <a:pt x="13811" y="14431"/>
                  </a:cubicBezTo>
                  <a:cubicBezTo>
                    <a:pt x="13693" y="13426"/>
                    <a:pt x="13545" y="12332"/>
                    <a:pt x="13426" y="11326"/>
                  </a:cubicBezTo>
                  <a:cubicBezTo>
                    <a:pt x="13308" y="10735"/>
                    <a:pt x="13308" y="10232"/>
                    <a:pt x="13190" y="9729"/>
                  </a:cubicBezTo>
                  <a:cubicBezTo>
                    <a:pt x="13190" y="9108"/>
                    <a:pt x="13072" y="8517"/>
                    <a:pt x="12953" y="8014"/>
                  </a:cubicBezTo>
                  <a:cubicBezTo>
                    <a:pt x="12687" y="6891"/>
                    <a:pt x="12214" y="5915"/>
                    <a:pt x="11593" y="4939"/>
                  </a:cubicBezTo>
                  <a:cubicBezTo>
                    <a:pt x="11090" y="4081"/>
                    <a:pt x="10233" y="3342"/>
                    <a:pt x="9375" y="2721"/>
                  </a:cubicBezTo>
                  <a:cubicBezTo>
                    <a:pt x="7896" y="1863"/>
                    <a:pt x="6152" y="1242"/>
                    <a:pt x="4436" y="739"/>
                  </a:cubicBezTo>
                  <a:cubicBezTo>
                    <a:pt x="3342" y="503"/>
                    <a:pt x="2219" y="237"/>
                    <a:pt x="976" y="118"/>
                  </a:cubicBezTo>
                  <a:cubicBezTo>
                    <a:pt x="622" y="0"/>
                    <a:pt x="237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3"/>
            <p:cNvSpPr/>
            <p:nvPr/>
          </p:nvSpPr>
          <p:spPr>
            <a:xfrm>
              <a:off x="5843953" y="2338933"/>
              <a:ext cx="180695" cy="332748"/>
            </a:xfrm>
            <a:custGeom>
              <a:avLst/>
              <a:gdLst/>
              <a:ahLst/>
              <a:cxnLst/>
              <a:rect l="l" t="t" r="r" b="b"/>
              <a:pathLst>
                <a:path w="12687" h="23363" extrusionOk="0">
                  <a:moveTo>
                    <a:pt x="178" y="1"/>
                  </a:moveTo>
                  <a:cubicBezTo>
                    <a:pt x="119" y="1"/>
                    <a:pt x="60" y="30"/>
                    <a:pt x="0" y="89"/>
                  </a:cubicBezTo>
                  <a:lnTo>
                    <a:pt x="355" y="89"/>
                  </a:lnTo>
                  <a:cubicBezTo>
                    <a:pt x="296" y="30"/>
                    <a:pt x="237" y="1"/>
                    <a:pt x="178" y="1"/>
                  </a:cubicBezTo>
                  <a:close/>
                  <a:moveTo>
                    <a:pt x="355" y="89"/>
                  </a:moveTo>
                  <a:lnTo>
                    <a:pt x="1242" y="208"/>
                  </a:lnTo>
                  <a:cubicBezTo>
                    <a:pt x="2337" y="444"/>
                    <a:pt x="3460" y="710"/>
                    <a:pt x="4555" y="1065"/>
                  </a:cubicBezTo>
                  <a:cubicBezTo>
                    <a:pt x="5294" y="1331"/>
                    <a:pt x="6033" y="1568"/>
                    <a:pt x="6773" y="1923"/>
                  </a:cubicBezTo>
                  <a:cubicBezTo>
                    <a:pt x="7512" y="2307"/>
                    <a:pt x="8251" y="2810"/>
                    <a:pt x="8990" y="3401"/>
                  </a:cubicBezTo>
                  <a:cubicBezTo>
                    <a:pt x="9730" y="4022"/>
                    <a:pt x="10232" y="4880"/>
                    <a:pt x="10706" y="5767"/>
                  </a:cubicBezTo>
                  <a:cubicBezTo>
                    <a:pt x="11208" y="6625"/>
                    <a:pt x="11445" y="7719"/>
                    <a:pt x="11711" y="8724"/>
                  </a:cubicBezTo>
                  <a:cubicBezTo>
                    <a:pt x="12184" y="12421"/>
                    <a:pt x="12450" y="16236"/>
                    <a:pt x="12569" y="19932"/>
                  </a:cubicBezTo>
                  <a:cubicBezTo>
                    <a:pt x="12569" y="21293"/>
                    <a:pt x="12687" y="22505"/>
                    <a:pt x="12687" y="23363"/>
                  </a:cubicBezTo>
                  <a:lnTo>
                    <a:pt x="12687" y="19932"/>
                  </a:lnTo>
                  <a:cubicBezTo>
                    <a:pt x="12687" y="16117"/>
                    <a:pt x="12450" y="12421"/>
                    <a:pt x="11948" y="8724"/>
                  </a:cubicBezTo>
                  <a:cubicBezTo>
                    <a:pt x="11829" y="7601"/>
                    <a:pt x="11445" y="6506"/>
                    <a:pt x="10972" y="5619"/>
                  </a:cubicBezTo>
                  <a:cubicBezTo>
                    <a:pt x="10469" y="4643"/>
                    <a:pt x="9848" y="3904"/>
                    <a:pt x="9109" y="3165"/>
                  </a:cubicBezTo>
                  <a:cubicBezTo>
                    <a:pt x="8369" y="2544"/>
                    <a:pt x="7630" y="2071"/>
                    <a:pt x="6773" y="1686"/>
                  </a:cubicBezTo>
                  <a:cubicBezTo>
                    <a:pt x="6152" y="1331"/>
                    <a:pt x="5412" y="1065"/>
                    <a:pt x="4673" y="829"/>
                  </a:cubicBezTo>
                  <a:cubicBezTo>
                    <a:pt x="3579" y="592"/>
                    <a:pt x="2455" y="326"/>
                    <a:pt x="1242" y="8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3"/>
            <p:cNvSpPr/>
            <p:nvPr/>
          </p:nvSpPr>
          <p:spPr>
            <a:xfrm>
              <a:off x="5738658" y="2453229"/>
              <a:ext cx="138580" cy="143066"/>
            </a:xfrm>
            <a:custGeom>
              <a:avLst/>
              <a:gdLst/>
              <a:ahLst/>
              <a:cxnLst/>
              <a:rect l="l" t="t" r="r" b="b"/>
              <a:pathLst>
                <a:path w="9730" h="10045" extrusionOk="0">
                  <a:moveTo>
                    <a:pt x="0" y="433"/>
                  </a:moveTo>
                  <a:lnTo>
                    <a:pt x="119" y="552"/>
                  </a:lnTo>
                  <a:cubicBezTo>
                    <a:pt x="119" y="492"/>
                    <a:pt x="119" y="492"/>
                    <a:pt x="104" y="492"/>
                  </a:cubicBezTo>
                  <a:cubicBezTo>
                    <a:pt x="89" y="492"/>
                    <a:pt x="60" y="492"/>
                    <a:pt x="0" y="433"/>
                  </a:cubicBezTo>
                  <a:close/>
                  <a:moveTo>
                    <a:pt x="1254" y="1"/>
                  </a:moveTo>
                  <a:cubicBezTo>
                    <a:pt x="924" y="1"/>
                    <a:pt x="601" y="58"/>
                    <a:pt x="237" y="197"/>
                  </a:cubicBezTo>
                  <a:cubicBezTo>
                    <a:pt x="237" y="197"/>
                    <a:pt x="119" y="197"/>
                    <a:pt x="0" y="315"/>
                  </a:cubicBezTo>
                  <a:lnTo>
                    <a:pt x="0" y="433"/>
                  </a:lnTo>
                  <a:cubicBezTo>
                    <a:pt x="0" y="433"/>
                    <a:pt x="119" y="315"/>
                    <a:pt x="237" y="315"/>
                  </a:cubicBezTo>
                  <a:cubicBezTo>
                    <a:pt x="547" y="256"/>
                    <a:pt x="828" y="226"/>
                    <a:pt x="1091" y="226"/>
                  </a:cubicBezTo>
                  <a:cubicBezTo>
                    <a:pt x="1353" y="226"/>
                    <a:pt x="1597" y="256"/>
                    <a:pt x="1834" y="315"/>
                  </a:cubicBezTo>
                  <a:cubicBezTo>
                    <a:pt x="2218" y="315"/>
                    <a:pt x="2573" y="433"/>
                    <a:pt x="2958" y="552"/>
                  </a:cubicBezTo>
                  <a:cubicBezTo>
                    <a:pt x="3194" y="699"/>
                    <a:pt x="3312" y="818"/>
                    <a:pt x="3460" y="818"/>
                  </a:cubicBezTo>
                  <a:cubicBezTo>
                    <a:pt x="3697" y="936"/>
                    <a:pt x="3815" y="1173"/>
                    <a:pt x="3933" y="1291"/>
                  </a:cubicBezTo>
                  <a:cubicBezTo>
                    <a:pt x="4673" y="1912"/>
                    <a:pt x="5294" y="2651"/>
                    <a:pt x="6033" y="3390"/>
                  </a:cubicBezTo>
                  <a:lnTo>
                    <a:pt x="7157" y="4514"/>
                  </a:lnTo>
                  <a:cubicBezTo>
                    <a:pt x="7896" y="6111"/>
                    <a:pt x="8488" y="7471"/>
                    <a:pt x="8990" y="8447"/>
                  </a:cubicBezTo>
                  <a:lnTo>
                    <a:pt x="9493" y="9571"/>
                  </a:lnTo>
                  <a:cubicBezTo>
                    <a:pt x="9611" y="9689"/>
                    <a:pt x="9611" y="9926"/>
                    <a:pt x="9730" y="10044"/>
                  </a:cubicBezTo>
                  <a:cubicBezTo>
                    <a:pt x="9730" y="9808"/>
                    <a:pt x="9730" y="9689"/>
                    <a:pt x="9611" y="9571"/>
                  </a:cubicBezTo>
                  <a:lnTo>
                    <a:pt x="9109" y="8329"/>
                  </a:lnTo>
                  <a:cubicBezTo>
                    <a:pt x="8635" y="7353"/>
                    <a:pt x="8014" y="5993"/>
                    <a:pt x="7275" y="4396"/>
                  </a:cubicBezTo>
                  <a:cubicBezTo>
                    <a:pt x="7009" y="4012"/>
                    <a:pt x="6654" y="3657"/>
                    <a:pt x="6270" y="3272"/>
                  </a:cubicBezTo>
                  <a:cubicBezTo>
                    <a:pt x="5530" y="2415"/>
                    <a:pt x="4791" y="1675"/>
                    <a:pt x="4200" y="1054"/>
                  </a:cubicBezTo>
                  <a:cubicBezTo>
                    <a:pt x="3933" y="936"/>
                    <a:pt x="3815" y="818"/>
                    <a:pt x="3579" y="699"/>
                  </a:cubicBezTo>
                  <a:cubicBezTo>
                    <a:pt x="3460" y="552"/>
                    <a:pt x="3194" y="433"/>
                    <a:pt x="3076" y="433"/>
                  </a:cubicBezTo>
                  <a:cubicBezTo>
                    <a:pt x="2721" y="197"/>
                    <a:pt x="2337" y="197"/>
                    <a:pt x="1982" y="78"/>
                  </a:cubicBezTo>
                  <a:cubicBezTo>
                    <a:pt x="1724" y="29"/>
                    <a:pt x="1488" y="1"/>
                    <a:pt x="1254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3"/>
            <p:cNvSpPr/>
            <p:nvPr/>
          </p:nvSpPr>
          <p:spPr>
            <a:xfrm>
              <a:off x="5796355" y="2795235"/>
              <a:ext cx="45932" cy="11650"/>
            </a:xfrm>
            <a:custGeom>
              <a:avLst/>
              <a:gdLst/>
              <a:ahLst/>
              <a:cxnLst/>
              <a:rect l="l" t="t" r="r" b="b"/>
              <a:pathLst>
                <a:path w="3225" h="818" extrusionOk="0">
                  <a:moveTo>
                    <a:pt x="2157" y="0"/>
                  </a:moveTo>
                  <a:cubicBezTo>
                    <a:pt x="1916" y="0"/>
                    <a:pt x="1688" y="29"/>
                    <a:pt x="1479" y="78"/>
                  </a:cubicBezTo>
                  <a:cubicBezTo>
                    <a:pt x="888" y="196"/>
                    <a:pt x="385" y="463"/>
                    <a:pt x="1" y="817"/>
                  </a:cubicBezTo>
                  <a:cubicBezTo>
                    <a:pt x="1" y="817"/>
                    <a:pt x="622" y="463"/>
                    <a:pt x="1479" y="344"/>
                  </a:cubicBezTo>
                  <a:cubicBezTo>
                    <a:pt x="1982" y="270"/>
                    <a:pt x="2418" y="270"/>
                    <a:pt x="2729" y="270"/>
                  </a:cubicBezTo>
                  <a:cubicBezTo>
                    <a:pt x="3039" y="270"/>
                    <a:pt x="3224" y="270"/>
                    <a:pt x="3224" y="196"/>
                  </a:cubicBezTo>
                  <a:cubicBezTo>
                    <a:pt x="2860" y="58"/>
                    <a:pt x="2497" y="0"/>
                    <a:pt x="2157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3"/>
            <p:cNvSpPr/>
            <p:nvPr/>
          </p:nvSpPr>
          <p:spPr>
            <a:xfrm>
              <a:off x="5800143" y="2633340"/>
              <a:ext cx="38355" cy="166808"/>
            </a:xfrm>
            <a:custGeom>
              <a:avLst/>
              <a:gdLst/>
              <a:ahLst/>
              <a:cxnLst/>
              <a:rect l="l" t="t" r="r" b="b"/>
              <a:pathLst>
                <a:path w="2693" h="11712" extrusionOk="0">
                  <a:moveTo>
                    <a:pt x="2692" y="1"/>
                  </a:moveTo>
                  <a:cubicBezTo>
                    <a:pt x="2574" y="119"/>
                    <a:pt x="2574" y="237"/>
                    <a:pt x="2455" y="356"/>
                  </a:cubicBezTo>
                  <a:cubicBezTo>
                    <a:pt x="2337" y="622"/>
                    <a:pt x="2219" y="1095"/>
                    <a:pt x="1953" y="1598"/>
                  </a:cubicBezTo>
                  <a:cubicBezTo>
                    <a:pt x="1598" y="2958"/>
                    <a:pt x="1095" y="4318"/>
                    <a:pt x="859" y="5649"/>
                  </a:cubicBezTo>
                  <a:cubicBezTo>
                    <a:pt x="474" y="7009"/>
                    <a:pt x="238" y="8488"/>
                    <a:pt x="119" y="9848"/>
                  </a:cubicBezTo>
                  <a:lnTo>
                    <a:pt x="119" y="11209"/>
                  </a:lnTo>
                  <a:cubicBezTo>
                    <a:pt x="1" y="11327"/>
                    <a:pt x="1" y="11445"/>
                    <a:pt x="119" y="11711"/>
                  </a:cubicBezTo>
                  <a:cubicBezTo>
                    <a:pt x="119" y="11090"/>
                    <a:pt x="238" y="10469"/>
                    <a:pt x="356" y="9967"/>
                  </a:cubicBezTo>
                  <a:cubicBezTo>
                    <a:pt x="474" y="8872"/>
                    <a:pt x="740" y="7394"/>
                    <a:pt x="1095" y="5797"/>
                  </a:cubicBezTo>
                  <a:cubicBezTo>
                    <a:pt x="1480" y="4170"/>
                    <a:pt x="1834" y="2692"/>
                    <a:pt x="2219" y="1716"/>
                  </a:cubicBezTo>
                  <a:cubicBezTo>
                    <a:pt x="2337" y="1095"/>
                    <a:pt x="2574" y="474"/>
                    <a:pt x="2692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3"/>
            <p:cNvSpPr/>
            <p:nvPr/>
          </p:nvSpPr>
          <p:spPr>
            <a:xfrm>
              <a:off x="6740661" y="3292098"/>
              <a:ext cx="443939" cy="311669"/>
            </a:xfrm>
            <a:custGeom>
              <a:avLst/>
              <a:gdLst/>
              <a:ahLst/>
              <a:cxnLst/>
              <a:rect l="l" t="t" r="r" b="b"/>
              <a:pathLst>
                <a:path w="31170" h="21883" extrusionOk="0">
                  <a:moveTo>
                    <a:pt x="7769" y="1"/>
                  </a:moveTo>
                  <a:cubicBezTo>
                    <a:pt x="6499" y="1"/>
                    <a:pt x="5243" y="146"/>
                    <a:pt x="4081" y="561"/>
                  </a:cubicBezTo>
                  <a:cubicBezTo>
                    <a:pt x="1863" y="1300"/>
                    <a:pt x="0" y="3163"/>
                    <a:pt x="0" y="5499"/>
                  </a:cubicBezTo>
                  <a:lnTo>
                    <a:pt x="26260" y="21882"/>
                  </a:lnTo>
                  <a:cubicBezTo>
                    <a:pt x="29809" y="20167"/>
                    <a:pt x="31169" y="15968"/>
                    <a:pt x="30696" y="12035"/>
                  </a:cubicBezTo>
                  <a:cubicBezTo>
                    <a:pt x="30193" y="8072"/>
                    <a:pt x="26112" y="4760"/>
                    <a:pt x="22416" y="3015"/>
                  </a:cubicBezTo>
                  <a:cubicBezTo>
                    <a:pt x="18867" y="1300"/>
                    <a:pt x="14786" y="679"/>
                    <a:pt x="10735" y="206"/>
                  </a:cubicBezTo>
                  <a:cubicBezTo>
                    <a:pt x="9762" y="89"/>
                    <a:pt x="8761" y="1"/>
                    <a:pt x="7769" y="1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3"/>
            <p:cNvSpPr/>
            <p:nvPr/>
          </p:nvSpPr>
          <p:spPr>
            <a:xfrm>
              <a:off x="6740661" y="3324500"/>
              <a:ext cx="437202" cy="277586"/>
            </a:xfrm>
            <a:custGeom>
              <a:avLst/>
              <a:gdLst/>
              <a:ahLst/>
              <a:cxnLst/>
              <a:rect l="l" t="t" r="r" b="b"/>
              <a:pathLst>
                <a:path w="30697" h="19490" extrusionOk="0">
                  <a:moveTo>
                    <a:pt x="1360" y="1"/>
                  </a:moveTo>
                  <a:cubicBezTo>
                    <a:pt x="858" y="504"/>
                    <a:pt x="503" y="1125"/>
                    <a:pt x="237" y="1746"/>
                  </a:cubicBezTo>
                  <a:cubicBezTo>
                    <a:pt x="118" y="2101"/>
                    <a:pt x="0" y="2367"/>
                    <a:pt x="0" y="2722"/>
                  </a:cubicBezTo>
                  <a:lnTo>
                    <a:pt x="0" y="2840"/>
                  </a:lnTo>
                  <a:lnTo>
                    <a:pt x="621" y="3461"/>
                  </a:lnTo>
                  <a:lnTo>
                    <a:pt x="739" y="3343"/>
                  </a:lnTo>
                  <a:cubicBezTo>
                    <a:pt x="690" y="3343"/>
                    <a:pt x="661" y="3343"/>
                    <a:pt x="645" y="3351"/>
                  </a:cubicBezTo>
                  <a:lnTo>
                    <a:pt x="645" y="3351"/>
                  </a:lnTo>
                  <a:lnTo>
                    <a:pt x="1360" y="1"/>
                  </a:lnTo>
                  <a:close/>
                  <a:moveTo>
                    <a:pt x="29218" y="6300"/>
                  </a:moveTo>
                  <a:lnTo>
                    <a:pt x="28212" y="13072"/>
                  </a:lnTo>
                  <a:cubicBezTo>
                    <a:pt x="27857" y="15290"/>
                    <a:pt x="27354" y="17390"/>
                    <a:pt x="26615" y="19489"/>
                  </a:cubicBezTo>
                  <a:cubicBezTo>
                    <a:pt x="29454" y="17892"/>
                    <a:pt x="30696" y="14669"/>
                    <a:pt x="30696" y="11357"/>
                  </a:cubicBezTo>
                  <a:lnTo>
                    <a:pt x="30696" y="9760"/>
                  </a:lnTo>
                  <a:lnTo>
                    <a:pt x="30548" y="9760"/>
                  </a:lnTo>
                  <a:cubicBezTo>
                    <a:pt x="30193" y="8518"/>
                    <a:pt x="29691" y="7276"/>
                    <a:pt x="29218" y="6300"/>
                  </a:cubicBezTo>
                  <a:close/>
                </a:path>
              </a:pathLst>
            </a:custGeom>
            <a:solidFill>
              <a:srgbClr val="A0B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3"/>
            <p:cNvSpPr/>
            <p:nvPr/>
          </p:nvSpPr>
          <p:spPr>
            <a:xfrm>
              <a:off x="5870060" y="2745372"/>
              <a:ext cx="1316221" cy="1084239"/>
            </a:xfrm>
            <a:custGeom>
              <a:avLst/>
              <a:gdLst/>
              <a:ahLst/>
              <a:cxnLst/>
              <a:rect l="l" t="t" r="r" b="b"/>
              <a:pathLst>
                <a:path w="92415" h="76127" extrusionOk="0">
                  <a:moveTo>
                    <a:pt x="8754" y="1"/>
                  </a:moveTo>
                  <a:lnTo>
                    <a:pt x="1" y="17744"/>
                  </a:lnTo>
                  <a:lnTo>
                    <a:pt x="47819" y="68520"/>
                  </a:lnTo>
                  <a:cubicBezTo>
                    <a:pt x="52616" y="73412"/>
                    <a:pt x="59123" y="76126"/>
                    <a:pt x="65812" y="76126"/>
                  </a:cubicBezTo>
                  <a:cubicBezTo>
                    <a:pt x="67372" y="76126"/>
                    <a:pt x="68941" y="75979"/>
                    <a:pt x="70501" y="75677"/>
                  </a:cubicBezTo>
                  <a:cubicBezTo>
                    <a:pt x="81207" y="73695"/>
                    <a:pt x="87742" y="64321"/>
                    <a:pt x="89339" y="53734"/>
                  </a:cubicBezTo>
                  <a:lnTo>
                    <a:pt x="92415" y="32057"/>
                  </a:lnTo>
                  <a:lnTo>
                    <a:pt x="68017" y="17626"/>
                  </a:lnTo>
                  <a:lnTo>
                    <a:pt x="61748" y="44123"/>
                  </a:lnTo>
                  <a:lnTo>
                    <a:pt x="8754" y="1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3"/>
            <p:cNvSpPr/>
            <p:nvPr/>
          </p:nvSpPr>
          <p:spPr>
            <a:xfrm>
              <a:off x="6749506" y="2673774"/>
              <a:ext cx="472153" cy="789732"/>
            </a:xfrm>
            <a:custGeom>
              <a:avLst/>
              <a:gdLst/>
              <a:ahLst/>
              <a:cxnLst/>
              <a:rect l="l" t="t" r="r" b="b"/>
              <a:pathLst>
                <a:path w="33151" h="55449" extrusionOk="0">
                  <a:moveTo>
                    <a:pt x="21322" y="1"/>
                  </a:moveTo>
                  <a:cubicBezTo>
                    <a:pt x="21322" y="1"/>
                    <a:pt x="7748" y="976"/>
                    <a:pt x="6269" y="22653"/>
                  </a:cubicBezTo>
                  <a:lnTo>
                    <a:pt x="4199" y="28213"/>
                  </a:lnTo>
                  <a:lnTo>
                    <a:pt x="0" y="49150"/>
                  </a:lnTo>
                  <a:cubicBezTo>
                    <a:pt x="485" y="46860"/>
                    <a:pt x="7112" y="41139"/>
                    <a:pt x="14407" y="41139"/>
                  </a:cubicBezTo>
                  <a:cubicBezTo>
                    <a:pt x="20016" y="41139"/>
                    <a:pt x="26019" y="44522"/>
                    <a:pt x="29927" y="55449"/>
                  </a:cubicBezTo>
                  <a:lnTo>
                    <a:pt x="33151" y="19578"/>
                  </a:lnTo>
                  <a:cubicBezTo>
                    <a:pt x="32411" y="12184"/>
                    <a:pt x="33032" y="7128"/>
                    <a:pt x="27236" y="3194"/>
                  </a:cubicBezTo>
                  <a:lnTo>
                    <a:pt x="21322" y="1"/>
                  </a:ln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3"/>
            <p:cNvSpPr/>
            <p:nvPr/>
          </p:nvSpPr>
          <p:spPr>
            <a:xfrm>
              <a:off x="6733497" y="2963125"/>
              <a:ext cx="84244" cy="391298"/>
            </a:xfrm>
            <a:custGeom>
              <a:avLst/>
              <a:gdLst/>
              <a:ahLst/>
              <a:cxnLst/>
              <a:rect l="l" t="t" r="r" b="b"/>
              <a:pathLst>
                <a:path w="5915" h="27474" extrusionOk="0">
                  <a:moveTo>
                    <a:pt x="5560" y="1"/>
                  </a:moveTo>
                  <a:lnTo>
                    <a:pt x="5560" y="237"/>
                  </a:lnTo>
                  <a:cubicBezTo>
                    <a:pt x="5564" y="243"/>
                    <a:pt x="5568" y="248"/>
                    <a:pt x="5572" y="254"/>
                  </a:cubicBezTo>
                  <a:lnTo>
                    <a:pt x="5572" y="254"/>
                  </a:lnTo>
                  <a:cubicBezTo>
                    <a:pt x="5560" y="86"/>
                    <a:pt x="5560" y="1"/>
                    <a:pt x="5560" y="1"/>
                  </a:cubicBezTo>
                  <a:close/>
                  <a:moveTo>
                    <a:pt x="5572" y="254"/>
                  </a:moveTo>
                  <a:cubicBezTo>
                    <a:pt x="5586" y="442"/>
                    <a:pt x="5616" y="734"/>
                    <a:pt x="5678" y="1125"/>
                  </a:cubicBezTo>
                  <a:cubicBezTo>
                    <a:pt x="5678" y="754"/>
                    <a:pt x="5678" y="411"/>
                    <a:pt x="5572" y="254"/>
                  </a:cubicBezTo>
                  <a:close/>
                  <a:moveTo>
                    <a:pt x="5678" y="1125"/>
                  </a:moveTo>
                  <a:lnTo>
                    <a:pt x="5678" y="4082"/>
                  </a:lnTo>
                  <a:cubicBezTo>
                    <a:pt x="5442" y="6655"/>
                    <a:pt x="4702" y="10115"/>
                    <a:pt x="3342" y="13811"/>
                  </a:cubicBezTo>
                  <a:cubicBezTo>
                    <a:pt x="2721" y="15645"/>
                    <a:pt x="1982" y="17389"/>
                    <a:pt x="1361" y="18986"/>
                  </a:cubicBezTo>
                  <a:cubicBezTo>
                    <a:pt x="887" y="20465"/>
                    <a:pt x="503" y="21944"/>
                    <a:pt x="266" y="23422"/>
                  </a:cubicBezTo>
                  <a:cubicBezTo>
                    <a:pt x="148" y="24398"/>
                    <a:pt x="0" y="25374"/>
                    <a:pt x="148" y="26379"/>
                  </a:cubicBezTo>
                  <a:cubicBezTo>
                    <a:pt x="266" y="26734"/>
                    <a:pt x="266" y="27000"/>
                    <a:pt x="266" y="27237"/>
                  </a:cubicBezTo>
                  <a:cubicBezTo>
                    <a:pt x="385" y="27355"/>
                    <a:pt x="385" y="27474"/>
                    <a:pt x="385" y="27474"/>
                  </a:cubicBezTo>
                  <a:cubicBezTo>
                    <a:pt x="385" y="27474"/>
                    <a:pt x="385" y="27119"/>
                    <a:pt x="266" y="26379"/>
                  </a:cubicBezTo>
                  <a:cubicBezTo>
                    <a:pt x="148" y="25374"/>
                    <a:pt x="266" y="24398"/>
                    <a:pt x="385" y="23422"/>
                  </a:cubicBezTo>
                  <a:cubicBezTo>
                    <a:pt x="740" y="21944"/>
                    <a:pt x="1124" y="20465"/>
                    <a:pt x="1627" y="19105"/>
                  </a:cubicBezTo>
                  <a:cubicBezTo>
                    <a:pt x="2218" y="17508"/>
                    <a:pt x="2958" y="15763"/>
                    <a:pt x="3579" y="13929"/>
                  </a:cubicBezTo>
                  <a:cubicBezTo>
                    <a:pt x="4939" y="10233"/>
                    <a:pt x="5678" y="6655"/>
                    <a:pt x="5796" y="4082"/>
                  </a:cubicBezTo>
                  <a:cubicBezTo>
                    <a:pt x="5915" y="3076"/>
                    <a:pt x="5796" y="2100"/>
                    <a:pt x="5678" y="112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3"/>
            <p:cNvSpPr/>
            <p:nvPr/>
          </p:nvSpPr>
          <p:spPr>
            <a:xfrm>
              <a:off x="6830360" y="2685995"/>
              <a:ext cx="242208" cy="161325"/>
            </a:xfrm>
            <a:custGeom>
              <a:avLst/>
              <a:gdLst/>
              <a:ahLst/>
              <a:cxnLst/>
              <a:rect l="l" t="t" r="r" b="b"/>
              <a:pathLst>
                <a:path w="17006" h="11327" extrusionOk="0">
                  <a:moveTo>
                    <a:pt x="13782" y="0"/>
                  </a:moveTo>
                  <a:cubicBezTo>
                    <a:pt x="8252" y="0"/>
                    <a:pt x="3313" y="3194"/>
                    <a:pt x="977" y="8251"/>
                  </a:cubicBezTo>
                  <a:cubicBezTo>
                    <a:pt x="740" y="8990"/>
                    <a:pt x="356" y="9730"/>
                    <a:pt x="238" y="10469"/>
                  </a:cubicBezTo>
                  <a:cubicBezTo>
                    <a:pt x="2071" y="4554"/>
                    <a:pt x="7512" y="355"/>
                    <a:pt x="13782" y="237"/>
                  </a:cubicBezTo>
                  <a:cubicBezTo>
                    <a:pt x="14521" y="237"/>
                    <a:pt x="15260" y="237"/>
                    <a:pt x="16118" y="355"/>
                  </a:cubicBezTo>
                  <a:cubicBezTo>
                    <a:pt x="16384" y="355"/>
                    <a:pt x="16739" y="473"/>
                    <a:pt x="17005" y="473"/>
                  </a:cubicBezTo>
                  <a:cubicBezTo>
                    <a:pt x="16857" y="355"/>
                    <a:pt x="16857" y="355"/>
                    <a:pt x="16739" y="355"/>
                  </a:cubicBezTo>
                  <a:cubicBezTo>
                    <a:pt x="16621" y="355"/>
                    <a:pt x="16384" y="237"/>
                    <a:pt x="16118" y="237"/>
                  </a:cubicBezTo>
                  <a:cubicBezTo>
                    <a:pt x="15379" y="118"/>
                    <a:pt x="14521" y="0"/>
                    <a:pt x="13782" y="0"/>
                  </a:cubicBezTo>
                  <a:close/>
                  <a:moveTo>
                    <a:pt x="238" y="10469"/>
                  </a:moveTo>
                  <a:cubicBezTo>
                    <a:pt x="126" y="10691"/>
                    <a:pt x="120" y="10939"/>
                    <a:pt x="119" y="11067"/>
                  </a:cubicBezTo>
                  <a:lnTo>
                    <a:pt x="119" y="11067"/>
                  </a:lnTo>
                  <a:cubicBezTo>
                    <a:pt x="187" y="10894"/>
                    <a:pt x="238" y="10700"/>
                    <a:pt x="238" y="10469"/>
                  </a:cubicBezTo>
                  <a:close/>
                  <a:moveTo>
                    <a:pt x="119" y="11067"/>
                  </a:moveTo>
                  <a:cubicBezTo>
                    <a:pt x="114" y="11080"/>
                    <a:pt x="109" y="11094"/>
                    <a:pt x="103" y="11107"/>
                  </a:cubicBezTo>
                  <a:lnTo>
                    <a:pt x="103" y="11107"/>
                  </a:lnTo>
                  <a:cubicBezTo>
                    <a:pt x="108" y="11101"/>
                    <a:pt x="114" y="11096"/>
                    <a:pt x="119" y="11090"/>
                  </a:cubicBezTo>
                  <a:cubicBezTo>
                    <a:pt x="119" y="11083"/>
                    <a:pt x="119" y="11075"/>
                    <a:pt x="119" y="11067"/>
                  </a:cubicBezTo>
                  <a:close/>
                  <a:moveTo>
                    <a:pt x="103" y="11107"/>
                  </a:moveTo>
                  <a:cubicBezTo>
                    <a:pt x="1" y="11219"/>
                    <a:pt x="1" y="11326"/>
                    <a:pt x="1" y="11326"/>
                  </a:cubicBezTo>
                  <a:cubicBezTo>
                    <a:pt x="36" y="11256"/>
                    <a:pt x="71" y="11184"/>
                    <a:pt x="103" y="1110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3"/>
            <p:cNvSpPr/>
            <p:nvPr/>
          </p:nvSpPr>
          <p:spPr>
            <a:xfrm>
              <a:off x="6749506" y="3259640"/>
              <a:ext cx="426250" cy="224932"/>
            </a:xfrm>
            <a:custGeom>
              <a:avLst/>
              <a:gdLst/>
              <a:ahLst/>
              <a:cxnLst/>
              <a:rect l="l" t="t" r="r" b="b"/>
              <a:pathLst>
                <a:path w="29928" h="15793" extrusionOk="0">
                  <a:moveTo>
                    <a:pt x="237" y="7660"/>
                  </a:moveTo>
                  <a:cubicBezTo>
                    <a:pt x="118" y="7778"/>
                    <a:pt x="118" y="7897"/>
                    <a:pt x="0" y="8015"/>
                  </a:cubicBezTo>
                  <a:cubicBezTo>
                    <a:pt x="118" y="7897"/>
                    <a:pt x="237" y="7778"/>
                    <a:pt x="237" y="7660"/>
                  </a:cubicBezTo>
                  <a:close/>
                  <a:moveTo>
                    <a:pt x="14047" y="1"/>
                  </a:moveTo>
                  <a:cubicBezTo>
                    <a:pt x="12687" y="1"/>
                    <a:pt x="11326" y="119"/>
                    <a:pt x="10114" y="504"/>
                  </a:cubicBezTo>
                  <a:cubicBezTo>
                    <a:pt x="8872" y="740"/>
                    <a:pt x="7748" y="1125"/>
                    <a:pt x="6654" y="1598"/>
                  </a:cubicBezTo>
                  <a:cubicBezTo>
                    <a:pt x="5796" y="2100"/>
                    <a:pt x="4791" y="2603"/>
                    <a:pt x="3933" y="3342"/>
                  </a:cubicBezTo>
                  <a:cubicBezTo>
                    <a:pt x="2721" y="4200"/>
                    <a:pt x="1715" y="5294"/>
                    <a:pt x="858" y="6536"/>
                  </a:cubicBezTo>
                  <a:cubicBezTo>
                    <a:pt x="739" y="6773"/>
                    <a:pt x="621" y="6921"/>
                    <a:pt x="503" y="7157"/>
                  </a:cubicBezTo>
                  <a:cubicBezTo>
                    <a:pt x="355" y="7276"/>
                    <a:pt x="355" y="7512"/>
                    <a:pt x="237" y="7660"/>
                  </a:cubicBezTo>
                  <a:cubicBezTo>
                    <a:pt x="355" y="7512"/>
                    <a:pt x="503" y="7394"/>
                    <a:pt x="621" y="7157"/>
                  </a:cubicBezTo>
                  <a:cubicBezTo>
                    <a:pt x="621" y="7039"/>
                    <a:pt x="858" y="6773"/>
                    <a:pt x="976" y="6655"/>
                  </a:cubicBezTo>
                  <a:cubicBezTo>
                    <a:pt x="1834" y="5442"/>
                    <a:pt x="2839" y="4318"/>
                    <a:pt x="4051" y="3461"/>
                  </a:cubicBezTo>
                  <a:cubicBezTo>
                    <a:pt x="4939" y="2840"/>
                    <a:pt x="5796" y="2337"/>
                    <a:pt x="6772" y="1864"/>
                  </a:cubicBezTo>
                  <a:cubicBezTo>
                    <a:pt x="7896" y="1361"/>
                    <a:pt x="8990" y="1006"/>
                    <a:pt x="10114" y="740"/>
                  </a:cubicBezTo>
                  <a:cubicBezTo>
                    <a:pt x="11200" y="547"/>
                    <a:pt x="12228" y="354"/>
                    <a:pt x="13309" y="354"/>
                  </a:cubicBezTo>
                  <a:cubicBezTo>
                    <a:pt x="13552" y="354"/>
                    <a:pt x="13797" y="364"/>
                    <a:pt x="14047" y="385"/>
                  </a:cubicBezTo>
                  <a:cubicBezTo>
                    <a:pt x="15526" y="385"/>
                    <a:pt x="16886" y="504"/>
                    <a:pt x="18246" y="1006"/>
                  </a:cubicBezTo>
                  <a:cubicBezTo>
                    <a:pt x="19577" y="1361"/>
                    <a:pt x="20819" y="1982"/>
                    <a:pt x="22061" y="2721"/>
                  </a:cubicBezTo>
                  <a:cubicBezTo>
                    <a:pt x="23155" y="3342"/>
                    <a:pt x="24161" y="4200"/>
                    <a:pt x="25137" y="5176"/>
                  </a:cubicBezTo>
                  <a:cubicBezTo>
                    <a:pt x="26615" y="6773"/>
                    <a:pt x="27857" y="8636"/>
                    <a:pt x="28715" y="10736"/>
                  </a:cubicBezTo>
                  <a:cubicBezTo>
                    <a:pt x="29336" y="12096"/>
                    <a:pt x="29691" y="13575"/>
                    <a:pt x="29809" y="15053"/>
                  </a:cubicBezTo>
                  <a:cubicBezTo>
                    <a:pt x="29927" y="15290"/>
                    <a:pt x="29927" y="15526"/>
                    <a:pt x="29927" y="15792"/>
                  </a:cubicBezTo>
                  <a:lnTo>
                    <a:pt x="29927" y="15053"/>
                  </a:lnTo>
                  <a:cubicBezTo>
                    <a:pt x="29809" y="13575"/>
                    <a:pt x="29454" y="12096"/>
                    <a:pt x="28833" y="10617"/>
                  </a:cubicBezTo>
                  <a:cubicBezTo>
                    <a:pt x="28094" y="8518"/>
                    <a:pt x="26852" y="6655"/>
                    <a:pt x="25255" y="4939"/>
                  </a:cubicBezTo>
                  <a:cubicBezTo>
                    <a:pt x="24279" y="4082"/>
                    <a:pt x="23274" y="3224"/>
                    <a:pt x="22179" y="2485"/>
                  </a:cubicBezTo>
                  <a:cubicBezTo>
                    <a:pt x="20937" y="1746"/>
                    <a:pt x="19577" y="1125"/>
                    <a:pt x="18246" y="622"/>
                  </a:cubicBezTo>
                  <a:cubicBezTo>
                    <a:pt x="16886" y="267"/>
                    <a:pt x="15526" y="119"/>
                    <a:pt x="1404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3"/>
            <p:cNvSpPr/>
            <p:nvPr/>
          </p:nvSpPr>
          <p:spPr>
            <a:xfrm>
              <a:off x="6709071" y="3089485"/>
              <a:ext cx="93089" cy="275464"/>
            </a:xfrm>
            <a:custGeom>
              <a:avLst/>
              <a:gdLst/>
              <a:ahLst/>
              <a:cxnLst/>
              <a:rect l="l" t="t" r="r" b="b"/>
              <a:pathLst>
                <a:path w="6536" h="19341" extrusionOk="0">
                  <a:moveTo>
                    <a:pt x="6536" y="1"/>
                  </a:moveTo>
                  <a:cubicBezTo>
                    <a:pt x="6151" y="622"/>
                    <a:pt x="5796" y="1243"/>
                    <a:pt x="5294" y="1864"/>
                  </a:cubicBezTo>
                  <a:cubicBezTo>
                    <a:pt x="5412" y="2603"/>
                    <a:pt x="5412" y="3342"/>
                    <a:pt x="5412" y="3815"/>
                  </a:cubicBezTo>
                  <a:lnTo>
                    <a:pt x="5412" y="4082"/>
                  </a:lnTo>
                  <a:cubicBezTo>
                    <a:pt x="5915" y="2721"/>
                    <a:pt x="6299" y="1361"/>
                    <a:pt x="6536" y="1"/>
                  </a:cubicBezTo>
                  <a:close/>
                  <a:moveTo>
                    <a:pt x="5294" y="1982"/>
                  </a:moveTo>
                  <a:cubicBezTo>
                    <a:pt x="2336" y="6891"/>
                    <a:pt x="739" y="11593"/>
                    <a:pt x="0" y="17507"/>
                  </a:cubicBezTo>
                  <a:lnTo>
                    <a:pt x="2218" y="19341"/>
                  </a:lnTo>
                  <a:lnTo>
                    <a:pt x="2218" y="19223"/>
                  </a:lnTo>
                  <a:cubicBezTo>
                    <a:pt x="2218" y="18868"/>
                    <a:pt x="2336" y="18602"/>
                    <a:pt x="2455" y="18247"/>
                  </a:cubicBezTo>
                  <a:cubicBezTo>
                    <a:pt x="3697" y="12687"/>
                    <a:pt x="5057" y="7778"/>
                    <a:pt x="6151" y="2603"/>
                  </a:cubicBezTo>
                  <a:lnTo>
                    <a:pt x="6151" y="2603"/>
                  </a:lnTo>
                  <a:cubicBezTo>
                    <a:pt x="5915" y="3342"/>
                    <a:pt x="5678" y="4200"/>
                    <a:pt x="5294" y="5057"/>
                  </a:cubicBezTo>
                  <a:cubicBezTo>
                    <a:pt x="4673" y="6891"/>
                    <a:pt x="3933" y="8636"/>
                    <a:pt x="3342" y="10233"/>
                  </a:cubicBezTo>
                  <a:cubicBezTo>
                    <a:pt x="2839" y="11593"/>
                    <a:pt x="2455" y="13072"/>
                    <a:pt x="2100" y="14550"/>
                  </a:cubicBezTo>
                  <a:cubicBezTo>
                    <a:pt x="1981" y="15526"/>
                    <a:pt x="1863" y="16502"/>
                    <a:pt x="1981" y="17507"/>
                  </a:cubicBezTo>
                  <a:cubicBezTo>
                    <a:pt x="2100" y="18247"/>
                    <a:pt x="2100" y="18602"/>
                    <a:pt x="2100" y="18602"/>
                  </a:cubicBezTo>
                  <a:cubicBezTo>
                    <a:pt x="2100" y="18602"/>
                    <a:pt x="2100" y="18483"/>
                    <a:pt x="1981" y="18365"/>
                  </a:cubicBezTo>
                  <a:cubicBezTo>
                    <a:pt x="1981" y="18128"/>
                    <a:pt x="1981" y="17862"/>
                    <a:pt x="1863" y="17507"/>
                  </a:cubicBezTo>
                  <a:cubicBezTo>
                    <a:pt x="1715" y="16502"/>
                    <a:pt x="1863" y="15526"/>
                    <a:pt x="1981" y="14550"/>
                  </a:cubicBezTo>
                  <a:cubicBezTo>
                    <a:pt x="2218" y="13072"/>
                    <a:pt x="2602" y="11593"/>
                    <a:pt x="3076" y="10114"/>
                  </a:cubicBezTo>
                  <a:cubicBezTo>
                    <a:pt x="3697" y="8517"/>
                    <a:pt x="4436" y="6773"/>
                    <a:pt x="5057" y="4939"/>
                  </a:cubicBezTo>
                  <a:cubicBezTo>
                    <a:pt x="5175" y="4673"/>
                    <a:pt x="5294" y="4555"/>
                    <a:pt x="5294" y="4318"/>
                  </a:cubicBezTo>
                  <a:lnTo>
                    <a:pt x="5294" y="3815"/>
                  </a:lnTo>
                  <a:lnTo>
                    <a:pt x="5294" y="1982"/>
                  </a:lnTo>
                  <a:close/>
                </a:path>
              </a:pathLst>
            </a:custGeom>
            <a:solidFill>
              <a:srgbClr val="A0B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3"/>
            <p:cNvSpPr/>
            <p:nvPr/>
          </p:nvSpPr>
          <p:spPr>
            <a:xfrm>
              <a:off x="6784457" y="3116018"/>
              <a:ext cx="1695" cy="34980"/>
            </a:xfrm>
            <a:custGeom>
              <a:avLst/>
              <a:gdLst/>
              <a:ahLst/>
              <a:cxnLst/>
              <a:rect l="l" t="t" r="r" b="b"/>
              <a:pathLst>
                <a:path w="119" h="2456" extrusionOk="0">
                  <a:moveTo>
                    <a:pt x="1" y="1"/>
                  </a:moveTo>
                  <a:lnTo>
                    <a:pt x="1" y="119"/>
                  </a:lnTo>
                  <a:lnTo>
                    <a:pt x="1" y="1952"/>
                  </a:lnTo>
                  <a:lnTo>
                    <a:pt x="1" y="2455"/>
                  </a:lnTo>
                  <a:cubicBezTo>
                    <a:pt x="119" y="2337"/>
                    <a:pt x="119" y="2337"/>
                    <a:pt x="119" y="2219"/>
                  </a:cubicBezTo>
                  <a:lnTo>
                    <a:pt x="119" y="1952"/>
                  </a:lnTo>
                  <a:cubicBezTo>
                    <a:pt x="119" y="1479"/>
                    <a:pt x="119" y="740"/>
                    <a:pt x="1" y="1"/>
                  </a:cubicBezTo>
                  <a:close/>
                </a:path>
              </a:pathLst>
            </a:custGeom>
            <a:solidFill>
              <a:srgbClr val="303F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3"/>
            <p:cNvSpPr/>
            <p:nvPr/>
          </p:nvSpPr>
          <p:spPr>
            <a:xfrm>
              <a:off x="6740661" y="3349353"/>
              <a:ext cx="3375" cy="13915"/>
            </a:xfrm>
            <a:custGeom>
              <a:avLst/>
              <a:gdLst/>
              <a:ahLst/>
              <a:cxnLst/>
              <a:rect l="l" t="t" r="r" b="b"/>
              <a:pathLst>
                <a:path w="237" h="977" extrusionOk="0">
                  <a:moveTo>
                    <a:pt x="237" y="1"/>
                  </a:moveTo>
                  <a:cubicBezTo>
                    <a:pt x="118" y="356"/>
                    <a:pt x="0" y="622"/>
                    <a:pt x="0" y="977"/>
                  </a:cubicBezTo>
                  <a:cubicBezTo>
                    <a:pt x="0" y="622"/>
                    <a:pt x="118" y="356"/>
                    <a:pt x="237" y="1"/>
                  </a:cubicBezTo>
                  <a:close/>
                </a:path>
              </a:pathLst>
            </a:custGeom>
            <a:solidFill>
              <a:srgbClr val="707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3"/>
            <p:cNvSpPr/>
            <p:nvPr/>
          </p:nvSpPr>
          <p:spPr>
            <a:xfrm>
              <a:off x="6733497" y="3086109"/>
              <a:ext cx="72039" cy="268314"/>
            </a:xfrm>
            <a:custGeom>
              <a:avLst/>
              <a:gdLst/>
              <a:ahLst/>
              <a:cxnLst/>
              <a:rect l="l" t="t" r="r" b="b"/>
              <a:pathLst>
                <a:path w="5058" h="18839" extrusionOk="0">
                  <a:moveTo>
                    <a:pt x="5057" y="1"/>
                  </a:moveTo>
                  <a:cubicBezTo>
                    <a:pt x="4939" y="1"/>
                    <a:pt x="4939" y="119"/>
                    <a:pt x="4821" y="238"/>
                  </a:cubicBezTo>
                  <a:cubicBezTo>
                    <a:pt x="4584" y="1598"/>
                    <a:pt x="4200" y="2958"/>
                    <a:pt x="3697" y="4319"/>
                  </a:cubicBezTo>
                  <a:cubicBezTo>
                    <a:pt x="3697" y="4437"/>
                    <a:pt x="3697" y="4437"/>
                    <a:pt x="3579" y="4555"/>
                  </a:cubicBezTo>
                  <a:cubicBezTo>
                    <a:pt x="3579" y="4792"/>
                    <a:pt x="3460" y="4910"/>
                    <a:pt x="3342" y="5176"/>
                  </a:cubicBezTo>
                  <a:cubicBezTo>
                    <a:pt x="2721" y="7010"/>
                    <a:pt x="1982" y="8754"/>
                    <a:pt x="1361" y="10351"/>
                  </a:cubicBezTo>
                  <a:cubicBezTo>
                    <a:pt x="887" y="11830"/>
                    <a:pt x="503" y="13309"/>
                    <a:pt x="266" y="14787"/>
                  </a:cubicBezTo>
                  <a:cubicBezTo>
                    <a:pt x="148" y="15763"/>
                    <a:pt x="0" y="16739"/>
                    <a:pt x="148" y="17744"/>
                  </a:cubicBezTo>
                  <a:cubicBezTo>
                    <a:pt x="266" y="18099"/>
                    <a:pt x="266" y="18365"/>
                    <a:pt x="266" y="18602"/>
                  </a:cubicBezTo>
                  <a:cubicBezTo>
                    <a:pt x="385" y="18720"/>
                    <a:pt x="385" y="18839"/>
                    <a:pt x="385" y="18839"/>
                  </a:cubicBezTo>
                  <a:cubicBezTo>
                    <a:pt x="385" y="18839"/>
                    <a:pt x="385" y="18484"/>
                    <a:pt x="266" y="17744"/>
                  </a:cubicBezTo>
                  <a:cubicBezTo>
                    <a:pt x="148" y="16739"/>
                    <a:pt x="266" y="15763"/>
                    <a:pt x="385" y="14787"/>
                  </a:cubicBezTo>
                  <a:cubicBezTo>
                    <a:pt x="740" y="13309"/>
                    <a:pt x="1124" y="11830"/>
                    <a:pt x="1627" y="10470"/>
                  </a:cubicBezTo>
                  <a:cubicBezTo>
                    <a:pt x="2218" y="8873"/>
                    <a:pt x="2958" y="7128"/>
                    <a:pt x="3579" y="5294"/>
                  </a:cubicBezTo>
                  <a:cubicBezTo>
                    <a:pt x="3963" y="4437"/>
                    <a:pt x="4200" y="3579"/>
                    <a:pt x="4436" y="2840"/>
                  </a:cubicBezTo>
                  <a:cubicBezTo>
                    <a:pt x="4702" y="1834"/>
                    <a:pt x="4821" y="859"/>
                    <a:pt x="5057" y="1"/>
                  </a:cubicBezTo>
                  <a:close/>
                </a:path>
              </a:pathLst>
            </a:custGeom>
            <a:solidFill>
              <a:srgbClr val="1B23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3"/>
            <p:cNvSpPr/>
            <p:nvPr/>
          </p:nvSpPr>
          <p:spPr>
            <a:xfrm>
              <a:off x="6752867" y="3372098"/>
              <a:ext cx="117529" cy="87620"/>
            </a:xfrm>
            <a:custGeom>
              <a:avLst/>
              <a:gdLst/>
              <a:ahLst/>
              <a:cxnLst/>
              <a:rect l="l" t="t" r="r" b="b"/>
              <a:pathLst>
                <a:path w="8252" h="6152" extrusionOk="0">
                  <a:moveTo>
                    <a:pt x="1" y="1"/>
                  </a:moveTo>
                  <a:cubicBezTo>
                    <a:pt x="1243" y="1095"/>
                    <a:pt x="2603" y="2219"/>
                    <a:pt x="4082" y="3194"/>
                  </a:cubicBezTo>
                  <a:cubicBezTo>
                    <a:pt x="6300" y="4939"/>
                    <a:pt x="8251" y="6152"/>
                    <a:pt x="8251" y="6152"/>
                  </a:cubicBezTo>
                  <a:cubicBezTo>
                    <a:pt x="8251" y="6033"/>
                    <a:pt x="6536" y="4673"/>
                    <a:pt x="4200" y="2958"/>
                  </a:cubicBezTo>
                  <a:cubicBezTo>
                    <a:pt x="1864" y="124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35"/>
          <p:cNvSpPr txBox="1">
            <a:spLocks noGrp="1"/>
          </p:cNvSpPr>
          <p:nvPr>
            <p:ph type="title"/>
          </p:nvPr>
        </p:nvSpPr>
        <p:spPr>
          <a:xfrm>
            <a:off x="865625" y="488975"/>
            <a:ext cx="741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Laptop…</a:t>
            </a:r>
            <a:endParaRPr dirty="0"/>
          </a:p>
        </p:txBody>
      </p:sp>
      <p:sp>
        <p:nvSpPr>
          <p:cNvPr id="1093" name="Google Shape;1093;p35"/>
          <p:cNvSpPr txBox="1">
            <a:spLocks noGrp="1"/>
          </p:cNvSpPr>
          <p:nvPr>
            <p:ph type="subTitle" idx="2"/>
          </p:nvPr>
        </p:nvSpPr>
        <p:spPr>
          <a:xfrm>
            <a:off x="4343246" y="2280556"/>
            <a:ext cx="3117000" cy="86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 found a laptop that we don’t use any more, So </a:t>
            </a:r>
            <a:r>
              <a:rPr lang="en-US" dirty="0"/>
              <a:t>I</a:t>
            </a:r>
            <a:r>
              <a:rPr lang="en" dirty="0"/>
              <a:t> thought of recycling it and giving it a new prepouse</a:t>
            </a:r>
          </a:p>
        </p:txBody>
      </p:sp>
      <p:grpSp>
        <p:nvGrpSpPr>
          <p:cNvPr id="7" name="Google Shape;1060;p34">
            <a:extLst>
              <a:ext uri="{FF2B5EF4-FFF2-40B4-BE49-F238E27FC236}">
                <a16:creationId xmlns:a16="http://schemas.microsoft.com/office/drawing/2014/main" id="{5DE0CD6F-A60E-5A8C-4A2D-6CBD76BC36AB}"/>
              </a:ext>
            </a:extLst>
          </p:cNvPr>
          <p:cNvGrpSpPr/>
          <p:nvPr/>
        </p:nvGrpSpPr>
        <p:grpSpPr>
          <a:xfrm>
            <a:off x="1040536" y="2441121"/>
            <a:ext cx="2412957" cy="1835053"/>
            <a:chOff x="1996450" y="1888028"/>
            <a:chExt cx="939844" cy="656427"/>
          </a:xfrm>
        </p:grpSpPr>
        <p:sp>
          <p:nvSpPr>
            <p:cNvPr id="22" name="Google Shape;1061;p34">
              <a:extLst>
                <a:ext uri="{FF2B5EF4-FFF2-40B4-BE49-F238E27FC236}">
                  <a16:creationId xmlns:a16="http://schemas.microsoft.com/office/drawing/2014/main" id="{8EBEF404-3614-1229-7D61-C0A5A691C42B}"/>
                </a:ext>
              </a:extLst>
            </p:cNvPr>
            <p:cNvSpPr/>
            <p:nvPr/>
          </p:nvSpPr>
          <p:spPr>
            <a:xfrm>
              <a:off x="1996450" y="1888028"/>
              <a:ext cx="939844" cy="574076"/>
            </a:xfrm>
            <a:custGeom>
              <a:avLst/>
              <a:gdLst/>
              <a:ahLst/>
              <a:cxnLst/>
              <a:rect l="l" t="t" r="r" b="b"/>
              <a:pathLst>
                <a:path w="40814" h="24930" extrusionOk="0">
                  <a:moveTo>
                    <a:pt x="20180" y="1"/>
                  </a:moveTo>
                  <a:cubicBezTo>
                    <a:pt x="7091" y="1"/>
                    <a:pt x="3780" y="1047"/>
                    <a:pt x="2218" y="1375"/>
                  </a:cubicBezTo>
                  <a:cubicBezTo>
                    <a:pt x="656" y="1688"/>
                    <a:pt x="0" y="2344"/>
                    <a:pt x="0" y="3578"/>
                  </a:cubicBezTo>
                  <a:lnTo>
                    <a:pt x="0" y="22711"/>
                  </a:lnTo>
                  <a:cubicBezTo>
                    <a:pt x="0" y="23945"/>
                    <a:pt x="984" y="24929"/>
                    <a:pt x="2218" y="24929"/>
                  </a:cubicBezTo>
                  <a:lnTo>
                    <a:pt x="38596" y="24929"/>
                  </a:lnTo>
                  <a:cubicBezTo>
                    <a:pt x="39829" y="24929"/>
                    <a:pt x="40814" y="23945"/>
                    <a:pt x="40814" y="22711"/>
                  </a:cubicBezTo>
                  <a:lnTo>
                    <a:pt x="40814" y="3578"/>
                  </a:lnTo>
                  <a:cubicBezTo>
                    <a:pt x="40814" y="2344"/>
                    <a:pt x="40157" y="1891"/>
                    <a:pt x="38596" y="1375"/>
                  </a:cubicBezTo>
                  <a:cubicBezTo>
                    <a:pt x="37034" y="907"/>
                    <a:pt x="33191" y="1"/>
                    <a:pt x="201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62;p34">
              <a:extLst>
                <a:ext uri="{FF2B5EF4-FFF2-40B4-BE49-F238E27FC236}">
                  <a16:creationId xmlns:a16="http://schemas.microsoft.com/office/drawing/2014/main" id="{8B54438B-FC5F-76E7-058F-8DFE5FA2AC13}"/>
                </a:ext>
              </a:extLst>
            </p:cNvPr>
            <p:cNvSpPr/>
            <p:nvPr/>
          </p:nvSpPr>
          <p:spPr>
            <a:xfrm>
              <a:off x="2170162" y="2401984"/>
              <a:ext cx="101782" cy="142471"/>
            </a:xfrm>
            <a:custGeom>
              <a:avLst/>
              <a:gdLst/>
              <a:ahLst/>
              <a:cxnLst/>
              <a:rect l="l" t="t" r="r" b="b"/>
              <a:pathLst>
                <a:path w="4420" h="6187" extrusionOk="0">
                  <a:moveTo>
                    <a:pt x="4375" y="0"/>
                  </a:moveTo>
                  <a:cubicBezTo>
                    <a:pt x="4374" y="0"/>
                    <a:pt x="4374" y="1"/>
                    <a:pt x="4374" y="1"/>
                  </a:cubicBezTo>
                  <a:cubicBezTo>
                    <a:pt x="4374" y="63"/>
                    <a:pt x="4046" y="204"/>
                    <a:pt x="3780" y="204"/>
                  </a:cubicBezTo>
                  <a:lnTo>
                    <a:pt x="2093" y="204"/>
                  </a:lnTo>
                  <a:cubicBezTo>
                    <a:pt x="1828" y="204"/>
                    <a:pt x="1562" y="1"/>
                    <a:pt x="1562" y="1"/>
                  </a:cubicBezTo>
                  <a:cubicBezTo>
                    <a:pt x="1562" y="1"/>
                    <a:pt x="1500" y="204"/>
                    <a:pt x="1437" y="454"/>
                  </a:cubicBezTo>
                  <a:lnTo>
                    <a:pt x="78" y="5671"/>
                  </a:lnTo>
                  <a:cubicBezTo>
                    <a:pt x="0" y="5921"/>
                    <a:pt x="203" y="6186"/>
                    <a:pt x="531" y="6186"/>
                  </a:cubicBezTo>
                  <a:lnTo>
                    <a:pt x="2218" y="6186"/>
                  </a:lnTo>
                  <a:cubicBezTo>
                    <a:pt x="2546" y="6186"/>
                    <a:pt x="2874" y="5921"/>
                    <a:pt x="2937" y="5671"/>
                  </a:cubicBezTo>
                  <a:cubicBezTo>
                    <a:pt x="2937" y="5671"/>
                    <a:pt x="4420" y="0"/>
                    <a:pt x="4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63;p34">
              <a:extLst>
                <a:ext uri="{FF2B5EF4-FFF2-40B4-BE49-F238E27FC236}">
                  <a16:creationId xmlns:a16="http://schemas.microsoft.com/office/drawing/2014/main" id="{9DD99A60-FBF3-C198-D46D-53D93CDB77A0}"/>
                </a:ext>
              </a:extLst>
            </p:cNvPr>
            <p:cNvSpPr/>
            <p:nvPr/>
          </p:nvSpPr>
          <p:spPr>
            <a:xfrm>
              <a:off x="2623346" y="2401984"/>
              <a:ext cx="101436" cy="142471"/>
            </a:xfrm>
            <a:custGeom>
              <a:avLst/>
              <a:gdLst/>
              <a:ahLst/>
              <a:cxnLst/>
              <a:rect l="l" t="t" r="r" b="b"/>
              <a:pathLst>
                <a:path w="4405" h="6187" extrusionOk="0">
                  <a:moveTo>
                    <a:pt x="46" y="0"/>
                  </a:moveTo>
                  <a:lnTo>
                    <a:pt x="46" y="0"/>
                  </a:lnTo>
                  <a:cubicBezTo>
                    <a:pt x="0" y="0"/>
                    <a:pt x="1483" y="5671"/>
                    <a:pt x="1483" y="5671"/>
                  </a:cubicBezTo>
                  <a:cubicBezTo>
                    <a:pt x="1546" y="5921"/>
                    <a:pt x="1874" y="6186"/>
                    <a:pt x="2186" y="6186"/>
                  </a:cubicBezTo>
                  <a:lnTo>
                    <a:pt x="3951" y="6186"/>
                  </a:lnTo>
                  <a:cubicBezTo>
                    <a:pt x="4217" y="6186"/>
                    <a:pt x="4404" y="5921"/>
                    <a:pt x="4342" y="5671"/>
                  </a:cubicBezTo>
                  <a:lnTo>
                    <a:pt x="2967" y="454"/>
                  </a:lnTo>
                  <a:cubicBezTo>
                    <a:pt x="2905" y="204"/>
                    <a:pt x="2842" y="1"/>
                    <a:pt x="2842" y="1"/>
                  </a:cubicBezTo>
                  <a:cubicBezTo>
                    <a:pt x="2842" y="1"/>
                    <a:pt x="2655" y="204"/>
                    <a:pt x="2327" y="204"/>
                  </a:cubicBezTo>
                  <a:lnTo>
                    <a:pt x="703" y="204"/>
                  </a:lnTo>
                  <a:cubicBezTo>
                    <a:pt x="375" y="204"/>
                    <a:pt x="109" y="63"/>
                    <a:pt x="47" y="1"/>
                  </a:cubicBezTo>
                  <a:cubicBezTo>
                    <a:pt x="46" y="1"/>
                    <a:pt x="46" y="0"/>
                    <a:pt x="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64;p34">
              <a:extLst>
                <a:ext uri="{FF2B5EF4-FFF2-40B4-BE49-F238E27FC236}">
                  <a16:creationId xmlns:a16="http://schemas.microsoft.com/office/drawing/2014/main" id="{E40B8F91-6A79-80A7-8B58-374565CF115C}"/>
                </a:ext>
              </a:extLst>
            </p:cNvPr>
            <p:cNvSpPr/>
            <p:nvPr/>
          </p:nvSpPr>
          <p:spPr>
            <a:xfrm>
              <a:off x="2772580" y="1985500"/>
              <a:ext cx="96071" cy="80942"/>
            </a:xfrm>
            <a:custGeom>
              <a:avLst/>
              <a:gdLst/>
              <a:ahLst/>
              <a:cxnLst/>
              <a:rect l="l" t="t" r="r" b="b"/>
              <a:pathLst>
                <a:path w="4172" h="3515" extrusionOk="0">
                  <a:moveTo>
                    <a:pt x="2094" y="1"/>
                  </a:moveTo>
                  <a:cubicBezTo>
                    <a:pt x="469" y="1"/>
                    <a:pt x="1" y="782"/>
                    <a:pt x="1" y="1750"/>
                  </a:cubicBezTo>
                  <a:cubicBezTo>
                    <a:pt x="1" y="2734"/>
                    <a:pt x="860" y="3515"/>
                    <a:pt x="2094" y="3515"/>
                  </a:cubicBezTo>
                  <a:cubicBezTo>
                    <a:pt x="3390" y="3515"/>
                    <a:pt x="4171" y="2734"/>
                    <a:pt x="4171" y="1750"/>
                  </a:cubicBezTo>
                  <a:cubicBezTo>
                    <a:pt x="4171" y="782"/>
                    <a:pt x="3718" y="1"/>
                    <a:pt x="20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65;p34">
              <a:extLst>
                <a:ext uri="{FF2B5EF4-FFF2-40B4-BE49-F238E27FC236}">
                  <a16:creationId xmlns:a16="http://schemas.microsoft.com/office/drawing/2014/main" id="{14C6B7B5-26E6-45FF-0E87-EB8308706723}"/>
                </a:ext>
              </a:extLst>
            </p:cNvPr>
            <p:cNvSpPr/>
            <p:nvPr/>
          </p:nvSpPr>
          <p:spPr>
            <a:xfrm>
              <a:off x="2739860" y="2087278"/>
              <a:ext cx="74839" cy="64408"/>
            </a:xfrm>
            <a:custGeom>
              <a:avLst/>
              <a:gdLst/>
              <a:ahLst/>
              <a:cxnLst/>
              <a:rect l="l" t="t" r="r" b="b"/>
              <a:pathLst>
                <a:path w="3250" h="2797" extrusionOk="0">
                  <a:moveTo>
                    <a:pt x="1625" y="1"/>
                  </a:moveTo>
                  <a:cubicBezTo>
                    <a:pt x="391" y="1"/>
                    <a:pt x="0" y="657"/>
                    <a:pt x="0" y="1438"/>
                  </a:cubicBezTo>
                  <a:cubicBezTo>
                    <a:pt x="0" y="2156"/>
                    <a:pt x="641" y="2797"/>
                    <a:pt x="1625" y="2797"/>
                  </a:cubicBezTo>
                  <a:cubicBezTo>
                    <a:pt x="2593" y="2797"/>
                    <a:pt x="3249" y="2156"/>
                    <a:pt x="3249" y="1438"/>
                  </a:cubicBezTo>
                  <a:cubicBezTo>
                    <a:pt x="3249" y="657"/>
                    <a:pt x="2859" y="1"/>
                    <a:pt x="16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66;p34">
              <a:extLst>
                <a:ext uri="{FF2B5EF4-FFF2-40B4-BE49-F238E27FC236}">
                  <a16:creationId xmlns:a16="http://schemas.microsoft.com/office/drawing/2014/main" id="{319E18EF-3CB3-56FE-580B-DEEDD09A5E4D}"/>
                </a:ext>
              </a:extLst>
            </p:cNvPr>
            <p:cNvSpPr/>
            <p:nvPr/>
          </p:nvSpPr>
          <p:spPr>
            <a:xfrm>
              <a:off x="2739860" y="2178648"/>
              <a:ext cx="74839" cy="64753"/>
            </a:xfrm>
            <a:custGeom>
              <a:avLst/>
              <a:gdLst/>
              <a:ahLst/>
              <a:cxnLst/>
              <a:rect l="l" t="t" r="r" b="b"/>
              <a:pathLst>
                <a:path w="3250" h="2812" extrusionOk="0">
                  <a:moveTo>
                    <a:pt x="1625" y="0"/>
                  </a:moveTo>
                  <a:cubicBezTo>
                    <a:pt x="391" y="0"/>
                    <a:pt x="0" y="656"/>
                    <a:pt x="0" y="1437"/>
                  </a:cubicBezTo>
                  <a:cubicBezTo>
                    <a:pt x="0" y="2218"/>
                    <a:pt x="641" y="2812"/>
                    <a:pt x="1625" y="2812"/>
                  </a:cubicBezTo>
                  <a:cubicBezTo>
                    <a:pt x="2593" y="2812"/>
                    <a:pt x="3249" y="2218"/>
                    <a:pt x="3249" y="1437"/>
                  </a:cubicBezTo>
                  <a:cubicBezTo>
                    <a:pt x="3249" y="656"/>
                    <a:pt x="2859" y="0"/>
                    <a:pt x="1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67;p34">
              <a:extLst>
                <a:ext uri="{FF2B5EF4-FFF2-40B4-BE49-F238E27FC236}">
                  <a16:creationId xmlns:a16="http://schemas.microsoft.com/office/drawing/2014/main" id="{487A0788-A675-0ACA-4BEA-4325F451FD43}"/>
                </a:ext>
              </a:extLst>
            </p:cNvPr>
            <p:cNvSpPr/>
            <p:nvPr/>
          </p:nvSpPr>
          <p:spPr>
            <a:xfrm>
              <a:off x="2831206" y="2087278"/>
              <a:ext cx="76267" cy="64408"/>
            </a:xfrm>
            <a:custGeom>
              <a:avLst/>
              <a:gdLst/>
              <a:ahLst/>
              <a:cxnLst/>
              <a:rect l="l" t="t" r="r" b="b"/>
              <a:pathLst>
                <a:path w="3312" h="2797" extrusionOk="0">
                  <a:moveTo>
                    <a:pt x="1688" y="1"/>
                  </a:moveTo>
                  <a:cubicBezTo>
                    <a:pt x="391" y="1"/>
                    <a:pt x="1" y="657"/>
                    <a:pt x="1" y="1438"/>
                  </a:cubicBezTo>
                  <a:cubicBezTo>
                    <a:pt x="1" y="2156"/>
                    <a:pt x="657" y="2797"/>
                    <a:pt x="1688" y="2797"/>
                  </a:cubicBezTo>
                  <a:cubicBezTo>
                    <a:pt x="2672" y="2797"/>
                    <a:pt x="3312" y="2156"/>
                    <a:pt x="3312" y="1438"/>
                  </a:cubicBezTo>
                  <a:cubicBezTo>
                    <a:pt x="3312" y="657"/>
                    <a:pt x="2921" y="1"/>
                    <a:pt x="16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68;p34">
              <a:extLst>
                <a:ext uri="{FF2B5EF4-FFF2-40B4-BE49-F238E27FC236}">
                  <a16:creationId xmlns:a16="http://schemas.microsoft.com/office/drawing/2014/main" id="{754487D4-F677-9753-C7EB-84F479D26309}"/>
                </a:ext>
              </a:extLst>
            </p:cNvPr>
            <p:cNvSpPr/>
            <p:nvPr/>
          </p:nvSpPr>
          <p:spPr>
            <a:xfrm>
              <a:off x="2831206" y="2178648"/>
              <a:ext cx="76267" cy="64753"/>
            </a:xfrm>
            <a:custGeom>
              <a:avLst/>
              <a:gdLst/>
              <a:ahLst/>
              <a:cxnLst/>
              <a:rect l="l" t="t" r="r" b="b"/>
              <a:pathLst>
                <a:path w="3312" h="2812" extrusionOk="0">
                  <a:moveTo>
                    <a:pt x="1688" y="0"/>
                  </a:moveTo>
                  <a:cubicBezTo>
                    <a:pt x="391" y="0"/>
                    <a:pt x="1" y="656"/>
                    <a:pt x="1" y="1437"/>
                  </a:cubicBezTo>
                  <a:cubicBezTo>
                    <a:pt x="1" y="2218"/>
                    <a:pt x="657" y="2812"/>
                    <a:pt x="1688" y="2812"/>
                  </a:cubicBezTo>
                  <a:cubicBezTo>
                    <a:pt x="2672" y="2812"/>
                    <a:pt x="3312" y="2218"/>
                    <a:pt x="3312" y="1437"/>
                  </a:cubicBezTo>
                  <a:cubicBezTo>
                    <a:pt x="3312" y="656"/>
                    <a:pt x="2921" y="0"/>
                    <a:pt x="1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69;p34">
              <a:extLst>
                <a:ext uri="{FF2B5EF4-FFF2-40B4-BE49-F238E27FC236}">
                  <a16:creationId xmlns:a16="http://schemas.microsoft.com/office/drawing/2014/main" id="{AB0C5573-FE14-880E-2B13-89CC09F9F54E}"/>
                </a:ext>
              </a:extLst>
            </p:cNvPr>
            <p:cNvSpPr/>
            <p:nvPr/>
          </p:nvSpPr>
          <p:spPr>
            <a:xfrm>
              <a:off x="2748840" y="2282222"/>
              <a:ext cx="145350" cy="22314"/>
            </a:xfrm>
            <a:custGeom>
              <a:avLst/>
              <a:gdLst/>
              <a:ahLst/>
              <a:cxnLst/>
              <a:rect l="l" t="t" r="r" b="b"/>
              <a:pathLst>
                <a:path w="6312" h="969" extrusionOk="0">
                  <a:moveTo>
                    <a:pt x="454" y="1"/>
                  </a:moveTo>
                  <a:cubicBezTo>
                    <a:pt x="188" y="1"/>
                    <a:pt x="1" y="188"/>
                    <a:pt x="1" y="454"/>
                  </a:cubicBezTo>
                  <a:cubicBezTo>
                    <a:pt x="1" y="782"/>
                    <a:pt x="188" y="969"/>
                    <a:pt x="454" y="969"/>
                  </a:cubicBezTo>
                  <a:lnTo>
                    <a:pt x="5796" y="969"/>
                  </a:lnTo>
                  <a:cubicBezTo>
                    <a:pt x="6046" y="969"/>
                    <a:pt x="6311" y="782"/>
                    <a:pt x="6311" y="454"/>
                  </a:cubicBezTo>
                  <a:cubicBezTo>
                    <a:pt x="6311" y="188"/>
                    <a:pt x="6046" y="1"/>
                    <a:pt x="57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70;p34">
              <a:extLst>
                <a:ext uri="{FF2B5EF4-FFF2-40B4-BE49-F238E27FC236}">
                  <a16:creationId xmlns:a16="http://schemas.microsoft.com/office/drawing/2014/main" id="{2C058A50-4A8F-42A3-AE35-8E4C7CB7B967}"/>
                </a:ext>
              </a:extLst>
            </p:cNvPr>
            <p:cNvSpPr/>
            <p:nvPr/>
          </p:nvSpPr>
          <p:spPr>
            <a:xfrm>
              <a:off x="2748840" y="2322496"/>
              <a:ext cx="145350" cy="24133"/>
            </a:xfrm>
            <a:custGeom>
              <a:avLst/>
              <a:gdLst/>
              <a:ahLst/>
              <a:cxnLst/>
              <a:rect l="l" t="t" r="r" b="b"/>
              <a:pathLst>
                <a:path w="6312" h="1048" extrusionOk="0">
                  <a:moveTo>
                    <a:pt x="454" y="1"/>
                  </a:moveTo>
                  <a:cubicBezTo>
                    <a:pt x="188" y="1"/>
                    <a:pt x="1" y="266"/>
                    <a:pt x="1" y="532"/>
                  </a:cubicBezTo>
                  <a:cubicBezTo>
                    <a:pt x="1" y="782"/>
                    <a:pt x="188" y="1047"/>
                    <a:pt x="454" y="1047"/>
                  </a:cubicBezTo>
                  <a:lnTo>
                    <a:pt x="5796" y="1047"/>
                  </a:lnTo>
                  <a:cubicBezTo>
                    <a:pt x="6046" y="1047"/>
                    <a:pt x="6311" y="782"/>
                    <a:pt x="6311" y="532"/>
                  </a:cubicBezTo>
                  <a:cubicBezTo>
                    <a:pt x="6311" y="266"/>
                    <a:pt x="6046" y="1"/>
                    <a:pt x="57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071;p34">
              <a:extLst>
                <a:ext uri="{FF2B5EF4-FFF2-40B4-BE49-F238E27FC236}">
                  <a16:creationId xmlns:a16="http://schemas.microsoft.com/office/drawing/2014/main" id="{28DEF025-C6CA-5596-012D-426FD7A261FF}"/>
                </a:ext>
              </a:extLst>
            </p:cNvPr>
            <p:cNvSpPr/>
            <p:nvPr/>
          </p:nvSpPr>
          <p:spPr>
            <a:xfrm>
              <a:off x="2748840" y="2364588"/>
              <a:ext cx="145350" cy="22682"/>
            </a:xfrm>
            <a:custGeom>
              <a:avLst/>
              <a:gdLst/>
              <a:ahLst/>
              <a:cxnLst/>
              <a:rect l="l" t="t" r="r" b="b"/>
              <a:pathLst>
                <a:path w="6312" h="985" extrusionOk="0">
                  <a:moveTo>
                    <a:pt x="454" y="0"/>
                  </a:moveTo>
                  <a:cubicBezTo>
                    <a:pt x="188" y="0"/>
                    <a:pt x="1" y="203"/>
                    <a:pt x="1" y="453"/>
                  </a:cubicBezTo>
                  <a:cubicBezTo>
                    <a:pt x="1" y="719"/>
                    <a:pt x="188" y="984"/>
                    <a:pt x="454" y="984"/>
                  </a:cubicBezTo>
                  <a:lnTo>
                    <a:pt x="5796" y="984"/>
                  </a:lnTo>
                  <a:cubicBezTo>
                    <a:pt x="6046" y="984"/>
                    <a:pt x="6311" y="719"/>
                    <a:pt x="6311" y="453"/>
                  </a:cubicBezTo>
                  <a:cubicBezTo>
                    <a:pt x="6311" y="203"/>
                    <a:pt x="6046" y="0"/>
                    <a:pt x="57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72;p34">
              <a:extLst>
                <a:ext uri="{FF2B5EF4-FFF2-40B4-BE49-F238E27FC236}">
                  <a16:creationId xmlns:a16="http://schemas.microsoft.com/office/drawing/2014/main" id="{6265BC4E-3D39-651C-7521-AEC55D4B8DF5}"/>
                </a:ext>
              </a:extLst>
            </p:cNvPr>
            <p:cNvSpPr/>
            <p:nvPr/>
          </p:nvSpPr>
          <p:spPr>
            <a:xfrm>
              <a:off x="2089224" y="1949532"/>
              <a:ext cx="589182" cy="451063"/>
            </a:xfrm>
            <a:custGeom>
              <a:avLst/>
              <a:gdLst/>
              <a:ahLst/>
              <a:cxnLst/>
              <a:rect l="l" t="t" r="r" b="b"/>
              <a:pathLst>
                <a:path w="25586" h="19588" extrusionOk="0">
                  <a:moveTo>
                    <a:pt x="12637" y="1"/>
                  </a:moveTo>
                  <a:cubicBezTo>
                    <a:pt x="4499" y="1"/>
                    <a:pt x="2422" y="844"/>
                    <a:pt x="1438" y="1110"/>
                  </a:cubicBezTo>
                  <a:cubicBezTo>
                    <a:pt x="469" y="1297"/>
                    <a:pt x="1" y="1891"/>
                    <a:pt x="1" y="2796"/>
                  </a:cubicBezTo>
                  <a:lnTo>
                    <a:pt x="1" y="17900"/>
                  </a:lnTo>
                  <a:cubicBezTo>
                    <a:pt x="1" y="18806"/>
                    <a:pt x="657" y="19587"/>
                    <a:pt x="1438" y="19587"/>
                  </a:cubicBezTo>
                  <a:lnTo>
                    <a:pt x="24211" y="19587"/>
                  </a:lnTo>
                  <a:cubicBezTo>
                    <a:pt x="24992" y="19587"/>
                    <a:pt x="25585" y="18806"/>
                    <a:pt x="25585" y="17900"/>
                  </a:cubicBezTo>
                  <a:lnTo>
                    <a:pt x="25585" y="2796"/>
                  </a:lnTo>
                  <a:cubicBezTo>
                    <a:pt x="25585" y="1891"/>
                    <a:pt x="25195" y="1500"/>
                    <a:pt x="24211" y="1110"/>
                  </a:cubicBezTo>
                  <a:cubicBezTo>
                    <a:pt x="23243" y="719"/>
                    <a:pt x="20837" y="1"/>
                    <a:pt x="126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38"/>
          <p:cNvSpPr txBox="1">
            <a:spLocks noGrp="1"/>
          </p:cNvSpPr>
          <p:nvPr>
            <p:ph type="title" idx="2"/>
          </p:nvPr>
        </p:nvSpPr>
        <p:spPr>
          <a:xfrm>
            <a:off x="3906900" y="2251845"/>
            <a:ext cx="3738900" cy="140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The Problems</a:t>
            </a:r>
            <a:endParaRPr lang="en-US" dirty="0">
              <a:effectLst/>
            </a:endParaRPr>
          </a:p>
        </p:txBody>
      </p:sp>
      <p:sp>
        <p:nvSpPr>
          <p:cNvPr id="1258" name="Google Shape;1258;p38"/>
          <p:cNvSpPr txBox="1">
            <a:spLocks noGrp="1"/>
          </p:cNvSpPr>
          <p:nvPr>
            <p:ph type="title"/>
          </p:nvPr>
        </p:nvSpPr>
        <p:spPr>
          <a:xfrm>
            <a:off x="3906908" y="1259507"/>
            <a:ext cx="3738900" cy="10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59" name="Google Shape;1259;p38"/>
          <p:cNvSpPr txBox="1">
            <a:spLocks noGrp="1"/>
          </p:cNvSpPr>
          <p:nvPr>
            <p:ph type="subTitle" idx="1"/>
          </p:nvPr>
        </p:nvSpPr>
        <p:spPr>
          <a:xfrm>
            <a:off x="5017208" y="3516025"/>
            <a:ext cx="2628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 problems I faced during this project</a:t>
            </a:r>
            <a:endParaRPr lang="en-US" dirty="0">
              <a:effectLst/>
            </a:endParaRPr>
          </a:p>
        </p:txBody>
      </p:sp>
      <p:grpSp>
        <p:nvGrpSpPr>
          <p:cNvPr id="1260" name="Google Shape;1260;p38"/>
          <p:cNvGrpSpPr/>
          <p:nvPr/>
        </p:nvGrpSpPr>
        <p:grpSpPr>
          <a:xfrm>
            <a:off x="1473622" y="1397519"/>
            <a:ext cx="3048913" cy="2896249"/>
            <a:chOff x="1473596" y="1114908"/>
            <a:chExt cx="3346409" cy="3178848"/>
          </a:xfrm>
        </p:grpSpPr>
        <p:sp>
          <p:nvSpPr>
            <p:cNvPr id="1261" name="Google Shape;1261;p38"/>
            <p:cNvSpPr/>
            <p:nvPr/>
          </p:nvSpPr>
          <p:spPr>
            <a:xfrm>
              <a:off x="1657470" y="1722350"/>
              <a:ext cx="126469" cy="499292"/>
            </a:xfrm>
            <a:custGeom>
              <a:avLst/>
              <a:gdLst/>
              <a:ahLst/>
              <a:cxnLst/>
              <a:rect l="l" t="t" r="r" b="b"/>
              <a:pathLst>
                <a:path w="7954" h="31402" extrusionOk="0">
                  <a:moveTo>
                    <a:pt x="0" y="0"/>
                  </a:moveTo>
                  <a:lnTo>
                    <a:pt x="0" y="31401"/>
                  </a:lnTo>
                  <a:lnTo>
                    <a:pt x="7954" y="31401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62" name="Google Shape;1262;p38"/>
            <p:cNvGrpSpPr/>
            <p:nvPr/>
          </p:nvGrpSpPr>
          <p:grpSpPr>
            <a:xfrm>
              <a:off x="1473596" y="1114908"/>
              <a:ext cx="3346409" cy="3178848"/>
              <a:chOff x="1473596" y="1114908"/>
              <a:chExt cx="3346409" cy="3178848"/>
            </a:xfrm>
          </p:grpSpPr>
          <p:sp>
            <p:nvSpPr>
              <p:cNvPr id="1263" name="Google Shape;1263;p38"/>
              <p:cNvSpPr/>
              <p:nvPr/>
            </p:nvSpPr>
            <p:spPr>
              <a:xfrm>
                <a:off x="1841621" y="1831200"/>
                <a:ext cx="126469" cy="390440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24556" extrusionOk="0">
                    <a:moveTo>
                      <a:pt x="1" y="0"/>
                    </a:moveTo>
                    <a:lnTo>
                      <a:pt x="1" y="24555"/>
                    </a:lnTo>
                    <a:lnTo>
                      <a:pt x="7954" y="24555"/>
                    </a:lnTo>
                    <a:lnTo>
                      <a:pt x="7954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38"/>
              <p:cNvSpPr/>
              <p:nvPr/>
            </p:nvSpPr>
            <p:spPr>
              <a:xfrm>
                <a:off x="2029460" y="1920001"/>
                <a:ext cx="124433" cy="301639"/>
              </a:xfrm>
              <a:custGeom>
                <a:avLst/>
                <a:gdLst/>
                <a:ahLst/>
                <a:cxnLst/>
                <a:rect l="l" t="t" r="r" b="b"/>
                <a:pathLst>
                  <a:path w="7826" h="18971" extrusionOk="0">
                    <a:moveTo>
                      <a:pt x="1" y="1"/>
                    </a:moveTo>
                    <a:lnTo>
                      <a:pt x="1" y="18970"/>
                    </a:lnTo>
                    <a:lnTo>
                      <a:pt x="7825" y="18970"/>
                    </a:lnTo>
                    <a:lnTo>
                      <a:pt x="7825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38"/>
              <p:cNvSpPr/>
              <p:nvPr/>
            </p:nvSpPr>
            <p:spPr>
              <a:xfrm>
                <a:off x="2203386" y="2042779"/>
                <a:ext cx="124433" cy="178859"/>
              </a:xfrm>
              <a:custGeom>
                <a:avLst/>
                <a:gdLst/>
                <a:ahLst/>
                <a:cxnLst/>
                <a:rect l="l" t="t" r="r" b="b"/>
                <a:pathLst>
                  <a:path w="7826" h="11249" extrusionOk="0">
                    <a:moveTo>
                      <a:pt x="1" y="0"/>
                    </a:moveTo>
                    <a:lnTo>
                      <a:pt x="1" y="11248"/>
                    </a:lnTo>
                    <a:lnTo>
                      <a:pt x="7825" y="11248"/>
                    </a:lnTo>
                    <a:lnTo>
                      <a:pt x="7825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66" name="Google Shape;1266;p38"/>
              <p:cNvGrpSpPr/>
              <p:nvPr/>
            </p:nvGrpSpPr>
            <p:grpSpPr>
              <a:xfrm>
                <a:off x="1473596" y="1114908"/>
                <a:ext cx="2543517" cy="2891106"/>
                <a:chOff x="8398250" y="942450"/>
                <a:chExt cx="3203825" cy="3641650"/>
              </a:xfrm>
            </p:grpSpPr>
            <p:sp>
              <p:nvSpPr>
                <p:cNvPr id="1267" name="Google Shape;1267;p38"/>
                <p:cNvSpPr/>
                <p:nvPr/>
              </p:nvSpPr>
              <p:spPr>
                <a:xfrm>
                  <a:off x="8398250" y="3554475"/>
                  <a:ext cx="761875" cy="33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75" h="13411" extrusionOk="0">
                      <a:moveTo>
                        <a:pt x="30475" y="1"/>
                      </a:moveTo>
                      <a:cubicBezTo>
                        <a:pt x="30346" y="1"/>
                        <a:pt x="30243" y="104"/>
                        <a:pt x="30140" y="104"/>
                      </a:cubicBezTo>
                      <a:lnTo>
                        <a:pt x="29291" y="644"/>
                      </a:lnTo>
                      <a:cubicBezTo>
                        <a:pt x="28956" y="850"/>
                        <a:pt x="28544" y="1185"/>
                        <a:pt x="28004" y="1494"/>
                      </a:cubicBezTo>
                      <a:cubicBezTo>
                        <a:pt x="27463" y="1725"/>
                        <a:pt x="26923" y="2137"/>
                        <a:pt x="26279" y="2472"/>
                      </a:cubicBezTo>
                      <a:cubicBezTo>
                        <a:pt x="24992" y="3321"/>
                        <a:pt x="23397" y="4170"/>
                        <a:pt x="21672" y="5046"/>
                      </a:cubicBezTo>
                      <a:cubicBezTo>
                        <a:pt x="19845" y="5998"/>
                        <a:pt x="17811" y="6976"/>
                        <a:pt x="15778" y="7928"/>
                      </a:cubicBezTo>
                      <a:cubicBezTo>
                        <a:pt x="13616" y="8803"/>
                        <a:pt x="11583" y="9653"/>
                        <a:pt x="9755" y="10296"/>
                      </a:cubicBezTo>
                      <a:cubicBezTo>
                        <a:pt x="7825" y="11043"/>
                        <a:pt x="6229" y="11583"/>
                        <a:pt x="4736" y="12021"/>
                      </a:cubicBezTo>
                      <a:cubicBezTo>
                        <a:pt x="3964" y="12227"/>
                        <a:pt x="3321" y="12433"/>
                        <a:pt x="2806" y="12664"/>
                      </a:cubicBezTo>
                      <a:cubicBezTo>
                        <a:pt x="2265" y="12767"/>
                        <a:pt x="1725" y="12973"/>
                        <a:pt x="1287" y="13076"/>
                      </a:cubicBezTo>
                      <a:lnTo>
                        <a:pt x="335" y="13308"/>
                      </a:lnTo>
                      <a:cubicBezTo>
                        <a:pt x="232" y="13411"/>
                        <a:pt x="103" y="13411"/>
                        <a:pt x="0" y="13411"/>
                      </a:cubicBezTo>
                      <a:lnTo>
                        <a:pt x="335" y="13411"/>
                      </a:lnTo>
                      <a:lnTo>
                        <a:pt x="1287" y="13179"/>
                      </a:lnTo>
                      <a:cubicBezTo>
                        <a:pt x="1725" y="13076"/>
                        <a:pt x="2265" y="12870"/>
                        <a:pt x="2806" y="12767"/>
                      </a:cubicBezTo>
                      <a:cubicBezTo>
                        <a:pt x="3449" y="12536"/>
                        <a:pt x="4093" y="12433"/>
                        <a:pt x="4736" y="12227"/>
                      </a:cubicBezTo>
                      <a:cubicBezTo>
                        <a:pt x="6229" y="11789"/>
                        <a:pt x="7954" y="11249"/>
                        <a:pt x="9884" y="10502"/>
                      </a:cubicBezTo>
                      <a:cubicBezTo>
                        <a:pt x="11686" y="9859"/>
                        <a:pt x="13745" y="9009"/>
                        <a:pt x="15881" y="8160"/>
                      </a:cubicBezTo>
                      <a:cubicBezTo>
                        <a:pt x="18017" y="7182"/>
                        <a:pt x="19948" y="6230"/>
                        <a:pt x="21775" y="5251"/>
                      </a:cubicBezTo>
                      <a:cubicBezTo>
                        <a:pt x="23500" y="4299"/>
                        <a:pt x="25095" y="3424"/>
                        <a:pt x="26382" y="2678"/>
                      </a:cubicBezTo>
                      <a:cubicBezTo>
                        <a:pt x="27026" y="2240"/>
                        <a:pt x="27566" y="1931"/>
                        <a:pt x="28107" y="1597"/>
                      </a:cubicBezTo>
                      <a:cubicBezTo>
                        <a:pt x="28544" y="1288"/>
                        <a:pt x="28956" y="953"/>
                        <a:pt x="29394" y="747"/>
                      </a:cubicBezTo>
                      <a:lnTo>
                        <a:pt x="30140" y="207"/>
                      </a:lnTo>
                      <a:cubicBezTo>
                        <a:pt x="30243" y="104"/>
                        <a:pt x="30346" y="1"/>
                        <a:pt x="30475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8" name="Google Shape;1268;p38"/>
                <p:cNvSpPr/>
                <p:nvPr/>
              </p:nvSpPr>
              <p:spPr>
                <a:xfrm>
                  <a:off x="8645325" y="3286150"/>
                  <a:ext cx="713000" cy="41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20" h="16423" extrusionOk="0">
                      <a:moveTo>
                        <a:pt x="28519" y="1"/>
                      </a:moveTo>
                      <a:cubicBezTo>
                        <a:pt x="28416" y="104"/>
                        <a:pt x="28313" y="104"/>
                        <a:pt x="28185" y="232"/>
                      </a:cubicBezTo>
                      <a:cubicBezTo>
                        <a:pt x="28313" y="232"/>
                        <a:pt x="28416" y="104"/>
                        <a:pt x="28519" y="1"/>
                      </a:cubicBezTo>
                      <a:close/>
                      <a:moveTo>
                        <a:pt x="28185" y="232"/>
                      </a:moveTo>
                      <a:lnTo>
                        <a:pt x="27438" y="747"/>
                      </a:lnTo>
                      <a:cubicBezTo>
                        <a:pt x="26795" y="1288"/>
                        <a:pt x="25740" y="2034"/>
                        <a:pt x="24556" y="2909"/>
                      </a:cubicBezTo>
                      <a:cubicBezTo>
                        <a:pt x="22085" y="4608"/>
                        <a:pt x="18661" y="6873"/>
                        <a:pt x="14801" y="9112"/>
                      </a:cubicBezTo>
                      <a:cubicBezTo>
                        <a:pt x="10811" y="11377"/>
                        <a:pt x="7079" y="13205"/>
                        <a:pt x="4376" y="14389"/>
                      </a:cubicBezTo>
                      <a:cubicBezTo>
                        <a:pt x="2987" y="15032"/>
                        <a:pt x="1931" y="15547"/>
                        <a:pt x="1159" y="15882"/>
                      </a:cubicBezTo>
                      <a:cubicBezTo>
                        <a:pt x="1931" y="15676"/>
                        <a:pt x="3090" y="15135"/>
                        <a:pt x="4376" y="14595"/>
                      </a:cubicBezTo>
                      <a:cubicBezTo>
                        <a:pt x="8031" y="12973"/>
                        <a:pt x="11455" y="11274"/>
                        <a:pt x="14904" y="9344"/>
                      </a:cubicBezTo>
                      <a:cubicBezTo>
                        <a:pt x="18224" y="7414"/>
                        <a:pt x="21544" y="5252"/>
                        <a:pt x="24659" y="3012"/>
                      </a:cubicBezTo>
                      <a:cubicBezTo>
                        <a:pt x="25842" y="2034"/>
                        <a:pt x="26795" y="1391"/>
                        <a:pt x="27438" y="876"/>
                      </a:cubicBezTo>
                      <a:lnTo>
                        <a:pt x="28185" y="232"/>
                      </a:lnTo>
                      <a:close/>
                      <a:moveTo>
                        <a:pt x="1159" y="15882"/>
                      </a:moveTo>
                      <a:lnTo>
                        <a:pt x="207" y="16190"/>
                      </a:lnTo>
                      <a:cubicBezTo>
                        <a:pt x="104" y="16319"/>
                        <a:pt x="1" y="16319"/>
                        <a:pt x="1" y="16422"/>
                      </a:cubicBezTo>
                      <a:cubicBezTo>
                        <a:pt x="104" y="16319"/>
                        <a:pt x="207" y="16319"/>
                        <a:pt x="310" y="16319"/>
                      </a:cubicBezTo>
                      <a:lnTo>
                        <a:pt x="1159" y="15882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9" name="Google Shape;1269;p38"/>
                <p:cNvSpPr/>
                <p:nvPr/>
              </p:nvSpPr>
              <p:spPr>
                <a:xfrm>
                  <a:off x="9232175" y="1146175"/>
                  <a:ext cx="946575" cy="94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63" h="37984" extrusionOk="0">
                      <a:moveTo>
                        <a:pt x="27805" y="1"/>
                      </a:moveTo>
                      <a:cubicBezTo>
                        <a:pt x="27690" y="1"/>
                        <a:pt x="27576" y="7"/>
                        <a:pt x="27464" y="19"/>
                      </a:cubicBezTo>
                      <a:cubicBezTo>
                        <a:pt x="25739" y="354"/>
                        <a:pt x="24890" y="2387"/>
                        <a:pt x="23500" y="3468"/>
                      </a:cubicBezTo>
                      <a:cubicBezTo>
                        <a:pt x="22213" y="4420"/>
                        <a:pt x="20386" y="4523"/>
                        <a:pt x="19304" y="5707"/>
                      </a:cubicBezTo>
                      <a:cubicBezTo>
                        <a:pt x="18352" y="6788"/>
                        <a:pt x="18223" y="8616"/>
                        <a:pt x="17168" y="9671"/>
                      </a:cubicBezTo>
                      <a:cubicBezTo>
                        <a:pt x="15650" y="11061"/>
                        <a:pt x="13076" y="10649"/>
                        <a:pt x="11583" y="11936"/>
                      </a:cubicBezTo>
                      <a:cubicBezTo>
                        <a:pt x="10296" y="13223"/>
                        <a:pt x="10296" y="15462"/>
                        <a:pt x="8906" y="16543"/>
                      </a:cubicBezTo>
                      <a:cubicBezTo>
                        <a:pt x="7619" y="17496"/>
                        <a:pt x="5895" y="17084"/>
                        <a:pt x="4299" y="17290"/>
                      </a:cubicBezTo>
                      <a:cubicBezTo>
                        <a:pt x="2034" y="17727"/>
                        <a:pt x="335" y="19555"/>
                        <a:pt x="1" y="21794"/>
                      </a:cubicBezTo>
                      <a:cubicBezTo>
                        <a:pt x="541" y="23415"/>
                        <a:pt x="1828" y="24265"/>
                        <a:pt x="3218" y="25217"/>
                      </a:cubicBezTo>
                      <a:cubicBezTo>
                        <a:pt x="4402" y="24265"/>
                        <a:pt x="5895" y="23827"/>
                        <a:pt x="7413" y="23827"/>
                      </a:cubicBezTo>
                      <a:cubicBezTo>
                        <a:pt x="7079" y="24908"/>
                        <a:pt x="5354" y="24805"/>
                        <a:pt x="4839" y="25758"/>
                      </a:cubicBezTo>
                      <a:cubicBezTo>
                        <a:pt x="4299" y="26504"/>
                        <a:pt x="4711" y="27482"/>
                        <a:pt x="5354" y="28229"/>
                      </a:cubicBezTo>
                      <a:cubicBezTo>
                        <a:pt x="5895" y="28872"/>
                        <a:pt x="6770" y="29516"/>
                        <a:pt x="6976" y="30365"/>
                      </a:cubicBezTo>
                      <a:lnTo>
                        <a:pt x="10836" y="29078"/>
                      </a:lnTo>
                      <a:lnTo>
                        <a:pt x="8263" y="31343"/>
                      </a:lnTo>
                      <a:cubicBezTo>
                        <a:pt x="9858" y="33917"/>
                        <a:pt x="11918" y="36156"/>
                        <a:pt x="14260" y="37984"/>
                      </a:cubicBezTo>
                      <a:cubicBezTo>
                        <a:pt x="14260" y="36491"/>
                        <a:pt x="15547" y="35307"/>
                        <a:pt x="16937" y="34766"/>
                      </a:cubicBezTo>
                      <a:cubicBezTo>
                        <a:pt x="18455" y="34354"/>
                        <a:pt x="19948" y="34226"/>
                        <a:pt x="21441" y="33917"/>
                      </a:cubicBezTo>
                      <a:cubicBezTo>
                        <a:pt x="22856" y="33582"/>
                        <a:pt x="24349" y="32836"/>
                        <a:pt x="24993" y="31446"/>
                      </a:cubicBezTo>
                      <a:cubicBezTo>
                        <a:pt x="25636" y="29953"/>
                        <a:pt x="25199" y="27920"/>
                        <a:pt x="26589" y="27045"/>
                      </a:cubicBezTo>
                      <a:cubicBezTo>
                        <a:pt x="27567" y="26401"/>
                        <a:pt x="28854" y="26736"/>
                        <a:pt x="29806" y="26195"/>
                      </a:cubicBezTo>
                      <a:cubicBezTo>
                        <a:pt x="31093" y="25552"/>
                        <a:pt x="31427" y="23930"/>
                        <a:pt x="31968" y="22540"/>
                      </a:cubicBezTo>
                      <a:cubicBezTo>
                        <a:pt x="32714" y="20404"/>
                        <a:pt x="34104" y="18474"/>
                        <a:pt x="36138" y="17187"/>
                      </a:cubicBezTo>
                      <a:cubicBezTo>
                        <a:pt x="36884" y="16749"/>
                        <a:pt x="37862" y="16106"/>
                        <a:pt x="37862" y="15153"/>
                      </a:cubicBezTo>
                      <a:cubicBezTo>
                        <a:pt x="37759" y="14819"/>
                        <a:pt x="37656" y="14510"/>
                        <a:pt x="37424" y="14278"/>
                      </a:cubicBezTo>
                      <a:lnTo>
                        <a:pt x="31865" y="3571"/>
                      </a:lnTo>
                      <a:cubicBezTo>
                        <a:pt x="31427" y="2593"/>
                        <a:pt x="30887" y="1744"/>
                        <a:pt x="30140" y="997"/>
                      </a:cubicBezTo>
                      <a:cubicBezTo>
                        <a:pt x="29573" y="339"/>
                        <a:pt x="28665" y="1"/>
                        <a:pt x="27805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0" name="Google Shape;1270;p38"/>
                <p:cNvSpPr/>
                <p:nvPr/>
              </p:nvSpPr>
              <p:spPr>
                <a:xfrm>
                  <a:off x="9227025" y="1157575"/>
                  <a:ext cx="664725" cy="32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89" h="12870" extrusionOk="0">
                      <a:moveTo>
                        <a:pt x="26280" y="1"/>
                      </a:moveTo>
                      <a:cubicBezTo>
                        <a:pt x="25945" y="1"/>
                        <a:pt x="25636" y="207"/>
                        <a:pt x="25405" y="310"/>
                      </a:cubicBezTo>
                      <a:cubicBezTo>
                        <a:pt x="24993" y="644"/>
                        <a:pt x="24658" y="1082"/>
                        <a:pt x="24349" y="1494"/>
                      </a:cubicBezTo>
                      <a:cubicBezTo>
                        <a:pt x="24015" y="2034"/>
                        <a:pt x="23577" y="2575"/>
                        <a:pt x="23165" y="3012"/>
                      </a:cubicBezTo>
                      <a:cubicBezTo>
                        <a:pt x="22522" y="3527"/>
                        <a:pt x="21775" y="3759"/>
                        <a:pt x="21003" y="3759"/>
                      </a:cubicBezTo>
                      <a:cubicBezTo>
                        <a:pt x="20154" y="3861"/>
                        <a:pt x="19202" y="3759"/>
                        <a:pt x="18224" y="3964"/>
                      </a:cubicBezTo>
                      <a:cubicBezTo>
                        <a:pt x="17786" y="4067"/>
                        <a:pt x="17271" y="4402"/>
                        <a:pt x="16937" y="4711"/>
                      </a:cubicBezTo>
                      <a:cubicBezTo>
                        <a:pt x="16628" y="5148"/>
                        <a:pt x="16293" y="5586"/>
                        <a:pt x="16087" y="5998"/>
                      </a:cubicBezTo>
                      <a:cubicBezTo>
                        <a:pt x="15753" y="6435"/>
                        <a:pt x="15547" y="6976"/>
                        <a:pt x="15341" y="7388"/>
                      </a:cubicBezTo>
                      <a:cubicBezTo>
                        <a:pt x="15006" y="7928"/>
                        <a:pt x="14697" y="8366"/>
                        <a:pt x="14260" y="8675"/>
                      </a:cubicBezTo>
                      <a:cubicBezTo>
                        <a:pt x="13513" y="9318"/>
                        <a:pt x="12432" y="9756"/>
                        <a:pt x="11351" y="9859"/>
                      </a:cubicBezTo>
                      <a:cubicBezTo>
                        <a:pt x="11161" y="9879"/>
                        <a:pt x="10965" y="9887"/>
                        <a:pt x="10767" y="9887"/>
                      </a:cubicBezTo>
                      <a:cubicBezTo>
                        <a:pt x="9972" y="9887"/>
                        <a:pt x="9128" y="9756"/>
                        <a:pt x="8366" y="9756"/>
                      </a:cubicBezTo>
                      <a:cubicBezTo>
                        <a:pt x="7825" y="9756"/>
                        <a:pt x="7388" y="9756"/>
                        <a:pt x="6976" y="9962"/>
                      </a:cubicBezTo>
                      <a:cubicBezTo>
                        <a:pt x="6538" y="10090"/>
                        <a:pt x="6101" y="10296"/>
                        <a:pt x="5792" y="10605"/>
                      </a:cubicBezTo>
                      <a:cubicBezTo>
                        <a:pt x="5148" y="11248"/>
                        <a:pt x="4711" y="12021"/>
                        <a:pt x="4067" y="12329"/>
                      </a:cubicBezTo>
                      <a:cubicBezTo>
                        <a:pt x="3705" y="12623"/>
                        <a:pt x="3295" y="12766"/>
                        <a:pt x="2871" y="12766"/>
                      </a:cubicBezTo>
                      <a:cubicBezTo>
                        <a:pt x="2663" y="12766"/>
                        <a:pt x="2451" y="12732"/>
                        <a:pt x="2240" y="12664"/>
                      </a:cubicBezTo>
                      <a:cubicBezTo>
                        <a:pt x="1828" y="12432"/>
                        <a:pt x="1391" y="12226"/>
                        <a:pt x="953" y="11892"/>
                      </a:cubicBezTo>
                      <a:cubicBezTo>
                        <a:pt x="644" y="11686"/>
                        <a:pt x="412" y="11480"/>
                        <a:pt x="309" y="11377"/>
                      </a:cubicBezTo>
                      <a:cubicBezTo>
                        <a:pt x="207" y="11248"/>
                        <a:pt x="104" y="11248"/>
                        <a:pt x="1" y="11146"/>
                      </a:cubicBezTo>
                      <a:lnTo>
                        <a:pt x="1" y="11146"/>
                      </a:lnTo>
                      <a:cubicBezTo>
                        <a:pt x="104" y="11248"/>
                        <a:pt x="104" y="11377"/>
                        <a:pt x="207" y="11377"/>
                      </a:cubicBezTo>
                      <a:cubicBezTo>
                        <a:pt x="412" y="11583"/>
                        <a:pt x="644" y="11789"/>
                        <a:pt x="953" y="12021"/>
                      </a:cubicBezTo>
                      <a:cubicBezTo>
                        <a:pt x="1288" y="12329"/>
                        <a:pt x="1699" y="12535"/>
                        <a:pt x="2240" y="12767"/>
                      </a:cubicBezTo>
                      <a:cubicBezTo>
                        <a:pt x="2574" y="12870"/>
                        <a:pt x="2883" y="12870"/>
                        <a:pt x="3218" y="12870"/>
                      </a:cubicBezTo>
                      <a:cubicBezTo>
                        <a:pt x="3527" y="12870"/>
                        <a:pt x="3861" y="12767"/>
                        <a:pt x="4170" y="12535"/>
                      </a:cubicBezTo>
                      <a:cubicBezTo>
                        <a:pt x="4814" y="12124"/>
                        <a:pt x="5251" y="11377"/>
                        <a:pt x="5895" y="10837"/>
                      </a:cubicBezTo>
                      <a:cubicBezTo>
                        <a:pt x="6204" y="10502"/>
                        <a:pt x="6538" y="10296"/>
                        <a:pt x="6976" y="10090"/>
                      </a:cubicBezTo>
                      <a:cubicBezTo>
                        <a:pt x="7388" y="9962"/>
                        <a:pt x="7825" y="9962"/>
                        <a:pt x="8366" y="9962"/>
                      </a:cubicBezTo>
                      <a:cubicBezTo>
                        <a:pt x="9145" y="9962"/>
                        <a:pt x="9941" y="10117"/>
                        <a:pt x="10783" y="10117"/>
                      </a:cubicBezTo>
                      <a:cubicBezTo>
                        <a:pt x="10970" y="10117"/>
                        <a:pt x="11159" y="10109"/>
                        <a:pt x="11351" y="10090"/>
                      </a:cubicBezTo>
                      <a:cubicBezTo>
                        <a:pt x="13076" y="9962"/>
                        <a:pt x="14569" y="9009"/>
                        <a:pt x="15444" y="7516"/>
                      </a:cubicBezTo>
                      <a:cubicBezTo>
                        <a:pt x="15753" y="7079"/>
                        <a:pt x="15984" y="6538"/>
                        <a:pt x="16190" y="6101"/>
                      </a:cubicBezTo>
                      <a:cubicBezTo>
                        <a:pt x="16396" y="5689"/>
                        <a:pt x="16731" y="5251"/>
                        <a:pt x="17040" y="4814"/>
                      </a:cubicBezTo>
                      <a:cubicBezTo>
                        <a:pt x="17374" y="4505"/>
                        <a:pt x="17786" y="4299"/>
                        <a:pt x="18327" y="4170"/>
                      </a:cubicBezTo>
                      <a:cubicBezTo>
                        <a:pt x="19202" y="3964"/>
                        <a:pt x="20154" y="4067"/>
                        <a:pt x="21003" y="3964"/>
                      </a:cubicBezTo>
                      <a:cubicBezTo>
                        <a:pt x="21441" y="3964"/>
                        <a:pt x="21878" y="3861"/>
                        <a:pt x="22187" y="3759"/>
                      </a:cubicBezTo>
                      <a:cubicBezTo>
                        <a:pt x="22625" y="3656"/>
                        <a:pt x="22934" y="3424"/>
                        <a:pt x="23268" y="3115"/>
                      </a:cubicBezTo>
                      <a:cubicBezTo>
                        <a:pt x="23706" y="2575"/>
                        <a:pt x="24118" y="2034"/>
                        <a:pt x="24452" y="1494"/>
                      </a:cubicBezTo>
                      <a:cubicBezTo>
                        <a:pt x="24658" y="1082"/>
                        <a:pt x="24993" y="747"/>
                        <a:pt x="25405" y="438"/>
                      </a:cubicBezTo>
                      <a:cubicBezTo>
                        <a:pt x="25739" y="207"/>
                        <a:pt x="26151" y="1"/>
                        <a:pt x="2658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1" name="Google Shape;1271;p38"/>
                <p:cNvSpPr/>
                <p:nvPr/>
              </p:nvSpPr>
              <p:spPr>
                <a:xfrm>
                  <a:off x="9165250" y="2490200"/>
                  <a:ext cx="833950" cy="53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58" h="21250" extrusionOk="0">
                      <a:moveTo>
                        <a:pt x="7079" y="0"/>
                      </a:moveTo>
                      <a:cubicBezTo>
                        <a:pt x="7079" y="0"/>
                        <a:pt x="1" y="7284"/>
                        <a:pt x="953" y="15649"/>
                      </a:cubicBezTo>
                      <a:cubicBezTo>
                        <a:pt x="953" y="15649"/>
                        <a:pt x="13719" y="21132"/>
                        <a:pt x="14157" y="21235"/>
                      </a:cubicBezTo>
                      <a:cubicBezTo>
                        <a:pt x="14183" y="21244"/>
                        <a:pt x="14220" y="21249"/>
                        <a:pt x="14267" y="21249"/>
                      </a:cubicBezTo>
                      <a:cubicBezTo>
                        <a:pt x="15191" y="21249"/>
                        <a:pt x="19948" y="19407"/>
                        <a:pt x="19948" y="19407"/>
                      </a:cubicBezTo>
                      <a:lnTo>
                        <a:pt x="33358" y="4170"/>
                      </a:lnTo>
                      <a:lnTo>
                        <a:pt x="30990" y="1699"/>
                      </a:lnTo>
                      <a:lnTo>
                        <a:pt x="7079" y="0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2" name="Google Shape;1272;p38"/>
                <p:cNvSpPr/>
                <p:nvPr/>
              </p:nvSpPr>
              <p:spPr>
                <a:xfrm>
                  <a:off x="9288800" y="2511425"/>
                  <a:ext cx="249050" cy="11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4454" extrusionOk="0">
                      <a:moveTo>
                        <a:pt x="9961" y="1"/>
                      </a:moveTo>
                      <a:cubicBezTo>
                        <a:pt x="9858" y="1"/>
                        <a:pt x="9653" y="644"/>
                        <a:pt x="9009" y="1493"/>
                      </a:cubicBezTo>
                      <a:cubicBezTo>
                        <a:pt x="8571" y="2137"/>
                        <a:pt x="8134" y="2574"/>
                        <a:pt x="7593" y="3012"/>
                      </a:cubicBezTo>
                      <a:cubicBezTo>
                        <a:pt x="6950" y="3553"/>
                        <a:pt x="6204" y="3861"/>
                        <a:pt x="5457" y="4067"/>
                      </a:cubicBezTo>
                      <a:cubicBezTo>
                        <a:pt x="5084" y="4183"/>
                        <a:pt x="4685" y="4241"/>
                        <a:pt x="4283" y="4241"/>
                      </a:cubicBezTo>
                      <a:cubicBezTo>
                        <a:pt x="3881" y="4241"/>
                        <a:pt x="3475" y="4183"/>
                        <a:pt x="3089" y="4067"/>
                      </a:cubicBezTo>
                      <a:cubicBezTo>
                        <a:pt x="2446" y="3964"/>
                        <a:pt x="1802" y="3655"/>
                        <a:pt x="1287" y="3321"/>
                      </a:cubicBezTo>
                      <a:cubicBezTo>
                        <a:pt x="747" y="3012"/>
                        <a:pt x="309" y="2574"/>
                        <a:pt x="1" y="2034"/>
                      </a:cubicBezTo>
                      <a:lnTo>
                        <a:pt x="1" y="2137"/>
                      </a:lnTo>
                      <a:cubicBezTo>
                        <a:pt x="103" y="2266"/>
                        <a:pt x="103" y="2369"/>
                        <a:pt x="206" y="2472"/>
                      </a:cubicBezTo>
                      <a:lnTo>
                        <a:pt x="1159" y="3424"/>
                      </a:lnTo>
                      <a:cubicBezTo>
                        <a:pt x="1802" y="3758"/>
                        <a:pt x="2343" y="4067"/>
                        <a:pt x="2986" y="4299"/>
                      </a:cubicBezTo>
                      <a:cubicBezTo>
                        <a:pt x="3424" y="4402"/>
                        <a:pt x="3855" y="4453"/>
                        <a:pt x="4283" y="4453"/>
                      </a:cubicBezTo>
                      <a:cubicBezTo>
                        <a:pt x="4711" y="4453"/>
                        <a:pt x="5135" y="4402"/>
                        <a:pt x="5560" y="4299"/>
                      </a:cubicBezTo>
                      <a:cubicBezTo>
                        <a:pt x="6306" y="4067"/>
                        <a:pt x="7079" y="3655"/>
                        <a:pt x="7722" y="3115"/>
                      </a:cubicBezTo>
                      <a:cubicBezTo>
                        <a:pt x="8237" y="2677"/>
                        <a:pt x="8674" y="2266"/>
                        <a:pt x="9112" y="1622"/>
                      </a:cubicBezTo>
                      <a:cubicBezTo>
                        <a:pt x="9318" y="1288"/>
                        <a:pt x="9524" y="850"/>
                        <a:pt x="9755" y="438"/>
                      </a:cubicBezTo>
                      <a:cubicBezTo>
                        <a:pt x="9858" y="335"/>
                        <a:pt x="9858" y="104"/>
                        <a:pt x="9961" y="1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3" name="Google Shape;1273;p38"/>
                <p:cNvSpPr/>
                <p:nvPr/>
              </p:nvSpPr>
              <p:spPr>
                <a:xfrm>
                  <a:off x="9851825" y="2524950"/>
                  <a:ext cx="131300" cy="8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52" h="3578" extrusionOk="0">
                      <a:moveTo>
                        <a:pt x="104" y="0"/>
                      </a:moveTo>
                      <a:cubicBezTo>
                        <a:pt x="1" y="103"/>
                        <a:pt x="1" y="206"/>
                        <a:pt x="1" y="309"/>
                      </a:cubicBezTo>
                      <a:cubicBezTo>
                        <a:pt x="1" y="541"/>
                        <a:pt x="104" y="850"/>
                        <a:pt x="104" y="1184"/>
                      </a:cubicBezTo>
                      <a:cubicBezTo>
                        <a:pt x="207" y="1596"/>
                        <a:pt x="413" y="1931"/>
                        <a:pt x="644" y="2368"/>
                      </a:cubicBezTo>
                      <a:cubicBezTo>
                        <a:pt x="953" y="2780"/>
                        <a:pt x="1391" y="3114"/>
                        <a:pt x="1931" y="3320"/>
                      </a:cubicBezTo>
                      <a:cubicBezTo>
                        <a:pt x="2229" y="3469"/>
                        <a:pt x="2594" y="3578"/>
                        <a:pt x="2978" y="3578"/>
                      </a:cubicBezTo>
                      <a:cubicBezTo>
                        <a:pt x="3125" y="3578"/>
                        <a:pt x="3274" y="3562"/>
                        <a:pt x="3424" y="3526"/>
                      </a:cubicBezTo>
                      <a:cubicBezTo>
                        <a:pt x="3862" y="3526"/>
                        <a:pt x="4273" y="3320"/>
                        <a:pt x="4608" y="3012"/>
                      </a:cubicBezTo>
                      <a:cubicBezTo>
                        <a:pt x="4814" y="2780"/>
                        <a:pt x="5020" y="2574"/>
                        <a:pt x="5149" y="2368"/>
                      </a:cubicBezTo>
                      <a:cubicBezTo>
                        <a:pt x="5251" y="2136"/>
                        <a:pt x="5251" y="2034"/>
                        <a:pt x="5251" y="2033"/>
                      </a:cubicBezTo>
                      <a:lnTo>
                        <a:pt x="5251" y="2033"/>
                      </a:lnTo>
                      <a:cubicBezTo>
                        <a:pt x="5020" y="2368"/>
                        <a:pt x="4814" y="2677"/>
                        <a:pt x="4505" y="2883"/>
                      </a:cubicBezTo>
                      <a:cubicBezTo>
                        <a:pt x="4170" y="3114"/>
                        <a:pt x="3862" y="3320"/>
                        <a:pt x="3424" y="3320"/>
                      </a:cubicBezTo>
                      <a:cubicBezTo>
                        <a:pt x="3279" y="3348"/>
                        <a:pt x="3142" y="3361"/>
                        <a:pt x="3008" y="3361"/>
                      </a:cubicBezTo>
                      <a:cubicBezTo>
                        <a:pt x="2644" y="3361"/>
                        <a:pt x="2308" y="3265"/>
                        <a:pt x="1931" y="3114"/>
                      </a:cubicBezTo>
                      <a:cubicBezTo>
                        <a:pt x="1494" y="2883"/>
                        <a:pt x="1159" y="2574"/>
                        <a:pt x="850" y="2136"/>
                      </a:cubicBezTo>
                      <a:cubicBezTo>
                        <a:pt x="644" y="1828"/>
                        <a:pt x="413" y="1493"/>
                        <a:pt x="310" y="1081"/>
                      </a:cubicBezTo>
                      <a:cubicBezTo>
                        <a:pt x="207" y="747"/>
                        <a:pt x="104" y="309"/>
                        <a:pt x="104" y="0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4" name="Google Shape;1274;p38"/>
                <p:cNvSpPr/>
                <p:nvPr/>
              </p:nvSpPr>
              <p:spPr>
                <a:xfrm>
                  <a:off x="9484425" y="2699325"/>
                  <a:ext cx="142225" cy="1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9" h="5046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309" y="206"/>
                        <a:pt x="644" y="309"/>
                        <a:pt x="952" y="541"/>
                      </a:cubicBezTo>
                      <a:cubicBezTo>
                        <a:pt x="1828" y="953"/>
                        <a:pt x="2574" y="1493"/>
                        <a:pt x="3320" y="2034"/>
                      </a:cubicBezTo>
                      <a:cubicBezTo>
                        <a:pt x="4067" y="2574"/>
                        <a:pt x="4607" y="3218"/>
                        <a:pt x="5148" y="3964"/>
                      </a:cubicBezTo>
                      <a:cubicBezTo>
                        <a:pt x="5457" y="4607"/>
                        <a:pt x="5688" y="5045"/>
                        <a:pt x="5688" y="5045"/>
                      </a:cubicBezTo>
                      <a:cubicBezTo>
                        <a:pt x="5688" y="4916"/>
                        <a:pt x="5688" y="4813"/>
                        <a:pt x="5560" y="4710"/>
                      </a:cubicBezTo>
                      <a:cubicBezTo>
                        <a:pt x="5560" y="4402"/>
                        <a:pt x="5457" y="4170"/>
                        <a:pt x="5251" y="3964"/>
                      </a:cubicBezTo>
                      <a:cubicBezTo>
                        <a:pt x="4813" y="3115"/>
                        <a:pt x="4170" y="2342"/>
                        <a:pt x="3423" y="1828"/>
                      </a:cubicBezTo>
                      <a:cubicBezTo>
                        <a:pt x="2677" y="1287"/>
                        <a:pt x="1930" y="747"/>
                        <a:pt x="1055" y="412"/>
                      </a:cubicBezTo>
                      <a:cubicBezTo>
                        <a:pt x="746" y="206"/>
                        <a:pt x="309" y="103"/>
                        <a:pt x="0" y="0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5" name="Google Shape;1275;p38"/>
                <p:cNvSpPr/>
                <p:nvPr/>
              </p:nvSpPr>
              <p:spPr>
                <a:xfrm>
                  <a:off x="9210950" y="2770500"/>
                  <a:ext cx="324325" cy="5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" h="2301" extrusionOk="0">
                      <a:moveTo>
                        <a:pt x="7743" y="0"/>
                      </a:moveTo>
                      <a:cubicBezTo>
                        <a:pt x="6374" y="0"/>
                        <a:pt x="4971" y="156"/>
                        <a:pt x="3629" y="577"/>
                      </a:cubicBezTo>
                      <a:cubicBezTo>
                        <a:pt x="2986" y="782"/>
                        <a:pt x="2342" y="1014"/>
                        <a:pt x="1699" y="1323"/>
                      </a:cubicBezTo>
                      <a:cubicBezTo>
                        <a:pt x="1390" y="1426"/>
                        <a:pt x="1184" y="1555"/>
                        <a:pt x="952" y="1658"/>
                      </a:cubicBezTo>
                      <a:cubicBezTo>
                        <a:pt x="747" y="1760"/>
                        <a:pt x="541" y="1863"/>
                        <a:pt x="412" y="1966"/>
                      </a:cubicBezTo>
                      <a:cubicBezTo>
                        <a:pt x="206" y="2069"/>
                        <a:pt x="103" y="2198"/>
                        <a:pt x="0" y="2301"/>
                      </a:cubicBezTo>
                      <a:cubicBezTo>
                        <a:pt x="0" y="2301"/>
                        <a:pt x="644" y="1966"/>
                        <a:pt x="1699" y="1426"/>
                      </a:cubicBezTo>
                      <a:cubicBezTo>
                        <a:pt x="2342" y="1220"/>
                        <a:pt x="3115" y="911"/>
                        <a:pt x="3758" y="782"/>
                      </a:cubicBezTo>
                      <a:cubicBezTo>
                        <a:pt x="5056" y="389"/>
                        <a:pt x="6368" y="221"/>
                        <a:pt x="7685" y="221"/>
                      </a:cubicBezTo>
                      <a:cubicBezTo>
                        <a:pt x="8092" y="221"/>
                        <a:pt x="8499" y="237"/>
                        <a:pt x="8906" y="268"/>
                      </a:cubicBezTo>
                      <a:cubicBezTo>
                        <a:pt x="9652" y="268"/>
                        <a:pt x="10296" y="371"/>
                        <a:pt x="11042" y="577"/>
                      </a:cubicBezTo>
                      <a:cubicBezTo>
                        <a:pt x="12226" y="782"/>
                        <a:pt x="12972" y="1014"/>
                        <a:pt x="12972" y="1014"/>
                      </a:cubicBezTo>
                      <a:cubicBezTo>
                        <a:pt x="12767" y="911"/>
                        <a:pt x="12535" y="911"/>
                        <a:pt x="12432" y="782"/>
                      </a:cubicBezTo>
                      <a:cubicBezTo>
                        <a:pt x="12226" y="679"/>
                        <a:pt x="11994" y="679"/>
                        <a:pt x="11788" y="577"/>
                      </a:cubicBezTo>
                      <a:cubicBezTo>
                        <a:pt x="11583" y="577"/>
                        <a:pt x="11351" y="474"/>
                        <a:pt x="11042" y="371"/>
                      </a:cubicBezTo>
                      <a:cubicBezTo>
                        <a:pt x="10296" y="268"/>
                        <a:pt x="9652" y="139"/>
                        <a:pt x="8906" y="36"/>
                      </a:cubicBezTo>
                      <a:cubicBezTo>
                        <a:pt x="8523" y="13"/>
                        <a:pt x="8134" y="0"/>
                        <a:pt x="7743" y="0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6" name="Google Shape;1276;p38"/>
                <p:cNvSpPr/>
                <p:nvPr/>
              </p:nvSpPr>
              <p:spPr>
                <a:xfrm>
                  <a:off x="10127875" y="1683300"/>
                  <a:ext cx="1220050" cy="50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02" h="20051" extrusionOk="0">
                      <a:moveTo>
                        <a:pt x="6101" y="0"/>
                      </a:moveTo>
                      <a:lnTo>
                        <a:pt x="1828" y="103"/>
                      </a:lnTo>
                      <a:lnTo>
                        <a:pt x="1" y="18532"/>
                      </a:lnTo>
                      <a:lnTo>
                        <a:pt x="953" y="20050"/>
                      </a:lnTo>
                      <a:cubicBezTo>
                        <a:pt x="953" y="19819"/>
                        <a:pt x="4170" y="11582"/>
                        <a:pt x="6204" y="10398"/>
                      </a:cubicBezTo>
                      <a:lnTo>
                        <a:pt x="22522" y="14568"/>
                      </a:lnTo>
                      <a:cubicBezTo>
                        <a:pt x="23419" y="14795"/>
                        <a:pt x="24339" y="14909"/>
                        <a:pt x="25263" y="14909"/>
                      </a:cubicBezTo>
                      <a:cubicBezTo>
                        <a:pt x="26538" y="14909"/>
                        <a:pt x="27821" y="14692"/>
                        <a:pt x="29060" y="14259"/>
                      </a:cubicBezTo>
                      <a:lnTo>
                        <a:pt x="48801" y="6538"/>
                      </a:lnTo>
                      <a:lnTo>
                        <a:pt x="45455" y="1055"/>
                      </a:lnTo>
                      <a:lnTo>
                        <a:pt x="25636" y="5663"/>
                      </a:lnTo>
                      <a:lnTo>
                        <a:pt x="8134" y="206"/>
                      </a:lnTo>
                      <a:cubicBezTo>
                        <a:pt x="7491" y="0"/>
                        <a:pt x="6744" y="0"/>
                        <a:pt x="6101" y="0"/>
                      </a:cubicBezTo>
                      <a:close/>
                    </a:path>
                  </a:pathLst>
                </a:custGeom>
                <a:solidFill>
                  <a:srgbClr val="FFBE9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7" name="Google Shape;1277;p38"/>
                <p:cNvSpPr/>
                <p:nvPr/>
              </p:nvSpPr>
              <p:spPr>
                <a:xfrm>
                  <a:off x="10248200" y="1889200"/>
                  <a:ext cx="150600" cy="8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4" h="3553" extrusionOk="0">
                      <a:moveTo>
                        <a:pt x="6024" y="0"/>
                      </a:moveTo>
                      <a:cubicBezTo>
                        <a:pt x="5689" y="0"/>
                        <a:pt x="5380" y="129"/>
                        <a:pt x="5046" y="232"/>
                      </a:cubicBezTo>
                      <a:cubicBezTo>
                        <a:pt x="4196" y="438"/>
                        <a:pt x="3450" y="773"/>
                        <a:pt x="2678" y="1184"/>
                      </a:cubicBezTo>
                      <a:cubicBezTo>
                        <a:pt x="1931" y="1622"/>
                        <a:pt x="1288" y="2162"/>
                        <a:pt x="644" y="2703"/>
                      </a:cubicBezTo>
                      <a:cubicBezTo>
                        <a:pt x="438" y="2909"/>
                        <a:pt x="232" y="3218"/>
                        <a:pt x="1" y="3552"/>
                      </a:cubicBezTo>
                      <a:cubicBezTo>
                        <a:pt x="876" y="2703"/>
                        <a:pt x="1828" y="2060"/>
                        <a:pt x="2806" y="1416"/>
                      </a:cubicBezTo>
                      <a:cubicBezTo>
                        <a:pt x="3862" y="876"/>
                        <a:pt x="4943" y="438"/>
                        <a:pt x="6024" y="0"/>
                      </a:cubicBezTo>
                      <a:close/>
                    </a:path>
                  </a:pathLst>
                </a:custGeom>
                <a:solidFill>
                  <a:srgbClr val="EB99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8" name="Google Shape;1278;p38"/>
                <p:cNvSpPr/>
                <p:nvPr/>
              </p:nvSpPr>
              <p:spPr>
                <a:xfrm>
                  <a:off x="10779075" y="1884050"/>
                  <a:ext cx="8375" cy="5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" h="2369" extrusionOk="0">
                      <a:moveTo>
                        <a:pt x="0" y="1"/>
                      </a:moveTo>
                      <a:cubicBezTo>
                        <a:pt x="0" y="850"/>
                        <a:pt x="103" y="1622"/>
                        <a:pt x="335" y="2368"/>
                      </a:cubicBezTo>
                      <a:lnTo>
                        <a:pt x="335" y="1184"/>
                      </a:lnTo>
                      <a:cubicBezTo>
                        <a:pt x="232" y="747"/>
                        <a:pt x="232" y="438"/>
                        <a:pt x="0" y="1"/>
                      </a:cubicBezTo>
                      <a:close/>
                    </a:path>
                  </a:pathLst>
                </a:custGeom>
                <a:solidFill>
                  <a:srgbClr val="EB99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9" name="Google Shape;1279;p38"/>
                <p:cNvSpPr/>
                <p:nvPr/>
              </p:nvSpPr>
              <p:spPr>
                <a:xfrm>
                  <a:off x="11264250" y="1550875"/>
                  <a:ext cx="337825" cy="29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13" h="11835" extrusionOk="0">
                      <a:moveTo>
                        <a:pt x="3641" y="1"/>
                      </a:moveTo>
                      <a:cubicBezTo>
                        <a:pt x="3420" y="1"/>
                        <a:pt x="3217" y="149"/>
                        <a:pt x="3217" y="149"/>
                      </a:cubicBezTo>
                      <a:lnTo>
                        <a:pt x="0" y="6352"/>
                      </a:lnTo>
                      <a:lnTo>
                        <a:pt x="3346" y="11835"/>
                      </a:lnTo>
                      <a:lnTo>
                        <a:pt x="12663" y="9158"/>
                      </a:lnTo>
                      <a:cubicBezTo>
                        <a:pt x="12663" y="8720"/>
                        <a:pt x="12766" y="8514"/>
                        <a:pt x="12458" y="8386"/>
                      </a:cubicBezTo>
                      <a:cubicBezTo>
                        <a:pt x="12442" y="8381"/>
                        <a:pt x="12419" y="8379"/>
                        <a:pt x="12388" y="8379"/>
                      </a:cubicBezTo>
                      <a:cubicBezTo>
                        <a:pt x="11732" y="8379"/>
                        <a:pt x="7722" y="9364"/>
                        <a:pt x="7722" y="9364"/>
                      </a:cubicBezTo>
                      <a:cubicBezTo>
                        <a:pt x="7722" y="9364"/>
                        <a:pt x="13513" y="6146"/>
                        <a:pt x="13307" y="5503"/>
                      </a:cubicBezTo>
                      <a:lnTo>
                        <a:pt x="12998" y="4422"/>
                      </a:lnTo>
                      <a:cubicBezTo>
                        <a:pt x="12890" y="4076"/>
                        <a:pt x="12582" y="3857"/>
                        <a:pt x="12227" y="3857"/>
                      </a:cubicBezTo>
                      <a:cubicBezTo>
                        <a:pt x="12159" y="3857"/>
                        <a:pt x="12090" y="3865"/>
                        <a:pt x="12020" y="3881"/>
                      </a:cubicBezTo>
                      <a:cubicBezTo>
                        <a:pt x="11286" y="3993"/>
                        <a:pt x="8055" y="5526"/>
                        <a:pt x="7123" y="5526"/>
                      </a:cubicBezTo>
                      <a:cubicBezTo>
                        <a:pt x="6976" y="5526"/>
                        <a:pt x="6886" y="5488"/>
                        <a:pt x="6872" y="5400"/>
                      </a:cubicBezTo>
                      <a:cubicBezTo>
                        <a:pt x="6769" y="4757"/>
                        <a:pt x="10939" y="3135"/>
                        <a:pt x="11274" y="2826"/>
                      </a:cubicBezTo>
                      <a:cubicBezTo>
                        <a:pt x="11679" y="2516"/>
                        <a:pt x="11797" y="1940"/>
                        <a:pt x="11115" y="1940"/>
                      </a:cubicBezTo>
                      <a:cubicBezTo>
                        <a:pt x="11061" y="1940"/>
                        <a:pt x="11003" y="1944"/>
                        <a:pt x="10939" y="1951"/>
                      </a:cubicBezTo>
                      <a:cubicBezTo>
                        <a:pt x="10158" y="2069"/>
                        <a:pt x="5570" y="4059"/>
                        <a:pt x="4415" y="4059"/>
                      </a:cubicBezTo>
                      <a:cubicBezTo>
                        <a:pt x="4314" y="4059"/>
                        <a:pt x="4239" y="4043"/>
                        <a:pt x="4195" y="4010"/>
                      </a:cubicBezTo>
                      <a:cubicBezTo>
                        <a:pt x="3861" y="3779"/>
                        <a:pt x="4401" y="2492"/>
                        <a:pt x="4195" y="896"/>
                      </a:cubicBezTo>
                      <a:cubicBezTo>
                        <a:pt x="4142" y="174"/>
                        <a:pt x="3880" y="1"/>
                        <a:pt x="3641" y="1"/>
                      </a:cubicBezTo>
                      <a:close/>
                    </a:path>
                  </a:pathLst>
                </a:custGeom>
                <a:solidFill>
                  <a:srgbClr val="FFBE9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0" name="Google Shape;1280;p38"/>
                <p:cNvSpPr/>
                <p:nvPr/>
              </p:nvSpPr>
              <p:spPr>
                <a:xfrm>
                  <a:off x="11449550" y="1661400"/>
                  <a:ext cx="136450" cy="7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8" h="2910" extrusionOk="0">
                      <a:moveTo>
                        <a:pt x="5457" y="1"/>
                      </a:moveTo>
                      <a:lnTo>
                        <a:pt x="5457" y="1"/>
                      </a:lnTo>
                      <a:cubicBezTo>
                        <a:pt x="5457" y="1"/>
                        <a:pt x="4299" y="747"/>
                        <a:pt x="2781" y="1623"/>
                      </a:cubicBezTo>
                      <a:cubicBezTo>
                        <a:pt x="1288" y="2369"/>
                        <a:pt x="1" y="2909"/>
                        <a:pt x="1" y="2909"/>
                      </a:cubicBezTo>
                      <a:cubicBezTo>
                        <a:pt x="207" y="2909"/>
                        <a:pt x="541" y="2806"/>
                        <a:pt x="850" y="2678"/>
                      </a:cubicBezTo>
                      <a:cubicBezTo>
                        <a:pt x="2240" y="2163"/>
                        <a:pt x="3527" y="1520"/>
                        <a:pt x="4711" y="644"/>
                      </a:cubicBezTo>
                      <a:cubicBezTo>
                        <a:pt x="5046" y="439"/>
                        <a:pt x="5251" y="233"/>
                        <a:pt x="5457" y="1"/>
                      </a:cubicBezTo>
                      <a:close/>
                    </a:path>
                  </a:pathLst>
                </a:custGeom>
                <a:solidFill>
                  <a:srgbClr val="EB99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1" name="Google Shape;1281;p38"/>
                <p:cNvSpPr/>
                <p:nvPr/>
              </p:nvSpPr>
              <p:spPr>
                <a:xfrm>
                  <a:off x="11355600" y="1656275"/>
                  <a:ext cx="43150" cy="11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6" h="4505" extrusionOk="0">
                      <a:moveTo>
                        <a:pt x="336" y="0"/>
                      </a:moveTo>
                      <a:lnTo>
                        <a:pt x="336" y="746"/>
                      </a:lnTo>
                      <a:cubicBezTo>
                        <a:pt x="438" y="1390"/>
                        <a:pt x="336" y="1930"/>
                        <a:pt x="104" y="2471"/>
                      </a:cubicBezTo>
                      <a:lnTo>
                        <a:pt x="1" y="2574"/>
                      </a:lnTo>
                      <a:lnTo>
                        <a:pt x="207" y="2574"/>
                      </a:lnTo>
                      <a:cubicBezTo>
                        <a:pt x="850" y="2780"/>
                        <a:pt x="1288" y="3217"/>
                        <a:pt x="1391" y="3758"/>
                      </a:cubicBezTo>
                      <a:cubicBezTo>
                        <a:pt x="1494" y="3964"/>
                        <a:pt x="1494" y="4298"/>
                        <a:pt x="1494" y="4504"/>
                      </a:cubicBezTo>
                      <a:cubicBezTo>
                        <a:pt x="1622" y="4298"/>
                        <a:pt x="1725" y="3964"/>
                        <a:pt x="1622" y="3758"/>
                      </a:cubicBezTo>
                      <a:cubicBezTo>
                        <a:pt x="1398" y="3134"/>
                        <a:pt x="1004" y="2607"/>
                        <a:pt x="393" y="2388"/>
                      </a:cubicBezTo>
                      <a:lnTo>
                        <a:pt x="393" y="2388"/>
                      </a:lnTo>
                      <a:cubicBezTo>
                        <a:pt x="560" y="1824"/>
                        <a:pt x="634" y="1327"/>
                        <a:pt x="541" y="746"/>
                      </a:cubicBezTo>
                      <a:cubicBezTo>
                        <a:pt x="541" y="541"/>
                        <a:pt x="438" y="206"/>
                        <a:pt x="336" y="0"/>
                      </a:cubicBezTo>
                      <a:close/>
                    </a:path>
                  </a:pathLst>
                </a:custGeom>
                <a:solidFill>
                  <a:srgbClr val="EB99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2" name="Google Shape;1282;p38"/>
                <p:cNvSpPr/>
                <p:nvPr/>
              </p:nvSpPr>
              <p:spPr>
                <a:xfrm>
                  <a:off x="9636925" y="2486400"/>
                  <a:ext cx="994250" cy="10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70" h="42390" extrusionOk="0">
                      <a:moveTo>
                        <a:pt x="31593" y="1"/>
                      </a:moveTo>
                      <a:cubicBezTo>
                        <a:pt x="31297" y="1"/>
                        <a:pt x="30993" y="16"/>
                        <a:pt x="30681" y="49"/>
                      </a:cubicBezTo>
                      <a:cubicBezTo>
                        <a:pt x="27360" y="461"/>
                        <a:pt x="14491" y="4322"/>
                        <a:pt x="14491" y="4322"/>
                      </a:cubicBezTo>
                      <a:lnTo>
                        <a:pt x="0" y="18066"/>
                      </a:lnTo>
                      <a:cubicBezTo>
                        <a:pt x="2256" y="19767"/>
                        <a:pt x="4939" y="20647"/>
                        <a:pt x="7664" y="20647"/>
                      </a:cubicBezTo>
                      <a:cubicBezTo>
                        <a:pt x="9229" y="20647"/>
                        <a:pt x="10808" y="20356"/>
                        <a:pt x="12329" y="19765"/>
                      </a:cubicBezTo>
                      <a:lnTo>
                        <a:pt x="27669" y="13768"/>
                      </a:lnTo>
                      <a:lnTo>
                        <a:pt x="27669" y="13768"/>
                      </a:lnTo>
                      <a:lnTo>
                        <a:pt x="24683" y="42389"/>
                      </a:lnTo>
                      <a:lnTo>
                        <a:pt x="33254" y="41540"/>
                      </a:lnTo>
                      <a:cubicBezTo>
                        <a:pt x="33254" y="41540"/>
                        <a:pt x="38608" y="12378"/>
                        <a:pt x="39354" y="7977"/>
                      </a:cubicBezTo>
                      <a:cubicBezTo>
                        <a:pt x="39770" y="5437"/>
                        <a:pt x="37080" y="1"/>
                        <a:pt x="31593" y="1"/>
                      </a:cubicBezTo>
                      <a:close/>
                    </a:path>
                  </a:pathLst>
                </a:custGeom>
                <a:solidFill>
                  <a:srgbClr val="FFBE9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3" name="Google Shape;1283;p38"/>
                <p:cNvSpPr/>
                <p:nvPr/>
              </p:nvSpPr>
              <p:spPr>
                <a:xfrm>
                  <a:off x="10326075" y="2725700"/>
                  <a:ext cx="27050" cy="11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" h="4634" extrusionOk="0">
                      <a:moveTo>
                        <a:pt x="1081" y="1"/>
                      </a:moveTo>
                      <a:lnTo>
                        <a:pt x="1081" y="1"/>
                      </a:lnTo>
                      <a:cubicBezTo>
                        <a:pt x="747" y="773"/>
                        <a:pt x="541" y="1519"/>
                        <a:pt x="438" y="2266"/>
                      </a:cubicBezTo>
                      <a:cubicBezTo>
                        <a:pt x="206" y="3012"/>
                        <a:pt x="103" y="3758"/>
                        <a:pt x="0" y="4634"/>
                      </a:cubicBezTo>
                      <a:cubicBezTo>
                        <a:pt x="335" y="3861"/>
                        <a:pt x="541" y="3115"/>
                        <a:pt x="644" y="2369"/>
                      </a:cubicBezTo>
                      <a:cubicBezTo>
                        <a:pt x="850" y="1519"/>
                        <a:pt x="978" y="773"/>
                        <a:pt x="1081" y="1"/>
                      </a:cubicBezTo>
                      <a:close/>
                    </a:path>
                  </a:pathLst>
                </a:custGeom>
                <a:solidFill>
                  <a:srgbClr val="EB99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4" name="Google Shape;1284;p38"/>
                <p:cNvSpPr/>
                <p:nvPr/>
              </p:nvSpPr>
              <p:spPr>
                <a:xfrm>
                  <a:off x="9470900" y="1709675"/>
                  <a:ext cx="740000" cy="75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00" h="30038" extrusionOk="0">
                      <a:moveTo>
                        <a:pt x="29600" y="0"/>
                      </a:moveTo>
                      <a:lnTo>
                        <a:pt x="14903" y="541"/>
                      </a:lnTo>
                      <a:lnTo>
                        <a:pt x="9858" y="2471"/>
                      </a:lnTo>
                      <a:cubicBezTo>
                        <a:pt x="8469" y="3012"/>
                        <a:pt x="7079" y="3861"/>
                        <a:pt x="5998" y="4942"/>
                      </a:cubicBezTo>
                      <a:cubicBezTo>
                        <a:pt x="4942" y="6023"/>
                        <a:pt x="4299" y="7310"/>
                        <a:pt x="3861" y="8700"/>
                      </a:cubicBezTo>
                      <a:lnTo>
                        <a:pt x="747" y="21132"/>
                      </a:lnTo>
                      <a:lnTo>
                        <a:pt x="1" y="28004"/>
                      </a:lnTo>
                      <a:lnTo>
                        <a:pt x="9009" y="30037"/>
                      </a:lnTo>
                      <a:lnTo>
                        <a:pt x="15753" y="27026"/>
                      </a:lnTo>
                      <a:lnTo>
                        <a:pt x="26383" y="19098"/>
                      </a:lnTo>
                      <a:lnTo>
                        <a:pt x="29600" y="0"/>
                      </a:lnTo>
                      <a:close/>
                    </a:path>
                  </a:pathLst>
                </a:custGeom>
                <a:solidFill>
                  <a:srgbClr val="FFBE9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5" name="Google Shape;1285;p38"/>
                <p:cNvSpPr/>
                <p:nvPr/>
              </p:nvSpPr>
              <p:spPr>
                <a:xfrm>
                  <a:off x="9832525" y="2069375"/>
                  <a:ext cx="367450" cy="28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98" h="11248" extrusionOk="0">
                      <a:moveTo>
                        <a:pt x="14697" y="0"/>
                      </a:moveTo>
                      <a:lnTo>
                        <a:pt x="1" y="2342"/>
                      </a:lnTo>
                      <a:lnTo>
                        <a:pt x="773" y="11248"/>
                      </a:lnTo>
                      <a:lnTo>
                        <a:pt x="11171" y="7387"/>
                      </a:lnTo>
                      <a:lnTo>
                        <a:pt x="12664" y="5019"/>
                      </a:lnTo>
                      <a:lnTo>
                        <a:pt x="14697" y="0"/>
                      </a:ln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6" name="Google Shape;1286;p38"/>
                <p:cNvSpPr/>
                <p:nvPr/>
              </p:nvSpPr>
              <p:spPr>
                <a:xfrm>
                  <a:off x="9301675" y="1683300"/>
                  <a:ext cx="941400" cy="84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56" h="33975" extrusionOk="0">
                      <a:moveTo>
                        <a:pt x="37656" y="0"/>
                      </a:moveTo>
                      <a:lnTo>
                        <a:pt x="36266" y="103"/>
                      </a:lnTo>
                      <a:cubicBezTo>
                        <a:pt x="35288" y="2033"/>
                        <a:pt x="33692" y="15006"/>
                        <a:pt x="31118" y="18120"/>
                      </a:cubicBezTo>
                      <a:cubicBezTo>
                        <a:pt x="30081" y="19453"/>
                        <a:pt x="27386" y="20597"/>
                        <a:pt x="26396" y="20597"/>
                      </a:cubicBezTo>
                      <a:cubicBezTo>
                        <a:pt x="26354" y="20597"/>
                        <a:pt x="26315" y="20595"/>
                        <a:pt x="26279" y="20591"/>
                      </a:cubicBezTo>
                      <a:cubicBezTo>
                        <a:pt x="23809" y="20359"/>
                        <a:pt x="24684" y="14568"/>
                        <a:pt x="22213" y="8674"/>
                      </a:cubicBezTo>
                      <a:lnTo>
                        <a:pt x="19098" y="2574"/>
                      </a:lnTo>
                      <a:lnTo>
                        <a:pt x="17606" y="3089"/>
                      </a:lnTo>
                      <a:cubicBezTo>
                        <a:pt x="19098" y="5251"/>
                        <a:pt x="20179" y="7490"/>
                        <a:pt x="21029" y="9961"/>
                      </a:cubicBezTo>
                      <a:cubicBezTo>
                        <a:pt x="22419" y="14156"/>
                        <a:pt x="22856" y="19716"/>
                        <a:pt x="19742" y="22933"/>
                      </a:cubicBezTo>
                      <a:cubicBezTo>
                        <a:pt x="16823" y="26014"/>
                        <a:pt x="14565" y="27069"/>
                        <a:pt x="12831" y="27069"/>
                      </a:cubicBezTo>
                      <a:cubicBezTo>
                        <a:pt x="9066" y="27069"/>
                        <a:pt x="7774" y="22091"/>
                        <a:pt x="7550" y="22091"/>
                      </a:cubicBezTo>
                      <a:cubicBezTo>
                        <a:pt x="7532" y="22091"/>
                        <a:pt x="7521" y="22122"/>
                        <a:pt x="7516" y="22187"/>
                      </a:cubicBezTo>
                      <a:cubicBezTo>
                        <a:pt x="7516" y="23474"/>
                        <a:pt x="6229" y="25507"/>
                        <a:pt x="5045" y="27669"/>
                      </a:cubicBezTo>
                      <a:cubicBezTo>
                        <a:pt x="3990" y="29805"/>
                        <a:pt x="3012" y="28724"/>
                        <a:pt x="1519" y="29805"/>
                      </a:cubicBezTo>
                      <a:cubicBezTo>
                        <a:pt x="0" y="30758"/>
                        <a:pt x="1622" y="32276"/>
                        <a:pt x="1622" y="32276"/>
                      </a:cubicBezTo>
                      <a:lnTo>
                        <a:pt x="25533" y="33975"/>
                      </a:lnTo>
                      <a:cubicBezTo>
                        <a:pt x="25533" y="33975"/>
                        <a:pt x="26923" y="33332"/>
                        <a:pt x="27257" y="32688"/>
                      </a:cubicBezTo>
                      <a:cubicBezTo>
                        <a:pt x="27566" y="32045"/>
                        <a:pt x="27155" y="30243"/>
                        <a:pt x="27155" y="30243"/>
                      </a:cubicBezTo>
                      <a:cubicBezTo>
                        <a:pt x="27155" y="30243"/>
                        <a:pt x="30372" y="27978"/>
                        <a:pt x="31968" y="26150"/>
                      </a:cubicBezTo>
                      <a:cubicBezTo>
                        <a:pt x="33460" y="24323"/>
                        <a:pt x="33898" y="21003"/>
                        <a:pt x="34104" y="18661"/>
                      </a:cubicBezTo>
                      <a:cubicBezTo>
                        <a:pt x="34336" y="15958"/>
                        <a:pt x="37656" y="0"/>
                        <a:pt x="37656" y="0"/>
                      </a:cubicBezTo>
                      <a:close/>
                    </a:path>
                  </a:pathLst>
                </a:custGeom>
                <a:solidFill>
                  <a:srgbClr val="E5FF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7" name="Google Shape;1287;p38"/>
                <p:cNvSpPr/>
                <p:nvPr/>
              </p:nvSpPr>
              <p:spPr>
                <a:xfrm>
                  <a:off x="9500500" y="2095750"/>
                  <a:ext cx="69525" cy="18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1" h="7416" extrusionOk="0">
                      <a:moveTo>
                        <a:pt x="1056" y="1"/>
                      </a:moveTo>
                      <a:lnTo>
                        <a:pt x="1" y="4299"/>
                      </a:lnTo>
                      <a:cubicBezTo>
                        <a:pt x="1" y="4299"/>
                        <a:pt x="2693" y="7416"/>
                        <a:pt x="2778" y="7416"/>
                      </a:cubicBezTo>
                      <a:cubicBezTo>
                        <a:pt x="2780" y="7416"/>
                        <a:pt x="2780" y="7415"/>
                        <a:pt x="2780" y="7413"/>
                      </a:cubicBezTo>
                      <a:cubicBezTo>
                        <a:pt x="2780" y="7182"/>
                        <a:pt x="2034" y="1287"/>
                        <a:pt x="2034" y="1287"/>
                      </a:cubicBezTo>
                      <a:lnTo>
                        <a:pt x="1056" y="1"/>
                      </a:ln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8" name="Google Shape;1288;p38"/>
                <p:cNvSpPr/>
                <p:nvPr/>
              </p:nvSpPr>
              <p:spPr>
                <a:xfrm>
                  <a:off x="9875650" y="2288800"/>
                  <a:ext cx="101675" cy="10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7" h="4299" extrusionOk="0">
                      <a:moveTo>
                        <a:pt x="4067" y="0"/>
                      </a:moveTo>
                      <a:lnTo>
                        <a:pt x="4067" y="0"/>
                      </a:lnTo>
                      <a:cubicBezTo>
                        <a:pt x="3320" y="1930"/>
                        <a:pt x="1931" y="3449"/>
                        <a:pt x="0" y="4298"/>
                      </a:cubicBezTo>
                      <a:cubicBezTo>
                        <a:pt x="335" y="4298"/>
                        <a:pt x="644" y="4195"/>
                        <a:pt x="850" y="3964"/>
                      </a:cubicBezTo>
                      <a:cubicBezTo>
                        <a:pt x="2265" y="3320"/>
                        <a:pt x="3217" y="2265"/>
                        <a:pt x="3861" y="875"/>
                      </a:cubicBezTo>
                      <a:cubicBezTo>
                        <a:pt x="3964" y="644"/>
                        <a:pt x="4067" y="335"/>
                        <a:pt x="4067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9" name="Google Shape;1289;p38"/>
                <p:cNvSpPr/>
                <p:nvPr/>
              </p:nvSpPr>
              <p:spPr>
                <a:xfrm>
                  <a:off x="9894300" y="2428425"/>
                  <a:ext cx="83025" cy="1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1" h="475" extrusionOk="0">
                      <a:moveTo>
                        <a:pt x="3321" y="0"/>
                      </a:moveTo>
                      <a:cubicBezTo>
                        <a:pt x="2677" y="0"/>
                        <a:pt x="2163" y="103"/>
                        <a:pt x="1622" y="206"/>
                      </a:cubicBezTo>
                      <a:cubicBezTo>
                        <a:pt x="1082" y="206"/>
                        <a:pt x="541" y="309"/>
                        <a:pt x="1" y="438"/>
                      </a:cubicBezTo>
                      <a:cubicBezTo>
                        <a:pt x="252" y="462"/>
                        <a:pt x="510" y="475"/>
                        <a:pt x="770" y="475"/>
                      </a:cubicBezTo>
                      <a:cubicBezTo>
                        <a:pt x="1626" y="475"/>
                        <a:pt x="2511" y="336"/>
                        <a:pt x="332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0" name="Google Shape;1290;p38"/>
                <p:cNvSpPr/>
                <p:nvPr/>
              </p:nvSpPr>
              <p:spPr>
                <a:xfrm>
                  <a:off x="9449675" y="2428425"/>
                  <a:ext cx="509000" cy="4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60" h="1993" extrusionOk="0">
                      <a:moveTo>
                        <a:pt x="0" y="0"/>
                      </a:moveTo>
                      <a:cubicBezTo>
                        <a:pt x="103" y="0"/>
                        <a:pt x="206" y="103"/>
                        <a:pt x="206" y="103"/>
                      </a:cubicBezTo>
                      <a:lnTo>
                        <a:pt x="850" y="309"/>
                      </a:lnTo>
                      <a:cubicBezTo>
                        <a:pt x="1287" y="438"/>
                        <a:pt x="2034" y="644"/>
                        <a:pt x="2986" y="850"/>
                      </a:cubicBezTo>
                      <a:cubicBezTo>
                        <a:pt x="5354" y="1390"/>
                        <a:pt x="7722" y="1725"/>
                        <a:pt x="10167" y="1931"/>
                      </a:cubicBezTo>
                      <a:cubicBezTo>
                        <a:pt x="11034" y="1968"/>
                        <a:pt x="11914" y="1992"/>
                        <a:pt x="12798" y="1992"/>
                      </a:cubicBezTo>
                      <a:cubicBezTo>
                        <a:pt x="14330" y="1992"/>
                        <a:pt x="15873" y="1921"/>
                        <a:pt x="17374" y="1725"/>
                      </a:cubicBezTo>
                      <a:cubicBezTo>
                        <a:pt x="18326" y="1596"/>
                        <a:pt x="19072" y="1596"/>
                        <a:pt x="19613" y="1493"/>
                      </a:cubicBezTo>
                      <a:lnTo>
                        <a:pt x="20154" y="1390"/>
                      </a:lnTo>
                      <a:lnTo>
                        <a:pt x="20359" y="1287"/>
                      </a:lnTo>
                      <a:lnTo>
                        <a:pt x="20154" y="1287"/>
                      </a:lnTo>
                      <a:lnTo>
                        <a:pt x="19510" y="1390"/>
                      </a:lnTo>
                      <a:cubicBezTo>
                        <a:pt x="19072" y="1390"/>
                        <a:pt x="18326" y="1493"/>
                        <a:pt x="17374" y="1596"/>
                      </a:cubicBezTo>
                      <a:cubicBezTo>
                        <a:pt x="15963" y="1724"/>
                        <a:pt x="14554" y="1788"/>
                        <a:pt x="13148" y="1788"/>
                      </a:cubicBezTo>
                      <a:cubicBezTo>
                        <a:pt x="9734" y="1788"/>
                        <a:pt x="6341" y="1410"/>
                        <a:pt x="2986" y="644"/>
                      </a:cubicBezTo>
                      <a:cubicBezTo>
                        <a:pt x="2034" y="541"/>
                        <a:pt x="1287" y="309"/>
                        <a:pt x="850" y="206"/>
                      </a:cubicBezTo>
                      <a:lnTo>
                        <a:pt x="206" y="0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1" name="Google Shape;1291;p38"/>
                <p:cNvSpPr/>
                <p:nvPr/>
              </p:nvSpPr>
              <p:spPr>
                <a:xfrm>
                  <a:off x="9961225" y="2058425"/>
                  <a:ext cx="155750" cy="17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0" h="7079" extrusionOk="0">
                      <a:moveTo>
                        <a:pt x="6229" y="1"/>
                      </a:moveTo>
                      <a:cubicBezTo>
                        <a:pt x="6229" y="1"/>
                        <a:pt x="6126" y="541"/>
                        <a:pt x="5792" y="1391"/>
                      </a:cubicBezTo>
                      <a:cubicBezTo>
                        <a:pt x="5689" y="1931"/>
                        <a:pt x="5483" y="2369"/>
                        <a:pt x="5148" y="2780"/>
                      </a:cubicBezTo>
                      <a:cubicBezTo>
                        <a:pt x="4839" y="3321"/>
                        <a:pt x="4402" y="3861"/>
                        <a:pt x="3990" y="4402"/>
                      </a:cubicBezTo>
                      <a:cubicBezTo>
                        <a:pt x="3552" y="4814"/>
                        <a:pt x="3115" y="5251"/>
                        <a:pt x="2574" y="5689"/>
                      </a:cubicBezTo>
                      <a:cubicBezTo>
                        <a:pt x="2162" y="5998"/>
                        <a:pt x="1725" y="6229"/>
                        <a:pt x="1287" y="6538"/>
                      </a:cubicBezTo>
                      <a:cubicBezTo>
                        <a:pt x="541" y="6976"/>
                        <a:pt x="0" y="7079"/>
                        <a:pt x="0" y="7079"/>
                      </a:cubicBezTo>
                      <a:lnTo>
                        <a:pt x="335" y="7079"/>
                      </a:lnTo>
                      <a:cubicBezTo>
                        <a:pt x="541" y="6976"/>
                        <a:pt x="644" y="6976"/>
                        <a:pt x="773" y="6873"/>
                      </a:cubicBezTo>
                      <a:cubicBezTo>
                        <a:pt x="978" y="6873"/>
                        <a:pt x="1184" y="6744"/>
                        <a:pt x="1287" y="6641"/>
                      </a:cubicBezTo>
                      <a:cubicBezTo>
                        <a:pt x="1828" y="6435"/>
                        <a:pt x="2265" y="6101"/>
                        <a:pt x="2703" y="5792"/>
                      </a:cubicBezTo>
                      <a:cubicBezTo>
                        <a:pt x="3218" y="5457"/>
                        <a:pt x="3758" y="4942"/>
                        <a:pt x="4196" y="4505"/>
                      </a:cubicBezTo>
                      <a:cubicBezTo>
                        <a:pt x="4633" y="3964"/>
                        <a:pt x="4942" y="3424"/>
                        <a:pt x="5380" y="2883"/>
                      </a:cubicBezTo>
                      <a:cubicBezTo>
                        <a:pt x="5586" y="2472"/>
                        <a:pt x="5792" y="1931"/>
                        <a:pt x="6023" y="1391"/>
                      </a:cubicBezTo>
                      <a:cubicBezTo>
                        <a:pt x="6023" y="1288"/>
                        <a:pt x="6126" y="1082"/>
                        <a:pt x="6126" y="850"/>
                      </a:cubicBezTo>
                      <a:cubicBezTo>
                        <a:pt x="6229" y="747"/>
                        <a:pt x="6229" y="541"/>
                        <a:pt x="6229" y="438"/>
                      </a:cubicBezTo>
                      <a:lnTo>
                        <a:pt x="6229" y="1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2" name="Google Shape;1292;p38"/>
                <p:cNvSpPr/>
                <p:nvPr/>
              </p:nvSpPr>
              <p:spPr>
                <a:xfrm>
                  <a:off x="10232125" y="3329275"/>
                  <a:ext cx="493550" cy="43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2" h="17580" extrusionOk="0">
                      <a:moveTo>
                        <a:pt x="1390" y="0"/>
                      </a:moveTo>
                      <a:lnTo>
                        <a:pt x="0" y="15752"/>
                      </a:lnTo>
                      <a:lnTo>
                        <a:pt x="19639" y="17580"/>
                      </a:lnTo>
                      <a:cubicBezTo>
                        <a:pt x="19742" y="15649"/>
                        <a:pt x="9884" y="11042"/>
                        <a:pt x="9884" y="11042"/>
                      </a:cubicBezTo>
                      <a:lnTo>
                        <a:pt x="11171" y="953"/>
                      </a:lnTo>
                      <a:lnTo>
                        <a:pt x="1390" y="0"/>
                      </a:ln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3" name="Google Shape;1293;p38"/>
                <p:cNvSpPr/>
                <p:nvPr/>
              </p:nvSpPr>
              <p:spPr>
                <a:xfrm>
                  <a:off x="10312550" y="3570575"/>
                  <a:ext cx="40575" cy="3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3" h="1494" extrusionOk="0">
                      <a:moveTo>
                        <a:pt x="644" y="0"/>
                      </a:moveTo>
                      <a:cubicBezTo>
                        <a:pt x="335" y="0"/>
                        <a:pt x="1" y="438"/>
                        <a:pt x="104" y="850"/>
                      </a:cubicBezTo>
                      <a:cubicBezTo>
                        <a:pt x="104" y="1184"/>
                        <a:pt x="438" y="1493"/>
                        <a:pt x="876" y="1493"/>
                      </a:cubicBezTo>
                      <a:lnTo>
                        <a:pt x="979" y="1493"/>
                      </a:lnTo>
                      <a:cubicBezTo>
                        <a:pt x="1288" y="1390"/>
                        <a:pt x="1622" y="953"/>
                        <a:pt x="1622" y="541"/>
                      </a:cubicBezTo>
                      <a:cubicBezTo>
                        <a:pt x="1519" y="206"/>
                        <a:pt x="1185" y="0"/>
                        <a:pt x="876" y="0"/>
                      </a:cubicBezTo>
                      <a:close/>
                    </a:path>
                  </a:pathLst>
                </a:custGeom>
                <a:solidFill>
                  <a:srgbClr val="B5BDC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4" name="Google Shape;1294;p38"/>
                <p:cNvSpPr/>
                <p:nvPr/>
              </p:nvSpPr>
              <p:spPr>
                <a:xfrm>
                  <a:off x="10709575" y="3744950"/>
                  <a:ext cx="16100" cy="2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" h="850" extrusionOk="0">
                      <a:moveTo>
                        <a:pt x="0" y="1"/>
                      </a:moveTo>
                      <a:cubicBezTo>
                        <a:pt x="309" y="309"/>
                        <a:pt x="541" y="644"/>
                        <a:pt x="541" y="850"/>
                      </a:cubicBezTo>
                      <a:cubicBezTo>
                        <a:pt x="644" y="541"/>
                        <a:pt x="206" y="206"/>
                        <a:pt x="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5" name="Google Shape;1295;p38"/>
                <p:cNvSpPr/>
                <p:nvPr/>
              </p:nvSpPr>
              <p:spPr>
                <a:xfrm>
                  <a:off x="10232125" y="3685750"/>
                  <a:ext cx="490975" cy="8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39" h="3321" extrusionOk="0">
                      <a:moveTo>
                        <a:pt x="232" y="0"/>
                      </a:moveTo>
                      <a:lnTo>
                        <a:pt x="0" y="1493"/>
                      </a:lnTo>
                      <a:lnTo>
                        <a:pt x="2806" y="1828"/>
                      </a:lnTo>
                      <a:lnTo>
                        <a:pt x="19639" y="3321"/>
                      </a:lnTo>
                      <a:lnTo>
                        <a:pt x="19639" y="3218"/>
                      </a:lnTo>
                      <a:cubicBezTo>
                        <a:pt x="19639" y="3012"/>
                        <a:pt x="19407" y="2677"/>
                        <a:pt x="19098" y="2368"/>
                      </a:cubicBezTo>
                      <a:lnTo>
                        <a:pt x="18995" y="2265"/>
                      </a:lnTo>
                      <a:lnTo>
                        <a:pt x="232" y="0"/>
                      </a:lnTo>
                      <a:close/>
                    </a:path>
                  </a:pathLst>
                </a:custGeom>
                <a:solidFill>
                  <a:srgbClr val="B5BDC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6" name="Google Shape;1296;p38"/>
                <p:cNvSpPr/>
                <p:nvPr/>
              </p:nvSpPr>
              <p:spPr>
                <a:xfrm>
                  <a:off x="10438675" y="3600175"/>
                  <a:ext cx="49575" cy="2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3" h="1056" extrusionOk="0">
                      <a:moveTo>
                        <a:pt x="1632" y="0"/>
                      </a:moveTo>
                      <a:cubicBezTo>
                        <a:pt x="1416" y="0"/>
                        <a:pt x="1120" y="52"/>
                        <a:pt x="850" y="206"/>
                      </a:cubicBezTo>
                      <a:cubicBezTo>
                        <a:pt x="206" y="412"/>
                        <a:pt x="0" y="953"/>
                        <a:pt x="103" y="1056"/>
                      </a:cubicBezTo>
                      <a:cubicBezTo>
                        <a:pt x="206" y="1056"/>
                        <a:pt x="438" y="747"/>
                        <a:pt x="978" y="412"/>
                      </a:cubicBezTo>
                      <a:cubicBezTo>
                        <a:pt x="1493" y="206"/>
                        <a:pt x="1931" y="206"/>
                        <a:pt x="1931" y="103"/>
                      </a:cubicBezTo>
                      <a:cubicBezTo>
                        <a:pt x="1982" y="52"/>
                        <a:pt x="1847" y="0"/>
                        <a:pt x="1632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7" name="Google Shape;1297;p38"/>
                <p:cNvSpPr/>
                <p:nvPr/>
              </p:nvSpPr>
              <p:spPr>
                <a:xfrm>
                  <a:off x="10500450" y="3627900"/>
                  <a:ext cx="37350" cy="3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4" h="1466" extrusionOk="0">
                      <a:moveTo>
                        <a:pt x="1317" y="1"/>
                      </a:moveTo>
                      <a:cubicBezTo>
                        <a:pt x="1116" y="1"/>
                        <a:pt x="772" y="100"/>
                        <a:pt x="438" y="384"/>
                      </a:cubicBezTo>
                      <a:cubicBezTo>
                        <a:pt x="0" y="822"/>
                        <a:pt x="0" y="1362"/>
                        <a:pt x="103" y="1465"/>
                      </a:cubicBezTo>
                      <a:cubicBezTo>
                        <a:pt x="206" y="1465"/>
                        <a:pt x="309" y="1028"/>
                        <a:pt x="644" y="590"/>
                      </a:cubicBezTo>
                      <a:cubicBezTo>
                        <a:pt x="1081" y="281"/>
                        <a:pt x="1493" y="178"/>
                        <a:pt x="1493" y="75"/>
                      </a:cubicBezTo>
                      <a:cubicBezTo>
                        <a:pt x="1493" y="30"/>
                        <a:pt x="1426" y="1"/>
                        <a:pt x="131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8" name="Google Shape;1298;p38"/>
                <p:cNvSpPr/>
                <p:nvPr/>
              </p:nvSpPr>
              <p:spPr>
                <a:xfrm>
                  <a:off x="10556425" y="3652925"/>
                  <a:ext cx="27050" cy="4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" h="1649" extrusionOk="0">
                      <a:moveTo>
                        <a:pt x="1041" y="1"/>
                      </a:moveTo>
                      <a:cubicBezTo>
                        <a:pt x="912" y="1"/>
                        <a:pt x="507" y="219"/>
                        <a:pt x="335" y="670"/>
                      </a:cubicBezTo>
                      <a:cubicBezTo>
                        <a:pt x="1" y="1108"/>
                        <a:pt x="129" y="1648"/>
                        <a:pt x="129" y="1648"/>
                      </a:cubicBezTo>
                      <a:cubicBezTo>
                        <a:pt x="232" y="1648"/>
                        <a:pt x="335" y="1211"/>
                        <a:pt x="541" y="773"/>
                      </a:cubicBezTo>
                      <a:cubicBezTo>
                        <a:pt x="773" y="361"/>
                        <a:pt x="1082" y="130"/>
                        <a:pt x="1082" y="27"/>
                      </a:cubicBezTo>
                      <a:cubicBezTo>
                        <a:pt x="1082" y="10"/>
                        <a:pt x="1067" y="1"/>
                        <a:pt x="104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9" name="Google Shape;1299;p38"/>
                <p:cNvSpPr/>
                <p:nvPr/>
              </p:nvSpPr>
              <p:spPr>
                <a:xfrm>
                  <a:off x="10436100" y="3533250"/>
                  <a:ext cx="53425" cy="1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7" h="455" extrusionOk="0">
                      <a:moveTo>
                        <a:pt x="1081" y="0"/>
                      </a:moveTo>
                      <a:cubicBezTo>
                        <a:pt x="438" y="0"/>
                        <a:pt x="0" y="309"/>
                        <a:pt x="103" y="412"/>
                      </a:cubicBezTo>
                      <a:cubicBezTo>
                        <a:pt x="103" y="433"/>
                        <a:pt x="121" y="441"/>
                        <a:pt x="153" y="441"/>
                      </a:cubicBezTo>
                      <a:cubicBezTo>
                        <a:pt x="283" y="441"/>
                        <a:pt x="649" y="309"/>
                        <a:pt x="1081" y="309"/>
                      </a:cubicBezTo>
                      <a:cubicBezTo>
                        <a:pt x="1445" y="382"/>
                        <a:pt x="1771" y="455"/>
                        <a:pt x="1967" y="455"/>
                      </a:cubicBezTo>
                      <a:cubicBezTo>
                        <a:pt x="2048" y="455"/>
                        <a:pt x="2107" y="442"/>
                        <a:pt x="2137" y="412"/>
                      </a:cubicBezTo>
                      <a:cubicBezTo>
                        <a:pt x="2137" y="412"/>
                        <a:pt x="1725" y="103"/>
                        <a:pt x="108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0" name="Google Shape;1300;p38"/>
                <p:cNvSpPr/>
                <p:nvPr/>
              </p:nvSpPr>
              <p:spPr>
                <a:xfrm>
                  <a:off x="10422575" y="3449600"/>
                  <a:ext cx="72750" cy="4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0" h="1828" extrusionOk="0">
                      <a:moveTo>
                        <a:pt x="747" y="335"/>
                      </a:moveTo>
                      <a:cubicBezTo>
                        <a:pt x="979" y="438"/>
                        <a:pt x="1185" y="541"/>
                        <a:pt x="1288" y="541"/>
                      </a:cubicBezTo>
                      <a:cubicBezTo>
                        <a:pt x="1622" y="773"/>
                        <a:pt x="1931" y="979"/>
                        <a:pt x="2137" y="1184"/>
                      </a:cubicBezTo>
                      <a:cubicBezTo>
                        <a:pt x="2361" y="1356"/>
                        <a:pt x="2524" y="1520"/>
                        <a:pt x="2630" y="1640"/>
                      </a:cubicBezTo>
                      <a:lnTo>
                        <a:pt x="2630" y="1640"/>
                      </a:lnTo>
                      <a:cubicBezTo>
                        <a:pt x="2398" y="1572"/>
                        <a:pt x="2171" y="1519"/>
                        <a:pt x="1931" y="1519"/>
                      </a:cubicBezTo>
                      <a:cubicBezTo>
                        <a:pt x="1622" y="1287"/>
                        <a:pt x="1288" y="1184"/>
                        <a:pt x="1082" y="979"/>
                      </a:cubicBezTo>
                      <a:cubicBezTo>
                        <a:pt x="850" y="876"/>
                        <a:pt x="747" y="773"/>
                        <a:pt x="541" y="644"/>
                      </a:cubicBezTo>
                      <a:cubicBezTo>
                        <a:pt x="439" y="644"/>
                        <a:pt x="439" y="541"/>
                        <a:pt x="336" y="438"/>
                      </a:cubicBezTo>
                      <a:lnTo>
                        <a:pt x="336" y="335"/>
                      </a:lnTo>
                      <a:close/>
                      <a:moveTo>
                        <a:pt x="541" y="0"/>
                      </a:moveTo>
                      <a:cubicBezTo>
                        <a:pt x="336" y="0"/>
                        <a:pt x="207" y="0"/>
                        <a:pt x="104" y="129"/>
                      </a:cubicBezTo>
                      <a:cubicBezTo>
                        <a:pt x="1" y="335"/>
                        <a:pt x="1" y="541"/>
                        <a:pt x="104" y="644"/>
                      </a:cubicBezTo>
                      <a:cubicBezTo>
                        <a:pt x="104" y="773"/>
                        <a:pt x="207" y="876"/>
                        <a:pt x="336" y="876"/>
                      </a:cubicBezTo>
                      <a:cubicBezTo>
                        <a:pt x="850" y="1287"/>
                        <a:pt x="1288" y="1519"/>
                        <a:pt x="1931" y="1725"/>
                      </a:cubicBezTo>
                      <a:cubicBezTo>
                        <a:pt x="2034" y="1776"/>
                        <a:pt x="2195" y="1802"/>
                        <a:pt x="2372" y="1802"/>
                      </a:cubicBezTo>
                      <a:cubicBezTo>
                        <a:pt x="2491" y="1802"/>
                        <a:pt x="2616" y="1791"/>
                        <a:pt x="2736" y="1768"/>
                      </a:cubicBezTo>
                      <a:lnTo>
                        <a:pt x="2736" y="1768"/>
                      </a:lnTo>
                      <a:cubicBezTo>
                        <a:pt x="2766" y="1806"/>
                        <a:pt x="2781" y="1828"/>
                        <a:pt x="2781" y="1828"/>
                      </a:cubicBezTo>
                      <a:cubicBezTo>
                        <a:pt x="2815" y="1828"/>
                        <a:pt x="2831" y="1799"/>
                        <a:pt x="2828" y="1747"/>
                      </a:cubicBezTo>
                      <a:lnTo>
                        <a:pt x="2828" y="1747"/>
                      </a:lnTo>
                      <a:cubicBezTo>
                        <a:pt x="2856" y="1741"/>
                        <a:pt x="2883" y="1733"/>
                        <a:pt x="2909" y="1725"/>
                      </a:cubicBezTo>
                      <a:cubicBezTo>
                        <a:pt x="2880" y="1716"/>
                        <a:pt x="2850" y="1707"/>
                        <a:pt x="2821" y="1698"/>
                      </a:cubicBezTo>
                      <a:lnTo>
                        <a:pt x="2821" y="1698"/>
                      </a:lnTo>
                      <a:cubicBezTo>
                        <a:pt x="2788" y="1542"/>
                        <a:pt x="2639" y="1266"/>
                        <a:pt x="2369" y="979"/>
                      </a:cubicBezTo>
                      <a:cubicBezTo>
                        <a:pt x="2034" y="773"/>
                        <a:pt x="1828" y="541"/>
                        <a:pt x="1494" y="335"/>
                      </a:cubicBezTo>
                      <a:cubicBezTo>
                        <a:pt x="1288" y="232"/>
                        <a:pt x="1082" y="129"/>
                        <a:pt x="85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1" name="Google Shape;1301;p38"/>
                <p:cNvSpPr/>
                <p:nvPr/>
              </p:nvSpPr>
              <p:spPr>
                <a:xfrm>
                  <a:off x="10484350" y="3420650"/>
                  <a:ext cx="43150" cy="7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6" h="3089" extrusionOk="0">
                      <a:moveTo>
                        <a:pt x="1288" y="0"/>
                      </a:moveTo>
                      <a:cubicBezTo>
                        <a:pt x="953" y="0"/>
                        <a:pt x="747" y="206"/>
                        <a:pt x="644" y="412"/>
                      </a:cubicBezTo>
                      <a:cubicBezTo>
                        <a:pt x="541" y="644"/>
                        <a:pt x="438" y="850"/>
                        <a:pt x="310" y="1055"/>
                      </a:cubicBezTo>
                      <a:cubicBezTo>
                        <a:pt x="207" y="1390"/>
                        <a:pt x="104" y="1699"/>
                        <a:pt x="104" y="2137"/>
                      </a:cubicBezTo>
                      <a:cubicBezTo>
                        <a:pt x="1" y="2445"/>
                        <a:pt x="104" y="2780"/>
                        <a:pt x="207" y="3089"/>
                      </a:cubicBezTo>
                      <a:cubicBezTo>
                        <a:pt x="310" y="3089"/>
                        <a:pt x="207" y="2677"/>
                        <a:pt x="310" y="2137"/>
                      </a:cubicBezTo>
                      <a:cubicBezTo>
                        <a:pt x="310" y="1802"/>
                        <a:pt x="438" y="1493"/>
                        <a:pt x="644" y="1158"/>
                      </a:cubicBezTo>
                      <a:cubicBezTo>
                        <a:pt x="644" y="953"/>
                        <a:pt x="747" y="850"/>
                        <a:pt x="850" y="644"/>
                      </a:cubicBezTo>
                      <a:cubicBezTo>
                        <a:pt x="953" y="515"/>
                        <a:pt x="1185" y="412"/>
                        <a:pt x="1288" y="309"/>
                      </a:cubicBezTo>
                      <a:cubicBezTo>
                        <a:pt x="1288" y="309"/>
                        <a:pt x="1391" y="515"/>
                        <a:pt x="1391" y="747"/>
                      </a:cubicBezTo>
                      <a:lnTo>
                        <a:pt x="1391" y="1287"/>
                      </a:lnTo>
                      <a:cubicBezTo>
                        <a:pt x="1288" y="1596"/>
                        <a:pt x="1185" y="1931"/>
                        <a:pt x="953" y="2239"/>
                      </a:cubicBezTo>
                      <a:cubicBezTo>
                        <a:pt x="644" y="2677"/>
                        <a:pt x="310" y="2780"/>
                        <a:pt x="310" y="2883"/>
                      </a:cubicBezTo>
                      <a:cubicBezTo>
                        <a:pt x="310" y="2883"/>
                        <a:pt x="747" y="2780"/>
                        <a:pt x="1185" y="2342"/>
                      </a:cubicBezTo>
                      <a:cubicBezTo>
                        <a:pt x="1391" y="2034"/>
                        <a:pt x="1597" y="1699"/>
                        <a:pt x="1725" y="1390"/>
                      </a:cubicBezTo>
                      <a:lnTo>
                        <a:pt x="1725" y="747"/>
                      </a:lnTo>
                      <a:lnTo>
                        <a:pt x="1725" y="309"/>
                      </a:lnTo>
                      <a:cubicBezTo>
                        <a:pt x="1597" y="206"/>
                        <a:pt x="1494" y="0"/>
                        <a:pt x="128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2" name="Google Shape;1302;p38"/>
                <p:cNvSpPr/>
                <p:nvPr/>
              </p:nvSpPr>
              <p:spPr>
                <a:xfrm>
                  <a:off x="9854400" y="942450"/>
                  <a:ext cx="15832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33" h="7530" extrusionOk="0">
                      <a:moveTo>
                        <a:pt x="3013" y="1"/>
                      </a:moveTo>
                      <a:cubicBezTo>
                        <a:pt x="1787" y="1"/>
                        <a:pt x="704" y="909"/>
                        <a:pt x="310" y="2068"/>
                      </a:cubicBezTo>
                      <a:cubicBezTo>
                        <a:pt x="1" y="3458"/>
                        <a:pt x="413" y="4848"/>
                        <a:pt x="1288" y="5929"/>
                      </a:cubicBezTo>
                      <a:cubicBezTo>
                        <a:pt x="1993" y="6720"/>
                        <a:pt x="2344" y="7529"/>
                        <a:pt x="3549" y="7529"/>
                      </a:cubicBezTo>
                      <a:cubicBezTo>
                        <a:pt x="3795" y="7529"/>
                        <a:pt x="4076" y="7496"/>
                        <a:pt x="4402" y="7422"/>
                      </a:cubicBezTo>
                      <a:cubicBezTo>
                        <a:pt x="5251" y="6984"/>
                        <a:pt x="5895" y="6341"/>
                        <a:pt x="6101" y="5491"/>
                      </a:cubicBezTo>
                      <a:cubicBezTo>
                        <a:pt x="6332" y="4539"/>
                        <a:pt x="6332" y="3664"/>
                        <a:pt x="6101" y="2815"/>
                      </a:cubicBezTo>
                      <a:cubicBezTo>
                        <a:pt x="5689" y="1528"/>
                        <a:pt x="4814" y="241"/>
                        <a:pt x="3424" y="35"/>
                      </a:cubicBezTo>
                      <a:cubicBezTo>
                        <a:pt x="3286" y="12"/>
                        <a:pt x="3149" y="1"/>
                        <a:pt x="301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3" name="Google Shape;1303;p38"/>
                <p:cNvSpPr/>
                <p:nvPr/>
              </p:nvSpPr>
              <p:spPr>
                <a:xfrm>
                  <a:off x="9886575" y="1059100"/>
                  <a:ext cx="174400" cy="10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6" h="4378" extrusionOk="0">
                      <a:moveTo>
                        <a:pt x="5278" y="0"/>
                      </a:moveTo>
                      <a:cubicBezTo>
                        <a:pt x="5093" y="0"/>
                        <a:pt x="4902" y="26"/>
                        <a:pt x="4711" y="79"/>
                      </a:cubicBezTo>
                      <a:cubicBezTo>
                        <a:pt x="4067" y="388"/>
                        <a:pt x="3759" y="1366"/>
                        <a:pt x="2986" y="1675"/>
                      </a:cubicBezTo>
                      <a:cubicBezTo>
                        <a:pt x="2850" y="1712"/>
                        <a:pt x="2710" y="1727"/>
                        <a:pt x="2570" y="1727"/>
                      </a:cubicBezTo>
                      <a:cubicBezTo>
                        <a:pt x="2060" y="1727"/>
                        <a:pt x="1538" y="1533"/>
                        <a:pt x="1085" y="1533"/>
                      </a:cubicBezTo>
                      <a:cubicBezTo>
                        <a:pt x="888" y="1533"/>
                        <a:pt x="705" y="1570"/>
                        <a:pt x="541" y="1675"/>
                      </a:cubicBezTo>
                      <a:cubicBezTo>
                        <a:pt x="207" y="1906"/>
                        <a:pt x="1" y="2215"/>
                        <a:pt x="1" y="2653"/>
                      </a:cubicBezTo>
                      <a:cubicBezTo>
                        <a:pt x="104" y="2962"/>
                        <a:pt x="541" y="3940"/>
                        <a:pt x="850" y="4043"/>
                      </a:cubicBezTo>
                      <a:lnTo>
                        <a:pt x="2986" y="4377"/>
                      </a:lnTo>
                      <a:cubicBezTo>
                        <a:pt x="3759" y="4377"/>
                        <a:pt x="4402" y="4146"/>
                        <a:pt x="5045" y="3940"/>
                      </a:cubicBezTo>
                      <a:cubicBezTo>
                        <a:pt x="5689" y="3734"/>
                        <a:pt x="6204" y="3193"/>
                        <a:pt x="6641" y="2653"/>
                      </a:cubicBezTo>
                      <a:cubicBezTo>
                        <a:pt x="6976" y="2009"/>
                        <a:pt x="6976" y="1263"/>
                        <a:pt x="6538" y="619"/>
                      </a:cubicBezTo>
                      <a:cubicBezTo>
                        <a:pt x="6289" y="217"/>
                        <a:pt x="5813" y="0"/>
                        <a:pt x="5278" y="0"/>
                      </a:cubicBezTo>
                      <a:close/>
                    </a:path>
                  </a:pathLst>
                </a:custGeom>
                <a:solidFill>
                  <a:srgbClr val="E5FF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4" name="Google Shape;1304;p38"/>
                <p:cNvSpPr/>
                <p:nvPr/>
              </p:nvSpPr>
              <p:spPr>
                <a:xfrm>
                  <a:off x="9900100" y="1097725"/>
                  <a:ext cx="26400" cy="5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" h="2395" extrusionOk="0">
                      <a:moveTo>
                        <a:pt x="705" y="1"/>
                      </a:moveTo>
                      <a:cubicBezTo>
                        <a:pt x="612" y="1"/>
                        <a:pt x="476" y="27"/>
                        <a:pt x="309" y="130"/>
                      </a:cubicBezTo>
                      <a:cubicBezTo>
                        <a:pt x="206" y="258"/>
                        <a:pt x="103" y="361"/>
                        <a:pt x="103" y="567"/>
                      </a:cubicBezTo>
                      <a:cubicBezTo>
                        <a:pt x="0" y="773"/>
                        <a:pt x="103" y="1005"/>
                        <a:pt x="103" y="1211"/>
                      </a:cubicBezTo>
                      <a:cubicBezTo>
                        <a:pt x="206" y="1545"/>
                        <a:pt x="412" y="1854"/>
                        <a:pt x="644" y="2189"/>
                      </a:cubicBezTo>
                      <a:cubicBezTo>
                        <a:pt x="850" y="2395"/>
                        <a:pt x="1055" y="2395"/>
                        <a:pt x="1055" y="2395"/>
                      </a:cubicBezTo>
                      <a:cubicBezTo>
                        <a:pt x="747" y="2060"/>
                        <a:pt x="515" y="1648"/>
                        <a:pt x="309" y="1108"/>
                      </a:cubicBezTo>
                      <a:cubicBezTo>
                        <a:pt x="206" y="902"/>
                        <a:pt x="206" y="464"/>
                        <a:pt x="412" y="258"/>
                      </a:cubicBezTo>
                      <a:cubicBezTo>
                        <a:pt x="644" y="27"/>
                        <a:pt x="747" y="27"/>
                        <a:pt x="850" y="27"/>
                      </a:cubicBezTo>
                      <a:cubicBezTo>
                        <a:pt x="850" y="27"/>
                        <a:pt x="798" y="1"/>
                        <a:pt x="705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5" name="Google Shape;1305;p38"/>
                <p:cNvSpPr/>
                <p:nvPr/>
              </p:nvSpPr>
              <p:spPr>
                <a:xfrm>
                  <a:off x="9940000" y="1100950"/>
                  <a:ext cx="24475" cy="5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9" h="2369" extrusionOk="0">
                      <a:moveTo>
                        <a:pt x="541" y="1"/>
                      </a:moveTo>
                      <a:cubicBezTo>
                        <a:pt x="438" y="1"/>
                        <a:pt x="335" y="1"/>
                        <a:pt x="206" y="335"/>
                      </a:cubicBezTo>
                      <a:cubicBezTo>
                        <a:pt x="0" y="541"/>
                        <a:pt x="0" y="979"/>
                        <a:pt x="206" y="1288"/>
                      </a:cubicBezTo>
                      <a:cubicBezTo>
                        <a:pt x="335" y="1519"/>
                        <a:pt x="541" y="1828"/>
                        <a:pt x="746" y="2060"/>
                      </a:cubicBezTo>
                      <a:cubicBezTo>
                        <a:pt x="849" y="2266"/>
                        <a:pt x="978" y="2369"/>
                        <a:pt x="978" y="2369"/>
                      </a:cubicBezTo>
                      <a:cubicBezTo>
                        <a:pt x="978" y="2369"/>
                        <a:pt x="978" y="2163"/>
                        <a:pt x="849" y="1931"/>
                      </a:cubicBezTo>
                      <a:cubicBezTo>
                        <a:pt x="746" y="1725"/>
                        <a:pt x="541" y="1519"/>
                        <a:pt x="438" y="1185"/>
                      </a:cubicBezTo>
                      <a:cubicBezTo>
                        <a:pt x="335" y="876"/>
                        <a:pt x="206" y="644"/>
                        <a:pt x="335" y="335"/>
                      </a:cubicBezTo>
                      <a:cubicBezTo>
                        <a:pt x="438" y="129"/>
                        <a:pt x="541" y="1"/>
                        <a:pt x="54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6" name="Google Shape;1306;p38"/>
                <p:cNvSpPr/>
                <p:nvPr/>
              </p:nvSpPr>
              <p:spPr>
                <a:xfrm>
                  <a:off x="9974725" y="1087425"/>
                  <a:ext cx="29625" cy="5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5" h="2267" extrusionOk="0">
                      <a:moveTo>
                        <a:pt x="113" y="0"/>
                      </a:moveTo>
                      <a:cubicBezTo>
                        <a:pt x="36" y="0"/>
                        <a:pt x="1" y="69"/>
                        <a:pt x="1" y="130"/>
                      </a:cubicBezTo>
                      <a:cubicBezTo>
                        <a:pt x="1" y="130"/>
                        <a:pt x="104" y="130"/>
                        <a:pt x="335" y="233"/>
                      </a:cubicBezTo>
                      <a:cubicBezTo>
                        <a:pt x="438" y="439"/>
                        <a:pt x="644" y="670"/>
                        <a:pt x="747" y="979"/>
                      </a:cubicBezTo>
                      <a:cubicBezTo>
                        <a:pt x="979" y="1623"/>
                        <a:pt x="979" y="2266"/>
                        <a:pt x="1082" y="2266"/>
                      </a:cubicBezTo>
                      <a:cubicBezTo>
                        <a:pt x="1185" y="1829"/>
                        <a:pt x="1082" y="1314"/>
                        <a:pt x="876" y="876"/>
                      </a:cubicBezTo>
                      <a:cubicBezTo>
                        <a:pt x="876" y="542"/>
                        <a:pt x="644" y="336"/>
                        <a:pt x="335" y="130"/>
                      </a:cubicBezTo>
                      <a:cubicBezTo>
                        <a:pt x="240" y="34"/>
                        <a:pt x="166" y="0"/>
                        <a:pt x="11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7" name="Google Shape;1307;p38"/>
                <p:cNvSpPr/>
                <p:nvPr/>
              </p:nvSpPr>
              <p:spPr>
                <a:xfrm>
                  <a:off x="9999175" y="1062925"/>
                  <a:ext cx="48300" cy="7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2" h="2809" extrusionOk="0">
                      <a:moveTo>
                        <a:pt x="357" y="0"/>
                      </a:moveTo>
                      <a:cubicBezTo>
                        <a:pt x="133" y="0"/>
                        <a:pt x="1" y="132"/>
                        <a:pt x="1" y="132"/>
                      </a:cubicBezTo>
                      <a:cubicBezTo>
                        <a:pt x="104" y="80"/>
                        <a:pt x="181" y="55"/>
                        <a:pt x="262" y="55"/>
                      </a:cubicBezTo>
                      <a:cubicBezTo>
                        <a:pt x="342" y="55"/>
                        <a:pt x="426" y="80"/>
                        <a:pt x="541" y="132"/>
                      </a:cubicBezTo>
                      <a:cubicBezTo>
                        <a:pt x="850" y="363"/>
                        <a:pt x="1185" y="672"/>
                        <a:pt x="1391" y="1007"/>
                      </a:cubicBezTo>
                      <a:cubicBezTo>
                        <a:pt x="1597" y="1650"/>
                        <a:pt x="1828" y="2165"/>
                        <a:pt x="1828" y="2809"/>
                      </a:cubicBezTo>
                      <a:cubicBezTo>
                        <a:pt x="1931" y="2603"/>
                        <a:pt x="1931" y="2397"/>
                        <a:pt x="1931" y="2165"/>
                      </a:cubicBezTo>
                      <a:cubicBezTo>
                        <a:pt x="1931" y="1753"/>
                        <a:pt x="1828" y="1316"/>
                        <a:pt x="1597" y="878"/>
                      </a:cubicBezTo>
                      <a:cubicBezTo>
                        <a:pt x="1391" y="569"/>
                        <a:pt x="953" y="132"/>
                        <a:pt x="541" y="29"/>
                      </a:cubicBezTo>
                      <a:cubicBezTo>
                        <a:pt x="475" y="8"/>
                        <a:pt x="413" y="0"/>
                        <a:pt x="357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8" name="Google Shape;1308;p38"/>
                <p:cNvSpPr/>
                <p:nvPr/>
              </p:nvSpPr>
              <p:spPr>
                <a:xfrm>
                  <a:off x="10082200" y="1232875"/>
                  <a:ext cx="268350" cy="63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34" h="25405" extrusionOk="0">
                      <a:moveTo>
                        <a:pt x="8674" y="0"/>
                      </a:moveTo>
                      <a:lnTo>
                        <a:pt x="644" y="13822"/>
                      </a:lnTo>
                      <a:lnTo>
                        <a:pt x="0" y="25404"/>
                      </a:lnTo>
                      <a:lnTo>
                        <a:pt x="0" y="25404"/>
                      </a:lnTo>
                      <a:lnTo>
                        <a:pt x="2471" y="24864"/>
                      </a:lnTo>
                      <a:lnTo>
                        <a:pt x="3115" y="21234"/>
                      </a:lnTo>
                      <a:cubicBezTo>
                        <a:pt x="3758" y="20359"/>
                        <a:pt x="4299" y="19407"/>
                        <a:pt x="5045" y="18661"/>
                      </a:cubicBezTo>
                      <a:cubicBezTo>
                        <a:pt x="5791" y="18017"/>
                        <a:pt x="6641" y="17477"/>
                        <a:pt x="7516" y="16936"/>
                      </a:cubicBezTo>
                      <a:cubicBezTo>
                        <a:pt x="8262" y="16293"/>
                        <a:pt x="9009" y="15443"/>
                        <a:pt x="9009" y="14465"/>
                      </a:cubicBezTo>
                      <a:cubicBezTo>
                        <a:pt x="9009" y="13384"/>
                        <a:pt x="8365" y="12432"/>
                        <a:pt x="8365" y="11351"/>
                      </a:cubicBezTo>
                      <a:cubicBezTo>
                        <a:pt x="8365" y="9420"/>
                        <a:pt x="10502" y="8031"/>
                        <a:pt x="10605" y="6100"/>
                      </a:cubicBezTo>
                      <a:cubicBezTo>
                        <a:pt x="10733" y="5019"/>
                        <a:pt x="10090" y="4067"/>
                        <a:pt x="9549" y="3089"/>
                      </a:cubicBezTo>
                      <a:cubicBezTo>
                        <a:pt x="8906" y="2136"/>
                        <a:pt x="8468" y="1055"/>
                        <a:pt x="867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9" name="Google Shape;1309;p38"/>
                <p:cNvSpPr/>
                <p:nvPr/>
              </p:nvSpPr>
              <p:spPr>
                <a:xfrm>
                  <a:off x="9841425" y="1075675"/>
                  <a:ext cx="460850" cy="30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34" h="12111" extrusionOk="0">
                      <a:moveTo>
                        <a:pt x="12224" y="0"/>
                      </a:moveTo>
                      <a:cubicBezTo>
                        <a:pt x="11034" y="0"/>
                        <a:pt x="9831" y="332"/>
                        <a:pt x="8782" y="1012"/>
                      </a:cubicBezTo>
                      <a:cubicBezTo>
                        <a:pt x="8138" y="1552"/>
                        <a:pt x="7495" y="2196"/>
                        <a:pt x="6620" y="2530"/>
                      </a:cubicBezTo>
                      <a:cubicBezTo>
                        <a:pt x="5770" y="2942"/>
                        <a:pt x="4689" y="2839"/>
                        <a:pt x="3737" y="3071"/>
                      </a:cubicBezTo>
                      <a:cubicBezTo>
                        <a:pt x="2759" y="3174"/>
                        <a:pt x="1704" y="3817"/>
                        <a:pt x="1575" y="4770"/>
                      </a:cubicBezTo>
                      <a:lnTo>
                        <a:pt x="185" y="10458"/>
                      </a:lnTo>
                      <a:cubicBezTo>
                        <a:pt x="0" y="11336"/>
                        <a:pt x="936" y="12110"/>
                        <a:pt x="1818" y="12110"/>
                      </a:cubicBezTo>
                      <a:cubicBezTo>
                        <a:pt x="1919" y="12110"/>
                        <a:pt x="2018" y="12100"/>
                        <a:pt x="2116" y="12079"/>
                      </a:cubicBezTo>
                      <a:cubicBezTo>
                        <a:pt x="3197" y="11951"/>
                        <a:pt x="3943" y="11204"/>
                        <a:pt x="4586" y="10458"/>
                      </a:cubicBezTo>
                      <a:cubicBezTo>
                        <a:pt x="5333" y="9711"/>
                        <a:pt x="5976" y="8862"/>
                        <a:pt x="6851" y="8424"/>
                      </a:cubicBezTo>
                      <a:cubicBezTo>
                        <a:pt x="7319" y="8236"/>
                        <a:pt x="7797" y="8158"/>
                        <a:pt x="8280" y="8158"/>
                      </a:cubicBezTo>
                      <a:cubicBezTo>
                        <a:pt x="9446" y="8158"/>
                        <a:pt x="10639" y="8613"/>
                        <a:pt x="11768" y="9068"/>
                      </a:cubicBezTo>
                      <a:cubicBezTo>
                        <a:pt x="12765" y="9490"/>
                        <a:pt x="13884" y="9913"/>
                        <a:pt x="14964" y="9913"/>
                      </a:cubicBezTo>
                      <a:cubicBezTo>
                        <a:pt x="15530" y="9913"/>
                        <a:pt x="16085" y="9797"/>
                        <a:pt x="16606" y="9505"/>
                      </a:cubicBezTo>
                      <a:cubicBezTo>
                        <a:pt x="17893" y="8733"/>
                        <a:pt x="18434" y="7240"/>
                        <a:pt x="18305" y="5748"/>
                      </a:cubicBezTo>
                      <a:cubicBezTo>
                        <a:pt x="18305" y="4667"/>
                        <a:pt x="17893" y="3586"/>
                        <a:pt x="17250" y="2633"/>
                      </a:cubicBezTo>
                      <a:cubicBezTo>
                        <a:pt x="16112" y="903"/>
                        <a:pt x="14186" y="0"/>
                        <a:pt x="1222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0" name="Google Shape;1310;p38"/>
                <p:cNvSpPr/>
                <p:nvPr/>
              </p:nvSpPr>
              <p:spPr>
                <a:xfrm>
                  <a:off x="9838325" y="1205850"/>
                  <a:ext cx="463950" cy="69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58" h="27989" extrusionOk="0">
                      <a:moveTo>
                        <a:pt x="14465" y="0"/>
                      </a:moveTo>
                      <a:lnTo>
                        <a:pt x="5457" y="541"/>
                      </a:lnTo>
                      <a:cubicBezTo>
                        <a:pt x="5396" y="533"/>
                        <a:pt x="5337" y="530"/>
                        <a:pt x="5277" y="530"/>
                      </a:cubicBezTo>
                      <a:cubicBezTo>
                        <a:pt x="4505" y="530"/>
                        <a:pt x="3854" y="1134"/>
                        <a:pt x="3758" y="1828"/>
                      </a:cubicBezTo>
                      <a:lnTo>
                        <a:pt x="412" y="24014"/>
                      </a:lnTo>
                      <a:cubicBezTo>
                        <a:pt x="0" y="26588"/>
                        <a:pt x="3629" y="27463"/>
                        <a:pt x="6435" y="27978"/>
                      </a:cubicBezTo>
                      <a:lnTo>
                        <a:pt x="6538" y="27669"/>
                      </a:lnTo>
                      <a:cubicBezTo>
                        <a:pt x="7493" y="27855"/>
                        <a:pt x="8132" y="27989"/>
                        <a:pt x="8581" y="27989"/>
                      </a:cubicBezTo>
                      <a:cubicBezTo>
                        <a:pt x="9440" y="27989"/>
                        <a:pt x="9606" y="27499"/>
                        <a:pt x="9961" y="25945"/>
                      </a:cubicBezTo>
                      <a:cubicBezTo>
                        <a:pt x="10836" y="21775"/>
                        <a:pt x="11042" y="20256"/>
                        <a:pt x="11042" y="20256"/>
                      </a:cubicBezTo>
                      <a:cubicBezTo>
                        <a:pt x="11042" y="20256"/>
                        <a:pt x="11053" y="20257"/>
                        <a:pt x="11074" y="20257"/>
                      </a:cubicBezTo>
                      <a:cubicBezTo>
                        <a:pt x="11442" y="20257"/>
                        <a:pt x="14886" y="20142"/>
                        <a:pt x="16396" y="15881"/>
                      </a:cubicBezTo>
                      <a:cubicBezTo>
                        <a:pt x="17142" y="13616"/>
                        <a:pt x="17786" y="9858"/>
                        <a:pt x="18120" y="6744"/>
                      </a:cubicBezTo>
                      <a:cubicBezTo>
                        <a:pt x="18558" y="3964"/>
                        <a:pt x="17374" y="206"/>
                        <a:pt x="14465" y="0"/>
                      </a:cubicBezTo>
                      <a:close/>
                    </a:path>
                  </a:pathLst>
                </a:custGeom>
                <a:solidFill>
                  <a:srgbClr val="FFBE9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1" name="Google Shape;1311;p38"/>
                <p:cNvSpPr/>
                <p:nvPr/>
              </p:nvSpPr>
              <p:spPr>
                <a:xfrm>
                  <a:off x="10226975" y="1419450"/>
                  <a:ext cx="32200" cy="3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8" h="1211" extrusionOk="0">
                      <a:moveTo>
                        <a:pt x="584" y="0"/>
                      </a:moveTo>
                      <a:cubicBezTo>
                        <a:pt x="331" y="0"/>
                        <a:pt x="103" y="189"/>
                        <a:pt x="103" y="465"/>
                      </a:cubicBezTo>
                      <a:lnTo>
                        <a:pt x="103" y="568"/>
                      </a:lnTo>
                      <a:cubicBezTo>
                        <a:pt x="0" y="902"/>
                        <a:pt x="206" y="1108"/>
                        <a:pt x="541" y="1211"/>
                      </a:cubicBezTo>
                      <a:cubicBezTo>
                        <a:pt x="850" y="1211"/>
                        <a:pt x="1184" y="1005"/>
                        <a:pt x="1287" y="670"/>
                      </a:cubicBezTo>
                      <a:cubicBezTo>
                        <a:pt x="1287" y="362"/>
                        <a:pt x="1081" y="27"/>
                        <a:pt x="747" y="27"/>
                      </a:cubicBezTo>
                      <a:cubicBezTo>
                        <a:pt x="693" y="9"/>
                        <a:pt x="638" y="0"/>
                        <a:pt x="58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2" name="Google Shape;1312;p38"/>
                <p:cNvSpPr/>
                <p:nvPr/>
              </p:nvSpPr>
              <p:spPr>
                <a:xfrm>
                  <a:off x="10202525" y="1397800"/>
                  <a:ext cx="61800" cy="2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2" h="894" extrusionOk="0">
                      <a:moveTo>
                        <a:pt x="1104" y="1"/>
                      </a:moveTo>
                      <a:cubicBezTo>
                        <a:pt x="845" y="1"/>
                        <a:pt x="584" y="74"/>
                        <a:pt x="438" y="147"/>
                      </a:cubicBezTo>
                      <a:cubicBezTo>
                        <a:pt x="129" y="250"/>
                        <a:pt x="0" y="250"/>
                        <a:pt x="129" y="353"/>
                      </a:cubicBezTo>
                      <a:cubicBezTo>
                        <a:pt x="129" y="382"/>
                        <a:pt x="156" y="393"/>
                        <a:pt x="206" y="393"/>
                      </a:cubicBezTo>
                      <a:cubicBezTo>
                        <a:pt x="330" y="393"/>
                        <a:pt x="598" y="325"/>
                        <a:pt x="933" y="325"/>
                      </a:cubicBezTo>
                      <a:cubicBezTo>
                        <a:pt x="1045" y="325"/>
                        <a:pt x="1164" y="333"/>
                        <a:pt x="1287" y="353"/>
                      </a:cubicBezTo>
                      <a:cubicBezTo>
                        <a:pt x="1931" y="584"/>
                        <a:pt x="2368" y="893"/>
                        <a:pt x="2368" y="893"/>
                      </a:cubicBezTo>
                      <a:cubicBezTo>
                        <a:pt x="2471" y="893"/>
                        <a:pt x="2368" y="687"/>
                        <a:pt x="2265" y="481"/>
                      </a:cubicBezTo>
                      <a:cubicBezTo>
                        <a:pt x="2059" y="250"/>
                        <a:pt x="1725" y="44"/>
                        <a:pt x="1416" y="44"/>
                      </a:cubicBezTo>
                      <a:cubicBezTo>
                        <a:pt x="1318" y="13"/>
                        <a:pt x="1211" y="1"/>
                        <a:pt x="110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3" name="Google Shape;1313;p38"/>
                <p:cNvSpPr/>
                <p:nvPr/>
              </p:nvSpPr>
              <p:spPr>
                <a:xfrm>
                  <a:off x="10068675" y="1393725"/>
                  <a:ext cx="32200" cy="28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8" h="1159" extrusionOk="0">
                      <a:moveTo>
                        <a:pt x="644" y="1"/>
                      </a:moveTo>
                      <a:cubicBezTo>
                        <a:pt x="335" y="1"/>
                        <a:pt x="104" y="207"/>
                        <a:pt x="1" y="516"/>
                      </a:cubicBezTo>
                      <a:cubicBezTo>
                        <a:pt x="1" y="850"/>
                        <a:pt x="207" y="1056"/>
                        <a:pt x="541" y="1159"/>
                      </a:cubicBezTo>
                      <a:cubicBezTo>
                        <a:pt x="850" y="1159"/>
                        <a:pt x="1185" y="953"/>
                        <a:pt x="1185" y="644"/>
                      </a:cubicBezTo>
                      <a:cubicBezTo>
                        <a:pt x="1288" y="310"/>
                        <a:pt x="979" y="1"/>
                        <a:pt x="64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4" name="Google Shape;1314;p38"/>
                <p:cNvSpPr/>
                <p:nvPr/>
              </p:nvSpPr>
              <p:spPr>
                <a:xfrm>
                  <a:off x="10047450" y="1370775"/>
                  <a:ext cx="58575" cy="2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" h="935" extrusionOk="0">
                      <a:moveTo>
                        <a:pt x="999" y="1"/>
                      </a:moveTo>
                      <a:cubicBezTo>
                        <a:pt x="770" y="1"/>
                        <a:pt x="546" y="74"/>
                        <a:pt x="309" y="147"/>
                      </a:cubicBezTo>
                      <a:cubicBezTo>
                        <a:pt x="103" y="275"/>
                        <a:pt x="0" y="378"/>
                        <a:pt x="0" y="481"/>
                      </a:cubicBezTo>
                      <a:cubicBezTo>
                        <a:pt x="16" y="497"/>
                        <a:pt x="41" y="503"/>
                        <a:pt x="75" y="503"/>
                      </a:cubicBezTo>
                      <a:cubicBezTo>
                        <a:pt x="207" y="503"/>
                        <a:pt x="468" y="409"/>
                        <a:pt x="768" y="409"/>
                      </a:cubicBezTo>
                      <a:cubicBezTo>
                        <a:pt x="902" y="409"/>
                        <a:pt x="1043" y="427"/>
                        <a:pt x="1184" y="481"/>
                      </a:cubicBezTo>
                      <a:cubicBezTo>
                        <a:pt x="1761" y="573"/>
                        <a:pt x="2151" y="934"/>
                        <a:pt x="2301" y="934"/>
                      </a:cubicBezTo>
                      <a:cubicBezTo>
                        <a:pt x="2318" y="934"/>
                        <a:pt x="2332" y="929"/>
                        <a:pt x="2343" y="919"/>
                      </a:cubicBezTo>
                      <a:cubicBezTo>
                        <a:pt x="2343" y="919"/>
                        <a:pt x="2343" y="687"/>
                        <a:pt x="2137" y="481"/>
                      </a:cubicBezTo>
                      <a:cubicBezTo>
                        <a:pt x="1931" y="275"/>
                        <a:pt x="1596" y="147"/>
                        <a:pt x="1287" y="44"/>
                      </a:cubicBezTo>
                      <a:cubicBezTo>
                        <a:pt x="1189" y="13"/>
                        <a:pt x="1093" y="1"/>
                        <a:pt x="9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5" name="Google Shape;1315;p38"/>
                <p:cNvSpPr/>
                <p:nvPr/>
              </p:nvSpPr>
              <p:spPr>
                <a:xfrm>
                  <a:off x="10141400" y="1387950"/>
                  <a:ext cx="42475" cy="13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9" h="5586" extrusionOk="0">
                      <a:moveTo>
                        <a:pt x="747" y="0"/>
                      </a:moveTo>
                      <a:cubicBezTo>
                        <a:pt x="644" y="0"/>
                        <a:pt x="850" y="1519"/>
                        <a:pt x="1158" y="3449"/>
                      </a:cubicBezTo>
                      <a:lnTo>
                        <a:pt x="1390" y="4736"/>
                      </a:lnTo>
                      <a:cubicBezTo>
                        <a:pt x="1493" y="4942"/>
                        <a:pt x="1493" y="5148"/>
                        <a:pt x="1390" y="5251"/>
                      </a:cubicBezTo>
                      <a:cubicBezTo>
                        <a:pt x="1390" y="5379"/>
                        <a:pt x="1287" y="5379"/>
                        <a:pt x="1055" y="5379"/>
                      </a:cubicBezTo>
                      <a:lnTo>
                        <a:pt x="0" y="5379"/>
                      </a:lnTo>
                      <a:cubicBezTo>
                        <a:pt x="309" y="5482"/>
                        <a:pt x="747" y="5585"/>
                        <a:pt x="1055" y="5585"/>
                      </a:cubicBezTo>
                      <a:lnTo>
                        <a:pt x="1390" y="5585"/>
                      </a:lnTo>
                      <a:cubicBezTo>
                        <a:pt x="1493" y="5585"/>
                        <a:pt x="1596" y="5482"/>
                        <a:pt x="1699" y="5379"/>
                      </a:cubicBezTo>
                      <a:lnTo>
                        <a:pt x="1699" y="4736"/>
                      </a:lnTo>
                      <a:cubicBezTo>
                        <a:pt x="1596" y="4298"/>
                        <a:pt x="1596" y="3861"/>
                        <a:pt x="1493" y="3449"/>
                      </a:cubicBezTo>
                      <a:cubicBezTo>
                        <a:pt x="1158" y="1519"/>
                        <a:pt x="850" y="0"/>
                        <a:pt x="747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6" name="Google Shape;1316;p38"/>
                <p:cNvSpPr/>
                <p:nvPr/>
              </p:nvSpPr>
              <p:spPr>
                <a:xfrm>
                  <a:off x="9969575" y="1642750"/>
                  <a:ext cx="147400" cy="9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6" h="3862" extrusionOk="0">
                      <a:moveTo>
                        <a:pt x="1" y="1"/>
                      </a:moveTo>
                      <a:cubicBezTo>
                        <a:pt x="1" y="1"/>
                        <a:pt x="851" y="3424"/>
                        <a:pt x="5586" y="3861"/>
                      </a:cubicBezTo>
                      <a:lnTo>
                        <a:pt x="5895" y="2780"/>
                      </a:lnTo>
                      <a:cubicBezTo>
                        <a:pt x="3656" y="2471"/>
                        <a:pt x="1597" y="1390"/>
                        <a:pt x="1" y="1"/>
                      </a:cubicBezTo>
                      <a:close/>
                    </a:path>
                  </a:pathLst>
                </a:custGeom>
                <a:solidFill>
                  <a:srgbClr val="EB99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7" name="Google Shape;1317;p38"/>
                <p:cNvSpPr/>
                <p:nvPr/>
              </p:nvSpPr>
              <p:spPr>
                <a:xfrm>
                  <a:off x="10077050" y="1543650"/>
                  <a:ext cx="50850" cy="3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4" h="1391" extrusionOk="0">
                      <a:moveTo>
                        <a:pt x="1056" y="1"/>
                      </a:moveTo>
                      <a:cubicBezTo>
                        <a:pt x="747" y="1"/>
                        <a:pt x="515" y="104"/>
                        <a:pt x="206" y="207"/>
                      </a:cubicBezTo>
                      <a:cubicBezTo>
                        <a:pt x="0" y="438"/>
                        <a:pt x="0" y="747"/>
                        <a:pt x="103" y="953"/>
                      </a:cubicBezTo>
                      <a:cubicBezTo>
                        <a:pt x="206" y="1288"/>
                        <a:pt x="515" y="1391"/>
                        <a:pt x="850" y="1391"/>
                      </a:cubicBezTo>
                      <a:cubicBezTo>
                        <a:pt x="1159" y="1288"/>
                        <a:pt x="1493" y="1185"/>
                        <a:pt x="1699" y="1082"/>
                      </a:cubicBezTo>
                      <a:cubicBezTo>
                        <a:pt x="1802" y="953"/>
                        <a:pt x="1931" y="953"/>
                        <a:pt x="2034" y="850"/>
                      </a:cubicBezTo>
                      <a:lnTo>
                        <a:pt x="2034" y="644"/>
                      </a:lnTo>
                      <a:cubicBezTo>
                        <a:pt x="1802" y="310"/>
                        <a:pt x="1493" y="1"/>
                        <a:pt x="1056" y="1"/>
                      </a:cubicBezTo>
                      <a:close/>
                    </a:path>
                  </a:pathLst>
                </a:custGeom>
                <a:solidFill>
                  <a:srgbClr val="EB99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8" name="Google Shape;1318;p38"/>
                <p:cNvSpPr/>
                <p:nvPr/>
              </p:nvSpPr>
              <p:spPr>
                <a:xfrm>
                  <a:off x="10087350" y="1525000"/>
                  <a:ext cx="48275" cy="5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1" h="2137" extrusionOk="0">
                      <a:moveTo>
                        <a:pt x="232" y="0"/>
                      </a:moveTo>
                      <a:cubicBezTo>
                        <a:pt x="103" y="0"/>
                        <a:pt x="0" y="103"/>
                        <a:pt x="0" y="412"/>
                      </a:cubicBezTo>
                      <a:cubicBezTo>
                        <a:pt x="0" y="850"/>
                        <a:pt x="103" y="1184"/>
                        <a:pt x="335" y="1493"/>
                      </a:cubicBezTo>
                      <a:cubicBezTo>
                        <a:pt x="644" y="1828"/>
                        <a:pt x="978" y="2034"/>
                        <a:pt x="1390" y="2137"/>
                      </a:cubicBezTo>
                      <a:cubicBezTo>
                        <a:pt x="1725" y="2137"/>
                        <a:pt x="1931" y="2137"/>
                        <a:pt x="1931" y="2034"/>
                      </a:cubicBezTo>
                      <a:cubicBezTo>
                        <a:pt x="1931" y="1931"/>
                        <a:pt x="1184" y="1931"/>
                        <a:pt x="644" y="1287"/>
                      </a:cubicBezTo>
                      <a:cubicBezTo>
                        <a:pt x="103" y="644"/>
                        <a:pt x="335" y="0"/>
                        <a:pt x="232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9" name="Google Shape;1319;p38"/>
                <p:cNvSpPr/>
                <p:nvPr/>
              </p:nvSpPr>
              <p:spPr>
                <a:xfrm>
                  <a:off x="10044875" y="1347700"/>
                  <a:ext cx="74675" cy="20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7" h="804" extrusionOk="0">
                      <a:moveTo>
                        <a:pt x="1396" y="0"/>
                      </a:moveTo>
                      <a:cubicBezTo>
                        <a:pt x="1030" y="0"/>
                        <a:pt x="656" y="77"/>
                        <a:pt x="309" y="220"/>
                      </a:cubicBezTo>
                      <a:cubicBezTo>
                        <a:pt x="103" y="323"/>
                        <a:pt x="0" y="426"/>
                        <a:pt x="0" y="555"/>
                      </a:cubicBezTo>
                      <a:cubicBezTo>
                        <a:pt x="103" y="658"/>
                        <a:pt x="747" y="658"/>
                        <a:pt x="1493" y="658"/>
                      </a:cubicBezTo>
                      <a:cubicBezTo>
                        <a:pt x="2021" y="731"/>
                        <a:pt x="2497" y="803"/>
                        <a:pt x="2731" y="803"/>
                      </a:cubicBezTo>
                      <a:cubicBezTo>
                        <a:pt x="2828" y="803"/>
                        <a:pt x="2883" y="791"/>
                        <a:pt x="2883" y="761"/>
                      </a:cubicBezTo>
                      <a:cubicBezTo>
                        <a:pt x="2986" y="658"/>
                        <a:pt x="2883" y="555"/>
                        <a:pt x="2574" y="323"/>
                      </a:cubicBezTo>
                      <a:cubicBezTo>
                        <a:pt x="2229" y="102"/>
                        <a:pt x="1818" y="0"/>
                        <a:pt x="1396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0" name="Google Shape;1320;p38"/>
                <p:cNvSpPr/>
                <p:nvPr/>
              </p:nvSpPr>
              <p:spPr>
                <a:xfrm>
                  <a:off x="10210875" y="1350650"/>
                  <a:ext cx="56025" cy="2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1" h="877" extrusionOk="0">
                      <a:moveTo>
                        <a:pt x="937" y="0"/>
                      </a:moveTo>
                      <a:cubicBezTo>
                        <a:pt x="733" y="0"/>
                        <a:pt x="521" y="34"/>
                        <a:pt x="310" y="102"/>
                      </a:cubicBezTo>
                      <a:cubicBezTo>
                        <a:pt x="104" y="205"/>
                        <a:pt x="1" y="308"/>
                        <a:pt x="104" y="437"/>
                      </a:cubicBezTo>
                      <a:cubicBezTo>
                        <a:pt x="104" y="540"/>
                        <a:pt x="644" y="540"/>
                        <a:pt x="1185" y="643"/>
                      </a:cubicBezTo>
                      <a:cubicBezTo>
                        <a:pt x="1518" y="726"/>
                        <a:pt x="1868" y="877"/>
                        <a:pt x="2099" y="877"/>
                      </a:cubicBezTo>
                      <a:cubicBezTo>
                        <a:pt x="2153" y="877"/>
                        <a:pt x="2201" y="868"/>
                        <a:pt x="2240" y="849"/>
                      </a:cubicBezTo>
                      <a:cubicBezTo>
                        <a:pt x="2240" y="849"/>
                        <a:pt x="2240" y="643"/>
                        <a:pt x="2034" y="437"/>
                      </a:cubicBezTo>
                      <a:cubicBezTo>
                        <a:pt x="1741" y="143"/>
                        <a:pt x="1354" y="0"/>
                        <a:pt x="937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1" name="Google Shape;1321;p38"/>
                <p:cNvSpPr/>
                <p:nvPr/>
              </p:nvSpPr>
              <p:spPr>
                <a:xfrm>
                  <a:off x="9822225" y="1181775"/>
                  <a:ext cx="412500" cy="41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0" h="16407" extrusionOk="0">
                      <a:moveTo>
                        <a:pt x="12950" y="1"/>
                      </a:moveTo>
                      <a:cubicBezTo>
                        <a:pt x="10528" y="1"/>
                        <a:pt x="8103" y="188"/>
                        <a:pt x="5689" y="628"/>
                      </a:cubicBezTo>
                      <a:cubicBezTo>
                        <a:pt x="4917" y="757"/>
                        <a:pt x="4068" y="963"/>
                        <a:pt x="3424" y="1504"/>
                      </a:cubicBezTo>
                      <a:cubicBezTo>
                        <a:pt x="2884" y="2147"/>
                        <a:pt x="2678" y="2996"/>
                        <a:pt x="2575" y="3846"/>
                      </a:cubicBezTo>
                      <a:cubicBezTo>
                        <a:pt x="1940" y="7983"/>
                        <a:pt x="1406" y="12095"/>
                        <a:pt x="774" y="16232"/>
                      </a:cubicBezTo>
                      <a:lnTo>
                        <a:pt x="774" y="16232"/>
                      </a:lnTo>
                      <a:cubicBezTo>
                        <a:pt x="514" y="16172"/>
                        <a:pt x="255" y="16085"/>
                        <a:pt x="1" y="15969"/>
                      </a:cubicBezTo>
                      <a:lnTo>
                        <a:pt x="1" y="15969"/>
                      </a:lnTo>
                      <a:lnTo>
                        <a:pt x="747" y="16406"/>
                      </a:lnTo>
                      <a:cubicBezTo>
                        <a:pt x="756" y="16348"/>
                        <a:pt x="765" y="16290"/>
                        <a:pt x="774" y="16232"/>
                      </a:cubicBezTo>
                      <a:lnTo>
                        <a:pt x="774" y="16232"/>
                      </a:lnTo>
                      <a:cubicBezTo>
                        <a:pt x="1068" y="16299"/>
                        <a:pt x="1363" y="16332"/>
                        <a:pt x="1656" y="16332"/>
                      </a:cubicBezTo>
                      <a:cubicBezTo>
                        <a:pt x="3284" y="16332"/>
                        <a:pt x="4823" y="15325"/>
                        <a:pt x="5457" y="13729"/>
                      </a:cubicBezTo>
                      <a:cubicBezTo>
                        <a:pt x="5560" y="13292"/>
                        <a:pt x="5689" y="12854"/>
                        <a:pt x="5792" y="12442"/>
                      </a:cubicBezTo>
                      <a:cubicBezTo>
                        <a:pt x="5792" y="11258"/>
                        <a:pt x="5457" y="9972"/>
                        <a:pt x="5998" y="8994"/>
                      </a:cubicBezTo>
                      <a:cubicBezTo>
                        <a:pt x="6847" y="7707"/>
                        <a:pt x="8906" y="7604"/>
                        <a:pt x="9653" y="6317"/>
                      </a:cubicBezTo>
                      <a:cubicBezTo>
                        <a:pt x="10193" y="5570"/>
                        <a:pt x="10065" y="4489"/>
                        <a:pt x="10605" y="3846"/>
                      </a:cubicBezTo>
                      <a:cubicBezTo>
                        <a:pt x="11043" y="3099"/>
                        <a:pt x="11892" y="2791"/>
                        <a:pt x="12767" y="2688"/>
                      </a:cubicBezTo>
                      <a:cubicBezTo>
                        <a:pt x="13617" y="2559"/>
                        <a:pt x="14466" y="2559"/>
                        <a:pt x="15212" y="2147"/>
                      </a:cubicBezTo>
                      <a:cubicBezTo>
                        <a:pt x="15985" y="1812"/>
                        <a:pt x="16499" y="860"/>
                        <a:pt x="16293" y="114"/>
                      </a:cubicBezTo>
                      <a:cubicBezTo>
                        <a:pt x="15181" y="41"/>
                        <a:pt x="14066" y="1"/>
                        <a:pt x="12950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2" name="Google Shape;1322;p38"/>
                <p:cNvSpPr/>
                <p:nvPr/>
              </p:nvSpPr>
              <p:spPr>
                <a:xfrm>
                  <a:off x="9741800" y="1189750"/>
                  <a:ext cx="501275" cy="47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1" h="19099" extrusionOk="0">
                      <a:moveTo>
                        <a:pt x="19948" y="1"/>
                      </a:moveTo>
                      <a:cubicBezTo>
                        <a:pt x="19845" y="1"/>
                        <a:pt x="19948" y="104"/>
                        <a:pt x="19948" y="309"/>
                      </a:cubicBezTo>
                      <a:lnTo>
                        <a:pt x="19948" y="1"/>
                      </a:lnTo>
                      <a:close/>
                      <a:moveTo>
                        <a:pt x="19948" y="309"/>
                      </a:moveTo>
                      <a:cubicBezTo>
                        <a:pt x="19948" y="644"/>
                        <a:pt x="19948" y="953"/>
                        <a:pt x="19716" y="1185"/>
                      </a:cubicBezTo>
                      <a:cubicBezTo>
                        <a:pt x="19510" y="1596"/>
                        <a:pt x="19202" y="1931"/>
                        <a:pt x="18764" y="2137"/>
                      </a:cubicBezTo>
                      <a:cubicBezTo>
                        <a:pt x="19202" y="1931"/>
                        <a:pt x="19613" y="1596"/>
                        <a:pt x="19845" y="1185"/>
                      </a:cubicBezTo>
                      <a:cubicBezTo>
                        <a:pt x="19948" y="953"/>
                        <a:pt x="20051" y="644"/>
                        <a:pt x="19948" y="309"/>
                      </a:cubicBezTo>
                      <a:close/>
                      <a:moveTo>
                        <a:pt x="18764" y="2137"/>
                      </a:moveTo>
                      <a:lnTo>
                        <a:pt x="18764" y="2137"/>
                      </a:lnTo>
                      <a:cubicBezTo>
                        <a:pt x="18120" y="2369"/>
                        <a:pt x="17580" y="2472"/>
                        <a:pt x="16937" y="2472"/>
                      </a:cubicBezTo>
                      <a:cubicBezTo>
                        <a:pt x="17580" y="2472"/>
                        <a:pt x="18223" y="2369"/>
                        <a:pt x="18764" y="2137"/>
                      </a:cubicBezTo>
                      <a:close/>
                      <a:moveTo>
                        <a:pt x="16479" y="2444"/>
                      </a:moveTo>
                      <a:cubicBezTo>
                        <a:pt x="15817" y="2444"/>
                        <a:pt x="15223" y="2612"/>
                        <a:pt x="14697" y="2780"/>
                      </a:cubicBezTo>
                      <a:cubicBezTo>
                        <a:pt x="14466" y="2883"/>
                        <a:pt x="14260" y="3012"/>
                        <a:pt x="14157" y="3218"/>
                      </a:cubicBezTo>
                      <a:cubicBezTo>
                        <a:pt x="14363" y="3115"/>
                        <a:pt x="14466" y="3012"/>
                        <a:pt x="14697" y="2883"/>
                      </a:cubicBezTo>
                      <a:cubicBezTo>
                        <a:pt x="15444" y="2677"/>
                        <a:pt x="16190" y="2472"/>
                        <a:pt x="16937" y="2472"/>
                      </a:cubicBezTo>
                      <a:cubicBezTo>
                        <a:pt x="16781" y="2453"/>
                        <a:pt x="16628" y="2444"/>
                        <a:pt x="16479" y="2444"/>
                      </a:cubicBezTo>
                      <a:close/>
                      <a:moveTo>
                        <a:pt x="14157" y="3218"/>
                      </a:moveTo>
                      <a:cubicBezTo>
                        <a:pt x="13925" y="3321"/>
                        <a:pt x="13822" y="3527"/>
                        <a:pt x="13719" y="3655"/>
                      </a:cubicBezTo>
                      <a:cubicBezTo>
                        <a:pt x="13410" y="4067"/>
                        <a:pt x="13282" y="4505"/>
                        <a:pt x="13179" y="4942"/>
                      </a:cubicBezTo>
                      <a:cubicBezTo>
                        <a:pt x="13076" y="5457"/>
                        <a:pt x="13076" y="5895"/>
                        <a:pt x="12973" y="6332"/>
                      </a:cubicBezTo>
                      <a:cubicBezTo>
                        <a:pt x="12870" y="6873"/>
                        <a:pt x="12638" y="7285"/>
                        <a:pt x="12329" y="7722"/>
                      </a:cubicBezTo>
                      <a:cubicBezTo>
                        <a:pt x="11995" y="8031"/>
                        <a:pt x="11583" y="8263"/>
                        <a:pt x="11042" y="8366"/>
                      </a:cubicBezTo>
                      <a:cubicBezTo>
                        <a:pt x="10605" y="8469"/>
                        <a:pt x="10064" y="8572"/>
                        <a:pt x="9550" y="8803"/>
                      </a:cubicBezTo>
                      <a:cubicBezTo>
                        <a:pt x="9215" y="8803"/>
                        <a:pt x="9009" y="9009"/>
                        <a:pt x="8777" y="9112"/>
                      </a:cubicBezTo>
                      <a:cubicBezTo>
                        <a:pt x="8571" y="9318"/>
                        <a:pt x="8469" y="9550"/>
                        <a:pt x="8366" y="9858"/>
                      </a:cubicBezTo>
                      <a:cubicBezTo>
                        <a:pt x="8134" y="10296"/>
                        <a:pt x="8134" y="10837"/>
                        <a:pt x="8134" y="11377"/>
                      </a:cubicBezTo>
                      <a:cubicBezTo>
                        <a:pt x="8134" y="11789"/>
                        <a:pt x="8134" y="12329"/>
                        <a:pt x="8031" y="12870"/>
                      </a:cubicBezTo>
                      <a:cubicBezTo>
                        <a:pt x="8031" y="13307"/>
                        <a:pt x="7825" y="13719"/>
                        <a:pt x="7490" y="14054"/>
                      </a:cubicBezTo>
                      <a:cubicBezTo>
                        <a:pt x="6847" y="14697"/>
                        <a:pt x="6101" y="15109"/>
                        <a:pt x="5251" y="15444"/>
                      </a:cubicBezTo>
                      <a:cubicBezTo>
                        <a:pt x="4505" y="15650"/>
                        <a:pt x="3758" y="15881"/>
                        <a:pt x="3115" y="16087"/>
                      </a:cubicBezTo>
                      <a:cubicBezTo>
                        <a:pt x="2471" y="16293"/>
                        <a:pt x="1931" y="16525"/>
                        <a:pt x="1390" y="16937"/>
                      </a:cubicBezTo>
                      <a:cubicBezTo>
                        <a:pt x="1931" y="16628"/>
                        <a:pt x="2574" y="16396"/>
                        <a:pt x="3115" y="16190"/>
                      </a:cubicBezTo>
                      <a:cubicBezTo>
                        <a:pt x="3861" y="15984"/>
                        <a:pt x="4608" y="15753"/>
                        <a:pt x="5354" y="15547"/>
                      </a:cubicBezTo>
                      <a:cubicBezTo>
                        <a:pt x="6204" y="15238"/>
                        <a:pt x="6976" y="14800"/>
                        <a:pt x="7619" y="14157"/>
                      </a:cubicBezTo>
                      <a:cubicBezTo>
                        <a:pt x="7928" y="13719"/>
                        <a:pt x="8134" y="13307"/>
                        <a:pt x="8263" y="12870"/>
                      </a:cubicBezTo>
                      <a:cubicBezTo>
                        <a:pt x="8263" y="12329"/>
                        <a:pt x="8366" y="11892"/>
                        <a:pt x="8263" y="11377"/>
                      </a:cubicBezTo>
                      <a:cubicBezTo>
                        <a:pt x="8263" y="10837"/>
                        <a:pt x="8366" y="10296"/>
                        <a:pt x="8469" y="9858"/>
                      </a:cubicBezTo>
                      <a:cubicBezTo>
                        <a:pt x="8571" y="9653"/>
                        <a:pt x="8674" y="9447"/>
                        <a:pt x="8906" y="9215"/>
                      </a:cubicBezTo>
                      <a:cubicBezTo>
                        <a:pt x="9112" y="9112"/>
                        <a:pt x="9318" y="9009"/>
                        <a:pt x="9550" y="8906"/>
                      </a:cubicBezTo>
                      <a:cubicBezTo>
                        <a:pt x="10064" y="8675"/>
                        <a:pt x="10605" y="8572"/>
                        <a:pt x="11145" y="8469"/>
                      </a:cubicBezTo>
                      <a:cubicBezTo>
                        <a:pt x="11686" y="8366"/>
                        <a:pt x="12123" y="8160"/>
                        <a:pt x="12432" y="7722"/>
                      </a:cubicBezTo>
                      <a:cubicBezTo>
                        <a:pt x="12767" y="7388"/>
                        <a:pt x="12973" y="6873"/>
                        <a:pt x="13076" y="6435"/>
                      </a:cubicBezTo>
                      <a:cubicBezTo>
                        <a:pt x="13179" y="5895"/>
                        <a:pt x="13282" y="5457"/>
                        <a:pt x="13410" y="5045"/>
                      </a:cubicBezTo>
                      <a:cubicBezTo>
                        <a:pt x="13410" y="4505"/>
                        <a:pt x="13616" y="4170"/>
                        <a:pt x="13822" y="3758"/>
                      </a:cubicBezTo>
                      <a:cubicBezTo>
                        <a:pt x="13925" y="3527"/>
                        <a:pt x="14054" y="3424"/>
                        <a:pt x="14157" y="3218"/>
                      </a:cubicBezTo>
                      <a:close/>
                      <a:moveTo>
                        <a:pt x="1390" y="16937"/>
                      </a:moveTo>
                      <a:cubicBezTo>
                        <a:pt x="953" y="17168"/>
                        <a:pt x="644" y="17477"/>
                        <a:pt x="309" y="17915"/>
                      </a:cubicBezTo>
                      <a:cubicBezTo>
                        <a:pt x="206" y="18121"/>
                        <a:pt x="103" y="18455"/>
                        <a:pt x="1" y="18764"/>
                      </a:cubicBezTo>
                      <a:lnTo>
                        <a:pt x="1" y="19099"/>
                      </a:lnTo>
                      <a:cubicBezTo>
                        <a:pt x="1" y="19099"/>
                        <a:pt x="1" y="18970"/>
                        <a:pt x="103" y="18764"/>
                      </a:cubicBezTo>
                      <a:cubicBezTo>
                        <a:pt x="103" y="18455"/>
                        <a:pt x="206" y="18224"/>
                        <a:pt x="412" y="17915"/>
                      </a:cubicBezTo>
                      <a:lnTo>
                        <a:pt x="1390" y="16937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3" name="Google Shape;1323;p38"/>
                <p:cNvSpPr/>
                <p:nvPr/>
              </p:nvSpPr>
              <p:spPr>
                <a:xfrm>
                  <a:off x="9902675" y="1672350"/>
                  <a:ext cx="337825" cy="49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13" h="19948" extrusionOk="0">
                      <a:moveTo>
                        <a:pt x="12972" y="1"/>
                      </a:moveTo>
                      <a:lnTo>
                        <a:pt x="9961" y="2240"/>
                      </a:lnTo>
                      <a:cubicBezTo>
                        <a:pt x="9009" y="2883"/>
                        <a:pt x="9420" y="4608"/>
                        <a:pt x="8906" y="5586"/>
                      </a:cubicBezTo>
                      <a:cubicBezTo>
                        <a:pt x="8134" y="6873"/>
                        <a:pt x="6100" y="6641"/>
                        <a:pt x="4916" y="7619"/>
                      </a:cubicBezTo>
                      <a:cubicBezTo>
                        <a:pt x="3423" y="8906"/>
                        <a:pt x="4067" y="11480"/>
                        <a:pt x="2883" y="13076"/>
                      </a:cubicBezTo>
                      <a:cubicBezTo>
                        <a:pt x="2136" y="14157"/>
                        <a:pt x="850" y="14594"/>
                        <a:pt x="309" y="15753"/>
                      </a:cubicBezTo>
                      <a:cubicBezTo>
                        <a:pt x="0" y="16834"/>
                        <a:pt x="541" y="18120"/>
                        <a:pt x="1699" y="18558"/>
                      </a:cubicBezTo>
                      <a:lnTo>
                        <a:pt x="2034" y="18558"/>
                      </a:lnTo>
                      <a:lnTo>
                        <a:pt x="2883" y="17580"/>
                      </a:lnTo>
                      <a:lnTo>
                        <a:pt x="2883" y="17580"/>
                      </a:lnTo>
                      <a:cubicBezTo>
                        <a:pt x="2780" y="18223"/>
                        <a:pt x="2986" y="18867"/>
                        <a:pt x="3526" y="19202"/>
                      </a:cubicBezTo>
                      <a:cubicBezTo>
                        <a:pt x="4067" y="19613"/>
                        <a:pt x="4710" y="19845"/>
                        <a:pt x="5251" y="19948"/>
                      </a:cubicBezTo>
                      <a:cubicBezTo>
                        <a:pt x="5894" y="19613"/>
                        <a:pt x="6100" y="18867"/>
                        <a:pt x="6100" y="18120"/>
                      </a:cubicBezTo>
                      <a:cubicBezTo>
                        <a:pt x="6100" y="17477"/>
                        <a:pt x="5997" y="16731"/>
                        <a:pt x="6435" y="16190"/>
                      </a:cubicBezTo>
                      <a:cubicBezTo>
                        <a:pt x="6847" y="15444"/>
                        <a:pt x="7928" y="15444"/>
                        <a:pt x="8468" y="14903"/>
                      </a:cubicBezTo>
                      <a:cubicBezTo>
                        <a:pt x="9652" y="13719"/>
                        <a:pt x="8468" y="11480"/>
                        <a:pt x="9420" y="10193"/>
                      </a:cubicBezTo>
                      <a:cubicBezTo>
                        <a:pt x="10064" y="9318"/>
                        <a:pt x="11351" y="9215"/>
                        <a:pt x="12123" y="8571"/>
                      </a:cubicBezTo>
                      <a:cubicBezTo>
                        <a:pt x="13410" y="7619"/>
                        <a:pt x="13513" y="5895"/>
                        <a:pt x="13281" y="4402"/>
                      </a:cubicBezTo>
                      <a:cubicBezTo>
                        <a:pt x="13075" y="2883"/>
                        <a:pt x="12535" y="1390"/>
                        <a:pt x="1297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4" name="Google Shape;1324;p38"/>
                <p:cNvSpPr/>
                <p:nvPr/>
              </p:nvSpPr>
              <p:spPr>
                <a:xfrm>
                  <a:off x="9189075" y="2843875"/>
                  <a:ext cx="723900" cy="126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56" h="50612" extrusionOk="0">
                      <a:moveTo>
                        <a:pt x="8004" y="0"/>
                      </a:moveTo>
                      <a:cubicBezTo>
                        <a:pt x="7314" y="0"/>
                        <a:pt x="6619" y="9"/>
                        <a:pt x="5920" y="9"/>
                      </a:cubicBezTo>
                      <a:cubicBezTo>
                        <a:pt x="4298" y="112"/>
                        <a:pt x="2703" y="421"/>
                        <a:pt x="1184" y="1065"/>
                      </a:cubicBezTo>
                      <a:lnTo>
                        <a:pt x="0" y="1502"/>
                      </a:lnTo>
                      <a:cubicBezTo>
                        <a:pt x="232" y="3639"/>
                        <a:pt x="978" y="5801"/>
                        <a:pt x="2368" y="7499"/>
                      </a:cubicBezTo>
                      <a:cubicBezTo>
                        <a:pt x="4736" y="10408"/>
                        <a:pt x="16087" y="19957"/>
                        <a:pt x="16087" y="19957"/>
                      </a:cubicBezTo>
                      <a:lnTo>
                        <a:pt x="1519" y="44949"/>
                      </a:lnTo>
                      <a:lnTo>
                        <a:pt x="7310" y="50611"/>
                      </a:lnTo>
                      <a:lnTo>
                        <a:pt x="24349" y="27884"/>
                      </a:lnTo>
                      <a:cubicBezTo>
                        <a:pt x="25430" y="26391"/>
                        <a:pt x="27463" y="24564"/>
                        <a:pt x="27669" y="22737"/>
                      </a:cubicBezTo>
                      <a:lnTo>
                        <a:pt x="28441" y="21887"/>
                      </a:lnTo>
                      <a:cubicBezTo>
                        <a:pt x="28956" y="18335"/>
                        <a:pt x="28647" y="14063"/>
                        <a:pt x="26279" y="11360"/>
                      </a:cubicBezTo>
                      <a:lnTo>
                        <a:pt x="19536" y="4720"/>
                      </a:lnTo>
                      <a:cubicBezTo>
                        <a:pt x="15950" y="320"/>
                        <a:pt x="12063" y="0"/>
                        <a:pt x="8004" y="0"/>
                      </a:cubicBezTo>
                      <a:close/>
                    </a:path>
                  </a:pathLst>
                </a:custGeom>
                <a:solidFill>
                  <a:srgbClr val="FFBE9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5" name="Google Shape;1325;p38"/>
                <p:cNvSpPr/>
                <p:nvPr/>
              </p:nvSpPr>
              <p:spPr>
                <a:xfrm>
                  <a:off x="9312600" y="3254025"/>
                  <a:ext cx="330100" cy="56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4" h="22624" extrusionOk="0">
                      <a:moveTo>
                        <a:pt x="13203" y="0"/>
                      </a:moveTo>
                      <a:lnTo>
                        <a:pt x="13203" y="0"/>
                      </a:lnTo>
                      <a:cubicBezTo>
                        <a:pt x="13076" y="102"/>
                        <a:pt x="13076" y="102"/>
                        <a:pt x="12973" y="231"/>
                      </a:cubicBezTo>
                      <a:lnTo>
                        <a:pt x="12664" y="874"/>
                      </a:lnTo>
                      <a:cubicBezTo>
                        <a:pt x="12227" y="1517"/>
                        <a:pt x="11789" y="2264"/>
                        <a:pt x="11146" y="3319"/>
                      </a:cubicBezTo>
                      <a:lnTo>
                        <a:pt x="6538" y="11375"/>
                      </a:lnTo>
                      <a:lnTo>
                        <a:pt x="1828" y="19303"/>
                      </a:lnTo>
                      <a:lnTo>
                        <a:pt x="438" y="21774"/>
                      </a:lnTo>
                      <a:lnTo>
                        <a:pt x="104" y="22417"/>
                      </a:lnTo>
                      <a:lnTo>
                        <a:pt x="541" y="21774"/>
                      </a:lnTo>
                      <a:lnTo>
                        <a:pt x="2034" y="19406"/>
                      </a:lnTo>
                      <a:cubicBezTo>
                        <a:pt x="3218" y="17372"/>
                        <a:pt x="4943" y="14593"/>
                        <a:pt x="6770" y="11478"/>
                      </a:cubicBezTo>
                      <a:cubicBezTo>
                        <a:pt x="8572" y="8261"/>
                        <a:pt x="10193" y="5481"/>
                        <a:pt x="11377" y="3448"/>
                      </a:cubicBezTo>
                      <a:cubicBezTo>
                        <a:pt x="11918" y="2367"/>
                        <a:pt x="12330" y="1517"/>
                        <a:pt x="12664" y="977"/>
                      </a:cubicBezTo>
                      <a:lnTo>
                        <a:pt x="13076" y="231"/>
                      </a:lnTo>
                      <a:cubicBezTo>
                        <a:pt x="13076" y="102"/>
                        <a:pt x="13076" y="102"/>
                        <a:pt x="13203" y="0"/>
                      </a:cubicBezTo>
                      <a:close/>
                      <a:moveTo>
                        <a:pt x="104" y="22417"/>
                      </a:moveTo>
                      <a:lnTo>
                        <a:pt x="104" y="22417"/>
                      </a:lnTo>
                      <a:cubicBezTo>
                        <a:pt x="1" y="22520"/>
                        <a:pt x="1" y="22623"/>
                        <a:pt x="1" y="22623"/>
                      </a:cubicBezTo>
                      <a:cubicBezTo>
                        <a:pt x="1" y="22623"/>
                        <a:pt x="104" y="22520"/>
                        <a:pt x="104" y="22417"/>
                      </a:cubicBezTo>
                      <a:close/>
                    </a:path>
                  </a:pathLst>
                </a:custGeom>
                <a:solidFill>
                  <a:srgbClr val="EB99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6" name="Google Shape;1326;p38"/>
                <p:cNvSpPr/>
                <p:nvPr/>
              </p:nvSpPr>
              <p:spPr>
                <a:xfrm>
                  <a:off x="9084825" y="3814450"/>
                  <a:ext cx="423425" cy="60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7" h="24015" extrusionOk="0">
                      <a:moveTo>
                        <a:pt x="8803" y="0"/>
                      </a:moveTo>
                      <a:lnTo>
                        <a:pt x="4942" y="6538"/>
                      </a:lnTo>
                      <a:lnTo>
                        <a:pt x="0" y="10836"/>
                      </a:lnTo>
                      <a:lnTo>
                        <a:pt x="8674" y="24014"/>
                      </a:lnTo>
                      <a:lnTo>
                        <a:pt x="16730" y="23165"/>
                      </a:lnTo>
                      <a:cubicBezTo>
                        <a:pt x="16730" y="23165"/>
                        <a:pt x="15881" y="21337"/>
                        <a:pt x="12020" y="20694"/>
                      </a:cubicBezTo>
                      <a:lnTo>
                        <a:pt x="10939" y="13075"/>
                      </a:lnTo>
                      <a:lnTo>
                        <a:pt x="16936" y="4710"/>
                      </a:lnTo>
                      <a:lnTo>
                        <a:pt x="8803" y="0"/>
                      </a:ln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7" name="Google Shape;1327;p38"/>
                <p:cNvSpPr/>
                <p:nvPr/>
              </p:nvSpPr>
              <p:spPr>
                <a:xfrm>
                  <a:off x="9084825" y="4060900"/>
                  <a:ext cx="418275" cy="353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1" h="14157" extrusionOk="0">
                      <a:moveTo>
                        <a:pt x="953" y="0"/>
                      </a:moveTo>
                      <a:lnTo>
                        <a:pt x="0" y="978"/>
                      </a:lnTo>
                      <a:lnTo>
                        <a:pt x="8674" y="14156"/>
                      </a:lnTo>
                      <a:lnTo>
                        <a:pt x="16730" y="13307"/>
                      </a:lnTo>
                      <a:cubicBezTo>
                        <a:pt x="16396" y="12869"/>
                        <a:pt x="16087" y="12560"/>
                        <a:pt x="15649" y="12226"/>
                      </a:cubicBezTo>
                      <a:lnTo>
                        <a:pt x="9112" y="12560"/>
                      </a:lnTo>
                      <a:lnTo>
                        <a:pt x="953" y="0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8" name="Google Shape;1328;p38"/>
                <p:cNvSpPr/>
                <p:nvPr/>
              </p:nvSpPr>
              <p:spPr>
                <a:xfrm>
                  <a:off x="9315175" y="4234875"/>
                  <a:ext cx="59225" cy="1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9" h="681" extrusionOk="0">
                      <a:moveTo>
                        <a:pt x="1308" y="1"/>
                      </a:moveTo>
                      <a:cubicBezTo>
                        <a:pt x="1235" y="1"/>
                        <a:pt x="1159" y="6"/>
                        <a:pt x="1082" y="16"/>
                      </a:cubicBezTo>
                      <a:cubicBezTo>
                        <a:pt x="335" y="119"/>
                        <a:pt x="1" y="660"/>
                        <a:pt x="1" y="660"/>
                      </a:cubicBezTo>
                      <a:cubicBezTo>
                        <a:pt x="15" y="674"/>
                        <a:pt x="36" y="680"/>
                        <a:pt x="63" y="680"/>
                      </a:cubicBezTo>
                      <a:cubicBezTo>
                        <a:pt x="230" y="680"/>
                        <a:pt x="631" y="439"/>
                        <a:pt x="1185" y="351"/>
                      </a:cubicBezTo>
                      <a:cubicBezTo>
                        <a:pt x="1313" y="330"/>
                        <a:pt x="1434" y="322"/>
                        <a:pt x="1545" y="322"/>
                      </a:cubicBezTo>
                      <a:cubicBezTo>
                        <a:pt x="1990" y="322"/>
                        <a:pt x="2286" y="454"/>
                        <a:pt x="2369" y="454"/>
                      </a:cubicBezTo>
                      <a:cubicBezTo>
                        <a:pt x="2369" y="362"/>
                        <a:pt x="1935" y="1"/>
                        <a:pt x="130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9" name="Google Shape;1329;p38"/>
                <p:cNvSpPr/>
                <p:nvPr/>
              </p:nvSpPr>
              <p:spPr>
                <a:xfrm>
                  <a:off x="9304900" y="4177800"/>
                  <a:ext cx="61150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6" h="822" extrusionOk="0">
                      <a:moveTo>
                        <a:pt x="1138" y="1"/>
                      </a:moveTo>
                      <a:cubicBezTo>
                        <a:pt x="859" y="1"/>
                        <a:pt x="575" y="85"/>
                        <a:pt x="309" y="266"/>
                      </a:cubicBezTo>
                      <a:cubicBezTo>
                        <a:pt x="103" y="369"/>
                        <a:pt x="0" y="472"/>
                        <a:pt x="103" y="600"/>
                      </a:cubicBezTo>
                      <a:cubicBezTo>
                        <a:pt x="103" y="611"/>
                        <a:pt x="109" y="616"/>
                        <a:pt x="121" y="616"/>
                      </a:cubicBezTo>
                      <a:cubicBezTo>
                        <a:pt x="208" y="616"/>
                        <a:pt x="600" y="353"/>
                        <a:pt x="1085" y="353"/>
                      </a:cubicBezTo>
                      <a:cubicBezTo>
                        <a:pt x="1151" y="353"/>
                        <a:pt x="1218" y="358"/>
                        <a:pt x="1287" y="369"/>
                      </a:cubicBezTo>
                      <a:cubicBezTo>
                        <a:pt x="1863" y="461"/>
                        <a:pt x="2254" y="822"/>
                        <a:pt x="2403" y="822"/>
                      </a:cubicBezTo>
                      <a:cubicBezTo>
                        <a:pt x="2420" y="822"/>
                        <a:pt x="2434" y="817"/>
                        <a:pt x="2445" y="806"/>
                      </a:cubicBezTo>
                      <a:cubicBezTo>
                        <a:pt x="2445" y="806"/>
                        <a:pt x="2342" y="600"/>
                        <a:pt x="2239" y="472"/>
                      </a:cubicBezTo>
                      <a:cubicBezTo>
                        <a:pt x="1922" y="170"/>
                        <a:pt x="1535" y="1"/>
                        <a:pt x="113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0" name="Google Shape;1330;p38"/>
                <p:cNvSpPr/>
                <p:nvPr/>
              </p:nvSpPr>
              <p:spPr>
                <a:xfrm>
                  <a:off x="9307450" y="4113625"/>
                  <a:ext cx="53450" cy="2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8" h="919" extrusionOk="0">
                      <a:moveTo>
                        <a:pt x="869" y="0"/>
                      </a:moveTo>
                      <a:cubicBezTo>
                        <a:pt x="675" y="0"/>
                        <a:pt x="482" y="49"/>
                        <a:pt x="310" y="156"/>
                      </a:cubicBezTo>
                      <a:cubicBezTo>
                        <a:pt x="104" y="259"/>
                        <a:pt x="1" y="259"/>
                        <a:pt x="1" y="362"/>
                      </a:cubicBezTo>
                      <a:cubicBezTo>
                        <a:pt x="23" y="384"/>
                        <a:pt x="59" y="392"/>
                        <a:pt x="109" y="392"/>
                      </a:cubicBezTo>
                      <a:cubicBezTo>
                        <a:pt x="243" y="392"/>
                        <a:pt x="471" y="332"/>
                        <a:pt x="743" y="332"/>
                      </a:cubicBezTo>
                      <a:cubicBezTo>
                        <a:pt x="842" y="332"/>
                        <a:pt x="947" y="340"/>
                        <a:pt x="1056" y="362"/>
                      </a:cubicBezTo>
                      <a:cubicBezTo>
                        <a:pt x="1630" y="569"/>
                        <a:pt x="1959" y="919"/>
                        <a:pt x="2096" y="919"/>
                      </a:cubicBezTo>
                      <a:cubicBezTo>
                        <a:pt x="2112" y="919"/>
                        <a:pt x="2126" y="914"/>
                        <a:pt x="2137" y="902"/>
                      </a:cubicBezTo>
                      <a:cubicBezTo>
                        <a:pt x="2137" y="902"/>
                        <a:pt x="2137" y="800"/>
                        <a:pt x="1931" y="594"/>
                      </a:cubicBezTo>
                      <a:cubicBezTo>
                        <a:pt x="1703" y="225"/>
                        <a:pt x="1284" y="0"/>
                        <a:pt x="86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1" name="Google Shape;1331;p38"/>
                <p:cNvSpPr/>
                <p:nvPr/>
              </p:nvSpPr>
              <p:spPr>
                <a:xfrm>
                  <a:off x="9359300" y="4054225"/>
                  <a:ext cx="52425" cy="2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" h="1158" extrusionOk="0">
                      <a:moveTo>
                        <a:pt x="535" y="1"/>
                      </a:moveTo>
                      <a:cubicBezTo>
                        <a:pt x="214" y="1"/>
                        <a:pt x="1" y="102"/>
                        <a:pt x="63" y="164"/>
                      </a:cubicBezTo>
                      <a:cubicBezTo>
                        <a:pt x="63" y="267"/>
                        <a:pt x="501" y="267"/>
                        <a:pt x="1041" y="499"/>
                      </a:cubicBezTo>
                      <a:cubicBezTo>
                        <a:pt x="1504" y="776"/>
                        <a:pt x="1821" y="1158"/>
                        <a:pt x="1955" y="1158"/>
                      </a:cubicBezTo>
                      <a:cubicBezTo>
                        <a:pt x="1970" y="1158"/>
                        <a:pt x="1983" y="1153"/>
                        <a:pt x="1994" y="1142"/>
                      </a:cubicBezTo>
                      <a:cubicBezTo>
                        <a:pt x="2097" y="1142"/>
                        <a:pt x="1891" y="499"/>
                        <a:pt x="1247" y="164"/>
                      </a:cubicBezTo>
                      <a:cubicBezTo>
                        <a:pt x="995" y="43"/>
                        <a:pt x="742" y="1"/>
                        <a:pt x="535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2" name="Google Shape;1332;p38"/>
                <p:cNvSpPr/>
                <p:nvPr/>
              </p:nvSpPr>
              <p:spPr>
                <a:xfrm>
                  <a:off x="9376950" y="3964375"/>
                  <a:ext cx="64375" cy="7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5" h="3012" extrusionOk="0">
                      <a:moveTo>
                        <a:pt x="541" y="0"/>
                      </a:moveTo>
                      <a:cubicBezTo>
                        <a:pt x="335" y="0"/>
                        <a:pt x="207" y="129"/>
                        <a:pt x="104" y="232"/>
                      </a:cubicBezTo>
                      <a:cubicBezTo>
                        <a:pt x="1" y="438"/>
                        <a:pt x="1" y="541"/>
                        <a:pt x="104" y="772"/>
                      </a:cubicBezTo>
                      <a:cubicBezTo>
                        <a:pt x="207" y="978"/>
                        <a:pt x="335" y="1184"/>
                        <a:pt x="541" y="1416"/>
                      </a:cubicBezTo>
                      <a:lnTo>
                        <a:pt x="1288" y="2265"/>
                      </a:lnTo>
                      <a:cubicBezTo>
                        <a:pt x="1828" y="2806"/>
                        <a:pt x="2034" y="3012"/>
                        <a:pt x="2137" y="3012"/>
                      </a:cubicBezTo>
                      <a:cubicBezTo>
                        <a:pt x="1931" y="2703"/>
                        <a:pt x="1828" y="2368"/>
                        <a:pt x="1494" y="2059"/>
                      </a:cubicBezTo>
                      <a:lnTo>
                        <a:pt x="747" y="1184"/>
                      </a:lnTo>
                      <a:cubicBezTo>
                        <a:pt x="644" y="978"/>
                        <a:pt x="541" y="772"/>
                        <a:pt x="438" y="644"/>
                      </a:cubicBezTo>
                      <a:lnTo>
                        <a:pt x="438" y="438"/>
                      </a:lnTo>
                      <a:cubicBezTo>
                        <a:pt x="438" y="335"/>
                        <a:pt x="541" y="335"/>
                        <a:pt x="541" y="335"/>
                      </a:cubicBezTo>
                      <a:cubicBezTo>
                        <a:pt x="747" y="335"/>
                        <a:pt x="979" y="438"/>
                        <a:pt x="1185" y="541"/>
                      </a:cubicBezTo>
                      <a:cubicBezTo>
                        <a:pt x="1288" y="644"/>
                        <a:pt x="1494" y="875"/>
                        <a:pt x="1622" y="978"/>
                      </a:cubicBezTo>
                      <a:cubicBezTo>
                        <a:pt x="1931" y="1287"/>
                        <a:pt x="2034" y="1622"/>
                        <a:pt x="2137" y="1931"/>
                      </a:cubicBezTo>
                      <a:cubicBezTo>
                        <a:pt x="2266" y="2265"/>
                        <a:pt x="2369" y="2574"/>
                        <a:pt x="2369" y="3012"/>
                      </a:cubicBezTo>
                      <a:cubicBezTo>
                        <a:pt x="2575" y="2703"/>
                        <a:pt x="2575" y="2265"/>
                        <a:pt x="2472" y="1828"/>
                      </a:cubicBezTo>
                      <a:cubicBezTo>
                        <a:pt x="2369" y="1519"/>
                        <a:pt x="2137" y="1081"/>
                        <a:pt x="1931" y="772"/>
                      </a:cubicBezTo>
                      <a:lnTo>
                        <a:pt x="1391" y="232"/>
                      </a:lnTo>
                      <a:cubicBezTo>
                        <a:pt x="1082" y="129"/>
                        <a:pt x="850" y="0"/>
                        <a:pt x="54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3" name="Google Shape;1333;p38"/>
                <p:cNvSpPr/>
                <p:nvPr/>
              </p:nvSpPr>
              <p:spPr>
                <a:xfrm>
                  <a:off x="9436150" y="4001175"/>
                  <a:ext cx="72100" cy="4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4" h="1843" extrusionOk="0">
                      <a:moveTo>
                        <a:pt x="2472" y="356"/>
                      </a:moveTo>
                      <a:cubicBezTo>
                        <a:pt x="2472" y="407"/>
                        <a:pt x="2497" y="407"/>
                        <a:pt x="2510" y="407"/>
                      </a:cubicBezTo>
                      <a:cubicBezTo>
                        <a:pt x="2523" y="407"/>
                        <a:pt x="2523" y="407"/>
                        <a:pt x="2472" y="459"/>
                      </a:cubicBezTo>
                      <a:cubicBezTo>
                        <a:pt x="2472" y="587"/>
                        <a:pt x="2343" y="587"/>
                        <a:pt x="2343" y="690"/>
                      </a:cubicBezTo>
                      <a:cubicBezTo>
                        <a:pt x="2137" y="793"/>
                        <a:pt x="2034" y="896"/>
                        <a:pt x="1828" y="999"/>
                      </a:cubicBezTo>
                      <a:cubicBezTo>
                        <a:pt x="1596" y="1231"/>
                        <a:pt x="1288" y="1334"/>
                        <a:pt x="953" y="1437"/>
                      </a:cubicBezTo>
                      <a:cubicBezTo>
                        <a:pt x="558" y="1563"/>
                        <a:pt x="289" y="1612"/>
                        <a:pt x="140" y="1655"/>
                      </a:cubicBezTo>
                      <a:lnTo>
                        <a:pt x="140" y="1655"/>
                      </a:lnTo>
                      <a:cubicBezTo>
                        <a:pt x="195" y="1532"/>
                        <a:pt x="315" y="1295"/>
                        <a:pt x="541" y="999"/>
                      </a:cubicBezTo>
                      <a:cubicBezTo>
                        <a:pt x="850" y="690"/>
                        <a:pt x="1056" y="587"/>
                        <a:pt x="1391" y="459"/>
                      </a:cubicBezTo>
                      <a:cubicBezTo>
                        <a:pt x="1596" y="356"/>
                        <a:pt x="1699" y="356"/>
                        <a:pt x="1931" y="356"/>
                      </a:cubicBezTo>
                      <a:close/>
                      <a:moveTo>
                        <a:pt x="1962" y="0"/>
                      </a:moveTo>
                      <a:cubicBezTo>
                        <a:pt x="1384" y="0"/>
                        <a:pt x="791" y="270"/>
                        <a:pt x="412" y="793"/>
                      </a:cubicBezTo>
                      <a:cubicBezTo>
                        <a:pt x="94" y="1211"/>
                        <a:pt x="22" y="1553"/>
                        <a:pt x="53" y="1686"/>
                      </a:cubicBezTo>
                      <a:lnTo>
                        <a:pt x="53" y="1686"/>
                      </a:lnTo>
                      <a:cubicBezTo>
                        <a:pt x="18" y="1703"/>
                        <a:pt x="1" y="1721"/>
                        <a:pt x="1" y="1746"/>
                      </a:cubicBezTo>
                      <a:cubicBezTo>
                        <a:pt x="155" y="1810"/>
                        <a:pt x="316" y="1842"/>
                        <a:pt x="477" y="1842"/>
                      </a:cubicBezTo>
                      <a:cubicBezTo>
                        <a:pt x="638" y="1842"/>
                        <a:pt x="799" y="1810"/>
                        <a:pt x="953" y="1746"/>
                      </a:cubicBezTo>
                      <a:cubicBezTo>
                        <a:pt x="1391" y="1643"/>
                        <a:pt x="1699" y="1540"/>
                        <a:pt x="2034" y="1334"/>
                      </a:cubicBezTo>
                      <a:cubicBezTo>
                        <a:pt x="2240" y="1231"/>
                        <a:pt x="2343" y="1102"/>
                        <a:pt x="2575" y="896"/>
                      </a:cubicBezTo>
                      <a:cubicBezTo>
                        <a:pt x="2677" y="896"/>
                        <a:pt x="2780" y="793"/>
                        <a:pt x="2780" y="690"/>
                      </a:cubicBezTo>
                      <a:cubicBezTo>
                        <a:pt x="2883" y="587"/>
                        <a:pt x="2883" y="459"/>
                        <a:pt x="2883" y="356"/>
                      </a:cubicBezTo>
                      <a:cubicBezTo>
                        <a:pt x="2883" y="253"/>
                        <a:pt x="2780" y="150"/>
                        <a:pt x="2677" y="150"/>
                      </a:cubicBezTo>
                      <a:cubicBezTo>
                        <a:pt x="2454" y="50"/>
                        <a:pt x="2210" y="0"/>
                        <a:pt x="1962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4" name="Google Shape;1334;p38"/>
                <p:cNvSpPr/>
                <p:nvPr/>
              </p:nvSpPr>
              <p:spPr>
                <a:xfrm>
                  <a:off x="9194850" y="4039650"/>
                  <a:ext cx="48300" cy="4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2" h="1947" extrusionOk="0">
                      <a:moveTo>
                        <a:pt x="850" y="1"/>
                      </a:moveTo>
                      <a:cubicBezTo>
                        <a:pt x="310" y="104"/>
                        <a:pt x="1" y="541"/>
                        <a:pt x="1" y="1082"/>
                      </a:cubicBezTo>
                      <a:cubicBezTo>
                        <a:pt x="1" y="1566"/>
                        <a:pt x="435" y="1947"/>
                        <a:pt x="895" y="1947"/>
                      </a:cubicBezTo>
                      <a:cubicBezTo>
                        <a:pt x="949" y="1947"/>
                        <a:pt x="1002" y="1942"/>
                        <a:pt x="1056" y="1931"/>
                      </a:cubicBezTo>
                      <a:cubicBezTo>
                        <a:pt x="1596" y="1931"/>
                        <a:pt x="1931" y="1391"/>
                        <a:pt x="1931" y="850"/>
                      </a:cubicBezTo>
                      <a:cubicBezTo>
                        <a:pt x="1828" y="335"/>
                        <a:pt x="1391" y="1"/>
                        <a:pt x="850" y="1"/>
                      </a:cubicBez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5" name="Google Shape;1335;p38"/>
                <p:cNvSpPr/>
                <p:nvPr/>
              </p:nvSpPr>
              <p:spPr>
                <a:xfrm>
                  <a:off x="9685175" y="3224375"/>
                  <a:ext cx="319175" cy="353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67" h="14158" extrusionOk="0">
                      <a:moveTo>
                        <a:pt x="5689" y="1"/>
                      </a:moveTo>
                      <a:lnTo>
                        <a:pt x="1" y="2163"/>
                      </a:lnTo>
                      <a:cubicBezTo>
                        <a:pt x="1" y="2163"/>
                        <a:pt x="747" y="12561"/>
                        <a:pt x="1184" y="12664"/>
                      </a:cubicBezTo>
                      <a:cubicBezTo>
                        <a:pt x="1437" y="12724"/>
                        <a:pt x="1578" y="12783"/>
                        <a:pt x="1692" y="12783"/>
                      </a:cubicBezTo>
                      <a:cubicBezTo>
                        <a:pt x="1775" y="12783"/>
                        <a:pt x="1844" y="12751"/>
                        <a:pt x="1931" y="12664"/>
                      </a:cubicBezTo>
                      <a:cubicBezTo>
                        <a:pt x="2163" y="12355"/>
                        <a:pt x="2163" y="7851"/>
                        <a:pt x="2163" y="7851"/>
                      </a:cubicBezTo>
                      <a:cubicBezTo>
                        <a:pt x="2163" y="7851"/>
                        <a:pt x="3964" y="14157"/>
                        <a:pt x="4608" y="14157"/>
                      </a:cubicBezTo>
                      <a:lnTo>
                        <a:pt x="5689" y="14157"/>
                      </a:lnTo>
                      <a:cubicBezTo>
                        <a:pt x="6126" y="14054"/>
                        <a:pt x="6435" y="13745"/>
                        <a:pt x="6435" y="13205"/>
                      </a:cubicBezTo>
                      <a:cubicBezTo>
                        <a:pt x="6537" y="12466"/>
                        <a:pt x="5278" y="7618"/>
                        <a:pt x="5875" y="7618"/>
                      </a:cubicBezTo>
                      <a:cubicBezTo>
                        <a:pt x="5882" y="7618"/>
                        <a:pt x="5888" y="7619"/>
                        <a:pt x="5895" y="7620"/>
                      </a:cubicBezTo>
                      <a:cubicBezTo>
                        <a:pt x="6532" y="7620"/>
                        <a:pt x="7170" y="13309"/>
                        <a:pt x="7608" y="13309"/>
                      </a:cubicBezTo>
                      <a:cubicBezTo>
                        <a:pt x="7611" y="13309"/>
                        <a:pt x="7615" y="13309"/>
                        <a:pt x="7619" y="13308"/>
                      </a:cubicBezTo>
                      <a:cubicBezTo>
                        <a:pt x="7796" y="13308"/>
                        <a:pt x="7947" y="13330"/>
                        <a:pt x="8076" y="13330"/>
                      </a:cubicBezTo>
                      <a:cubicBezTo>
                        <a:pt x="8342" y="13330"/>
                        <a:pt x="8511" y="13236"/>
                        <a:pt x="8597" y="12664"/>
                      </a:cubicBezTo>
                      <a:cubicBezTo>
                        <a:pt x="8700" y="11815"/>
                        <a:pt x="6873" y="5149"/>
                        <a:pt x="7722" y="4634"/>
                      </a:cubicBezTo>
                      <a:cubicBezTo>
                        <a:pt x="7833" y="4552"/>
                        <a:pt x="7942" y="4517"/>
                        <a:pt x="8051" y="4517"/>
                      </a:cubicBezTo>
                      <a:cubicBezTo>
                        <a:pt x="8746" y="4517"/>
                        <a:pt x="9446" y="5950"/>
                        <a:pt x="10722" y="5950"/>
                      </a:cubicBezTo>
                      <a:cubicBezTo>
                        <a:pt x="10825" y="5950"/>
                        <a:pt x="10932" y="5941"/>
                        <a:pt x="11042" y="5921"/>
                      </a:cubicBezTo>
                      <a:lnTo>
                        <a:pt x="12767" y="5586"/>
                      </a:lnTo>
                      <a:lnTo>
                        <a:pt x="5689" y="1"/>
                      </a:lnTo>
                      <a:close/>
                    </a:path>
                  </a:pathLst>
                </a:custGeom>
                <a:solidFill>
                  <a:srgbClr val="FFBE9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6" name="Google Shape;1336;p38"/>
                <p:cNvSpPr/>
                <p:nvPr/>
              </p:nvSpPr>
              <p:spPr>
                <a:xfrm>
                  <a:off x="9510800" y="1830750"/>
                  <a:ext cx="362300" cy="154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92" h="61975" extrusionOk="0">
                      <a:moveTo>
                        <a:pt x="6817" y="1"/>
                      </a:moveTo>
                      <a:cubicBezTo>
                        <a:pt x="6387" y="1"/>
                        <a:pt x="5942" y="65"/>
                        <a:pt x="5483" y="202"/>
                      </a:cubicBezTo>
                      <a:cubicBezTo>
                        <a:pt x="0" y="1695"/>
                        <a:pt x="1622" y="12428"/>
                        <a:pt x="1622" y="12428"/>
                      </a:cubicBezTo>
                      <a:lnTo>
                        <a:pt x="7413" y="61975"/>
                      </a:lnTo>
                      <a:lnTo>
                        <a:pt x="14491" y="59298"/>
                      </a:lnTo>
                      <a:cubicBezTo>
                        <a:pt x="14491" y="59298"/>
                        <a:pt x="12998" y="11887"/>
                        <a:pt x="12870" y="7924"/>
                      </a:cubicBezTo>
                      <a:cubicBezTo>
                        <a:pt x="12870" y="4475"/>
                        <a:pt x="10406" y="1"/>
                        <a:pt x="6817" y="1"/>
                      </a:cubicBezTo>
                      <a:close/>
                    </a:path>
                  </a:pathLst>
                </a:custGeom>
                <a:solidFill>
                  <a:srgbClr val="FFBE9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7" name="Google Shape;1337;p38"/>
                <p:cNvSpPr/>
                <p:nvPr/>
              </p:nvSpPr>
              <p:spPr>
                <a:xfrm>
                  <a:off x="9827375" y="2007600"/>
                  <a:ext cx="21275" cy="50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" h="20051" extrusionOk="0">
                      <a:moveTo>
                        <a:pt x="104" y="0"/>
                      </a:moveTo>
                      <a:cubicBezTo>
                        <a:pt x="1" y="0"/>
                        <a:pt x="104" y="4505"/>
                        <a:pt x="335" y="9961"/>
                      </a:cubicBezTo>
                      <a:cubicBezTo>
                        <a:pt x="541" y="15546"/>
                        <a:pt x="747" y="20051"/>
                        <a:pt x="850" y="20051"/>
                      </a:cubicBezTo>
                      <a:cubicBezTo>
                        <a:pt x="850" y="20051"/>
                        <a:pt x="747" y="15546"/>
                        <a:pt x="541" y="9961"/>
                      </a:cubicBezTo>
                      <a:cubicBezTo>
                        <a:pt x="335" y="4505"/>
                        <a:pt x="104" y="0"/>
                        <a:pt x="104" y="0"/>
                      </a:cubicBezTo>
                      <a:close/>
                    </a:path>
                  </a:pathLst>
                </a:custGeom>
                <a:solidFill>
                  <a:srgbClr val="EB99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8" name="Google Shape;1338;p38"/>
                <p:cNvSpPr/>
                <p:nvPr/>
              </p:nvSpPr>
              <p:spPr>
                <a:xfrm>
                  <a:off x="9546175" y="2079675"/>
                  <a:ext cx="53450" cy="44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8" h="17915" extrusionOk="0">
                      <a:moveTo>
                        <a:pt x="1" y="0"/>
                      </a:moveTo>
                      <a:cubicBezTo>
                        <a:pt x="1" y="0"/>
                        <a:pt x="413" y="3964"/>
                        <a:pt x="953" y="9009"/>
                      </a:cubicBezTo>
                      <a:cubicBezTo>
                        <a:pt x="1494" y="13950"/>
                        <a:pt x="2034" y="17914"/>
                        <a:pt x="2137" y="17914"/>
                      </a:cubicBezTo>
                      <a:cubicBezTo>
                        <a:pt x="2137" y="17914"/>
                        <a:pt x="1700" y="13847"/>
                        <a:pt x="1159" y="8906"/>
                      </a:cubicBezTo>
                      <a:cubicBezTo>
                        <a:pt x="644" y="3964"/>
                        <a:pt x="104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EB99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9" name="Google Shape;1339;p38"/>
                <p:cNvSpPr/>
                <p:nvPr/>
              </p:nvSpPr>
              <p:spPr>
                <a:xfrm>
                  <a:off x="9615675" y="2366650"/>
                  <a:ext cx="91400" cy="9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6" h="3836" extrusionOk="0">
                      <a:moveTo>
                        <a:pt x="1597" y="103"/>
                      </a:moveTo>
                      <a:cubicBezTo>
                        <a:pt x="1931" y="103"/>
                        <a:pt x="2137" y="206"/>
                        <a:pt x="2472" y="335"/>
                      </a:cubicBezTo>
                      <a:cubicBezTo>
                        <a:pt x="2678" y="438"/>
                        <a:pt x="3012" y="644"/>
                        <a:pt x="3115" y="850"/>
                      </a:cubicBezTo>
                      <a:cubicBezTo>
                        <a:pt x="3321" y="1184"/>
                        <a:pt x="3424" y="1493"/>
                        <a:pt x="3424" y="1828"/>
                      </a:cubicBezTo>
                      <a:cubicBezTo>
                        <a:pt x="3424" y="2265"/>
                        <a:pt x="3321" y="2574"/>
                        <a:pt x="3115" y="2909"/>
                      </a:cubicBezTo>
                      <a:cubicBezTo>
                        <a:pt x="2883" y="3218"/>
                        <a:pt x="2575" y="3424"/>
                        <a:pt x="2240" y="3552"/>
                      </a:cubicBezTo>
                      <a:cubicBezTo>
                        <a:pt x="2086" y="3604"/>
                        <a:pt x="1925" y="3630"/>
                        <a:pt x="1764" y="3630"/>
                      </a:cubicBezTo>
                      <a:cubicBezTo>
                        <a:pt x="1603" y="3630"/>
                        <a:pt x="1442" y="3604"/>
                        <a:pt x="1288" y="3552"/>
                      </a:cubicBezTo>
                      <a:cubicBezTo>
                        <a:pt x="747" y="3321"/>
                        <a:pt x="310" y="2780"/>
                        <a:pt x="207" y="2265"/>
                      </a:cubicBezTo>
                      <a:cubicBezTo>
                        <a:pt x="104" y="1828"/>
                        <a:pt x="207" y="1390"/>
                        <a:pt x="438" y="1081"/>
                      </a:cubicBezTo>
                      <a:cubicBezTo>
                        <a:pt x="438" y="923"/>
                        <a:pt x="486" y="825"/>
                        <a:pt x="550" y="746"/>
                      </a:cubicBezTo>
                      <a:lnTo>
                        <a:pt x="550" y="746"/>
                      </a:lnTo>
                      <a:cubicBezTo>
                        <a:pt x="579" y="712"/>
                        <a:pt x="611" y="678"/>
                        <a:pt x="644" y="644"/>
                      </a:cubicBezTo>
                      <a:lnTo>
                        <a:pt x="644" y="644"/>
                      </a:lnTo>
                      <a:cubicBezTo>
                        <a:pt x="644" y="644"/>
                        <a:pt x="644" y="644"/>
                        <a:pt x="644" y="644"/>
                      </a:cubicBezTo>
                      <a:cubicBezTo>
                        <a:pt x="850" y="438"/>
                        <a:pt x="1288" y="206"/>
                        <a:pt x="1597" y="103"/>
                      </a:cubicBezTo>
                      <a:close/>
                      <a:moveTo>
                        <a:pt x="1597" y="0"/>
                      </a:moveTo>
                      <a:cubicBezTo>
                        <a:pt x="1185" y="103"/>
                        <a:pt x="850" y="335"/>
                        <a:pt x="541" y="644"/>
                      </a:cubicBezTo>
                      <a:cubicBezTo>
                        <a:pt x="438" y="747"/>
                        <a:pt x="438" y="850"/>
                        <a:pt x="310" y="979"/>
                      </a:cubicBezTo>
                      <a:cubicBezTo>
                        <a:pt x="104" y="1390"/>
                        <a:pt x="1" y="1828"/>
                        <a:pt x="104" y="2265"/>
                      </a:cubicBezTo>
                      <a:cubicBezTo>
                        <a:pt x="104" y="2909"/>
                        <a:pt x="644" y="3424"/>
                        <a:pt x="1185" y="3758"/>
                      </a:cubicBezTo>
                      <a:cubicBezTo>
                        <a:pt x="1391" y="3810"/>
                        <a:pt x="1577" y="3835"/>
                        <a:pt x="1751" y="3835"/>
                      </a:cubicBezTo>
                      <a:cubicBezTo>
                        <a:pt x="1925" y="3835"/>
                        <a:pt x="2086" y="3810"/>
                        <a:pt x="2240" y="3758"/>
                      </a:cubicBezTo>
                      <a:cubicBezTo>
                        <a:pt x="2678" y="3655"/>
                        <a:pt x="3012" y="3424"/>
                        <a:pt x="3218" y="3115"/>
                      </a:cubicBezTo>
                      <a:cubicBezTo>
                        <a:pt x="3527" y="2677"/>
                        <a:pt x="3656" y="2265"/>
                        <a:pt x="3656" y="1931"/>
                      </a:cubicBezTo>
                      <a:cubicBezTo>
                        <a:pt x="3656" y="1493"/>
                        <a:pt x="3527" y="1081"/>
                        <a:pt x="3218" y="747"/>
                      </a:cubicBezTo>
                      <a:cubicBezTo>
                        <a:pt x="3115" y="541"/>
                        <a:pt x="2781" y="335"/>
                        <a:pt x="2472" y="103"/>
                      </a:cubicBezTo>
                      <a:cubicBezTo>
                        <a:pt x="2240" y="0"/>
                        <a:pt x="1931" y="0"/>
                        <a:pt x="1597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0" name="Google Shape;1340;p38"/>
                <p:cNvSpPr/>
                <p:nvPr/>
              </p:nvSpPr>
              <p:spPr>
                <a:xfrm>
                  <a:off x="9618250" y="2407175"/>
                  <a:ext cx="69525" cy="4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1" h="1700" extrusionOk="0">
                      <a:moveTo>
                        <a:pt x="438" y="1"/>
                      </a:moveTo>
                      <a:cubicBezTo>
                        <a:pt x="104" y="1"/>
                        <a:pt x="1" y="104"/>
                        <a:pt x="1" y="104"/>
                      </a:cubicBezTo>
                      <a:lnTo>
                        <a:pt x="438" y="104"/>
                      </a:lnTo>
                      <a:cubicBezTo>
                        <a:pt x="850" y="104"/>
                        <a:pt x="1288" y="207"/>
                        <a:pt x="1622" y="413"/>
                      </a:cubicBezTo>
                      <a:cubicBezTo>
                        <a:pt x="1931" y="644"/>
                        <a:pt x="2266" y="953"/>
                        <a:pt x="2472" y="1288"/>
                      </a:cubicBezTo>
                      <a:cubicBezTo>
                        <a:pt x="2678" y="1494"/>
                        <a:pt x="2780" y="1700"/>
                        <a:pt x="2780" y="1700"/>
                      </a:cubicBezTo>
                      <a:cubicBezTo>
                        <a:pt x="2780" y="1494"/>
                        <a:pt x="2678" y="1391"/>
                        <a:pt x="2575" y="1159"/>
                      </a:cubicBezTo>
                      <a:cubicBezTo>
                        <a:pt x="2369" y="850"/>
                        <a:pt x="2034" y="516"/>
                        <a:pt x="1725" y="207"/>
                      </a:cubicBezTo>
                      <a:cubicBezTo>
                        <a:pt x="1288" y="1"/>
                        <a:pt x="850" y="1"/>
                        <a:pt x="43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1" name="Google Shape;1341;p38"/>
                <p:cNvSpPr/>
                <p:nvPr/>
              </p:nvSpPr>
              <p:spPr>
                <a:xfrm>
                  <a:off x="9655575" y="2369225"/>
                  <a:ext cx="13550" cy="5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2" h="2034" extrusionOk="0">
                      <a:moveTo>
                        <a:pt x="541" y="0"/>
                      </a:moveTo>
                      <a:lnTo>
                        <a:pt x="541" y="0"/>
                      </a:lnTo>
                      <a:cubicBezTo>
                        <a:pt x="232" y="232"/>
                        <a:pt x="129" y="644"/>
                        <a:pt x="129" y="978"/>
                      </a:cubicBezTo>
                      <a:cubicBezTo>
                        <a:pt x="1" y="1390"/>
                        <a:pt x="129" y="1725"/>
                        <a:pt x="335" y="2034"/>
                      </a:cubicBezTo>
                      <a:cubicBezTo>
                        <a:pt x="335" y="1725"/>
                        <a:pt x="232" y="1390"/>
                        <a:pt x="232" y="978"/>
                      </a:cubicBezTo>
                      <a:cubicBezTo>
                        <a:pt x="335" y="644"/>
                        <a:pt x="438" y="335"/>
                        <a:pt x="54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2" name="Google Shape;1342;p38"/>
                <p:cNvSpPr/>
                <p:nvPr/>
              </p:nvSpPr>
              <p:spPr>
                <a:xfrm>
                  <a:off x="9741800" y="2524950"/>
                  <a:ext cx="88175" cy="9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7" h="3861" extrusionOk="0">
                      <a:moveTo>
                        <a:pt x="2892" y="541"/>
                      </a:moveTo>
                      <a:lnTo>
                        <a:pt x="3064" y="699"/>
                      </a:lnTo>
                      <a:lnTo>
                        <a:pt x="3064" y="699"/>
                      </a:lnTo>
                      <a:cubicBezTo>
                        <a:pt x="2987" y="617"/>
                        <a:pt x="2971" y="546"/>
                        <a:pt x="2892" y="541"/>
                      </a:cubicBezTo>
                      <a:close/>
                      <a:moveTo>
                        <a:pt x="3064" y="699"/>
                      </a:moveTo>
                      <a:cubicBezTo>
                        <a:pt x="3078" y="715"/>
                        <a:pt x="3095" y="731"/>
                        <a:pt x="3115" y="747"/>
                      </a:cubicBezTo>
                      <a:lnTo>
                        <a:pt x="3064" y="699"/>
                      </a:lnTo>
                      <a:close/>
                      <a:moveTo>
                        <a:pt x="2986" y="740"/>
                      </a:moveTo>
                      <a:lnTo>
                        <a:pt x="2986" y="740"/>
                      </a:lnTo>
                      <a:cubicBezTo>
                        <a:pt x="2986" y="742"/>
                        <a:pt x="2986" y="744"/>
                        <a:pt x="2986" y="747"/>
                      </a:cubicBezTo>
                      <a:cubicBezTo>
                        <a:pt x="2989" y="747"/>
                        <a:pt x="2991" y="747"/>
                        <a:pt x="2994" y="747"/>
                      </a:cubicBezTo>
                      <a:lnTo>
                        <a:pt x="2994" y="747"/>
                      </a:lnTo>
                      <a:cubicBezTo>
                        <a:pt x="2991" y="744"/>
                        <a:pt x="2989" y="742"/>
                        <a:pt x="2986" y="740"/>
                      </a:cubicBezTo>
                      <a:close/>
                      <a:moveTo>
                        <a:pt x="2994" y="747"/>
                      </a:moveTo>
                      <a:cubicBezTo>
                        <a:pt x="3032" y="781"/>
                        <a:pt x="3072" y="815"/>
                        <a:pt x="3115" y="850"/>
                      </a:cubicBezTo>
                      <a:cubicBezTo>
                        <a:pt x="3115" y="850"/>
                        <a:pt x="3115" y="751"/>
                        <a:pt x="2994" y="747"/>
                      </a:cubicBezTo>
                      <a:close/>
                      <a:moveTo>
                        <a:pt x="1596" y="0"/>
                      </a:moveTo>
                      <a:cubicBezTo>
                        <a:pt x="953" y="103"/>
                        <a:pt x="412" y="438"/>
                        <a:pt x="206" y="1081"/>
                      </a:cubicBezTo>
                      <a:cubicBezTo>
                        <a:pt x="1" y="1390"/>
                        <a:pt x="1" y="1828"/>
                        <a:pt x="1" y="2239"/>
                      </a:cubicBezTo>
                      <a:cubicBezTo>
                        <a:pt x="103" y="2677"/>
                        <a:pt x="309" y="3012"/>
                        <a:pt x="541" y="3320"/>
                      </a:cubicBezTo>
                      <a:cubicBezTo>
                        <a:pt x="850" y="3655"/>
                        <a:pt x="1287" y="3861"/>
                        <a:pt x="1596" y="3861"/>
                      </a:cubicBezTo>
                      <a:cubicBezTo>
                        <a:pt x="2034" y="3861"/>
                        <a:pt x="2343" y="3758"/>
                        <a:pt x="2677" y="3655"/>
                      </a:cubicBezTo>
                      <a:cubicBezTo>
                        <a:pt x="3218" y="3217"/>
                        <a:pt x="3527" y="2574"/>
                        <a:pt x="3527" y="1931"/>
                      </a:cubicBezTo>
                      <a:cubicBezTo>
                        <a:pt x="3527" y="1493"/>
                        <a:pt x="3424" y="1081"/>
                        <a:pt x="3115" y="747"/>
                      </a:cubicBezTo>
                      <a:lnTo>
                        <a:pt x="3115" y="747"/>
                      </a:lnTo>
                      <a:cubicBezTo>
                        <a:pt x="3321" y="1184"/>
                        <a:pt x="3424" y="1493"/>
                        <a:pt x="3424" y="1931"/>
                      </a:cubicBezTo>
                      <a:cubicBezTo>
                        <a:pt x="3424" y="2239"/>
                        <a:pt x="3321" y="2471"/>
                        <a:pt x="3218" y="2780"/>
                      </a:cubicBezTo>
                      <a:cubicBezTo>
                        <a:pt x="3115" y="3012"/>
                        <a:pt x="2883" y="3320"/>
                        <a:pt x="2574" y="3423"/>
                      </a:cubicBezTo>
                      <a:cubicBezTo>
                        <a:pt x="2404" y="3594"/>
                        <a:pt x="2191" y="3695"/>
                        <a:pt x="1916" y="3695"/>
                      </a:cubicBezTo>
                      <a:cubicBezTo>
                        <a:pt x="1818" y="3695"/>
                        <a:pt x="1711" y="3682"/>
                        <a:pt x="1596" y="3655"/>
                      </a:cubicBezTo>
                      <a:cubicBezTo>
                        <a:pt x="1287" y="3655"/>
                        <a:pt x="953" y="3423"/>
                        <a:pt x="747" y="3217"/>
                      </a:cubicBezTo>
                      <a:cubicBezTo>
                        <a:pt x="412" y="2883"/>
                        <a:pt x="206" y="2574"/>
                        <a:pt x="206" y="2239"/>
                      </a:cubicBezTo>
                      <a:cubicBezTo>
                        <a:pt x="206" y="1828"/>
                        <a:pt x="206" y="1493"/>
                        <a:pt x="309" y="1184"/>
                      </a:cubicBezTo>
                      <a:cubicBezTo>
                        <a:pt x="541" y="644"/>
                        <a:pt x="1056" y="206"/>
                        <a:pt x="1699" y="103"/>
                      </a:cubicBezTo>
                      <a:cubicBezTo>
                        <a:pt x="2034" y="103"/>
                        <a:pt x="2471" y="206"/>
                        <a:pt x="2780" y="541"/>
                      </a:cubicBezTo>
                      <a:cubicBezTo>
                        <a:pt x="2847" y="607"/>
                        <a:pt x="2913" y="673"/>
                        <a:pt x="2986" y="740"/>
                      </a:cubicBezTo>
                      <a:lnTo>
                        <a:pt x="2986" y="740"/>
                      </a:lnTo>
                      <a:cubicBezTo>
                        <a:pt x="2982" y="639"/>
                        <a:pt x="2882" y="539"/>
                        <a:pt x="2782" y="439"/>
                      </a:cubicBezTo>
                      <a:lnTo>
                        <a:pt x="2782" y="439"/>
                      </a:lnTo>
                      <a:lnTo>
                        <a:pt x="2883" y="541"/>
                      </a:lnTo>
                      <a:cubicBezTo>
                        <a:pt x="2886" y="541"/>
                        <a:pt x="2889" y="541"/>
                        <a:pt x="2892" y="541"/>
                      </a:cubicBezTo>
                      <a:lnTo>
                        <a:pt x="2892" y="541"/>
                      </a:lnTo>
                      <a:lnTo>
                        <a:pt x="2780" y="438"/>
                      </a:lnTo>
                      <a:lnTo>
                        <a:pt x="2780" y="438"/>
                      </a:lnTo>
                      <a:cubicBezTo>
                        <a:pt x="2780" y="438"/>
                        <a:pt x="2780" y="438"/>
                        <a:pt x="2780" y="438"/>
                      </a:cubicBezTo>
                      <a:cubicBezTo>
                        <a:pt x="2471" y="206"/>
                        <a:pt x="2034" y="0"/>
                        <a:pt x="1596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3" name="Google Shape;1343;p38"/>
                <p:cNvSpPr/>
                <p:nvPr/>
              </p:nvSpPr>
              <p:spPr>
                <a:xfrm>
                  <a:off x="9752100" y="2527525"/>
                  <a:ext cx="45700" cy="6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8" h="2780" extrusionOk="0">
                      <a:moveTo>
                        <a:pt x="1725" y="0"/>
                      </a:moveTo>
                      <a:cubicBezTo>
                        <a:pt x="1725" y="103"/>
                        <a:pt x="1622" y="335"/>
                        <a:pt x="1622" y="541"/>
                      </a:cubicBezTo>
                      <a:cubicBezTo>
                        <a:pt x="1622" y="978"/>
                        <a:pt x="1519" y="1287"/>
                        <a:pt x="1287" y="1725"/>
                      </a:cubicBezTo>
                      <a:cubicBezTo>
                        <a:pt x="1081" y="2033"/>
                        <a:pt x="772" y="2368"/>
                        <a:pt x="438" y="2574"/>
                      </a:cubicBezTo>
                      <a:cubicBezTo>
                        <a:pt x="129" y="2677"/>
                        <a:pt x="0" y="2780"/>
                        <a:pt x="0" y="2780"/>
                      </a:cubicBezTo>
                      <a:cubicBezTo>
                        <a:pt x="129" y="2780"/>
                        <a:pt x="335" y="2780"/>
                        <a:pt x="438" y="2677"/>
                      </a:cubicBezTo>
                      <a:cubicBezTo>
                        <a:pt x="875" y="2471"/>
                        <a:pt x="1184" y="2136"/>
                        <a:pt x="1416" y="1828"/>
                      </a:cubicBezTo>
                      <a:cubicBezTo>
                        <a:pt x="1622" y="1390"/>
                        <a:pt x="1725" y="978"/>
                        <a:pt x="1828" y="541"/>
                      </a:cubicBezTo>
                      <a:cubicBezTo>
                        <a:pt x="1828" y="335"/>
                        <a:pt x="1828" y="103"/>
                        <a:pt x="172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4" name="Google Shape;1344;p38"/>
                <p:cNvSpPr/>
                <p:nvPr/>
              </p:nvSpPr>
              <p:spPr>
                <a:xfrm>
                  <a:off x="9781700" y="2571500"/>
                  <a:ext cx="45700" cy="1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8" h="610" extrusionOk="0">
                      <a:moveTo>
                        <a:pt x="541" y="1"/>
                      </a:moveTo>
                      <a:cubicBezTo>
                        <a:pt x="334" y="1"/>
                        <a:pt x="136" y="51"/>
                        <a:pt x="0" y="171"/>
                      </a:cubicBezTo>
                      <a:lnTo>
                        <a:pt x="978" y="171"/>
                      </a:lnTo>
                      <a:cubicBezTo>
                        <a:pt x="1287" y="274"/>
                        <a:pt x="1519" y="377"/>
                        <a:pt x="1828" y="609"/>
                      </a:cubicBezTo>
                      <a:cubicBezTo>
                        <a:pt x="1622" y="274"/>
                        <a:pt x="1287" y="69"/>
                        <a:pt x="978" y="69"/>
                      </a:cubicBezTo>
                      <a:cubicBezTo>
                        <a:pt x="840" y="26"/>
                        <a:pt x="688" y="1"/>
                        <a:pt x="54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5" name="Google Shape;1345;p38"/>
                <p:cNvSpPr/>
                <p:nvPr/>
              </p:nvSpPr>
              <p:spPr>
                <a:xfrm>
                  <a:off x="9655575" y="2474750"/>
                  <a:ext cx="70175" cy="7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7" h="2901" extrusionOk="0">
                      <a:moveTo>
                        <a:pt x="876" y="2652"/>
                      </a:moveTo>
                      <a:cubicBezTo>
                        <a:pt x="876" y="2652"/>
                        <a:pt x="888" y="2664"/>
                        <a:pt x="913" y="2685"/>
                      </a:cubicBezTo>
                      <a:lnTo>
                        <a:pt x="913" y="2685"/>
                      </a:lnTo>
                      <a:cubicBezTo>
                        <a:pt x="900" y="2675"/>
                        <a:pt x="888" y="2664"/>
                        <a:pt x="876" y="2652"/>
                      </a:cubicBezTo>
                      <a:close/>
                      <a:moveTo>
                        <a:pt x="1333" y="185"/>
                      </a:moveTo>
                      <a:cubicBezTo>
                        <a:pt x="1492" y="185"/>
                        <a:pt x="1659" y="219"/>
                        <a:pt x="1828" y="284"/>
                      </a:cubicBezTo>
                      <a:cubicBezTo>
                        <a:pt x="2060" y="387"/>
                        <a:pt x="2266" y="515"/>
                        <a:pt x="2471" y="721"/>
                      </a:cubicBezTo>
                      <a:cubicBezTo>
                        <a:pt x="2574" y="1030"/>
                        <a:pt x="2703" y="1262"/>
                        <a:pt x="2574" y="1571"/>
                      </a:cubicBezTo>
                      <a:cubicBezTo>
                        <a:pt x="2703" y="2008"/>
                        <a:pt x="2368" y="2446"/>
                        <a:pt x="2060" y="2652"/>
                      </a:cubicBezTo>
                      <a:cubicBezTo>
                        <a:pt x="1823" y="2724"/>
                        <a:pt x="1651" y="2797"/>
                        <a:pt x="1452" y="2797"/>
                      </a:cubicBezTo>
                      <a:cubicBezTo>
                        <a:pt x="1369" y="2797"/>
                        <a:pt x="1283" y="2785"/>
                        <a:pt x="1185" y="2755"/>
                      </a:cubicBezTo>
                      <a:cubicBezTo>
                        <a:pt x="1135" y="2755"/>
                        <a:pt x="1085" y="2755"/>
                        <a:pt x="1035" y="2743"/>
                      </a:cubicBezTo>
                      <a:lnTo>
                        <a:pt x="1035" y="2743"/>
                      </a:lnTo>
                      <a:cubicBezTo>
                        <a:pt x="992" y="2714"/>
                        <a:pt x="939" y="2683"/>
                        <a:pt x="876" y="2652"/>
                      </a:cubicBezTo>
                      <a:lnTo>
                        <a:pt x="876" y="2652"/>
                      </a:lnTo>
                      <a:cubicBezTo>
                        <a:pt x="876" y="2652"/>
                        <a:pt x="876" y="2652"/>
                        <a:pt x="876" y="2652"/>
                      </a:cubicBezTo>
                      <a:cubicBezTo>
                        <a:pt x="644" y="2549"/>
                        <a:pt x="438" y="2214"/>
                        <a:pt x="335" y="2008"/>
                      </a:cubicBezTo>
                      <a:cubicBezTo>
                        <a:pt x="129" y="1571"/>
                        <a:pt x="232" y="1030"/>
                        <a:pt x="438" y="721"/>
                      </a:cubicBezTo>
                      <a:cubicBezTo>
                        <a:pt x="668" y="350"/>
                        <a:pt x="983" y="185"/>
                        <a:pt x="1333" y="185"/>
                      </a:cubicBezTo>
                      <a:close/>
                      <a:moveTo>
                        <a:pt x="1442" y="1"/>
                      </a:moveTo>
                      <a:cubicBezTo>
                        <a:pt x="1294" y="1"/>
                        <a:pt x="1133" y="26"/>
                        <a:pt x="979" y="78"/>
                      </a:cubicBezTo>
                      <a:cubicBezTo>
                        <a:pt x="644" y="181"/>
                        <a:pt x="438" y="387"/>
                        <a:pt x="335" y="618"/>
                      </a:cubicBezTo>
                      <a:cubicBezTo>
                        <a:pt x="1" y="1030"/>
                        <a:pt x="1" y="1571"/>
                        <a:pt x="232" y="2111"/>
                      </a:cubicBezTo>
                      <a:cubicBezTo>
                        <a:pt x="335" y="2317"/>
                        <a:pt x="541" y="2652"/>
                        <a:pt x="876" y="2755"/>
                      </a:cubicBezTo>
                      <a:cubicBezTo>
                        <a:pt x="979" y="2858"/>
                        <a:pt x="1082" y="2858"/>
                        <a:pt x="1185" y="2858"/>
                      </a:cubicBezTo>
                      <a:cubicBezTo>
                        <a:pt x="1283" y="2888"/>
                        <a:pt x="1378" y="2900"/>
                        <a:pt x="1471" y="2900"/>
                      </a:cubicBezTo>
                      <a:cubicBezTo>
                        <a:pt x="1693" y="2900"/>
                        <a:pt x="1896" y="2827"/>
                        <a:pt x="2060" y="2755"/>
                      </a:cubicBezTo>
                      <a:cubicBezTo>
                        <a:pt x="2471" y="2549"/>
                        <a:pt x="2806" y="2008"/>
                        <a:pt x="2806" y="1571"/>
                      </a:cubicBezTo>
                      <a:cubicBezTo>
                        <a:pt x="2806" y="1262"/>
                        <a:pt x="2703" y="927"/>
                        <a:pt x="2574" y="721"/>
                      </a:cubicBezTo>
                      <a:cubicBezTo>
                        <a:pt x="2368" y="387"/>
                        <a:pt x="2163" y="181"/>
                        <a:pt x="1828" y="78"/>
                      </a:cubicBezTo>
                      <a:cubicBezTo>
                        <a:pt x="1725" y="26"/>
                        <a:pt x="1590" y="1"/>
                        <a:pt x="144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6" name="Google Shape;1346;p38"/>
                <p:cNvSpPr/>
                <p:nvPr/>
              </p:nvSpPr>
              <p:spPr>
                <a:xfrm>
                  <a:off x="9687750" y="2481825"/>
                  <a:ext cx="21900" cy="6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" h="2575" extrusionOk="0">
                      <a:moveTo>
                        <a:pt x="876" y="1"/>
                      </a:moveTo>
                      <a:cubicBezTo>
                        <a:pt x="876" y="1"/>
                        <a:pt x="644" y="104"/>
                        <a:pt x="541" y="335"/>
                      </a:cubicBezTo>
                      <a:cubicBezTo>
                        <a:pt x="335" y="541"/>
                        <a:pt x="129" y="876"/>
                        <a:pt x="129" y="1185"/>
                      </a:cubicBezTo>
                      <a:cubicBezTo>
                        <a:pt x="0" y="1622"/>
                        <a:pt x="129" y="1931"/>
                        <a:pt x="232" y="2266"/>
                      </a:cubicBezTo>
                      <a:cubicBezTo>
                        <a:pt x="335" y="2472"/>
                        <a:pt x="438" y="2575"/>
                        <a:pt x="438" y="2575"/>
                      </a:cubicBezTo>
                      <a:cubicBezTo>
                        <a:pt x="335" y="2163"/>
                        <a:pt x="232" y="1725"/>
                        <a:pt x="232" y="1288"/>
                      </a:cubicBezTo>
                      <a:cubicBezTo>
                        <a:pt x="335" y="876"/>
                        <a:pt x="541" y="438"/>
                        <a:pt x="87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7" name="Google Shape;1347;p38"/>
                <p:cNvSpPr/>
                <p:nvPr/>
              </p:nvSpPr>
              <p:spPr>
                <a:xfrm>
                  <a:off x="9658800" y="2508150"/>
                  <a:ext cx="37350" cy="1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4" h="533" extrusionOk="0">
                      <a:moveTo>
                        <a:pt x="1365" y="1"/>
                      </a:moveTo>
                      <a:cubicBezTo>
                        <a:pt x="1295" y="1"/>
                        <a:pt x="1080" y="151"/>
                        <a:pt x="747" y="235"/>
                      </a:cubicBezTo>
                      <a:cubicBezTo>
                        <a:pt x="528" y="286"/>
                        <a:pt x="341" y="286"/>
                        <a:pt x="209" y="286"/>
                      </a:cubicBezTo>
                      <a:cubicBezTo>
                        <a:pt x="77" y="286"/>
                        <a:pt x="0" y="286"/>
                        <a:pt x="0" y="338"/>
                      </a:cubicBezTo>
                      <a:cubicBezTo>
                        <a:pt x="124" y="477"/>
                        <a:pt x="284" y="532"/>
                        <a:pt x="443" y="532"/>
                      </a:cubicBezTo>
                      <a:cubicBezTo>
                        <a:pt x="549" y="532"/>
                        <a:pt x="654" y="507"/>
                        <a:pt x="747" y="466"/>
                      </a:cubicBezTo>
                      <a:cubicBezTo>
                        <a:pt x="1158" y="338"/>
                        <a:pt x="1493" y="29"/>
                        <a:pt x="1390" y="29"/>
                      </a:cubicBezTo>
                      <a:cubicBezTo>
                        <a:pt x="1390" y="9"/>
                        <a:pt x="1382" y="1"/>
                        <a:pt x="1365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8" name="Google Shape;1348;p38"/>
                <p:cNvSpPr/>
                <p:nvPr/>
              </p:nvSpPr>
              <p:spPr>
                <a:xfrm>
                  <a:off x="9698700" y="2361500"/>
                  <a:ext cx="50850" cy="7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4" h="3115" extrusionOk="0">
                      <a:moveTo>
                        <a:pt x="1622" y="1"/>
                      </a:moveTo>
                      <a:lnTo>
                        <a:pt x="1622" y="103"/>
                      </a:lnTo>
                      <a:cubicBezTo>
                        <a:pt x="849" y="412"/>
                        <a:pt x="438" y="1056"/>
                        <a:pt x="206" y="1828"/>
                      </a:cubicBezTo>
                      <a:cubicBezTo>
                        <a:pt x="103" y="2034"/>
                        <a:pt x="103" y="2240"/>
                        <a:pt x="103" y="2471"/>
                      </a:cubicBezTo>
                      <a:lnTo>
                        <a:pt x="103" y="2677"/>
                      </a:lnTo>
                      <a:cubicBezTo>
                        <a:pt x="206" y="2343"/>
                        <a:pt x="206" y="2137"/>
                        <a:pt x="335" y="1828"/>
                      </a:cubicBezTo>
                      <a:cubicBezTo>
                        <a:pt x="530" y="1095"/>
                        <a:pt x="1027" y="594"/>
                        <a:pt x="1627" y="259"/>
                      </a:cubicBezTo>
                      <a:lnTo>
                        <a:pt x="1627" y="259"/>
                      </a:lnTo>
                      <a:cubicBezTo>
                        <a:pt x="1649" y="376"/>
                        <a:pt x="1725" y="571"/>
                        <a:pt x="1725" y="747"/>
                      </a:cubicBezTo>
                      <a:cubicBezTo>
                        <a:pt x="1930" y="1185"/>
                        <a:pt x="1827" y="1596"/>
                        <a:pt x="1725" y="2034"/>
                      </a:cubicBezTo>
                      <a:cubicBezTo>
                        <a:pt x="1493" y="2471"/>
                        <a:pt x="1287" y="2677"/>
                        <a:pt x="978" y="2883"/>
                      </a:cubicBezTo>
                      <a:cubicBezTo>
                        <a:pt x="746" y="2986"/>
                        <a:pt x="438" y="2986"/>
                        <a:pt x="206" y="2986"/>
                      </a:cubicBezTo>
                      <a:lnTo>
                        <a:pt x="0" y="2986"/>
                      </a:lnTo>
                      <a:cubicBezTo>
                        <a:pt x="0" y="2986"/>
                        <a:pt x="103" y="3115"/>
                        <a:pt x="206" y="3115"/>
                      </a:cubicBezTo>
                      <a:cubicBezTo>
                        <a:pt x="438" y="3115"/>
                        <a:pt x="746" y="3115"/>
                        <a:pt x="978" y="2986"/>
                      </a:cubicBezTo>
                      <a:cubicBezTo>
                        <a:pt x="1390" y="2883"/>
                        <a:pt x="1622" y="2574"/>
                        <a:pt x="1827" y="2137"/>
                      </a:cubicBezTo>
                      <a:cubicBezTo>
                        <a:pt x="2033" y="1699"/>
                        <a:pt x="2033" y="1185"/>
                        <a:pt x="1930" y="644"/>
                      </a:cubicBezTo>
                      <a:cubicBezTo>
                        <a:pt x="1827" y="412"/>
                        <a:pt x="1827" y="309"/>
                        <a:pt x="1725" y="103"/>
                      </a:cubicBezTo>
                      <a:lnTo>
                        <a:pt x="1622" y="1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8"/>
                <p:cNvSpPr/>
                <p:nvPr/>
              </p:nvSpPr>
              <p:spPr>
                <a:xfrm>
                  <a:off x="9696125" y="2387875"/>
                  <a:ext cx="37325" cy="4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3" h="1932" extrusionOk="0">
                      <a:moveTo>
                        <a:pt x="1493" y="1"/>
                      </a:moveTo>
                      <a:lnTo>
                        <a:pt x="1493" y="1"/>
                      </a:lnTo>
                      <a:cubicBezTo>
                        <a:pt x="1184" y="335"/>
                        <a:pt x="952" y="644"/>
                        <a:pt x="746" y="979"/>
                      </a:cubicBezTo>
                      <a:cubicBezTo>
                        <a:pt x="541" y="1288"/>
                        <a:pt x="206" y="1622"/>
                        <a:pt x="0" y="1931"/>
                      </a:cubicBezTo>
                      <a:cubicBezTo>
                        <a:pt x="438" y="1725"/>
                        <a:pt x="644" y="1416"/>
                        <a:pt x="849" y="1082"/>
                      </a:cubicBezTo>
                      <a:cubicBezTo>
                        <a:pt x="1184" y="773"/>
                        <a:pt x="1390" y="438"/>
                        <a:pt x="149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8"/>
                <p:cNvSpPr/>
                <p:nvPr/>
              </p:nvSpPr>
              <p:spPr>
                <a:xfrm>
                  <a:off x="9588650" y="2452225"/>
                  <a:ext cx="88825" cy="3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3" h="1587" extrusionOk="0">
                      <a:moveTo>
                        <a:pt x="1519" y="1"/>
                      </a:moveTo>
                      <a:cubicBezTo>
                        <a:pt x="876" y="1"/>
                        <a:pt x="335" y="335"/>
                        <a:pt x="104" y="773"/>
                      </a:cubicBezTo>
                      <a:lnTo>
                        <a:pt x="1" y="876"/>
                      </a:lnTo>
                      <a:lnTo>
                        <a:pt x="104" y="876"/>
                      </a:lnTo>
                      <a:cubicBezTo>
                        <a:pt x="335" y="1082"/>
                        <a:pt x="644" y="1288"/>
                        <a:pt x="979" y="1416"/>
                      </a:cubicBezTo>
                      <a:cubicBezTo>
                        <a:pt x="1160" y="1537"/>
                        <a:pt x="1420" y="1587"/>
                        <a:pt x="1672" y="1587"/>
                      </a:cubicBezTo>
                      <a:cubicBezTo>
                        <a:pt x="1850" y="1587"/>
                        <a:pt x="2024" y="1562"/>
                        <a:pt x="2163" y="1519"/>
                      </a:cubicBezTo>
                      <a:cubicBezTo>
                        <a:pt x="2575" y="1416"/>
                        <a:pt x="2806" y="1185"/>
                        <a:pt x="3115" y="979"/>
                      </a:cubicBezTo>
                      <a:cubicBezTo>
                        <a:pt x="3218" y="773"/>
                        <a:pt x="3450" y="541"/>
                        <a:pt x="3553" y="335"/>
                      </a:cubicBezTo>
                      <a:lnTo>
                        <a:pt x="3553" y="129"/>
                      </a:lnTo>
                      <a:cubicBezTo>
                        <a:pt x="3450" y="335"/>
                        <a:pt x="3218" y="644"/>
                        <a:pt x="3012" y="876"/>
                      </a:cubicBezTo>
                      <a:cubicBezTo>
                        <a:pt x="2806" y="1082"/>
                        <a:pt x="2472" y="1185"/>
                        <a:pt x="2163" y="1288"/>
                      </a:cubicBezTo>
                      <a:cubicBezTo>
                        <a:pt x="1995" y="1352"/>
                        <a:pt x="1802" y="1384"/>
                        <a:pt x="1613" y="1384"/>
                      </a:cubicBezTo>
                      <a:cubicBezTo>
                        <a:pt x="1423" y="1384"/>
                        <a:pt x="1236" y="1352"/>
                        <a:pt x="1082" y="1288"/>
                      </a:cubicBezTo>
                      <a:cubicBezTo>
                        <a:pt x="770" y="1192"/>
                        <a:pt x="481" y="1007"/>
                        <a:pt x="276" y="815"/>
                      </a:cubicBezTo>
                      <a:lnTo>
                        <a:pt x="276" y="815"/>
                      </a:lnTo>
                      <a:cubicBezTo>
                        <a:pt x="582" y="410"/>
                        <a:pt x="1004" y="129"/>
                        <a:pt x="1519" y="129"/>
                      </a:cubicBezTo>
                      <a:lnTo>
                        <a:pt x="2034" y="129"/>
                      </a:lnTo>
                      <a:cubicBezTo>
                        <a:pt x="1931" y="1"/>
                        <a:pt x="1725" y="1"/>
                        <a:pt x="151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1" name="Google Shape;1351;p38"/>
                <p:cNvSpPr/>
                <p:nvPr/>
              </p:nvSpPr>
              <p:spPr>
                <a:xfrm>
                  <a:off x="9618250" y="2458025"/>
                  <a:ext cx="56650" cy="1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747" extrusionOk="0">
                      <a:moveTo>
                        <a:pt x="2266" y="0"/>
                      </a:moveTo>
                      <a:cubicBezTo>
                        <a:pt x="1828" y="0"/>
                        <a:pt x="1494" y="0"/>
                        <a:pt x="1082" y="206"/>
                      </a:cubicBezTo>
                      <a:cubicBezTo>
                        <a:pt x="747" y="309"/>
                        <a:pt x="335" y="541"/>
                        <a:pt x="1" y="747"/>
                      </a:cubicBezTo>
                      <a:cubicBezTo>
                        <a:pt x="438" y="644"/>
                        <a:pt x="747" y="541"/>
                        <a:pt x="1185" y="412"/>
                      </a:cubicBezTo>
                      <a:cubicBezTo>
                        <a:pt x="1494" y="309"/>
                        <a:pt x="1931" y="206"/>
                        <a:pt x="2266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38"/>
                <p:cNvSpPr/>
                <p:nvPr/>
              </p:nvSpPr>
              <p:spPr>
                <a:xfrm>
                  <a:off x="9645275" y="2444500"/>
                  <a:ext cx="96550" cy="246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62" h="9859" extrusionOk="0">
                      <a:moveTo>
                        <a:pt x="1699" y="1"/>
                      </a:moveTo>
                      <a:cubicBezTo>
                        <a:pt x="1828" y="104"/>
                        <a:pt x="1931" y="104"/>
                        <a:pt x="2034" y="207"/>
                      </a:cubicBezTo>
                      <a:cubicBezTo>
                        <a:pt x="2343" y="541"/>
                        <a:pt x="2678" y="747"/>
                        <a:pt x="2883" y="1185"/>
                      </a:cubicBezTo>
                      <a:cubicBezTo>
                        <a:pt x="3321" y="1597"/>
                        <a:pt x="3527" y="2240"/>
                        <a:pt x="3630" y="2884"/>
                      </a:cubicBezTo>
                      <a:cubicBezTo>
                        <a:pt x="3630" y="3218"/>
                        <a:pt x="3630" y="3656"/>
                        <a:pt x="3527" y="3965"/>
                      </a:cubicBezTo>
                      <a:cubicBezTo>
                        <a:pt x="3424" y="4299"/>
                        <a:pt x="3218" y="4711"/>
                        <a:pt x="2986" y="5046"/>
                      </a:cubicBezTo>
                      <a:lnTo>
                        <a:pt x="1391" y="6641"/>
                      </a:lnTo>
                      <a:cubicBezTo>
                        <a:pt x="850" y="6976"/>
                        <a:pt x="541" y="7516"/>
                        <a:pt x="207" y="8160"/>
                      </a:cubicBezTo>
                      <a:cubicBezTo>
                        <a:pt x="104" y="8469"/>
                        <a:pt x="1" y="9009"/>
                        <a:pt x="1" y="9447"/>
                      </a:cubicBezTo>
                      <a:cubicBezTo>
                        <a:pt x="1" y="9550"/>
                        <a:pt x="104" y="9653"/>
                        <a:pt x="104" y="9756"/>
                      </a:cubicBezTo>
                      <a:lnTo>
                        <a:pt x="207" y="9859"/>
                      </a:lnTo>
                      <a:cubicBezTo>
                        <a:pt x="207" y="9859"/>
                        <a:pt x="104" y="9653"/>
                        <a:pt x="104" y="9447"/>
                      </a:cubicBezTo>
                      <a:cubicBezTo>
                        <a:pt x="104" y="9009"/>
                        <a:pt x="207" y="8572"/>
                        <a:pt x="310" y="8160"/>
                      </a:cubicBezTo>
                      <a:cubicBezTo>
                        <a:pt x="644" y="7619"/>
                        <a:pt x="1056" y="7079"/>
                        <a:pt x="1494" y="6744"/>
                      </a:cubicBezTo>
                      <a:cubicBezTo>
                        <a:pt x="2137" y="6230"/>
                        <a:pt x="2678" y="5689"/>
                        <a:pt x="3115" y="5149"/>
                      </a:cubicBezTo>
                      <a:cubicBezTo>
                        <a:pt x="3424" y="4814"/>
                        <a:pt x="3527" y="4402"/>
                        <a:pt x="3630" y="3965"/>
                      </a:cubicBezTo>
                      <a:cubicBezTo>
                        <a:pt x="3759" y="3656"/>
                        <a:pt x="3862" y="3218"/>
                        <a:pt x="3759" y="2781"/>
                      </a:cubicBezTo>
                      <a:cubicBezTo>
                        <a:pt x="3630" y="2137"/>
                        <a:pt x="3424" y="1494"/>
                        <a:pt x="2986" y="1082"/>
                      </a:cubicBezTo>
                      <a:cubicBezTo>
                        <a:pt x="2780" y="644"/>
                        <a:pt x="2472" y="438"/>
                        <a:pt x="2137" y="207"/>
                      </a:cubicBezTo>
                      <a:cubicBezTo>
                        <a:pt x="2034" y="104"/>
                        <a:pt x="1828" y="1"/>
                        <a:pt x="169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8"/>
                <p:cNvSpPr/>
                <p:nvPr/>
              </p:nvSpPr>
              <p:spPr>
                <a:xfrm>
                  <a:off x="9712200" y="2481825"/>
                  <a:ext cx="21250" cy="1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" h="645" extrusionOk="0">
                      <a:moveTo>
                        <a:pt x="206" y="1"/>
                      </a:moveTo>
                      <a:cubicBezTo>
                        <a:pt x="103" y="1"/>
                        <a:pt x="1" y="1"/>
                        <a:pt x="1" y="104"/>
                      </a:cubicBezTo>
                      <a:cubicBezTo>
                        <a:pt x="1" y="104"/>
                        <a:pt x="206" y="104"/>
                        <a:pt x="438" y="232"/>
                      </a:cubicBezTo>
                      <a:cubicBezTo>
                        <a:pt x="644" y="438"/>
                        <a:pt x="747" y="644"/>
                        <a:pt x="850" y="644"/>
                      </a:cubicBezTo>
                      <a:lnTo>
                        <a:pt x="850" y="438"/>
                      </a:lnTo>
                      <a:cubicBezTo>
                        <a:pt x="747" y="335"/>
                        <a:pt x="747" y="232"/>
                        <a:pt x="541" y="104"/>
                      </a:cubicBezTo>
                      <a:cubicBezTo>
                        <a:pt x="438" y="1"/>
                        <a:pt x="309" y="1"/>
                        <a:pt x="206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4" name="Google Shape;1354;p38"/>
                <p:cNvSpPr/>
                <p:nvPr/>
              </p:nvSpPr>
              <p:spPr>
                <a:xfrm>
                  <a:off x="9739225" y="2489175"/>
                  <a:ext cx="42500" cy="22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0" h="891" extrusionOk="0">
                      <a:moveTo>
                        <a:pt x="1430" y="1"/>
                      </a:moveTo>
                      <a:cubicBezTo>
                        <a:pt x="1173" y="1"/>
                        <a:pt x="898" y="96"/>
                        <a:pt x="747" y="247"/>
                      </a:cubicBezTo>
                      <a:cubicBezTo>
                        <a:pt x="412" y="350"/>
                        <a:pt x="104" y="582"/>
                        <a:pt x="1" y="891"/>
                      </a:cubicBezTo>
                      <a:cubicBezTo>
                        <a:pt x="1" y="891"/>
                        <a:pt x="309" y="582"/>
                        <a:pt x="747" y="350"/>
                      </a:cubicBezTo>
                      <a:cubicBezTo>
                        <a:pt x="1287" y="144"/>
                        <a:pt x="1699" y="144"/>
                        <a:pt x="1699" y="41"/>
                      </a:cubicBezTo>
                      <a:cubicBezTo>
                        <a:pt x="1617" y="14"/>
                        <a:pt x="1525" y="1"/>
                        <a:pt x="1430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5" name="Google Shape;1355;p38"/>
                <p:cNvSpPr/>
                <p:nvPr/>
              </p:nvSpPr>
              <p:spPr>
                <a:xfrm>
                  <a:off x="9730850" y="2473100"/>
                  <a:ext cx="83050" cy="4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2" h="1740" extrusionOk="0">
                      <a:moveTo>
                        <a:pt x="2194" y="0"/>
                      </a:moveTo>
                      <a:cubicBezTo>
                        <a:pt x="2068" y="0"/>
                        <a:pt x="1946" y="13"/>
                        <a:pt x="1828" y="41"/>
                      </a:cubicBezTo>
                      <a:cubicBezTo>
                        <a:pt x="1185" y="41"/>
                        <a:pt x="541" y="453"/>
                        <a:pt x="207" y="890"/>
                      </a:cubicBezTo>
                      <a:cubicBezTo>
                        <a:pt x="104" y="1096"/>
                        <a:pt x="1" y="1225"/>
                        <a:pt x="1" y="1225"/>
                      </a:cubicBezTo>
                      <a:cubicBezTo>
                        <a:pt x="336" y="890"/>
                        <a:pt x="541" y="684"/>
                        <a:pt x="850" y="453"/>
                      </a:cubicBezTo>
                      <a:cubicBezTo>
                        <a:pt x="1185" y="350"/>
                        <a:pt x="1494" y="247"/>
                        <a:pt x="1828" y="144"/>
                      </a:cubicBezTo>
                      <a:cubicBezTo>
                        <a:pt x="2251" y="144"/>
                        <a:pt x="2649" y="240"/>
                        <a:pt x="3069" y="339"/>
                      </a:cubicBezTo>
                      <a:lnTo>
                        <a:pt x="3069" y="339"/>
                      </a:lnTo>
                      <a:cubicBezTo>
                        <a:pt x="2861" y="728"/>
                        <a:pt x="2543" y="1010"/>
                        <a:pt x="2137" y="1225"/>
                      </a:cubicBezTo>
                      <a:cubicBezTo>
                        <a:pt x="1828" y="1328"/>
                        <a:pt x="1494" y="1431"/>
                        <a:pt x="1185" y="1534"/>
                      </a:cubicBezTo>
                      <a:cubicBezTo>
                        <a:pt x="850" y="1534"/>
                        <a:pt x="541" y="1637"/>
                        <a:pt x="207" y="1740"/>
                      </a:cubicBezTo>
                      <a:lnTo>
                        <a:pt x="439" y="1740"/>
                      </a:lnTo>
                      <a:cubicBezTo>
                        <a:pt x="644" y="1740"/>
                        <a:pt x="979" y="1740"/>
                        <a:pt x="1185" y="1637"/>
                      </a:cubicBezTo>
                      <a:cubicBezTo>
                        <a:pt x="1494" y="1637"/>
                        <a:pt x="1931" y="1534"/>
                        <a:pt x="2266" y="1328"/>
                      </a:cubicBezTo>
                      <a:cubicBezTo>
                        <a:pt x="2678" y="1096"/>
                        <a:pt x="3012" y="787"/>
                        <a:pt x="3218" y="350"/>
                      </a:cubicBezTo>
                      <a:lnTo>
                        <a:pt x="3321" y="247"/>
                      </a:lnTo>
                      <a:lnTo>
                        <a:pt x="3218" y="247"/>
                      </a:lnTo>
                      <a:cubicBezTo>
                        <a:pt x="2898" y="96"/>
                        <a:pt x="2536" y="0"/>
                        <a:pt x="21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6" name="Google Shape;1356;p38"/>
                <p:cNvSpPr/>
                <p:nvPr/>
              </p:nvSpPr>
              <p:spPr>
                <a:xfrm>
                  <a:off x="9623400" y="2549800"/>
                  <a:ext cx="64375" cy="5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5" h="2121" extrusionOk="0">
                      <a:moveTo>
                        <a:pt x="918" y="1"/>
                      </a:moveTo>
                      <a:cubicBezTo>
                        <a:pt x="723" y="1"/>
                        <a:pt x="522" y="32"/>
                        <a:pt x="335" y="87"/>
                      </a:cubicBezTo>
                      <a:cubicBezTo>
                        <a:pt x="335" y="87"/>
                        <a:pt x="232" y="87"/>
                        <a:pt x="129" y="190"/>
                      </a:cubicBezTo>
                      <a:lnTo>
                        <a:pt x="1" y="190"/>
                      </a:lnTo>
                      <a:lnTo>
                        <a:pt x="129" y="293"/>
                      </a:lnTo>
                      <a:cubicBezTo>
                        <a:pt x="335" y="1039"/>
                        <a:pt x="773" y="1580"/>
                        <a:pt x="1519" y="1889"/>
                      </a:cubicBezTo>
                      <a:cubicBezTo>
                        <a:pt x="1725" y="2018"/>
                        <a:pt x="1931" y="2120"/>
                        <a:pt x="2163" y="2120"/>
                      </a:cubicBezTo>
                      <a:lnTo>
                        <a:pt x="2369" y="2120"/>
                      </a:lnTo>
                      <a:cubicBezTo>
                        <a:pt x="2060" y="2018"/>
                        <a:pt x="1828" y="1889"/>
                        <a:pt x="1519" y="1786"/>
                      </a:cubicBezTo>
                      <a:cubicBezTo>
                        <a:pt x="1004" y="1491"/>
                        <a:pt x="489" y="986"/>
                        <a:pt x="263" y="293"/>
                      </a:cubicBezTo>
                      <a:lnTo>
                        <a:pt x="438" y="293"/>
                      </a:lnTo>
                      <a:cubicBezTo>
                        <a:pt x="619" y="250"/>
                        <a:pt x="779" y="225"/>
                        <a:pt x="934" y="225"/>
                      </a:cubicBezTo>
                      <a:cubicBezTo>
                        <a:pt x="1154" y="225"/>
                        <a:pt x="1366" y="275"/>
                        <a:pt x="1622" y="396"/>
                      </a:cubicBezTo>
                      <a:cubicBezTo>
                        <a:pt x="1828" y="499"/>
                        <a:pt x="2163" y="834"/>
                        <a:pt x="2266" y="1142"/>
                      </a:cubicBezTo>
                      <a:cubicBezTo>
                        <a:pt x="2369" y="1374"/>
                        <a:pt x="2472" y="1683"/>
                        <a:pt x="2574" y="2018"/>
                      </a:cubicBezTo>
                      <a:lnTo>
                        <a:pt x="2574" y="1786"/>
                      </a:lnTo>
                      <a:cubicBezTo>
                        <a:pt x="2574" y="1477"/>
                        <a:pt x="2472" y="1245"/>
                        <a:pt x="2369" y="1039"/>
                      </a:cubicBezTo>
                      <a:cubicBezTo>
                        <a:pt x="2266" y="731"/>
                        <a:pt x="1931" y="396"/>
                        <a:pt x="1622" y="190"/>
                      </a:cubicBezTo>
                      <a:cubicBezTo>
                        <a:pt x="1430" y="57"/>
                        <a:pt x="1180" y="1"/>
                        <a:pt x="918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7" name="Google Shape;1357;p38"/>
                <p:cNvSpPr/>
                <p:nvPr/>
              </p:nvSpPr>
              <p:spPr>
                <a:xfrm>
                  <a:off x="9647850" y="2564825"/>
                  <a:ext cx="37350" cy="3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4" h="1520" extrusionOk="0">
                      <a:moveTo>
                        <a:pt x="1" y="1"/>
                      </a:moveTo>
                      <a:cubicBezTo>
                        <a:pt x="1" y="1"/>
                        <a:pt x="104" y="233"/>
                        <a:pt x="207" y="336"/>
                      </a:cubicBezTo>
                      <a:cubicBezTo>
                        <a:pt x="438" y="541"/>
                        <a:pt x="541" y="644"/>
                        <a:pt x="747" y="876"/>
                      </a:cubicBezTo>
                      <a:cubicBezTo>
                        <a:pt x="953" y="979"/>
                        <a:pt x="1185" y="1082"/>
                        <a:pt x="1288" y="1288"/>
                      </a:cubicBezTo>
                      <a:cubicBezTo>
                        <a:pt x="1494" y="1417"/>
                        <a:pt x="1494" y="1519"/>
                        <a:pt x="1494" y="1519"/>
                      </a:cubicBezTo>
                      <a:cubicBezTo>
                        <a:pt x="1494" y="1519"/>
                        <a:pt x="1494" y="1417"/>
                        <a:pt x="1391" y="1185"/>
                      </a:cubicBezTo>
                      <a:cubicBezTo>
                        <a:pt x="1288" y="979"/>
                        <a:pt x="1082" y="773"/>
                        <a:pt x="850" y="644"/>
                      </a:cubicBezTo>
                      <a:cubicBezTo>
                        <a:pt x="644" y="438"/>
                        <a:pt x="438" y="336"/>
                        <a:pt x="310" y="233"/>
                      </a:cubicBezTo>
                      <a:cubicBezTo>
                        <a:pt x="104" y="130"/>
                        <a:pt x="104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8" name="Google Shape;1358;p38"/>
                <p:cNvSpPr/>
                <p:nvPr/>
              </p:nvSpPr>
              <p:spPr>
                <a:xfrm>
                  <a:off x="9696125" y="2594425"/>
                  <a:ext cx="59225" cy="11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9" h="479" extrusionOk="0">
                      <a:moveTo>
                        <a:pt x="0" y="1"/>
                      </a:moveTo>
                      <a:cubicBezTo>
                        <a:pt x="309" y="335"/>
                        <a:pt x="746" y="438"/>
                        <a:pt x="1184" y="438"/>
                      </a:cubicBezTo>
                      <a:cubicBezTo>
                        <a:pt x="1294" y="466"/>
                        <a:pt x="1407" y="479"/>
                        <a:pt x="1518" y="479"/>
                      </a:cubicBezTo>
                      <a:cubicBezTo>
                        <a:pt x="1823" y="479"/>
                        <a:pt x="2123" y="383"/>
                        <a:pt x="2368" y="233"/>
                      </a:cubicBezTo>
                      <a:cubicBezTo>
                        <a:pt x="2368" y="203"/>
                        <a:pt x="2340" y="192"/>
                        <a:pt x="2288" y="192"/>
                      </a:cubicBezTo>
                      <a:cubicBezTo>
                        <a:pt x="2158" y="192"/>
                        <a:pt x="1881" y="260"/>
                        <a:pt x="1541" y="260"/>
                      </a:cubicBezTo>
                      <a:cubicBezTo>
                        <a:pt x="1428" y="260"/>
                        <a:pt x="1308" y="252"/>
                        <a:pt x="1184" y="233"/>
                      </a:cubicBezTo>
                      <a:cubicBezTo>
                        <a:pt x="541" y="233"/>
                        <a:pt x="103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9" name="Google Shape;1359;p38"/>
                <p:cNvSpPr/>
                <p:nvPr/>
              </p:nvSpPr>
              <p:spPr>
                <a:xfrm>
                  <a:off x="9666525" y="2621450"/>
                  <a:ext cx="59225" cy="6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9" h="2575" extrusionOk="0">
                      <a:moveTo>
                        <a:pt x="103" y="1"/>
                      </a:moveTo>
                      <a:lnTo>
                        <a:pt x="103" y="1"/>
                      </a:lnTo>
                      <a:cubicBezTo>
                        <a:pt x="103" y="1"/>
                        <a:pt x="0" y="104"/>
                        <a:pt x="0" y="207"/>
                      </a:cubicBezTo>
                      <a:lnTo>
                        <a:pt x="0" y="1082"/>
                      </a:lnTo>
                      <a:cubicBezTo>
                        <a:pt x="103" y="1494"/>
                        <a:pt x="335" y="1828"/>
                        <a:pt x="644" y="2034"/>
                      </a:cubicBezTo>
                      <a:cubicBezTo>
                        <a:pt x="978" y="2369"/>
                        <a:pt x="1390" y="2575"/>
                        <a:pt x="1930" y="2575"/>
                      </a:cubicBezTo>
                      <a:lnTo>
                        <a:pt x="2265" y="2575"/>
                      </a:lnTo>
                      <a:lnTo>
                        <a:pt x="2265" y="2472"/>
                      </a:lnTo>
                      <a:cubicBezTo>
                        <a:pt x="2368" y="2034"/>
                        <a:pt x="2265" y="1494"/>
                        <a:pt x="2033" y="1185"/>
                      </a:cubicBezTo>
                      <a:cubicBezTo>
                        <a:pt x="1828" y="850"/>
                        <a:pt x="1622" y="541"/>
                        <a:pt x="1287" y="310"/>
                      </a:cubicBezTo>
                      <a:cubicBezTo>
                        <a:pt x="1081" y="207"/>
                        <a:pt x="849" y="104"/>
                        <a:pt x="644" y="104"/>
                      </a:cubicBezTo>
                      <a:lnTo>
                        <a:pt x="438" y="104"/>
                      </a:lnTo>
                      <a:cubicBezTo>
                        <a:pt x="644" y="207"/>
                        <a:pt x="978" y="310"/>
                        <a:pt x="1184" y="438"/>
                      </a:cubicBezTo>
                      <a:cubicBezTo>
                        <a:pt x="1493" y="644"/>
                        <a:pt x="1725" y="953"/>
                        <a:pt x="1828" y="1185"/>
                      </a:cubicBezTo>
                      <a:cubicBezTo>
                        <a:pt x="2017" y="1564"/>
                        <a:pt x="2120" y="1966"/>
                        <a:pt x="2135" y="2369"/>
                      </a:cubicBezTo>
                      <a:lnTo>
                        <a:pt x="1930" y="2369"/>
                      </a:lnTo>
                      <a:cubicBezTo>
                        <a:pt x="1493" y="2369"/>
                        <a:pt x="1081" y="2240"/>
                        <a:pt x="747" y="1931"/>
                      </a:cubicBezTo>
                      <a:cubicBezTo>
                        <a:pt x="438" y="1725"/>
                        <a:pt x="206" y="1391"/>
                        <a:pt x="103" y="1082"/>
                      </a:cubicBezTo>
                      <a:cubicBezTo>
                        <a:pt x="103" y="644"/>
                        <a:pt x="0" y="310"/>
                        <a:pt x="1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0" name="Google Shape;1360;p38"/>
                <p:cNvSpPr/>
                <p:nvPr/>
              </p:nvSpPr>
              <p:spPr>
                <a:xfrm>
                  <a:off x="9674875" y="2618875"/>
                  <a:ext cx="28975" cy="50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" h="2035" extrusionOk="0">
                      <a:moveTo>
                        <a:pt x="1" y="1"/>
                      </a:moveTo>
                      <a:cubicBezTo>
                        <a:pt x="1" y="413"/>
                        <a:pt x="104" y="850"/>
                        <a:pt x="310" y="1185"/>
                      </a:cubicBezTo>
                      <a:cubicBezTo>
                        <a:pt x="644" y="1828"/>
                        <a:pt x="1159" y="2034"/>
                        <a:pt x="1159" y="2034"/>
                      </a:cubicBezTo>
                      <a:cubicBezTo>
                        <a:pt x="1159" y="2034"/>
                        <a:pt x="850" y="1597"/>
                        <a:pt x="515" y="1056"/>
                      </a:cubicBezTo>
                      <a:cubicBezTo>
                        <a:pt x="104" y="542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1" name="Google Shape;1361;p38"/>
                <p:cNvSpPr/>
                <p:nvPr/>
              </p:nvSpPr>
              <p:spPr>
                <a:xfrm>
                  <a:off x="9607325" y="2610525"/>
                  <a:ext cx="43125" cy="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690" extrusionOk="0">
                      <a:moveTo>
                        <a:pt x="0" y="0"/>
                      </a:moveTo>
                      <a:lnTo>
                        <a:pt x="0" y="103"/>
                      </a:lnTo>
                      <a:lnTo>
                        <a:pt x="0" y="232"/>
                      </a:lnTo>
                      <a:cubicBezTo>
                        <a:pt x="0" y="541"/>
                        <a:pt x="129" y="875"/>
                        <a:pt x="335" y="1184"/>
                      </a:cubicBezTo>
                      <a:cubicBezTo>
                        <a:pt x="541" y="1390"/>
                        <a:pt x="772" y="1519"/>
                        <a:pt x="978" y="1622"/>
                      </a:cubicBezTo>
                      <a:cubicBezTo>
                        <a:pt x="1064" y="1665"/>
                        <a:pt x="1171" y="1690"/>
                        <a:pt x="1282" y="1690"/>
                      </a:cubicBezTo>
                      <a:cubicBezTo>
                        <a:pt x="1439" y="1690"/>
                        <a:pt x="1604" y="1640"/>
                        <a:pt x="1725" y="1519"/>
                      </a:cubicBezTo>
                      <a:lnTo>
                        <a:pt x="1081" y="1519"/>
                      </a:lnTo>
                      <a:cubicBezTo>
                        <a:pt x="875" y="1390"/>
                        <a:pt x="644" y="1287"/>
                        <a:pt x="438" y="1081"/>
                      </a:cubicBezTo>
                      <a:cubicBezTo>
                        <a:pt x="335" y="876"/>
                        <a:pt x="232" y="543"/>
                        <a:pt x="232" y="235"/>
                      </a:cubicBezTo>
                      <a:lnTo>
                        <a:pt x="232" y="235"/>
                      </a:lnTo>
                      <a:cubicBezTo>
                        <a:pt x="702" y="261"/>
                        <a:pt x="1104" y="467"/>
                        <a:pt x="1416" y="875"/>
                      </a:cubicBezTo>
                      <a:cubicBezTo>
                        <a:pt x="1519" y="978"/>
                        <a:pt x="1622" y="1184"/>
                        <a:pt x="1725" y="1390"/>
                      </a:cubicBezTo>
                      <a:cubicBezTo>
                        <a:pt x="1725" y="1184"/>
                        <a:pt x="1622" y="978"/>
                        <a:pt x="1519" y="747"/>
                      </a:cubicBezTo>
                      <a:cubicBezTo>
                        <a:pt x="1184" y="232"/>
                        <a:pt x="644" y="0"/>
                        <a:pt x="12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2" name="Google Shape;1362;p38"/>
                <p:cNvSpPr/>
                <p:nvPr/>
              </p:nvSpPr>
              <p:spPr>
                <a:xfrm>
                  <a:off x="9733425" y="2625475"/>
                  <a:ext cx="21925" cy="2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" h="921" extrusionOk="0">
                      <a:moveTo>
                        <a:pt x="298" y="91"/>
                      </a:moveTo>
                      <a:cubicBezTo>
                        <a:pt x="350" y="119"/>
                        <a:pt x="431" y="149"/>
                        <a:pt x="541" y="149"/>
                      </a:cubicBezTo>
                      <a:cubicBezTo>
                        <a:pt x="541" y="277"/>
                        <a:pt x="644" y="380"/>
                        <a:pt x="644" y="483"/>
                      </a:cubicBezTo>
                      <a:cubicBezTo>
                        <a:pt x="644" y="586"/>
                        <a:pt x="644" y="586"/>
                        <a:pt x="541" y="689"/>
                      </a:cubicBezTo>
                      <a:cubicBezTo>
                        <a:pt x="438" y="689"/>
                        <a:pt x="336" y="689"/>
                        <a:pt x="233" y="586"/>
                      </a:cubicBezTo>
                      <a:cubicBezTo>
                        <a:pt x="233" y="483"/>
                        <a:pt x="104" y="380"/>
                        <a:pt x="233" y="277"/>
                      </a:cubicBezTo>
                      <a:cubicBezTo>
                        <a:pt x="233" y="201"/>
                        <a:pt x="269" y="134"/>
                        <a:pt x="298" y="91"/>
                      </a:cubicBezTo>
                      <a:close/>
                      <a:moveTo>
                        <a:pt x="370" y="0"/>
                      </a:moveTo>
                      <a:cubicBezTo>
                        <a:pt x="278" y="0"/>
                        <a:pt x="233" y="46"/>
                        <a:pt x="233" y="46"/>
                      </a:cubicBezTo>
                      <a:cubicBezTo>
                        <a:pt x="233" y="46"/>
                        <a:pt x="238" y="51"/>
                        <a:pt x="249" y="60"/>
                      </a:cubicBezTo>
                      <a:lnTo>
                        <a:pt x="249" y="60"/>
                      </a:lnTo>
                      <a:cubicBezTo>
                        <a:pt x="173" y="82"/>
                        <a:pt x="63" y="137"/>
                        <a:pt x="1" y="277"/>
                      </a:cubicBezTo>
                      <a:cubicBezTo>
                        <a:pt x="1" y="380"/>
                        <a:pt x="1" y="586"/>
                        <a:pt x="104" y="689"/>
                      </a:cubicBezTo>
                      <a:cubicBezTo>
                        <a:pt x="233" y="921"/>
                        <a:pt x="438" y="921"/>
                        <a:pt x="541" y="921"/>
                      </a:cubicBezTo>
                      <a:cubicBezTo>
                        <a:pt x="747" y="792"/>
                        <a:pt x="876" y="586"/>
                        <a:pt x="876" y="380"/>
                      </a:cubicBezTo>
                      <a:cubicBezTo>
                        <a:pt x="876" y="277"/>
                        <a:pt x="747" y="149"/>
                        <a:pt x="541" y="46"/>
                      </a:cubicBezTo>
                      <a:cubicBezTo>
                        <a:pt x="473" y="12"/>
                        <a:pt x="416" y="0"/>
                        <a:pt x="37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3" name="Google Shape;1363;p38"/>
                <p:cNvSpPr/>
                <p:nvPr/>
              </p:nvSpPr>
              <p:spPr>
                <a:xfrm>
                  <a:off x="9639500" y="2605375"/>
                  <a:ext cx="16100" cy="1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" h="644" extrusionOk="0">
                      <a:moveTo>
                        <a:pt x="335" y="206"/>
                      </a:moveTo>
                      <a:cubicBezTo>
                        <a:pt x="438" y="206"/>
                        <a:pt x="438" y="438"/>
                        <a:pt x="438" y="438"/>
                      </a:cubicBezTo>
                      <a:cubicBezTo>
                        <a:pt x="335" y="438"/>
                        <a:pt x="335" y="438"/>
                        <a:pt x="232" y="309"/>
                      </a:cubicBezTo>
                      <a:lnTo>
                        <a:pt x="232" y="206"/>
                      </a:lnTo>
                      <a:close/>
                      <a:moveTo>
                        <a:pt x="232" y="0"/>
                      </a:moveTo>
                      <a:cubicBezTo>
                        <a:pt x="129" y="0"/>
                        <a:pt x="129" y="103"/>
                        <a:pt x="129" y="103"/>
                      </a:cubicBezTo>
                      <a:cubicBezTo>
                        <a:pt x="0" y="206"/>
                        <a:pt x="129" y="309"/>
                        <a:pt x="129" y="438"/>
                      </a:cubicBezTo>
                      <a:cubicBezTo>
                        <a:pt x="232" y="541"/>
                        <a:pt x="335" y="644"/>
                        <a:pt x="438" y="644"/>
                      </a:cubicBezTo>
                      <a:cubicBezTo>
                        <a:pt x="541" y="541"/>
                        <a:pt x="644" y="541"/>
                        <a:pt x="644" y="438"/>
                      </a:cubicBezTo>
                      <a:cubicBezTo>
                        <a:pt x="644" y="438"/>
                        <a:pt x="644" y="309"/>
                        <a:pt x="541" y="206"/>
                      </a:cubicBezTo>
                      <a:cubicBezTo>
                        <a:pt x="541" y="103"/>
                        <a:pt x="438" y="103"/>
                        <a:pt x="335" y="103"/>
                      </a:cubicBezTo>
                      <a:cubicBezTo>
                        <a:pt x="314" y="103"/>
                        <a:pt x="292" y="108"/>
                        <a:pt x="272" y="115"/>
                      </a:cubicBezTo>
                      <a:lnTo>
                        <a:pt x="272" y="115"/>
                      </a:lnTo>
                      <a:cubicBezTo>
                        <a:pt x="301" y="85"/>
                        <a:pt x="335" y="59"/>
                        <a:pt x="33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4" name="Google Shape;1364;p38"/>
                <p:cNvSpPr/>
                <p:nvPr/>
              </p:nvSpPr>
              <p:spPr>
                <a:xfrm>
                  <a:off x="9626625" y="2511425"/>
                  <a:ext cx="16100" cy="1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" h="645" extrusionOk="0">
                      <a:moveTo>
                        <a:pt x="297" y="103"/>
                      </a:moveTo>
                      <a:lnTo>
                        <a:pt x="297" y="103"/>
                      </a:lnTo>
                      <a:cubicBezTo>
                        <a:pt x="300" y="103"/>
                        <a:pt x="305" y="104"/>
                        <a:pt x="309" y="104"/>
                      </a:cubicBezTo>
                      <a:cubicBezTo>
                        <a:pt x="309" y="155"/>
                        <a:pt x="335" y="155"/>
                        <a:pt x="361" y="155"/>
                      </a:cubicBezTo>
                      <a:cubicBezTo>
                        <a:pt x="386" y="155"/>
                        <a:pt x="412" y="155"/>
                        <a:pt x="412" y="207"/>
                      </a:cubicBezTo>
                      <a:lnTo>
                        <a:pt x="515" y="335"/>
                      </a:lnTo>
                      <a:cubicBezTo>
                        <a:pt x="412" y="438"/>
                        <a:pt x="412" y="438"/>
                        <a:pt x="309" y="438"/>
                      </a:cubicBezTo>
                      <a:cubicBezTo>
                        <a:pt x="309" y="438"/>
                        <a:pt x="206" y="438"/>
                        <a:pt x="206" y="335"/>
                      </a:cubicBezTo>
                      <a:lnTo>
                        <a:pt x="206" y="207"/>
                      </a:lnTo>
                      <a:cubicBezTo>
                        <a:pt x="258" y="155"/>
                        <a:pt x="284" y="129"/>
                        <a:pt x="297" y="103"/>
                      </a:cubicBezTo>
                      <a:close/>
                      <a:moveTo>
                        <a:pt x="309" y="1"/>
                      </a:moveTo>
                      <a:cubicBezTo>
                        <a:pt x="309" y="1"/>
                        <a:pt x="206" y="1"/>
                        <a:pt x="103" y="104"/>
                      </a:cubicBezTo>
                      <a:cubicBezTo>
                        <a:pt x="103" y="207"/>
                        <a:pt x="0" y="335"/>
                        <a:pt x="103" y="438"/>
                      </a:cubicBezTo>
                      <a:cubicBezTo>
                        <a:pt x="103" y="541"/>
                        <a:pt x="206" y="644"/>
                        <a:pt x="412" y="644"/>
                      </a:cubicBezTo>
                      <a:cubicBezTo>
                        <a:pt x="515" y="644"/>
                        <a:pt x="644" y="541"/>
                        <a:pt x="644" y="335"/>
                      </a:cubicBezTo>
                      <a:cubicBezTo>
                        <a:pt x="644" y="207"/>
                        <a:pt x="644" y="104"/>
                        <a:pt x="515" y="104"/>
                      </a:cubicBezTo>
                      <a:cubicBezTo>
                        <a:pt x="446" y="69"/>
                        <a:pt x="389" y="58"/>
                        <a:pt x="347" y="58"/>
                      </a:cubicBezTo>
                      <a:cubicBezTo>
                        <a:pt x="332" y="58"/>
                        <a:pt x="319" y="59"/>
                        <a:pt x="308" y="62"/>
                      </a:cubicBezTo>
                      <a:lnTo>
                        <a:pt x="308" y="62"/>
                      </a:lnTo>
                      <a:cubicBezTo>
                        <a:pt x="309" y="46"/>
                        <a:pt x="309" y="26"/>
                        <a:pt x="309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5" name="Google Shape;1365;p38"/>
                <p:cNvSpPr/>
                <p:nvPr/>
              </p:nvSpPr>
              <p:spPr>
                <a:xfrm>
                  <a:off x="9733425" y="2440800"/>
                  <a:ext cx="16125" cy="1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" h="664" extrusionOk="0">
                      <a:moveTo>
                        <a:pt x="294" y="0"/>
                      </a:moveTo>
                      <a:cubicBezTo>
                        <a:pt x="233" y="0"/>
                        <a:pt x="233" y="46"/>
                        <a:pt x="233" y="46"/>
                      </a:cubicBezTo>
                      <a:cubicBezTo>
                        <a:pt x="233" y="46"/>
                        <a:pt x="336" y="46"/>
                        <a:pt x="336" y="149"/>
                      </a:cubicBezTo>
                      <a:lnTo>
                        <a:pt x="438" y="149"/>
                      </a:lnTo>
                      <a:cubicBezTo>
                        <a:pt x="438" y="252"/>
                        <a:pt x="438" y="355"/>
                        <a:pt x="336" y="355"/>
                      </a:cubicBezTo>
                      <a:cubicBezTo>
                        <a:pt x="305" y="385"/>
                        <a:pt x="273" y="397"/>
                        <a:pt x="242" y="397"/>
                      </a:cubicBezTo>
                      <a:cubicBezTo>
                        <a:pt x="168" y="397"/>
                        <a:pt x="104" y="325"/>
                        <a:pt x="104" y="252"/>
                      </a:cubicBezTo>
                      <a:lnTo>
                        <a:pt x="104" y="46"/>
                      </a:lnTo>
                      <a:cubicBezTo>
                        <a:pt x="104" y="46"/>
                        <a:pt x="1" y="149"/>
                        <a:pt x="1" y="252"/>
                      </a:cubicBezTo>
                      <a:cubicBezTo>
                        <a:pt x="1" y="355"/>
                        <a:pt x="1" y="458"/>
                        <a:pt x="104" y="586"/>
                      </a:cubicBezTo>
                      <a:cubicBezTo>
                        <a:pt x="168" y="638"/>
                        <a:pt x="226" y="664"/>
                        <a:pt x="281" y="664"/>
                      </a:cubicBezTo>
                      <a:cubicBezTo>
                        <a:pt x="336" y="664"/>
                        <a:pt x="387" y="638"/>
                        <a:pt x="438" y="586"/>
                      </a:cubicBezTo>
                      <a:cubicBezTo>
                        <a:pt x="541" y="458"/>
                        <a:pt x="644" y="355"/>
                        <a:pt x="644" y="252"/>
                      </a:cubicBezTo>
                      <a:cubicBezTo>
                        <a:pt x="541" y="149"/>
                        <a:pt x="541" y="46"/>
                        <a:pt x="438" y="46"/>
                      </a:cubicBezTo>
                      <a:cubicBezTo>
                        <a:pt x="370" y="12"/>
                        <a:pt x="324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6" name="Google Shape;1366;p38"/>
                <p:cNvSpPr/>
                <p:nvPr/>
              </p:nvSpPr>
              <p:spPr>
                <a:xfrm>
                  <a:off x="9811300" y="2507700"/>
                  <a:ext cx="13525" cy="1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" h="562" extrusionOk="0">
                      <a:moveTo>
                        <a:pt x="206" y="150"/>
                      </a:moveTo>
                      <a:cubicBezTo>
                        <a:pt x="335" y="150"/>
                        <a:pt x="335" y="150"/>
                        <a:pt x="335" y="253"/>
                      </a:cubicBezTo>
                      <a:lnTo>
                        <a:pt x="206" y="356"/>
                      </a:lnTo>
                      <a:lnTo>
                        <a:pt x="103" y="356"/>
                      </a:lnTo>
                      <a:lnTo>
                        <a:pt x="103" y="253"/>
                      </a:lnTo>
                      <a:cubicBezTo>
                        <a:pt x="103" y="150"/>
                        <a:pt x="206" y="150"/>
                        <a:pt x="206" y="150"/>
                      </a:cubicBezTo>
                      <a:close/>
                      <a:moveTo>
                        <a:pt x="172" y="1"/>
                      </a:moveTo>
                      <a:cubicBezTo>
                        <a:pt x="103" y="1"/>
                        <a:pt x="103" y="47"/>
                        <a:pt x="103" y="47"/>
                      </a:cubicBezTo>
                      <a:cubicBezTo>
                        <a:pt x="103" y="47"/>
                        <a:pt x="205" y="47"/>
                        <a:pt x="206" y="148"/>
                      </a:cubicBezTo>
                      <a:lnTo>
                        <a:pt x="206" y="148"/>
                      </a:lnTo>
                      <a:cubicBezTo>
                        <a:pt x="206" y="98"/>
                        <a:pt x="180" y="72"/>
                        <a:pt x="142" y="72"/>
                      </a:cubicBezTo>
                      <a:cubicBezTo>
                        <a:pt x="103" y="72"/>
                        <a:pt x="52" y="98"/>
                        <a:pt x="0" y="150"/>
                      </a:cubicBezTo>
                      <a:lnTo>
                        <a:pt x="0" y="484"/>
                      </a:lnTo>
                      <a:cubicBezTo>
                        <a:pt x="52" y="536"/>
                        <a:pt x="103" y="561"/>
                        <a:pt x="158" y="561"/>
                      </a:cubicBezTo>
                      <a:cubicBezTo>
                        <a:pt x="213" y="561"/>
                        <a:pt x="271" y="536"/>
                        <a:pt x="335" y="484"/>
                      </a:cubicBezTo>
                      <a:cubicBezTo>
                        <a:pt x="438" y="484"/>
                        <a:pt x="541" y="356"/>
                        <a:pt x="438" y="150"/>
                      </a:cubicBezTo>
                      <a:cubicBezTo>
                        <a:pt x="438" y="150"/>
                        <a:pt x="438" y="47"/>
                        <a:pt x="335" y="47"/>
                      </a:cubicBezTo>
                      <a:cubicBezTo>
                        <a:pt x="258" y="12"/>
                        <a:pt x="206" y="1"/>
                        <a:pt x="172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7" name="Google Shape;1367;p38"/>
                <p:cNvSpPr/>
                <p:nvPr/>
              </p:nvSpPr>
              <p:spPr>
                <a:xfrm>
                  <a:off x="9693550" y="2342850"/>
                  <a:ext cx="16100" cy="1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" h="644" extrusionOk="0">
                      <a:moveTo>
                        <a:pt x="309" y="0"/>
                      </a:moveTo>
                      <a:cubicBezTo>
                        <a:pt x="309" y="0"/>
                        <a:pt x="206" y="0"/>
                        <a:pt x="103" y="103"/>
                      </a:cubicBezTo>
                      <a:lnTo>
                        <a:pt x="0" y="206"/>
                      </a:lnTo>
                      <a:cubicBezTo>
                        <a:pt x="0" y="412"/>
                        <a:pt x="103" y="515"/>
                        <a:pt x="309" y="644"/>
                      </a:cubicBezTo>
                      <a:cubicBezTo>
                        <a:pt x="412" y="644"/>
                        <a:pt x="541" y="515"/>
                        <a:pt x="541" y="412"/>
                      </a:cubicBezTo>
                      <a:cubicBezTo>
                        <a:pt x="644" y="309"/>
                        <a:pt x="644" y="206"/>
                        <a:pt x="541" y="103"/>
                      </a:cubicBezTo>
                      <a:cubicBezTo>
                        <a:pt x="412" y="0"/>
                        <a:pt x="309" y="0"/>
                        <a:pt x="309" y="0"/>
                      </a:cubicBezTo>
                      <a:lnTo>
                        <a:pt x="309" y="0"/>
                      </a:lnTo>
                      <a:cubicBezTo>
                        <a:pt x="309" y="103"/>
                        <a:pt x="412" y="103"/>
                        <a:pt x="412" y="206"/>
                      </a:cubicBezTo>
                      <a:cubicBezTo>
                        <a:pt x="412" y="309"/>
                        <a:pt x="412" y="412"/>
                        <a:pt x="309" y="412"/>
                      </a:cubicBezTo>
                      <a:lnTo>
                        <a:pt x="206" y="309"/>
                      </a:lnTo>
                      <a:lnTo>
                        <a:pt x="206" y="206"/>
                      </a:lnTo>
                      <a:cubicBezTo>
                        <a:pt x="309" y="103"/>
                        <a:pt x="309" y="103"/>
                        <a:pt x="309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8" name="Google Shape;1368;p38"/>
                <p:cNvSpPr/>
                <p:nvPr/>
              </p:nvSpPr>
              <p:spPr>
                <a:xfrm>
                  <a:off x="9645275" y="2267550"/>
                  <a:ext cx="34775" cy="7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1" h="3116" extrusionOk="0">
                      <a:moveTo>
                        <a:pt x="983" y="267"/>
                      </a:moveTo>
                      <a:cubicBezTo>
                        <a:pt x="1287" y="897"/>
                        <a:pt x="1277" y="1621"/>
                        <a:pt x="953" y="2369"/>
                      </a:cubicBezTo>
                      <a:cubicBezTo>
                        <a:pt x="767" y="2554"/>
                        <a:pt x="665" y="2740"/>
                        <a:pt x="477" y="3020"/>
                      </a:cubicBezTo>
                      <a:lnTo>
                        <a:pt x="477" y="3020"/>
                      </a:lnTo>
                      <a:cubicBezTo>
                        <a:pt x="290" y="2739"/>
                        <a:pt x="207" y="2542"/>
                        <a:pt x="207" y="2240"/>
                      </a:cubicBezTo>
                      <a:cubicBezTo>
                        <a:pt x="104" y="1931"/>
                        <a:pt x="207" y="1494"/>
                        <a:pt x="310" y="1185"/>
                      </a:cubicBezTo>
                      <a:cubicBezTo>
                        <a:pt x="406" y="870"/>
                        <a:pt x="617" y="579"/>
                        <a:pt x="983" y="267"/>
                      </a:cubicBezTo>
                      <a:close/>
                      <a:moveTo>
                        <a:pt x="1056" y="1"/>
                      </a:moveTo>
                      <a:lnTo>
                        <a:pt x="953" y="104"/>
                      </a:lnTo>
                      <a:cubicBezTo>
                        <a:pt x="541" y="310"/>
                        <a:pt x="310" y="747"/>
                        <a:pt x="104" y="1185"/>
                      </a:cubicBezTo>
                      <a:cubicBezTo>
                        <a:pt x="1" y="1494"/>
                        <a:pt x="1" y="1828"/>
                        <a:pt x="104" y="2240"/>
                      </a:cubicBezTo>
                      <a:cubicBezTo>
                        <a:pt x="104" y="2472"/>
                        <a:pt x="207" y="2678"/>
                        <a:pt x="310" y="2883"/>
                      </a:cubicBezTo>
                      <a:cubicBezTo>
                        <a:pt x="353" y="2982"/>
                        <a:pt x="402" y="3038"/>
                        <a:pt x="443" y="3071"/>
                      </a:cubicBezTo>
                      <a:lnTo>
                        <a:pt x="443" y="3071"/>
                      </a:lnTo>
                      <a:cubicBezTo>
                        <a:pt x="433" y="3085"/>
                        <a:pt x="423" y="3100"/>
                        <a:pt x="413" y="3115"/>
                      </a:cubicBezTo>
                      <a:lnTo>
                        <a:pt x="451" y="3077"/>
                      </a:lnTo>
                      <a:lnTo>
                        <a:pt x="451" y="3077"/>
                      </a:lnTo>
                      <a:cubicBezTo>
                        <a:pt x="503" y="3115"/>
                        <a:pt x="541" y="3115"/>
                        <a:pt x="541" y="3115"/>
                      </a:cubicBezTo>
                      <a:cubicBezTo>
                        <a:pt x="523" y="3089"/>
                        <a:pt x="506" y="3063"/>
                        <a:pt x="489" y="3039"/>
                      </a:cubicBezTo>
                      <a:lnTo>
                        <a:pt x="489" y="3039"/>
                      </a:lnTo>
                      <a:lnTo>
                        <a:pt x="644" y="2883"/>
                      </a:lnTo>
                      <a:cubicBezTo>
                        <a:pt x="747" y="2780"/>
                        <a:pt x="953" y="2575"/>
                        <a:pt x="1056" y="2369"/>
                      </a:cubicBezTo>
                      <a:cubicBezTo>
                        <a:pt x="1185" y="2034"/>
                        <a:pt x="1288" y="1725"/>
                        <a:pt x="1391" y="1391"/>
                      </a:cubicBezTo>
                      <a:cubicBezTo>
                        <a:pt x="1391" y="953"/>
                        <a:pt x="1288" y="541"/>
                        <a:pt x="1185" y="104"/>
                      </a:cubicBezTo>
                      <a:lnTo>
                        <a:pt x="1056" y="1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9" name="Google Shape;1369;p38"/>
                <p:cNvSpPr/>
                <p:nvPr/>
              </p:nvSpPr>
              <p:spPr>
                <a:xfrm>
                  <a:off x="9653000" y="2291375"/>
                  <a:ext cx="10975" cy="4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1931" extrusionOk="0">
                      <a:moveTo>
                        <a:pt x="438" y="0"/>
                      </a:moveTo>
                      <a:lnTo>
                        <a:pt x="438" y="0"/>
                      </a:lnTo>
                      <a:cubicBezTo>
                        <a:pt x="104" y="232"/>
                        <a:pt x="1" y="541"/>
                        <a:pt x="1" y="978"/>
                      </a:cubicBezTo>
                      <a:cubicBezTo>
                        <a:pt x="1" y="1287"/>
                        <a:pt x="1" y="1725"/>
                        <a:pt x="232" y="1930"/>
                      </a:cubicBezTo>
                      <a:lnTo>
                        <a:pt x="232" y="978"/>
                      </a:lnTo>
                      <a:cubicBezTo>
                        <a:pt x="232" y="643"/>
                        <a:pt x="335" y="335"/>
                        <a:pt x="438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0" name="Google Shape;1370;p38"/>
                <p:cNvSpPr/>
                <p:nvPr/>
              </p:nvSpPr>
              <p:spPr>
                <a:xfrm>
                  <a:off x="9781700" y="2633050"/>
                  <a:ext cx="70150" cy="5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6" h="2394" extrusionOk="0">
                      <a:moveTo>
                        <a:pt x="596" y="0"/>
                      </a:moveTo>
                      <a:cubicBezTo>
                        <a:pt x="464" y="0"/>
                        <a:pt x="335" y="26"/>
                        <a:pt x="232" y="77"/>
                      </a:cubicBezTo>
                      <a:cubicBezTo>
                        <a:pt x="0" y="180"/>
                        <a:pt x="0" y="283"/>
                        <a:pt x="0" y="283"/>
                      </a:cubicBezTo>
                      <a:cubicBezTo>
                        <a:pt x="103" y="283"/>
                        <a:pt x="232" y="180"/>
                        <a:pt x="232" y="180"/>
                      </a:cubicBezTo>
                      <a:cubicBezTo>
                        <a:pt x="335" y="129"/>
                        <a:pt x="464" y="103"/>
                        <a:pt x="596" y="103"/>
                      </a:cubicBezTo>
                      <a:cubicBezTo>
                        <a:pt x="727" y="103"/>
                        <a:pt x="863" y="129"/>
                        <a:pt x="978" y="180"/>
                      </a:cubicBezTo>
                      <a:cubicBezTo>
                        <a:pt x="1287" y="283"/>
                        <a:pt x="1622" y="489"/>
                        <a:pt x="1931" y="824"/>
                      </a:cubicBezTo>
                      <a:cubicBezTo>
                        <a:pt x="2034" y="927"/>
                        <a:pt x="2162" y="1133"/>
                        <a:pt x="2368" y="1364"/>
                      </a:cubicBezTo>
                      <a:cubicBezTo>
                        <a:pt x="2471" y="1570"/>
                        <a:pt x="2574" y="1776"/>
                        <a:pt x="2574" y="2008"/>
                      </a:cubicBezTo>
                      <a:cubicBezTo>
                        <a:pt x="2574" y="2111"/>
                        <a:pt x="2574" y="2214"/>
                        <a:pt x="2471" y="2214"/>
                      </a:cubicBezTo>
                      <a:lnTo>
                        <a:pt x="2162" y="2214"/>
                      </a:lnTo>
                      <a:cubicBezTo>
                        <a:pt x="1931" y="2111"/>
                        <a:pt x="1725" y="2111"/>
                        <a:pt x="1519" y="2008"/>
                      </a:cubicBezTo>
                      <a:cubicBezTo>
                        <a:pt x="1184" y="1776"/>
                        <a:pt x="875" y="1570"/>
                        <a:pt x="644" y="1364"/>
                      </a:cubicBezTo>
                      <a:cubicBezTo>
                        <a:pt x="438" y="1030"/>
                        <a:pt x="232" y="721"/>
                        <a:pt x="0" y="386"/>
                      </a:cubicBezTo>
                      <a:lnTo>
                        <a:pt x="0" y="386"/>
                      </a:lnTo>
                      <a:cubicBezTo>
                        <a:pt x="0" y="489"/>
                        <a:pt x="103" y="618"/>
                        <a:pt x="103" y="721"/>
                      </a:cubicBezTo>
                      <a:cubicBezTo>
                        <a:pt x="232" y="927"/>
                        <a:pt x="335" y="1133"/>
                        <a:pt x="541" y="1364"/>
                      </a:cubicBezTo>
                      <a:cubicBezTo>
                        <a:pt x="747" y="1673"/>
                        <a:pt x="1081" y="2008"/>
                        <a:pt x="1390" y="2111"/>
                      </a:cubicBezTo>
                      <a:cubicBezTo>
                        <a:pt x="1622" y="2214"/>
                        <a:pt x="1828" y="2317"/>
                        <a:pt x="2162" y="2317"/>
                      </a:cubicBezTo>
                      <a:cubicBezTo>
                        <a:pt x="2214" y="2368"/>
                        <a:pt x="2265" y="2394"/>
                        <a:pt x="2317" y="2394"/>
                      </a:cubicBezTo>
                      <a:cubicBezTo>
                        <a:pt x="2368" y="2394"/>
                        <a:pt x="2420" y="2368"/>
                        <a:pt x="2471" y="2317"/>
                      </a:cubicBezTo>
                      <a:cubicBezTo>
                        <a:pt x="2574" y="2317"/>
                        <a:pt x="2677" y="2317"/>
                        <a:pt x="2677" y="2214"/>
                      </a:cubicBezTo>
                      <a:cubicBezTo>
                        <a:pt x="2806" y="2214"/>
                        <a:pt x="2806" y="2111"/>
                        <a:pt x="2806" y="2008"/>
                      </a:cubicBezTo>
                      <a:cubicBezTo>
                        <a:pt x="2806" y="1905"/>
                        <a:pt x="2677" y="1673"/>
                        <a:pt x="2677" y="1570"/>
                      </a:cubicBezTo>
                      <a:cubicBezTo>
                        <a:pt x="2574" y="1467"/>
                        <a:pt x="2574" y="1364"/>
                        <a:pt x="2471" y="1261"/>
                      </a:cubicBezTo>
                      <a:cubicBezTo>
                        <a:pt x="2368" y="1030"/>
                        <a:pt x="2162" y="824"/>
                        <a:pt x="2034" y="721"/>
                      </a:cubicBezTo>
                      <a:cubicBezTo>
                        <a:pt x="1725" y="386"/>
                        <a:pt x="1390" y="180"/>
                        <a:pt x="978" y="77"/>
                      </a:cubicBezTo>
                      <a:cubicBezTo>
                        <a:pt x="863" y="26"/>
                        <a:pt x="727" y="0"/>
                        <a:pt x="596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1" name="Google Shape;1371;p38"/>
                <p:cNvSpPr/>
                <p:nvPr/>
              </p:nvSpPr>
              <p:spPr>
                <a:xfrm>
                  <a:off x="9784275" y="2637550"/>
                  <a:ext cx="48275" cy="3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1" h="1288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232" y="309"/>
                        <a:pt x="541" y="541"/>
                        <a:pt x="875" y="747"/>
                      </a:cubicBezTo>
                      <a:cubicBezTo>
                        <a:pt x="1184" y="1081"/>
                        <a:pt x="1622" y="1184"/>
                        <a:pt x="1931" y="1287"/>
                      </a:cubicBezTo>
                      <a:cubicBezTo>
                        <a:pt x="1622" y="1081"/>
                        <a:pt x="1287" y="850"/>
                        <a:pt x="978" y="644"/>
                      </a:cubicBezTo>
                      <a:cubicBezTo>
                        <a:pt x="644" y="438"/>
                        <a:pt x="335" y="206"/>
                        <a:pt x="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2" name="Google Shape;1372;p38"/>
                <p:cNvSpPr/>
                <p:nvPr/>
              </p:nvSpPr>
              <p:spPr>
                <a:xfrm>
                  <a:off x="9653000" y="2741800"/>
                  <a:ext cx="179550" cy="15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2" h="6229" extrusionOk="0">
                      <a:moveTo>
                        <a:pt x="3861" y="0"/>
                      </a:moveTo>
                      <a:lnTo>
                        <a:pt x="3911" y="72"/>
                      </a:lnTo>
                      <a:lnTo>
                        <a:pt x="3911" y="72"/>
                      </a:lnTo>
                      <a:cubicBezTo>
                        <a:pt x="3898" y="49"/>
                        <a:pt x="3881" y="25"/>
                        <a:pt x="3861" y="0"/>
                      </a:cubicBezTo>
                      <a:close/>
                      <a:moveTo>
                        <a:pt x="3758" y="0"/>
                      </a:moveTo>
                      <a:lnTo>
                        <a:pt x="3553" y="335"/>
                      </a:lnTo>
                      <a:cubicBezTo>
                        <a:pt x="3655" y="232"/>
                        <a:pt x="3758" y="129"/>
                        <a:pt x="3758" y="0"/>
                      </a:cubicBezTo>
                      <a:close/>
                      <a:moveTo>
                        <a:pt x="3911" y="72"/>
                      </a:moveTo>
                      <a:cubicBezTo>
                        <a:pt x="3969" y="169"/>
                        <a:pt x="3989" y="252"/>
                        <a:pt x="4093" y="335"/>
                      </a:cubicBezTo>
                      <a:lnTo>
                        <a:pt x="3911" y="72"/>
                      </a:lnTo>
                      <a:close/>
                      <a:moveTo>
                        <a:pt x="3553" y="335"/>
                      </a:moveTo>
                      <a:lnTo>
                        <a:pt x="2806" y="1519"/>
                      </a:lnTo>
                      <a:lnTo>
                        <a:pt x="1" y="5791"/>
                      </a:lnTo>
                      <a:lnTo>
                        <a:pt x="1" y="5920"/>
                      </a:lnTo>
                      <a:lnTo>
                        <a:pt x="3655" y="6023"/>
                      </a:lnTo>
                      <a:lnTo>
                        <a:pt x="7182" y="6229"/>
                      </a:lnTo>
                      <a:lnTo>
                        <a:pt x="7182" y="6126"/>
                      </a:lnTo>
                      <a:cubicBezTo>
                        <a:pt x="6229" y="4298"/>
                        <a:pt x="5380" y="2806"/>
                        <a:pt x="4839" y="1622"/>
                      </a:cubicBezTo>
                      <a:cubicBezTo>
                        <a:pt x="4505" y="1081"/>
                        <a:pt x="4299" y="643"/>
                        <a:pt x="4093" y="335"/>
                      </a:cubicBezTo>
                      <a:lnTo>
                        <a:pt x="4093" y="335"/>
                      </a:lnTo>
                      <a:lnTo>
                        <a:pt x="4736" y="1622"/>
                      </a:lnTo>
                      <a:cubicBezTo>
                        <a:pt x="5379" y="2804"/>
                        <a:pt x="6125" y="4397"/>
                        <a:pt x="7075" y="6120"/>
                      </a:cubicBezTo>
                      <a:lnTo>
                        <a:pt x="7075" y="6120"/>
                      </a:lnTo>
                      <a:lnTo>
                        <a:pt x="3655" y="5920"/>
                      </a:lnTo>
                      <a:lnTo>
                        <a:pt x="104" y="5791"/>
                      </a:lnTo>
                      <a:lnTo>
                        <a:pt x="2806" y="1622"/>
                      </a:lnTo>
                      <a:lnTo>
                        <a:pt x="3553" y="335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3" name="Google Shape;1373;p38"/>
                <p:cNvSpPr/>
                <p:nvPr/>
              </p:nvSpPr>
              <p:spPr>
                <a:xfrm>
                  <a:off x="9687750" y="2811925"/>
                  <a:ext cx="115850" cy="3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34" h="1288" extrusionOk="0">
                      <a:moveTo>
                        <a:pt x="350" y="704"/>
                      </a:moveTo>
                      <a:cubicBezTo>
                        <a:pt x="124" y="843"/>
                        <a:pt x="0" y="953"/>
                        <a:pt x="0" y="953"/>
                      </a:cubicBezTo>
                      <a:cubicBezTo>
                        <a:pt x="129" y="953"/>
                        <a:pt x="129" y="850"/>
                        <a:pt x="232" y="850"/>
                      </a:cubicBezTo>
                      <a:cubicBezTo>
                        <a:pt x="270" y="812"/>
                        <a:pt x="308" y="761"/>
                        <a:pt x="350" y="704"/>
                      </a:cubicBezTo>
                      <a:close/>
                      <a:moveTo>
                        <a:pt x="2368" y="1"/>
                      </a:moveTo>
                      <a:cubicBezTo>
                        <a:pt x="1725" y="1"/>
                        <a:pt x="1081" y="103"/>
                        <a:pt x="644" y="412"/>
                      </a:cubicBezTo>
                      <a:cubicBezTo>
                        <a:pt x="514" y="494"/>
                        <a:pt x="424" y="606"/>
                        <a:pt x="350" y="704"/>
                      </a:cubicBezTo>
                      <a:lnTo>
                        <a:pt x="350" y="704"/>
                      </a:lnTo>
                      <a:cubicBezTo>
                        <a:pt x="434" y="652"/>
                        <a:pt x="533" y="597"/>
                        <a:pt x="644" y="541"/>
                      </a:cubicBezTo>
                      <a:cubicBezTo>
                        <a:pt x="1125" y="255"/>
                        <a:pt x="1646" y="116"/>
                        <a:pt x="2163" y="116"/>
                      </a:cubicBezTo>
                      <a:cubicBezTo>
                        <a:pt x="2808" y="116"/>
                        <a:pt x="3447" y="332"/>
                        <a:pt x="3990" y="747"/>
                      </a:cubicBezTo>
                      <a:cubicBezTo>
                        <a:pt x="4207" y="910"/>
                        <a:pt x="4374" y="1051"/>
                        <a:pt x="4483" y="1148"/>
                      </a:cubicBezTo>
                      <a:lnTo>
                        <a:pt x="4483" y="1148"/>
                      </a:lnTo>
                      <a:cubicBezTo>
                        <a:pt x="4456" y="1120"/>
                        <a:pt x="4428" y="1089"/>
                        <a:pt x="4402" y="1056"/>
                      </a:cubicBezTo>
                      <a:cubicBezTo>
                        <a:pt x="4299" y="953"/>
                        <a:pt x="4196" y="850"/>
                        <a:pt x="4093" y="747"/>
                      </a:cubicBezTo>
                      <a:cubicBezTo>
                        <a:pt x="3552" y="309"/>
                        <a:pt x="3012" y="103"/>
                        <a:pt x="2368" y="1"/>
                      </a:cubicBezTo>
                      <a:close/>
                      <a:moveTo>
                        <a:pt x="4483" y="1148"/>
                      </a:moveTo>
                      <a:cubicBezTo>
                        <a:pt x="4562" y="1230"/>
                        <a:pt x="4633" y="1287"/>
                        <a:pt x="4633" y="1287"/>
                      </a:cubicBezTo>
                      <a:cubicBezTo>
                        <a:pt x="4633" y="1287"/>
                        <a:pt x="4581" y="1236"/>
                        <a:pt x="4483" y="1148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4" name="Google Shape;1374;p38"/>
                <p:cNvSpPr/>
                <p:nvPr/>
              </p:nvSpPr>
              <p:spPr>
                <a:xfrm>
                  <a:off x="9687750" y="2835725"/>
                  <a:ext cx="115850" cy="3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34" h="1391" extrusionOk="0">
                      <a:moveTo>
                        <a:pt x="0" y="1"/>
                      </a:moveTo>
                      <a:cubicBezTo>
                        <a:pt x="0" y="104"/>
                        <a:pt x="129" y="233"/>
                        <a:pt x="129" y="233"/>
                      </a:cubicBezTo>
                      <a:cubicBezTo>
                        <a:pt x="232" y="438"/>
                        <a:pt x="335" y="541"/>
                        <a:pt x="438" y="747"/>
                      </a:cubicBezTo>
                      <a:cubicBezTo>
                        <a:pt x="979" y="1185"/>
                        <a:pt x="1519" y="1391"/>
                        <a:pt x="2265" y="1391"/>
                      </a:cubicBezTo>
                      <a:cubicBezTo>
                        <a:pt x="2574" y="1391"/>
                        <a:pt x="2909" y="1391"/>
                        <a:pt x="3218" y="1288"/>
                      </a:cubicBezTo>
                      <a:cubicBezTo>
                        <a:pt x="3758" y="1185"/>
                        <a:pt x="4196" y="876"/>
                        <a:pt x="4505" y="541"/>
                      </a:cubicBezTo>
                      <a:cubicBezTo>
                        <a:pt x="4633" y="438"/>
                        <a:pt x="4633" y="335"/>
                        <a:pt x="4633" y="335"/>
                      </a:cubicBezTo>
                      <a:lnTo>
                        <a:pt x="4633" y="335"/>
                      </a:lnTo>
                      <a:cubicBezTo>
                        <a:pt x="4402" y="541"/>
                        <a:pt x="4196" y="644"/>
                        <a:pt x="3990" y="876"/>
                      </a:cubicBezTo>
                      <a:cubicBezTo>
                        <a:pt x="3758" y="979"/>
                        <a:pt x="3552" y="1082"/>
                        <a:pt x="3218" y="1185"/>
                      </a:cubicBezTo>
                      <a:cubicBezTo>
                        <a:pt x="2909" y="1288"/>
                        <a:pt x="2574" y="1288"/>
                        <a:pt x="2265" y="1288"/>
                      </a:cubicBezTo>
                      <a:cubicBezTo>
                        <a:pt x="1622" y="1288"/>
                        <a:pt x="979" y="1082"/>
                        <a:pt x="541" y="644"/>
                      </a:cubicBezTo>
                      <a:cubicBezTo>
                        <a:pt x="335" y="438"/>
                        <a:pt x="129" y="233"/>
                        <a:pt x="0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5" name="Google Shape;1375;p38"/>
                <p:cNvSpPr/>
                <p:nvPr/>
              </p:nvSpPr>
              <p:spPr>
                <a:xfrm>
                  <a:off x="9709625" y="2813500"/>
                  <a:ext cx="64375" cy="5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5" h="2301" extrusionOk="0">
                      <a:moveTo>
                        <a:pt x="1343" y="0"/>
                      </a:moveTo>
                      <a:cubicBezTo>
                        <a:pt x="1243" y="0"/>
                        <a:pt x="1146" y="13"/>
                        <a:pt x="1056" y="40"/>
                      </a:cubicBezTo>
                      <a:cubicBezTo>
                        <a:pt x="644" y="143"/>
                        <a:pt x="309" y="349"/>
                        <a:pt x="206" y="787"/>
                      </a:cubicBezTo>
                      <a:cubicBezTo>
                        <a:pt x="1" y="1327"/>
                        <a:pt x="309" y="1971"/>
                        <a:pt x="953" y="2177"/>
                      </a:cubicBezTo>
                      <a:cubicBezTo>
                        <a:pt x="1079" y="2264"/>
                        <a:pt x="1216" y="2300"/>
                        <a:pt x="1362" y="2300"/>
                      </a:cubicBezTo>
                      <a:cubicBezTo>
                        <a:pt x="1602" y="2300"/>
                        <a:pt x="1864" y="2202"/>
                        <a:pt x="2137" y="2074"/>
                      </a:cubicBezTo>
                      <a:cubicBezTo>
                        <a:pt x="2343" y="1971"/>
                        <a:pt x="2471" y="1765"/>
                        <a:pt x="2574" y="1430"/>
                      </a:cubicBezTo>
                      <a:lnTo>
                        <a:pt x="2574" y="1224"/>
                      </a:lnTo>
                      <a:cubicBezTo>
                        <a:pt x="2574" y="1224"/>
                        <a:pt x="2574" y="1327"/>
                        <a:pt x="2471" y="1430"/>
                      </a:cubicBezTo>
                      <a:cubicBezTo>
                        <a:pt x="2471" y="1636"/>
                        <a:pt x="2240" y="1868"/>
                        <a:pt x="2034" y="1971"/>
                      </a:cubicBezTo>
                      <a:cubicBezTo>
                        <a:pt x="1827" y="2098"/>
                        <a:pt x="1630" y="2186"/>
                        <a:pt x="1407" y="2186"/>
                      </a:cubicBezTo>
                      <a:cubicBezTo>
                        <a:pt x="1268" y="2186"/>
                        <a:pt x="1120" y="2152"/>
                        <a:pt x="953" y="2074"/>
                      </a:cubicBezTo>
                      <a:cubicBezTo>
                        <a:pt x="644" y="1971"/>
                        <a:pt x="412" y="1765"/>
                        <a:pt x="309" y="1430"/>
                      </a:cubicBezTo>
                      <a:cubicBezTo>
                        <a:pt x="206" y="787"/>
                        <a:pt x="541" y="246"/>
                        <a:pt x="1056" y="143"/>
                      </a:cubicBezTo>
                      <a:cubicBezTo>
                        <a:pt x="1173" y="116"/>
                        <a:pt x="1283" y="103"/>
                        <a:pt x="1387" y="103"/>
                      </a:cubicBezTo>
                      <a:cubicBezTo>
                        <a:pt x="1671" y="103"/>
                        <a:pt x="1911" y="199"/>
                        <a:pt x="2137" y="349"/>
                      </a:cubicBezTo>
                      <a:cubicBezTo>
                        <a:pt x="2343" y="478"/>
                        <a:pt x="2471" y="684"/>
                        <a:pt x="2574" y="890"/>
                      </a:cubicBezTo>
                      <a:cubicBezTo>
                        <a:pt x="2574" y="684"/>
                        <a:pt x="2343" y="478"/>
                        <a:pt x="2137" y="246"/>
                      </a:cubicBezTo>
                      <a:cubicBezTo>
                        <a:pt x="1911" y="96"/>
                        <a:pt x="1616" y="0"/>
                        <a:pt x="1343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6" name="Google Shape;1376;p38"/>
                <p:cNvSpPr/>
                <p:nvPr/>
              </p:nvSpPr>
              <p:spPr>
                <a:xfrm>
                  <a:off x="9728300" y="2825450"/>
                  <a:ext cx="32175" cy="3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7" h="1255" extrusionOk="0">
                      <a:moveTo>
                        <a:pt x="1081" y="206"/>
                      </a:moveTo>
                      <a:cubicBezTo>
                        <a:pt x="1184" y="309"/>
                        <a:pt x="1287" y="515"/>
                        <a:pt x="1287" y="644"/>
                      </a:cubicBezTo>
                      <a:lnTo>
                        <a:pt x="1287" y="515"/>
                      </a:lnTo>
                      <a:cubicBezTo>
                        <a:pt x="1287" y="412"/>
                        <a:pt x="1184" y="206"/>
                        <a:pt x="1081" y="206"/>
                      </a:cubicBezTo>
                      <a:close/>
                      <a:moveTo>
                        <a:pt x="541" y="0"/>
                      </a:moveTo>
                      <a:cubicBezTo>
                        <a:pt x="309" y="103"/>
                        <a:pt x="103" y="206"/>
                        <a:pt x="103" y="412"/>
                      </a:cubicBezTo>
                      <a:cubicBezTo>
                        <a:pt x="0" y="746"/>
                        <a:pt x="103" y="1055"/>
                        <a:pt x="438" y="1158"/>
                      </a:cubicBezTo>
                      <a:cubicBezTo>
                        <a:pt x="541" y="1223"/>
                        <a:pt x="643" y="1255"/>
                        <a:pt x="750" y="1255"/>
                      </a:cubicBezTo>
                      <a:cubicBezTo>
                        <a:pt x="856" y="1255"/>
                        <a:pt x="965" y="1223"/>
                        <a:pt x="1081" y="1158"/>
                      </a:cubicBezTo>
                      <a:cubicBezTo>
                        <a:pt x="1184" y="1055"/>
                        <a:pt x="1287" y="952"/>
                        <a:pt x="1287" y="849"/>
                      </a:cubicBezTo>
                      <a:lnTo>
                        <a:pt x="1287" y="644"/>
                      </a:lnTo>
                      <a:cubicBezTo>
                        <a:pt x="1184" y="849"/>
                        <a:pt x="1184" y="952"/>
                        <a:pt x="952" y="1055"/>
                      </a:cubicBezTo>
                      <a:cubicBezTo>
                        <a:pt x="901" y="1107"/>
                        <a:pt x="824" y="1133"/>
                        <a:pt x="734" y="1133"/>
                      </a:cubicBezTo>
                      <a:cubicBezTo>
                        <a:pt x="643" y="1133"/>
                        <a:pt x="541" y="1107"/>
                        <a:pt x="438" y="1055"/>
                      </a:cubicBezTo>
                      <a:cubicBezTo>
                        <a:pt x="309" y="1055"/>
                        <a:pt x="206" y="849"/>
                        <a:pt x="206" y="746"/>
                      </a:cubicBezTo>
                      <a:cubicBezTo>
                        <a:pt x="103" y="412"/>
                        <a:pt x="206" y="206"/>
                        <a:pt x="541" y="103"/>
                      </a:cubicBezTo>
                      <a:cubicBezTo>
                        <a:pt x="746" y="103"/>
                        <a:pt x="849" y="103"/>
                        <a:pt x="1081" y="206"/>
                      </a:cubicBezTo>
                      <a:cubicBezTo>
                        <a:pt x="952" y="0"/>
                        <a:pt x="746" y="0"/>
                        <a:pt x="54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7" name="Google Shape;1377;p38"/>
                <p:cNvSpPr/>
                <p:nvPr/>
              </p:nvSpPr>
              <p:spPr>
                <a:xfrm>
                  <a:off x="9741800" y="2779750"/>
                  <a:ext cx="5175" cy="2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" h="1056" extrusionOk="0">
                      <a:moveTo>
                        <a:pt x="103" y="1"/>
                      </a:moveTo>
                      <a:lnTo>
                        <a:pt x="103" y="541"/>
                      </a:lnTo>
                      <a:cubicBezTo>
                        <a:pt x="1" y="747"/>
                        <a:pt x="103" y="953"/>
                        <a:pt x="103" y="1056"/>
                      </a:cubicBezTo>
                      <a:cubicBezTo>
                        <a:pt x="206" y="747"/>
                        <a:pt x="206" y="412"/>
                        <a:pt x="10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8" name="Google Shape;1378;p38"/>
                <p:cNvSpPr/>
                <p:nvPr/>
              </p:nvSpPr>
              <p:spPr>
                <a:xfrm>
                  <a:off x="9760450" y="2793275"/>
                  <a:ext cx="7750" cy="1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" h="553" extrusionOk="0">
                      <a:moveTo>
                        <a:pt x="207" y="0"/>
                      </a:moveTo>
                      <a:cubicBezTo>
                        <a:pt x="207" y="0"/>
                        <a:pt x="104" y="103"/>
                        <a:pt x="104" y="206"/>
                      </a:cubicBezTo>
                      <a:cubicBezTo>
                        <a:pt x="104" y="412"/>
                        <a:pt x="1" y="515"/>
                        <a:pt x="104" y="515"/>
                      </a:cubicBezTo>
                      <a:cubicBezTo>
                        <a:pt x="104" y="542"/>
                        <a:pt x="108" y="553"/>
                        <a:pt x="115" y="553"/>
                      </a:cubicBezTo>
                      <a:cubicBezTo>
                        <a:pt x="142" y="553"/>
                        <a:pt x="207" y="391"/>
                        <a:pt x="207" y="309"/>
                      </a:cubicBezTo>
                      <a:cubicBezTo>
                        <a:pt x="207" y="103"/>
                        <a:pt x="310" y="0"/>
                        <a:pt x="207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9" name="Google Shape;1379;p38"/>
                <p:cNvSpPr/>
                <p:nvPr/>
              </p:nvSpPr>
              <p:spPr>
                <a:xfrm>
                  <a:off x="9723150" y="2790050"/>
                  <a:ext cx="5150" cy="1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" h="541" extrusionOk="0">
                      <a:moveTo>
                        <a:pt x="0" y="0"/>
                      </a:moveTo>
                      <a:lnTo>
                        <a:pt x="0" y="335"/>
                      </a:lnTo>
                      <a:cubicBezTo>
                        <a:pt x="103" y="438"/>
                        <a:pt x="103" y="541"/>
                        <a:pt x="206" y="541"/>
                      </a:cubicBezTo>
                      <a:lnTo>
                        <a:pt x="206" y="335"/>
                      </a:lnTo>
                      <a:cubicBezTo>
                        <a:pt x="103" y="129"/>
                        <a:pt x="103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0" name="Google Shape;1380;p38"/>
                <p:cNvSpPr/>
                <p:nvPr/>
              </p:nvSpPr>
              <p:spPr>
                <a:xfrm>
                  <a:off x="9674875" y="2854400"/>
                  <a:ext cx="21275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" h="1416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104" y="232"/>
                        <a:pt x="207" y="541"/>
                        <a:pt x="413" y="772"/>
                      </a:cubicBezTo>
                      <a:cubicBezTo>
                        <a:pt x="515" y="978"/>
                        <a:pt x="747" y="1184"/>
                        <a:pt x="850" y="1416"/>
                      </a:cubicBezTo>
                      <a:cubicBezTo>
                        <a:pt x="747" y="1081"/>
                        <a:pt x="644" y="875"/>
                        <a:pt x="515" y="644"/>
                      </a:cubicBezTo>
                      <a:cubicBezTo>
                        <a:pt x="413" y="438"/>
                        <a:pt x="207" y="232"/>
                        <a:pt x="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1" name="Google Shape;1381;p38"/>
                <p:cNvSpPr/>
                <p:nvPr/>
              </p:nvSpPr>
              <p:spPr>
                <a:xfrm>
                  <a:off x="9792625" y="2862750"/>
                  <a:ext cx="23850" cy="2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185" extrusionOk="0">
                      <a:moveTo>
                        <a:pt x="953" y="1"/>
                      </a:moveTo>
                      <a:cubicBezTo>
                        <a:pt x="747" y="207"/>
                        <a:pt x="644" y="310"/>
                        <a:pt x="438" y="541"/>
                      </a:cubicBezTo>
                      <a:cubicBezTo>
                        <a:pt x="310" y="747"/>
                        <a:pt x="104" y="953"/>
                        <a:pt x="1" y="1185"/>
                      </a:cubicBezTo>
                      <a:cubicBezTo>
                        <a:pt x="438" y="850"/>
                        <a:pt x="747" y="541"/>
                        <a:pt x="953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2" name="Google Shape;1382;p38"/>
                <p:cNvSpPr/>
                <p:nvPr/>
              </p:nvSpPr>
              <p:spPr>
                <a:xfrm>
                  <a:off x="9733425" y="2763675"/>
                  <a:ext cx="29625" cy="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5" h="104" extrusionOk="0">
                      <a:moveTo>
                        <a:pt x="1" y="0"/>
                      </a:moveTo>
                      <a:cubicBezTo>
                        <a:pt x="233" y="103"/>
                        <a:pt x="336" y="103"/>
                        <a:pt x="541" y="103"/>
                      </a:cubicBezTo>
                      <a:lnTo>
                        <a:pt x="1185" y="103"/>
                      </a:lnTo>
                      <a:cubicBezTo>
                        <a:pt x="979" y="0"/>
                        <a:pt x="747" y="0"/>
                        <a:pt x="54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3" name="Google Shape;1383;p38"/>
                <p:cNvSpPr/>
                <p:nvPr/>
              </p:nvSpPr>
              <p:spPr>
                <a:xfrm>
                  <a:off x="9680025" y="2701900"/>
                  <a:ext cx="131300" cy="13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52" h="5251" extrusionOk="0">
                      <a:moveTo>
                        <a:pt x="1931" y="0"/>
                      </a:moveTo>
                      <a:lnTo>
                        <a:pt x="1931" y="103"/>
                      </a:lnTo>
                      <a:cubicBezTo>
                        <a:pt x="1935" y="134"/>
                        <a:pt x="1939" y="164"/>
                        <a:pt x="1943" y="195"/>
                      </a:cubicBezTo>
                      <a:lnTo>
                        <a:pt x="1943" y="195"/>
                      </a:lnTo>
                      <a:lnTo>
                        <a:pt x="1931" y="206"/>
                      </a:lnTo>
                      <a:cubicBezTo>
                        <a:pt x="1935" y="208"/>
                        <a:pt x="1940" y="209"/>
                        <a:pt x="1944" y="211"/>
                      </a:cubicBezTo>
                      <a:lnTo>
                        <a:pt x="1944" y="211"/>
                      </a:lnTo>
                      <a:cubicBezTo>
                        <a:pt x="2019" y="878"/>
                        <a:pt x="1933" y="1542"/>
                        <a:pt x="1760" y="2128"/>
                      </a:cubicBezTo>
                      <a:lnTo>
                        <a:pt x="1760" y="2128"/>
                      </a:lnTo>
                      <a:cubicBezTo>
                        <a:pt x="1641" y="1965"/>
                        <a:pt x="1456" y="1828"/>
                        <a:pt x="1288" y="1828"/>
                      </a:cubicBezTo>
                      <a:cubicBezTo>
                        <a:pt x="1288" y="1828"/>
                        <a:pt x="1288" y="1828"/>
                        <a:pt x="1288" y="1828"/>
                      </a:cubicBezTo>
                      <a:lnTo>
                        <a:pt x="1288" y="1828"/>
                      </a:lnTo>
                      <a:cubicBezTo>
                        <a:pt x="1390" y="1931"/>
                        <a:pt x="1596" y="2137"/>
                        <a:pt x="1725" y="2239"/>
                      </a:cubicBezTo>
                      <a:lnTo>
                        <a:pt x="1725" y="2471"/>
                      </a:lnTo>
                      <a:lnTo>
                        <a:pt x="1828" y="2239"/>
                      </a:lnTo>
                      <a:cubicBezTo>
                        <a:pt x="2021" y="1637"/>
                        <a:pt x="2123" y="945"/>
                        <a:pt x="2051" y="247"/>
                      </a:cubicBezTo>
                      <a:lnTo>
                        <a:pt x="2051" y="247"/>
                      </a:lnTo>
                      <a:cubicBezTo>
                        <a:pt x="2324" y="344"/>
                        <a:pt x="2601" y="464"/>
                        <a:pt x="2780" y="644"/>
                      </a:cubicBezTo>
                      <a:cubicBezTo>
                        <a:pt x="3321" y="1081"/>
                        <a:pt x="3655" y="1828"/>
                        <a:pt x="3655" y="2471"/>
                      </a:cubicBezTo>
                      <a:lnTo>
                        <a:pt x="3655" y="2677"/>
                      </a:lnTo>
                      <a:lnTo>
                        <a:pt x="3758" y="2574"/>
                      </a:lnTo>
                      <a:cubicBezTo>
                        <a:pt x="3792" y="2540"/>
                        <a:pt x="3823" y="2506"/>
                        <a:pt x="3852" y="2471"/>
                      </a:cubicBezTo>
                      <a:lnTo>
                        <a:pt x="3861" y="2471"/>
                      </a:lnTo>
                      <a:cubicBezTo>
                        <a:pt x="3861" y="2467"/>
                        <a:pt x="3861" y="2463"/>
                        <a:pt x="3861" y="2459"/>
                      </a:cubicBezTo>
                      <a:lnTo>
                        <a:pt x="3861" y="2459"/>
                      </a:lnTo>
                      <a:cubicBezTo>
                        <a:pt x="3982" y="2309"/>
                        <a:pt x="4062" y="2150"/>
                        <a:pt x="4135" y="2002"/>
                      </a:cubicBezTo>
                      <a:lnTo>
                        <a:pt x="4135" y="2002"/>
                      </a:lnTo>
                      <a:cubicBezTo>
                        <a:pt x="4616" y="2535"/>
                        <a:pt x="4697" y="3245"/>
                        <a:pt x="4402" y="3861"/>
                      </a:cubicBezTo>
                      <a:lnTo>
                        <a:pt x="4402" y="3964"/>
                      </a:lnTo>
                      <a:lnTo>
                        <a:pt x="4505" y="3861"/>
                      </a:lnTo>
                      <a:cubicBezTo>
                        <a:pt x="4942" y="3218"/>
                        <a:pt x="4814" y="2368"/>
                        <a:pt x="4299" y="1828"/>
                      </a:cubicBezTo>
                      <a:lnTo>
                        <a:pt x="4170" y="1828"/>
                      </a:lnTo>
                      <a:cubicBezTo>
                        <a:pt x="4136" y="1862"/>
                        <a:pt x="4105" y="1896"/>
                        <a:pt x="4076" y="1931"/>
                      </a:cubicBezTo>
                      <a:lnTo>
                        <a:pt x="4067" y="1931"/>
                      </a:lnTo>
                      <a:cubicBezTo>
                        <a:pt x="4069" y="1932"/>
                        <a:pt x="4070" y="1934"/>
                        <a:pt x="4072" y="1935"/>
                      </a:cubicBezTo>
                      <a:lnTo>
                        <a:pt x="4072" y="1935"/>
                      </a:lnTo>
                      <a:cubicBezTo>
                        <a:pt x="3980" y="2044"/>
                        <a:pt x="3912" y="2155"/>
                        <a:pt x="3853" y="2270"/>
                      </a:cubicBezTo>
                      <a:lnTo>
                        <a:pt x="3853" y="2270"/>
                      </a:lnTo>
                      <a:cubicBezTo>
                        <a:pt x="3798" y="1609"/>
                        <a:pt x="3468" y="1032"/>
                        <a:pt x="2883" y="541"/>
                      </a:cubicBezTo>
                      <a:cubicBezTo>
                        <a:pt x="2677" y="309"/>
                        <a:pt x="2369" y="103"/>
                        <a:pt x="2034" y="0"/>
                      </a:cubicBezTo>
                      <a:close/>
                      <a:moveTo>
                        <a:pt x="1289" y="1831"/>
                      </a:moveTo>
                      <a:lnTo>
                        <a:pt x="1289" y="1831"/>
                      </a:lnTo>
                      <a:cubicBezTo>
                        <a:pt x="1390" y="2037"/>
                        <a:pt x="1389" y="2369"/>
                        <a:pt x="1185" y="2574"/>
                      </a:cubicBezTo>
                      <a:cubicBezTo>
                        <a:pt x="1082" y="2780"/>
                        <a:pt x="953" y="3012"/>
                        <a:pt x="747" y="3218"/>
                      </a:cubicBezTo>
                      <a:cubicBezTo>
                        <a:pt x="438" y="3423"/>
                        <a:pt x="207" y="3758"/>
                        <a:pt x="104" y="4170"/>
                      </a:cubicBezTo>
                      <a:cubicBezTo>
                        <a:pt x="309" y="3861"/>
                        <a:pt x="541" y="3526"/>
                        <a:pt x="850" y="3218"/>
                      </a:cubicBezTo>
                      <a:cubicBezTo>
                        <a:pt x="1082" y="3115"/>
                        <a:pt x="1185" y="2883"/>
                        <a:pt x="1288" y="2677"/>
                      </a:cubicBezTo>
                      <a:cubicBezTo>
                        <a:pt x="1390" y="2370"/>
                        <a:pt x="1390" y="2037"/>
                        <a:pt x="1289" y="1831"/>
                      </a:cubicBezTo>
                      <a:close/>
                      <a:moveTo>
                        <a:pt x="4942" y="3218"/>
                      </a:moveTo>
                      <a:lnTo>
                        <a:pt x="4942" y="3423"/>
                      </a:lnTo>
                      <a:cubicBezTo>
                        <a:pt x="4814" y="3655"/>
                        <a:pt x="4711" y="3758"/>
                        <a:pt x="4505" y="3861"/>
                      </a:cubicBezTo>
                      <a:cubicBezTo>
                        <a:pt x="4678" y="3861"/>
                        <a:pt x="4870" y="3715"/>
                        <a:pt x="4988" y="3530"/>
                      </a:cubicBezTo>
                      <a:lnTo>
                        <a:pt x="4988" y="3530"/>
                      </a:lnTo>
                      <a:cubicBezTo>
                        <a:pt x="5148" y="3947"/>
                        <a:pt x="5140" y="4434"/>
                        <a:pt x="5045" y="4813"/>
                      </a:cubicBezTo>
                      <a:cubicBezTo>
                        <a:pt x="5251" y="4402"/>
                        <a:pt x="5251" y="3861"/>
                        <a:pt x="5045" y="3321"/>
                      </a:cubicBezTo>
                      <a:lnTo>
                        <a:pt x="4942" y="3218"/>
                      </a:lnTo>
                      <a:close/>
                      <a:moveTo>
                        <a:pt x="104" y="4170"/>
                      </a:moveTo>
                      <a:cubicBezTo>
                        <a:pt x="1" y="4402"/>
                        <a:pt x="1" y="4710"/>
                        <a:pt x="207" y="4942"/>
                      </a:cubicBezTo>
                      <a:cubicBezTo>
                        <a:pt x="104" y="4710"/>
                        <a:pt x="104" y="4402"/>
                        <a:pt x="104" y="4170"/>
                      </a:cubicBezTo>
                      <a:close/>
                      <a:moveTo>
                        <a:pt x="207" y="4942"/>
                      </a:moveTo>
                      <a:cubicBezTo>
                        <a:pt x="207" y="5045"/>
                        <a:pt x="309" y="5045"/>
                        <a:pt x="438" y="5045"/>
                      </a:cubicBezTo>
                      <a:cubicBezTo>
                        <a:pt x="309" y="5045"/>
                        <a:pt x="309" y="4942"/>
                        <a:pt x="207" y="4942"/>
                      </a:cubicBezTo>
                      <a:close/>
                      <a:moveTo>
                        <a:pt x="5045" y="4813"/>
                      </a:moveTo>
                      <a:cubicBezTo>
                        <a:pt x="4942" y="4942"/>
                        <a:pt x="4814" y="5148"/>
                        <a:pt x="4814" y="5251"/>
                      </a:cubicBezTo>
                      <a:cubicBezTo>
                        <a:pt x="4942" y="5148"/>
                        <a:pt x="5045" y="5045"/>
                        <a:pt x="5045" y="4813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4" name="Google Shape;1384;p38"/>
                <p:cNvSpPr/>
                <p:nvPr/>
              </p:nvSpPr>
              <p:spPr>
                <a:xfrm>
                  <a:off x="9768175" y="2699325"/>
                  <a:ext cx="13550" cy="1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2" h="618" extrusionOk="0">
                      <a:moveTo>
                        <a:pt x="335" y="0"/>
                      </a:moveTo>
                      <a:cubicBezTo>
                        <a:pt x="129" y="0"/>
                        <a:pt x="129" y="103"/>
                        <a:pt x="129" y="103"/>
                      </a:cubicBezTo>
                      <a:cubicBezTo>
                        <a:pt x="129" y="138"/>
                        <a:pt x="129" y="149"/>
                        <a:pt x="133" y="149"/>
                      </a:cubicBezTo>
                      <a:cubicBezTo>
                        <a:pt x="141" y="149"/>
                        <a:pt x="164" y="103"/>
                        <a:pt x="232" y="103"/>
                      </a:cubicBezTo>
                      <a:cubicBezTo>
                        <a:pt x="335" y="103"/>
                        <a:pt x="438" y="206"/>
                        <a:pt x="438" y="206"/>
                      </a:cubicBezTo>
                      <a:cubicBezTo>
                        <a:pt x="438" y="309"/>
                        <a:pt x="438" y="412"/>
                        <a:pt x="335" y="412"/>
                      </a:cubicBezTo>
                      <a:cubicBezTo>
                        <a:pt x="305" y="451"/>
                        <a:pt x="274" y="466"/>
                        <a:pt x="246" y="466"/>
                      </a:cubicBezTo>
                      <a:cubicBezTo>
                        <a:pt x="180" y="466"/>
                        <a:pt x="129" y="381"/>
                        <a:pt x="129" y="309"/>
                      </a:cubicBezTo>
                      <a:lnTo>
                        <a:pt x="129" y="206"/>
                      </a:lnTo>
                      <a:cubicBezTo>
                        <a:pt x="129" y="206"/>
                        <a:pt x="1" y="206"/>
                        <a:pt x="1" y="412"/>
                      </a:cubicBezTo>
                      <a:lnTo>
                        <a:pt x="129" y="541"/>
                      </a:lnTo>
                      <a:cubicBezTo>
                        <a:pt x="232" y="592"/>
                        <a:pt x="310" y="618"/>
                        <a:pt x="374" y="618"/>
                      </a:cubicBezTo>
                      <a:cubicBezTo>
                        <a:pt x="438" y="618"/>
                        <a:pt x="490" y="592"/>
                        <a:pt x="541" y="541"/>
                      </a:cubicBezTo>
                      <a:lnTo>
                        <a:pt x="541" y="103"/>
                      </a:lnTo>
                      <a:cubicBezTo>
                        <a:pt x="438" y="103"/>
                        <a:pt x="335" y="0"/>
                        <a:pt x="335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8"/>
                <p:cNvSpPr/>
                <p:nvPr/>
              </p:nvSpPr>
              <p:spPr>
                <a:xfrm>
                  <a:off x="9618250" y="2701900"/>
                  <a:ext cx="391250" cy="87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50" h="35185" extrusionOk="0">
                      <a:moveTo>
                        <a:pt x="1" y="644"/>
                      </a:moveTo>
                      <a:cubicBezTo>
                        <a:pt x="1" y="850"/>
                        <a:pt x="1" y="953"/>
                        <a:pt x="104" y="1287"/>
                      </a:cubicBezTo>
                      <a:cubicBezTo>
                        <a:pt x="104" y="953"/>
                        <a:pt x="104" y="747"/>
                        <a:pt x="1" y="644"/>
                      </a:cubicBezTo>
                      <a:close/>
                      <a:moveTo>
                        <a:pt x="104" y="1287"/>
                      </a:moveTo>
                      <a:cubicBezTo>
                        <a:pt x="104" y="1725"/>
                        <a:pt x="207" y="2471"/>
                        <a:pt x="335" y="3423"/>
                      </a:cubicBezTo>
                      <a:cubicBezTo>
                        <a:pt x="207" y="2471"/>
                        <a:pt x="207" y="1725"/>
                        <a:pt x="104" y="1287"/>
                      </a:cubicBezTo>
                      <a:close/>
                      <a:moveTo>
                        <a:pt x="9447" y="0"/>
                      </a:moveTo>
                      <a:lnTo>
                        <a:pt x="9447" y="438"/>
                      </a:lnTo>
                      <a:lnTo>
                        <a:pt x="9447" y="1596"/>
                      </a:lnTo>
                      <a:cubicBezTo>
                        <a:pt x="9550" y="2574"/>
                        <a:pt x="9550" y="4067"/>
                        <a:pt x="9550" y="5997"/>
                      </a:cubicBezTo>
                      <a:lnTo>
                        <a:pt x="9550" y="1596"/>
                      </a:lnTo>
                      <a:lnTo>
                        <a:pt x="9550" y="438"/>
                      </a:lnTo>
                      <a:cubicBezTo>
                        <a:pt x="9447" y="206"/>
                        <a:pt x="9447" y="0"/>
                        <a:pt x="9447" y="0"/>
                      </a:cubicBezTo>
                      <a:close/>
                      <a:moveTo>
                        <a:pt x="335" y="3423"/>
                      </a:moveTo>
                      <a:lnTo>
                        <a:pt x="335" y="3423"/>
                      </a:lnTo>
                      <a:cubicBezTo>
                        <a:pt x="541" y="5251"/>
                        <a:pt x="747" y="8031"/>
                        <a:pt x="1185" y="11480"/>
                      </a:cubicBezTo>
                      <a:cubicBezTo>
                        <a:pt x="1494" y="14903"/>
                        <a:pt x="1931" y="19098"/>
                        <a:pt x="2472" y="23808"/>
                      </a:cubicBezTo>
                      <a:cubicBezTo>
                        <a:pt x="2780" y="26048"/>
                        <a:pt x="3012" y="28622"/>
                        <a:pt x="3321" y="31195"/>
                      </a:cubicBezTo>
                      <a:cubicBezTo>
                        <a:pt x="3424" y="31839"/>
                        <a:pt x="3553" y="32482"/>
                        <a:pt x="3656" y="33126"/>
                      </a:cubicBezTo>
                      <a:lnTo>
                        <a:pt x="3759" y="33357"/>
                      </a:lnTo>
                      <a:lnTo>
                        <a:pt x="3759" y="33460"/>
                      </a:lnTo>
                      <a:lnTo>
                        <a:pt x="3759" y="33563"/>
                      </a:lnTo>
                      <a:lnTo>
                        <a:pt x="3861" y="33666"/>
                      </a:lnTo>
                      <a:lnTo>
                        <a:pt x="3964" y="33666"/>
                      </a:lnTo>
                      <a:lnTo>
                        <a:pt x="4067" y="33769"/>
                      </a:lnTo>
                      <a:lnTo>
                        <a:pt x="4299" y="33769"/>
                      </a:lnTo>
                      <a:cubicBezTo>
                        <a:pt x="4402" y="33769"/>
                        <a:pt x="4505" y="33769"/>
                        <a:pt x="4608" y="33666"/>
                      </a:cubicBezTo>
                      <a:cubicBezTo>
                        <a:pt x="4711" y="33666"/>
                        <a:pt x="4711" y="33666"/>
                        <a:pt x="4711" y="33563"/>
                      </a:cubicBezTo>
                      <a:lnTo>
                        <a:pt x="4840" y="33460"/>
                      </a:lnTo>
                      <a:lnTo>
                        <a:pt x="4840" y="32920"/>
                      </a:lnTo>
                      <a:cubicBezTo>
                        <a:pt x="4925" y="31772"/>
                        <a:pt x="4939" y="30694"/>
                        <a:pt x="4942" y="29512"/>
                      </a:cubicBezTo>
                      <a:lnTo>
                        <a:pt x="4942" y="29512"/>
                      </a:lnTo>
                      <a:cubicBezTo>
                        <a:pt x="5274" y="30504"/>
                        <a:pt x="5558" y="31536"/>
                        <a:pt x="5895" y="32482"/>
                      </a:cubicBezTo>
                      <a:cubicBezTo>
                        <a:pt x="6126" y="33126"/>
                        <a:pt x="6332" y="33769"/>
                        <a:pt x="6641" y="34413"/>
                      </a:cubicBezTo>
                      <a:cubicBezTo>
                        <a:pt x="6770" y="34541"/>
                        <a:pt x="6770" y="34747"/>
                        <a:pt x="6873" y="34850"/>
                      </a:cubicBezTo>
                      <a:cubicBezTo>
                        <a:pt x="6976" y="34953"/>
                        <a:pt x="6976" y="34953"/>
                        <a:pt x="7079" y="35056"/>
                      </a:cubicBezTo>
                      <a:lnTo>
                        <a:pt x="7182" y="35185"/>
                      </a:lnTo>
                      <a:lnTo>
                        <a:pt x="8263" y="35185"/>
                      </a:lnTo>
                      <a:cubicBezTo>
                        <a:pt x="8572" y="35056"/>
                        <a:pt x="8803" y="34953"/>
                        <a:pt x="8906" y="34747"/>
                      </a:cubicBezTo>
                      <a:cubicBezTo>
                        <a:pt x="9112" y="34644"/>
                        <a:pt x="9215" y="34310"/>
                        <a:pt x="9215" y="34104"/>
                      </a:cubicBezTo>
                      <a:cubicBezTo>
                        <a:pt x="9215" y="33666"/>
                        <a:pt x="9112" y="33254"/>
                        <a:pt x="9009" y="32817"/>
                      </a:cubicBezTo>
                      <a:cubicBezTo>
                        <a:pt x="8906" y="31968"/>
                        <a:pt x="8700" y="31092"/>
                        <a:pt x="8572" y="30243"/>
                      </a:cubicBezTo>
                      <a:cubicBezTo>
                        <a:pt x="8469" y="29703"/>
                        <a:pt x="8366" y="29162"/>
                        <a:pt x="8469" y="28622"/>
                      </a:cubicBezTo>
                      <a:lnTo>
                        <a:pt x="8469" y="28622"/>
                      </a:lnTo>
                      <a:cubicBezTo>
                        <a:pt x="8572" y="28750"/>
                        <a:pt x="8700" y="28853"/>
                        <a:pt x="8700" y="28956"/>
                      </a:cubicBezTo>
                      <a:cubicBezTo>
                        <a:pt x="8803" y="29162"/>
                        <a:pt x="8906" y="29394"/>
                        <a:pt x="8906" y="29600"/>
                      </a:cubicBezTo>
                      <a:cubicBezTo>
                        <a:pt x="9215" y="30552"/>
                        <a:pt x="9344" y="31633"/>
                        <a:pt x="9550" y="32611"/>
                      </a:cubicBezTo>
                      <a:cubicBezTo>
                        <a:pt x="9653" y="33126"/>
                        <a:pt x="9859" y="33563"/>
                        <a:pt x="9987" y="34104"/>
                      </a:cubicBezTo>
                      <a:cubicBezTo>
                        <a:pt x="10090" y="34104"/>
                        <a:pt x="10090" y="34207"/>
                        <a:pt x="10090" y="34207"/>
                      </a:cubicBezTo>
                      <a:cubicBezTo>
                        <a:pt x="10193" y="34310"/>
                        <a:pt x="10193" y="34310"/>
                        <a:pt x="10296" y="34310"/>
                      </a:cubicBezTo>
                      <a:lnTo>
                        <a:pt x="10734" y="34310"/>
                      </a:lnTo>
                      <a:cubicBezTo>
                        <a:pt x="10940" y="34310"/>
                        <a:pt x="11043" y="34207"/>
                        <a:pt x="11146" y="34104"/>
                      </a:cubicBezTo>
                      <a:cubicBezTo>
                        <a:pt x="11274" y="34001"/>
                        <a:pt x="11274" y="33898"/>
                        <a:pt x="11274" y="33769"/>
                      </a:cubicBezTo>
                      <a:cubicBezTo>
                        <a:pt x="11377" y="33460"/>
                        <a:pt x="11377" y="33254"/>
                        <a:pt x="11274" y="32920"/>
                      </a:cubicBezTo>
                      <a:cubicBezTo>
                        <a:pt x="11274" y="32714"/>
                        <a:pt x="11146" y="32482"/>
                        <a:pt x="11146" y="32276"/>
                      </a:cubicBezTo>
                      <a:cubicBezTo>
                        <a:pt x="11043" y="31736"/>
                        <a:pt x="10940" y="31324"/>
                        <a:pt x="10837" y="30784"/>
                      </a:cubicBezTo>
                      <a:cubicBezTo>
                        <a:pt x="10734" y="29805"/>
                        <a:pt x="10502" y="28956"/>
                        <a:pt x="10399" y="27978"/>
                      </a:cubicBezTo>
                      <a:cubicBezTo>
                        <a:pt x="10296" y="27566"/>
                        <a:pt x="10193" y="27026"/>
                        <a:pt x="10193" y="26588"/>
                      </a:cubicBezTo>
                      <a:cubicBezTo>
                        <a:pt x="10193" y="26382"/>
                        <a:pt x="10193" y="26176"/>
                        <a:pt x="10296" y="25945"/>
                      </a:cubicBezTo>
                      <a:cubicBezTo>
                        <a:pt x="10296" y="25842"/>
                        <a:pt x="10296" y="25739"/>
                        <a:pt x="10399" y="25636"/>
                      </a:cubicBezTo>
                      <a:cubicBezTo>
                        <a:pt x="10399" y="25533"/>
                        <a:pt x="10502" y="25533"/>
                        <a:pt x="10631" y="25533"/>
                      </a:cubicBezTo>
                      <a:cubicBezTo>
                        <a:pt x="10837" y="25533"/>
                        <a:pt x="10940" y="25533"/>
                        <a:pt x="11146" y="25739"/>
                      </a:cubicBezTo>
                      <a:cubicBezTo>
                        <a:pt x="11274" y="25842"/>
                        <a:pt x="11480" y="25945"/>
                        <a:pt x="11686" y="26176"/>
                      </a:cubicBezTo>
                      <a:cubicBezTo>
                        <a:pt x="12021" y="26485"/>
                        <a:pt x="12329" y="26691"/>
                        <a:pt x="12767" y="26820"/>
                      </a:cubicBezTo>
                      <a:cubicBezTo>
                        <a:pt x="13076" y="26923"/>
                        <a:pt x="13308" y="26923"/>
                        <a:pt x="13513" y="26923"/>
                      </a:cubicBezTo>
                      <a:cubicBezTo>
                        <a:pt x="13719" y="26923"/>
                        <a:pt x="13951" y="26820"/>
                        <a:pt x="14157" y="26820"/>
                      </a:cubicBezTo>
                      <a:lnTo>
                        <a:pt x="15444" y="26588"/>
                      </a:lnTo>
                      <a:lnTo>
                        <a:pt x="15650" y="26485"/>
                      </a:lnTo>
                      <a:lnTo>
                        <a:pt x="15444" y="26382"/>
                      </a:lnTo>
                      <a:lnTo>
                        <a:pt x="9987" y="21878"/>
                      </a:lnTo>
                      <a:lnTo>
                        <a:pt x="9987" y="21981"/>
                      </a:lnTo>
                      <a:cubicBezTo>
                        <a:pt x="9859" y="15342"/>
                        <a:pt x="9653" y="9860"/>
                        <a:pt x="9550" y="5999"/>
                      </a:cubicBezTo>
                      <a:lnTo>
                        <a:pt x="9550" y="5999"/>
                      </a:lnTo>
                      <a:cubicBezTo>
                        <a:pt x="9653" y="9860"/>
                        <a:pt x="9756" y="15342"/>
                        <a:pt x="9859" y="21981"/>
                      </a:cubicBezTo>
                      <a:lnTo>
                        <a:pt x="9859" y="22084"/>
                      </a:lnTo>
                      <a:lnTo>
                        <a:pt x="15335" y="26400"/>
                      </a:lnTo>
                      <a:lnTo>
                        <a:pt x="15335" y="26400"/>
                      </a:lnTo>
                      <a:lnTo>
                        <a:pt x="14157" y="26588"/>
                      </a:lnTo>
                      <a:cubicBezTo>
                        <a:pt x="13848" y="26691"/>
                        <a:pt x="13411" y="26691"/>
                        <a:pt x="12973" y="26691"/>
                      </a:cubicBezTo>
                      <a:cubicBezTo>
                        <a:pt x="12561" y="26485"/>
                        <a:pt x="12124" y="26279"/>
                        <a:pt x="11918" y="25945"/>
                      </a:cubicBezTo>
                      <a:cubicBezTo>
                        <a:pt x="11686" y="25842"/>
                        <a:pt x="11480" y="25636"/>
                        <a:pt x="11377" y="25533"/>
                      </a:cubicBezTo>
                      <a:cubicBezTo>
                        <a:pt x="11146" y="25301"/>
                        <a:pt x="10837" y="25301"/>
                        <a:pt x="10631" y="25301"/>
                      </a:cubicBezTo>
                      <a:cubicBezTo>
                        <a:pt x="10502" y="25301"/>
                        <a:pt x="10399" y="25404"/>
                        <a:pt x="10296" y="25533"/>
                      </a:cubicBezTo>
                      <a:cubicBezTo>
                        <a:pt x="10193" y="25636"/>
                        <a:pt x="10193" y="25739"/>
                        <a:pt x="10193" y="25842"/>
                      </a:cubicBezTo>
                      <a:cubicBezTo>
                        <a:pt x="10090" y="26176"/>
                        <a:pt x="10090" y="26382"/>
                        <a:pt x="10090" y="26588"/>
                      </a:cubicBezTo>
                      <a:cubicBezTo>
                        <a:pt x="10090" y="27026"/>
                        <a:pt x="10193" y="27566"/>
                        <a:pt x="10296" y="27978"/>
                      </a:cubicBezTo>
                      <a:cubicBezTo>
                        <a:pt x="10399" y="28956"/>
                        <a:pt x="10631" y="29908"/>
                        <a:pt x="10734" y="30887"/>
                      </a:cubicBezTo>
                      <a:cubicBezTo>
                        <a:pt x="10837" y="31324"/>
                        <a:pt x="10940" y="31736"/>
                        <a:pt x="11043" y="32276"/>
                      </a:cubicBezTo>
                      <a:cubicBezTo>
                        <a:pt x="11043" y="32482"/>
                        <a:pt x="11146" y="32714"/>
                        <a:pt x="11146" y="33023"/>
                      </a:cubicBezTo>
                      <a:lnTo>
                        <a:pt x="11146" y="33666"/>
                      </a:lnTo>
                      <a:cubicBezTo>
                        <a:pt x="11146" y="33769"/>
                        <a:pt x="11146" y="33898"/>
                        <a:pt x="11043" y="34001"/>
                      </a:cubicBezTo>
                      <a:cubicBezTo>
                        <a:pt x="11043" y="34104"/>
                        <a:pt x="10940" y="34104"/>
                        <a:pt x="10837" y="34104"/>
                      </a:cubicBezTo>
                      <a:lnTo>
                        <a:pt x="10399" y="34104"/>
                      </a:lnTo>
                      <a:cubicBezTo>
                        <a:pt x="10296" y="34104"/>
                        <a:pt x="10296" y="34001"/>
                        <a:pt x="10296" y="34001"/>
                      </a:cubicBezTo>
                      <a:cubicBezTo>
                        <a:pt x="10090" y="33563"/>
                        <a:pt x="9987" y="33023"/>
                        <a:pt x="9859" y="32611"/>
                      </a:cubicBezTo>
                      <a:cubicBezTo>
                        <a:pt x="9653" y="31633"/>
                        <a:pt x="9550" y="30552"/>
                        <a:pt x="9215" y="29600"/>
                      </a:cubicBezTo>
                      <a:cubicBezTo>
                        <a:pt x="9215" y="29394"/>
                        <a:pt x="9112" y="29059"/>
                        <a:pt x="9009" y="28853"/>
                      </a:cubicBezTo>
                      <a:cubicBezTo>
                        <a:pt x="8906" y="28750"/>
                        <a:pt x="8906" y="28622"/>
                        <a:pt x="8803" y="28519"/>
                      </a:cubicBezTo>
                      <a:cubicBezTo>
                        <a:pt x="8731" y="28446"/>
                        <a:pt x="8645" y="28373"/>
                        <a:pt x="8565" y="28373"/>
                      </a:cubicBezTo>
                      <a:cubicBezTo>
                        <a:pt x="8531" y="28373"/>
                        <a:pt x="8499" y="28385"/>
                        <a:pt x="8469" y="28416"/>
                      </a:cubicBezTo>
                      <a:cubicBezTo>
                        <a:pt x="8366" y="28519"/>
                        <a:pt x="8366" y="28519"/>
                        <a:pt x="8366" y="28622"/>
                      </a:cubicBezTo>
                      <a:cubicBezTo>
                        <a:pt x="8263" y="28956"/>
                        <a:pt x="8263" y="29162"/>
                        <a:pt x="8366" y="29497"/>
                      </a:cubicBezTo>
                      <a:cubicBezTo>
                        <a:pt x="8366" y="29703"/>
                        <a:pt x="8366" y="30037"/>
                        <a:pt x="8469" y="30243"/>
                      </a:cubicBezTo>
                      <a:cubicBezTo>
                        <a:pt x="8572" y="31092"/>
                        <a:pt x="8803" y="31968"/>
                        <a:pt x="8906" y="32817"/>
                      </a:cubicBezTo>
                      <a:cubicBezTo>
                        <a:pt x="9009" y="33254"/>
                        <a:pt x="9112" y="33666"/>
                        <a:pt x="9112" y="34104"/>
                      </a:cubicBezTo>
                      <a:cubicBezTo>
                        <a:pt x="9112" y="34310"/>
                        <a:pt x="9009" y="34541"/>
                        <a:pt x="8906" y="34644"/>
                      </a:cubicBezTo>
                      <a:cubicBezTo>
                        <a:pt x="8803" y="34850"/>
                        <a:pt x="8572" y="34850"/>
                        <a:pt x="8366" y="34953"/>
                      </a:cubicBezTo>
                      <a:lnTo>
                        <a:pt x="7413" y="34953"/>
                      </a:lnTo>
                      <a:cubicBezTo>
                        <a:pt x="7389" y="34973"/>
                        <a:pt x="7365" y="34981"/>
                        <a:pt x="7342" y="34981"/>
                      </a:cubicBezTo>
                      <a:cubicBezTo>
                        <a:pt x="7245" y="34981"/>
                        <a:pt x="7162" y="34831"/>
                        <a:pt x="7079" y="34747"/>
                      </a:cubicBezTo>
                      <a:cubicBezTo>
                        <a:pt x="6976" y="34644"/>
                        <a:pt x="6976" y="34413"/>
                        <a:pt x="6873" y="34310"/>
                      </a:cubicBezTo>
                      <a:cubicBezTo>
                        <a:pt x="6538" y="33666"/>
                        <a:pt x="6332" y="33023"/>
                        <a:pt x="6126" y="32482"/>
                      </a:cubicBezTo>
                      <a:cubicBezTo>
                        <a:pt x="5689" y="31195"/>
                        <a:pt x="5354" y="30037"/>
                        <a:pt x="4943" y="28750"/>
                      </a:cubicBezTo>
                      <a:lnTo>
                        <a:pt x="4711" y="28107"/>
                      </a:lnTo>
                      <a:lnTo>
                        <a:pt x="4711" y="28750"/>
                      </a:lnTo>
                      <a:lnTo>
                        <a:pt x="4711" y="32920"/>
                      </a:lnTo>
                      <a:cubicBezTo>
                        <a:pt x="4608" y="33023"/>
                        <a:pt x="4608" y="33254"/>
                        <a:pt x="4608" y="33460"/>
                      </a:cubicBezTo>
                      <a:lnTo>
                        <a:pt x="4505" y="33563"/>
                      </a:lnTo>
                      <a:lnTo>
                        <a:pt x="4196" y="33563"/>
                      </a:lnTo>
                      <a:lnTo>
                        <a:pt x="3964" y="33460"/>
                      </a:lnTo>
                      <a:lnTo>
                        <a:pt x="3861" y="33357"/>
                      </a:lnTo>
                      <a:lnTo>
                        <a:pt x="3861" y="33023"/>
                      </a:lnTo>
                      <a:cubicBezTo>
                        <a:pt x="3759" y="32379"/>
                        <a:pt x="3656" y="31736"/>
                        <a:pt x="3553" y="31092"/>
                      </a:cubicBezTo>
                      <a:cubicBezTo>
                        <a:pt x="3218" y="28519"/>
                        <a:pt x="2909" y="26048"/>
                        <a:pt x="2678" y="23705"/>
                      </a:cubicBezTo>
                      <a:cubicBezTo>
                        <a:pt x="2137" y="19098"/>
                        <a:pt x="1622" y="14903"/>
                        <a:pt x="1288" y="11480"/>
                      </a:cubicBezTo>
                      <a:lnTo>
                        <a:pt x="335" y="3423"/>
                      </a:lnTo>
                      <a:close/>
                    </a:path>
                  </a:pathLst>
                </a:custGeom>
                <a:solidFill>
                  <a:srgbClr val="EB99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6" name="Google Shape;1386;p38"/>
                <p:cNvSpPr/>
                <p:nvPr/>
              </p:nvSpPr>
              <p:spPr>
                <a:xfrm>
                  <a:off x="8999250" y="3520900"/>
                  <a:ext cx="2139550" cy="106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582" h="42528" extrusionOk="0">
                      <a:moveTo>
                        <a:pt x="83904" y="1"/>
                      </a:moveTo>
                      <a:cubicBezTo>
                        <a:pt x="83575" y="1"/>
                        <a:pt x="83238" y="135"/>
                        <a:pt x="83007" y="366"/>
                      </a:cubicBezTo>
                      <a:cubicBezTo>
                        <a:pt x="81823" y="1447"/>
                        <a:pt x="80433" y="2528"/>
                        <a:pt x="79018" y="3377"/>
                      </a:cubicBezTo>
                      <a:cubicBezTo>
                        <a:pt x="78812" y="3583"/>
                        <a:pt x="78606" y="3712"/>
                        <a:pt x="78271" y="3815"/>
                      </a:cubicBezTo>
                      <a:cubicBezTo>
                        <a:pt x="73021" y="6389"/>
                        <a:pt x="9420" y="38124"/>
                        <a:pt x="7928" y="38871"/>
                      </a:cubicBezTo>
                      <a:cubicBezTo>
                        <a:pt x="6538" y="39617"/>
                        <a:pt x="3526" y="39617"/>
                        <a:pt x="1493" y="39617"/>
                      </a:cubicBezTo>
                      <a:cubicBezTo>
                        <a:pt x="1287" y="39617"/>
                        <a:pt x="1158" y="39617"/>
                        <a:pt x="952" y="39746"/>
                      </a:cubicBezTo>
                      <a:cubicBezTo>
                        <a:pt x="309" y="39952"/>
                        <a:pt x="0" y="40698"/>
                        <a:pt x="206" y="41445"/>
                      </a:cubicBezTo>
                      <a:cubicBezTo>
                        <a:pt x="412" y="41882"/>
                        <a:pt x="850" y="42320"/>
                        <a:pt x="1390" y="42320"/>
                      </a:cubicBezTo>
                      <a:cubicBezTo>
                        <a:pt x="2034" y="42320"/>
                        <a:pt x="3089" y="42423"/>
                        <a:pt x="4607" y="42526"/>
                      </a:cubicBezTo>
                      <a:cubicBezTo>
                        <a:pt x="4645" y="42527"/>
                        <a:pt x="4684" y="42528"/>
                        <a:pt x="4723" y="42528"/>
                      </a:cubicBezTo>
                      <a:cubicBezTo>
                        <a:pt x="7670" y="42528"/>
                        <a:pt x="14362" y="38768"/>
                        <a:pt x="14362" y="38768"/>
                      </a:cubicBezTo>
                      <a:cubicBezTo>
                        <a:pt x="14362" y="38768"/>
                        <a:pt x="76778" y="7341"/>
                        <a:pt x="80099" y="5642"/>
                      </a:cubicBezTo>
                      <a:cubicBezTo>
                        <a:pt x="82029" y="4664"/>
                        <a:pt x="83754" y="3377"/>
                        <a:pt x="85246" y="1781"/>
                      </a:cubicBezTo>
                      <a:lnTo>
                        <a:pt x="85246" y="1653"/>
                      </a:lnTo>
                      <a:cubicBezTo>
                        <a:pt x="85581" y="1447"/>
                        <a:pt x="85452" y="906"/>
                        <a:pt x="85143" y="700"/>
                      </a:cubicBezTo>
                      <a:lnTo>
                        <a:pt x="84603" y="263"/>
                      </a:lnTo>
                      <a:cubicBezTo>
                        <a:pt x="84411" y="82"/>
                        <a:pt x="84160" y="1"/>
                        <a:pt x="83904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7" name="Google Shape;1387;p38"/>
                <p:cNvSpPr/>
                <p:nvPr/>
              </p:nvSpPr>
              <p:spPr>
                <a:xfrm>
                  <a:off x="10856925" y="3706975"/>
                  <a:ext cx="88825" cy="9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53" h="3759" extrusionOk="0">
                      <a:moveTo>
                        <a:pt x="2266" y="1"/>
                      </a:moveTo>
                      <a:lnTo>
                        <a:pt x="1" y="1082"/>
                      </a:lnTo>
                      <a:lnTo>
                        <a:pt x="1287" y="3759"/>
                      </a:lnTo>
                      <a:lnTo>
                        <a:pt x="3552" y="2806"/>
                      </a:lnTo>
                      <a:lnTo>
                        <a:pt x="2266" y="1"/>
                      </a:ln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8" name="Google Shape;1388;p38"/>
                <p:cNvSpPr/>
                <p:nvPr/>
              </p:nvSpPr>
              <p:spPr>
                <a:xfrm>
                  <a:off x="10840850" y="3731225"/>
                  <a:ext cx="158300" cy="13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32" h="5577" extrusionOk="0">
                      <a:moveTo>
                        <a:pt x="3195" y="1"/>
                      </a:moveTo>
                      <a:cubicBezTo>
                        <a:pt x="2769" y="1"/>
                        <a:pt x="2335" y="100"/>
                        <a:pt x="1930" y="318"/>
                      </a:cubicBezTo>
                      <a:cubicBezTo>
                        <a:pt x="541" y="961"/>
                        <a:pt x="0" y="2686"/>
                        <a:pt x="644" y="3973"/>
                      </a:cubicBezTo>
                      <a:lnTo>
                        <a:pt x="644" y="4076"/>
                      </a:lnTo>
                      <a:cubicBezTo>
                        <a:pt x="1173" y="4988"/>
                        <a:pt x="2141" y="5577"/>
                        <a:pt x="3155" y="5577"/>
                      </a:cubicBezTo>
                      <a:cubicBezTo>
                        <a:pt x="3572" y="5577"/>
                        <a:pt x="3996" y="5477"/>
                        <a:pt x="4401" y="5260"/>
                      </a:cubicBezTo>
                      <a:cubicBezTo>
                        <a:pt x="5791" y="4616"/>
                        <a:pt x="6332" y="2892"/>
                        <a:pt x="5688" y="1502"/>
                      </a:cubicBezTo>
                      <a:cubicBezTo>
                        <a:pt x="5232" y="590"/>
                        <a:pt x="4233" y="1"/>
                        <a:pt x="3195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9" name="Google Shape;1389;p38"/>
                <p:cNvSpPr/>
                <p:nvPr/>
              </p:nvSpPr>
              <p:spPr>
                <a:xfrm>
                  <a:off x="9449675" y="4414800"/>
                  <a:ext cx="88175" cy="9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7" h="3862" extrusionOk="0">
                      <a:moveTo>
                        <a:pt x="2239" y="0"/>
                      </a:moveTo>
                      <a:lnTo>
                        <a:pt x="0" y="1184"/>
                      </a:lnTo>
                      <a:lnTo>
                        <a:pt x="1287" y="3861"/>
                      </a:lnTo>
                      <a:lnTo>
                        <a:pt x="3526" y="2909"/>
                      </a:lnTo>
                      <a:lnTo>
                        <a:pt x="2239" y="0"/>
                      </a:ln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0" name="Google Shape;1390;p38"/>
                <p:cNvSpPr/>
                <p:nvPr/>
              </p:nvSpPr>
              <p:spPr>
                <a:xfrm>
                  <a:off x="9433575" y="4440225"/>
                  <a:ext cx="157675" cy="13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7" h="5585" extrusionOk="0">
                      <a:moveTo>
                        <a:pt x="3155" y="1"/>
                      </a:moveTo>
                      <a:cubicBezTo>
                        <a:pt x="2743" y="1"/>
                        <a:pt x="2325" y="88"/>
                        <a:pt x="1931" y="270"/>
                      </a:cubicBezTo>
                      <a:cubicBezTo>
                        <a:pt x="515" y="914"/>
                        <a:pt x="1" y="2638"/>
                        <a:pt x="644" y="4028"/>
                      </a:cubicBezTo>
                      <a:cubicBezTo>
                        <a:pt x="1179" y="5025"/>
                        <a:pt x="2151" y="5584"/>
                        <a:pt x="3170" y="5584"/>
                      </a:cubicBezTo>
                      <a:cubicBezTo>
                        <a:pt x="3573" y="5584"/>
                        <a:pt x="3983" y="5497"/>
                        <a:pt x="4376" y="5315"/>
                      </a:cubicBezTo>
                      <a:cubicBezTo>
                        <a:pt x="5792" y="4569"/>
                        <a:pt x="6307" y="2973"/>
                        <a:pt x="5663" y="1557"/>
                      </a:cubicBezTo>
                      <a:cubicBezTo>
                        <a:pt x="5202" y="561"/>
                        <a:pt x="4198" y="1"/>
                        <a:pt x="3155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1" name="Google Shape;1391;p38"/>
                <p:cNvSpPr/>
                <p:nvPr/>
              </p:nvSpPr>
              <p:spPr>
                <a:xfrm>
                  <a:off x="9473475" y="4473550"/>
                  <a:ext cx="80450" cy="7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8" h="2827" extrusionOk="0">
                      <a:moveTo>
                        <a:pt x="1525" y="1"/>
                      </a:moveTo>
                      <a:cubicBezTo>
                        <a:pt x="1336" y="1"/>
                        <a:pt x="1150" y="39"/>
                        <a:pt x="979" y="121"/>
                      </a:cubicBezTo>
                      <a:cubicBezTo>
                        <a:pt x="206" y="559"/>
                        <a:pt x="1" y="1408"/>
                        <a:pt x="335" y="2052"/>
                      </a:cubicBezTo>
                      <a:cubicBezTo>
                        <a:pt x="561" y="2522"/>
                        <a:pt x="1075" y="2827"/>
                        <a:pt x="1636" y="2827"/>
                      </a:cubicBezTo>
                      <a:cubicBezTo>
                        <a:pt x="1844" y="2827"/>
                        <a:pt x="2057" y="2785"/>
                        <a:pt x="2266" y="2695"/>
                      </a:cubicBezTo>
                      <a:cubicBezTo>
                        <a:pt x="2909" y="2386"/>
                        <a:pt x="3218" y="1511"/>
                        <a:pt x="2909" y="765"/>
                      </a:cubicBezTo>
                      <a:cubicBezTo>
                        <a:pt x="2588" y="293"/>
                        <a:pt x="2045" y="1"/>
                        <a:pt x="1525" y="1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2" name="Google Shape;1392;p38"/>
                <p:cNvSpPr/>
                <p:nvPr/>
              </p:nvSpPr>
              <p:spPr>
                <a:xfrm>
                  <a:off x="10881375" y="3765750"/>
                  <a:ext cx="80450" cy="7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8" h="2827" extrusionOk="0">
                      <a:moveTo>
                        <a:pt x="1499" y="0"/>
                      </a:moveTo>
                      <a:cubicBezTo>
                        <a:pt x="1310" y="0"/>
                        <a:pt x="1124" y="39"/>
                        <a:pt x="953" y="121"/>
                      </a:cubicBezTo>
                      <a:cubicBezTo>
                        <a:pt x="206" y="558"/>
                        <a:pt x="1" y="1408"/>
                        <a:pt x="309" y="2051"/>
                      </a:cubicBezTo>
                      <a:cubicBezTo>
                        <a:pt x="554" y="2521"/>
                        <a:pt x="1073" y="2826"/>
                        <a:pt x="1626" y="2826"/>
                      </a:cubicBezTo>
                      <a:cubicBezTo>
                        <a:pt x="1830" y="2826"/>
                        <a:pt x="2039" y="2785"/>
                        <a:pt x="2240" y="2695"/>
                      </a:cubicBezTo>
                      <a:cubicBezTo>
                        <a:pt x="2883" y="2386"/>
                        <a:pt x="3218" y="1511"/>
                        <a:pt x="2883" y="764"/>
                      </a:cubicBezTo>
                      <a:cubicBezTo>
                        <a:pt x="2562" y="292"/>
                        <a:pt x="2019" y="0"/>
                        <a:pt x="1499" y="0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3" name="Google Shape;1393;p38"/>
                <p:cNvSpPr/>
                <p:nvPr/>
              </p:nvSpPr>
              <p:spPr>
                <a:xfrm>
                  <a:off x="9012125" y="3527450"/>
                  <a:ext cx="2102200" cy="102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88" h="40874" extrusionOk="0">
                      <a:moveTo>
                        <a:pt x="0" y="40333"/>
                      </a:moveTo>
                      <a:lnTo>
                        <a:pt x="232" y="40436"/>
                      </a:lnTo>
                      <a:cubicBezTo>
                        <a:pt x="248" y="40436"/>
                        <a:pt x="267" y="40439"/>
                        <a:pt x="290" y="40443"/>
                      </a:cubicBezTo>
                      <a:lnTo>
                        <a:pt x="290" y="40443"/>
                      </a:lnTo>
                      <a:cubicBezTo>
                        <a:pt x="184" y="40410"/>
                        <a:pt x="87" y="40372"/>
                        <a:pt x="0" y="40333"/>
                      </a:cubicBezTo>
                      <a:close/>
                      <a:moveTo>
                        <a:pt x="290" y="40443"/>
                      </a:moveTo>
                      <a:cubicBezTo>
                        <a:pt x="466" y="40499"/>
                        <a:pt x="666" y="40539"/>
                        <a:pt x="875" y="40539"/>
                      </a:cubicBezTo>
                      <a:cubicBezTo>
                        <a:pt x="594" y="40539"/>
                        <a:pt x="404" y="40467"/>
                        <a:pt x="290" y="40443"/>
                      </a:cubicBezTo>
                      <a:close/>
                      <a:moveTo>
                        <a:pt x="84088" y="1"/>
                      </a:moveTo>
                      <a:cubicBezTo>
                        <a:pt x="84088" y="5"/>
                        <a:pt x="84086" y="104"/>
                        <a:pt x="83985" y="104"/>
                      </a:cubicBezTo>
                      <a:lnTo>
                        <a:pt x="83445" y="644"/>
                      </a:lnTo>
                      <a:cubicBezTo>
                        <a:pt x="83007" y="1082"/>
                        <a:pt x="82363" y="1725"/>
                        <a:pt x="81514" y="2575"/>
                      </a:cubicBezTo>
                      <a:cubicBezTo>
                        <a:pt x="80974" y="3012"/>
                        <a:pt x="80433" y="3450"/>
                        <a:pt x="79918" y="3862"/>
                      </a:cubicBezTo>
                      <a:cubicBezTo>
                        <a:pt x="79275" y="4299"/>
                        <a:pt x="78631" y="4608"/>
                        <a:pt x="77859" y="4943"/>
                      </a:cubicBezTo>
                      <a:lnTo>
                        <a:pt x="72711" y="7516"/>
                      </a:lnTo>
                      <a:lnTo>
                        <a:pt x="42906" y="22419"/>
                      </a:lnTo>
                      <a:lnTo>
                        <a:pt x="12998" y="37322"/>
                      </a:lnTo>
                      <a:lnTo>
                        <a:pt x="10295" y="38712"/>
                      </a:lnTo>
                      <a:cubicBezTo>
                        <a:pt x="9549" y="39149"/>
                        <a:pt x="8700" y="39587"/>
                        <a:pt x="7850" y="39896"/>
                      </a:cubicBezTo>
                      <a:cubicBezTo>
                        <a:pt x="6563" y="40333"/>
                        <a:pt x="5045" y="40642"/>
                        <a:pt x="3655" y="40771"/>
                      </a:cubicBezTo>
                      <a:cubicBezTo>
                        <a:pt x="2702" y="40771"/>
                        <a:pt x="1827" y="40642"/>
                        <a:pt x="875" y="40539"/>
                      </a:cubicBezTo>
                      <a:lnTo>
                        <a:pt x="875" y="40539"/>
                      </a:lnTo>
                      <a:cubicBezTo>
                        <a:pt x="1827" y="40771"/>
                        <a:pt x="2702" y="40874"/>
                        <a:pt x="3655" y="40874"/>
                      </a:cubicBezTo>
                      <a:cubicBezTo>
                        <a:pt x="5045" y="40771"/>
                        <a:pt x="6563" y="40539"/>
                        <a:pt x="7953" y="39999"/>
                      </a:cubicBezTo>
                      <a:cubicBezTo>
                        <a:pt x="8803" y="39690"/>
                        <a:pt x="9549" y="39252"/>
                        <a:pt x="10424" y="38840"/>
                      </a:cubicBezTo>
                      <a:lnTo>
                        <a:pt x="13101" y="37553"/>
                      </a:lnTo>
                      <a:lnTo>
                        <a:pt x="43009" y="22625"/>
                      </a:lnTo>
                      <a:lnTo>
                        <a:pt x="72840" y="7619"/>
                      </a:lnTo>
                      <a:lnTo>
                        <a:pt x="77988" y="5046"/>
                      </a:lnTo>
                      <a:cubicBezTo>
                        <a:pt x="78631" y="4737"/>
                        <a:pt x="79378" y="4402"/>
                        <a:pt x="80021" y="3965"/>
                      </a:cubicBezTo>
                      <a:cubicBezTo>
                        <a:pt x="80562" y="3553"/>
                        <a:pt x="81077" y="3115"/>
                        <a:pt x="81514" y="2678"/>
                      </a:cubicBezTo>
                      <a:lnTo>
                        <a:pt x="83445" y="747"/>
                      </a:lnTo>
                      <a:lnTo>
                        <a:pt x="83985" y="232"/>
                      </a:lnTo>
                      <a:cubicBezTo>
                        <a:pt x="84086" y="107"/>
                        <a:pt x="84088" y="5"/>
                        <a:pt x="84088" y="1"/>
                      </a:cubicBezTo>
                      <a:close/>
                    </a:path>
                  </a:pathLst>
                </a:custGeom>
                <a:solidFill>
                  <a:srgbClr val="455A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94" name="Google Shape;1394;p38"/>
              <p:cNvSpPr/>
              <p:nvPr/>
            </p:nvSpPr>
            <p:spPr>
              <a:xfrm>
                <a:off x="3446780" y="2147552"/>
                <a:ext cx="553331" cy="549271"/>
              </a:xfrm>
              <a:custGeom>
                <a:avLst/>
                <a:gdLst/>
                <a:ahLst/>
                <a:cxnLst/>
                <a:rect l="l" t="t" r="r" b="b"/>
                <a:pathLst>
                  <a:path w="27670" h="27467" extrusionOk="0">
                    <a:moveTo>
                      <a:pt x="13720" y="7080"/>
                    </a:moveTo>
                    <a:cubicBezTo>
                      <a:pt x="17374" y="7080"/>
                      <a:pt x="20360" y="9989"/>
                      <a:pt x="20463" y="13515"/>
                    </a:cubicBezTo>
                    <a:cubicBezTo>
                      <a:pt x="20463" y="17170"/>
                      <a:pt x="17580" y="20181"/>
                      <a:pt x="13925" y="20284"/>
                    </a:cubicBezTo>
                    <a:cubicBezTo>
                      <a:pt x="13863" y="20286"/>
                      <a:pt x="13801" y="20287"/>
                      <a:pt x="13739" y="20287"/>
                    </a:cubicBezTo>
                    <a:cubicBezTo>
                      <a:pt x="10197" y="20287"/>
                      <a:pt x="7386" y="17416"/>
                      <a:pt x="7285" y="13849"/>
                    </a:cubicBezTo>
                    <a:cubicBezTo>
                      <a:pt x="7182" y="10194"/>
                      <a:pt x="10065" y="7183"/>
                      <a:pt x="13720" y="7080"/>
                    </a:cubicBezTo>
                    <a:close/>
                    <a:moveTo>
                      <a:pt x="13909" y="1"/>
                    </a:moveTo>
                    <a:cubicBezTo>
                      <a:pt x="13846" y="1"/>
                      <a:pt x="13783" y="1"/>
                      <a:pt x="13720" y="2"/>
                    </a:cubicBezTo>
                    <a:cubicBezTo>
                      <a:pt x="6101" y="105"/>
                      <a:pt x="1" y="6334"/>
                      <a:pt x="104" y="13849"/>
                    </a:cubicBezTo>
                    <a:cubicBezTo>
                      <a:pt x="206" y="21405"/>
                      <a:pt x="6332" y="27466"/>
                      <a:pt x="13839" y="27466"/>
                    </a:cubicBezTo>
                    <a:cubicBezTo>
                      <a:pt x="13902" y="27466"/>
                      <a:pt x="13965" y="27466"/>
                      <a:pt x="14028" y="27465"/>
                    </a:cubicBezTo>
                    <a:cubicBezTo>
                      <a:pt x="21647" y="27362"/>
                      <a:pt x="27670" y="21133"/>
                      <a:pt x="27670" y="13618"/>
                    </a:cubicBezTo>
                    <a:cubicBezTo>
                      <a:pt x="27542" y="6088"/>
                      <a:pt x="21441" y="1"/>
                      <a:pt x="13909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38"/>
              <p:cNvSpPr/>
              <p:nvPr/>
            </p:nvSpPr>
            <p:spPr>
              <a:xfrm>
                <a:off x="3446780" y="2145532"/>
                <a:ext cx="280545" cy="551291"/>
              </a:xfrm>
              <a:custGeom>
                <a:avLst/>
                <a:gdLst/>
                <a:ahLst/>
                <a:cxnLst/>
                <a:rect l="l" t="t" r="r" b="b"/>
                <a:pathLst>
                  <a:path w="14029" h="27568" extrusionOk="0">
                    <a:moveTo>
                      <a:pt x="13617" y="0"/>
                    </a:moveTo>
                    <a:cubicBezTo>
                      <a:pt x="5998" y="103"/>
                      <a:pt x="1" y="6332"/>
                      <a:pt x="104" y="13950"/>
                    </a:cubicBezTo>
                    <a:cubicBezTo>
                      <a:pt x="206" y="21506"/>
                      <a:pt x="6332" y="27567"/>
                      <a:pt x="13839" y="27567"/>
                    </a:cubicBezTo>
                    <a:cubicBezTo>
                      <a:pt x="13902" y="27567"/>
                      <a:pt x="13965" y="27567"/>
                      <a:pt x="14028" y="27566"/>
                    </a:cubicBezTo>
                    <a:lnTo>
                      <a:pt x="13925" y="20385"/>
                    </a:lnTo>
                    <a:cubicBezTo>
                      <a:pt x="10399" y="20385"/>
                      <a:pt x="7491" y="17579"/>
                      <a:pt x="7388" y="14053"/>
                    </a:cubicBezTo>
                    <a:cubicBezTo>
                      <a:pt x="7285" y="10398"/>
                      <a:pt x="10065" y="7284"/>
                      <a:pt x="13720" y="7181"/>
                    </a:cubicBezTo>
                    <a:lnTo>
                      <a:pt x="13617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38"/>
              <p:cNvSpPr/>
              <p:nvPr/>
            </p:nvSpPr>
            <p:spPr>
              <a:xfrm>
                <a:off x="3695395" y="2121755"/>
                <a:ext cx="321720" cy="315621"/>
              </a:xfrm>
              <a:custGeom>
                <a:avLst/>
                <a:gdLst/>
                <a:ahLst/>
                <a:cxnLst/>
                <a:rect l="l" t="t" r="r" b="b"/>
                <a:pathLst>
                  <a:path w="16088" h="15783" extrusionOk="0">
                    <a:moveTo>
                      <a:pt x="380" y="1"/>
                    </a:moveTo>
                    <a:cubicBezTo>
                      <a:pt x="254" y="1"/>
                      <a:pt x="127" y="2"/>
                      <a:pt x="1" y="5"/>
                    </a:cubicBezTo>
                    <a:lnTo>
                      <a:pt x="104" y="8911"/>
                    </a:lnTo>
                    <a:cubicBezTo>
                      <a:pt x="4402" y="8911"/>
                      <a:pt x="7619" y="11587"/>
                      <a:pt x="7722" y="15783"/>
                    </a:cubicBezTo>
                    <a:lnTo>
                      <a:pt x="16087" y="15680"/>
                    </a:lnTo>
                    <a:lnTo>
                      <a:pt x="16087" y="15345"/>
                    </a:lnTo>
                    <a:cubicBezTo>
                      <a:pt x="15884" y="6798"/>
                      <a:pt x="8884" y="1"/>
                      <a:pt x="380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38"/>
              <p:cNvSpPr/>
              <p:nvPr/>
            </p:nvSpPr>
            <p:spPr>
              <a:xfrm>
                <a:off x="1873050" y="2236123"/>
                <a:ext cx="2946955" cy="2022408"/>
              </a:xfrm>
              <a:custGeom>
                <a:avLst/>
                <a:gdLst/>
                <a:ahLst/>
                <a:cxnLst/>
                <a:rect l="l" t="t" r="r" b="b"/>
                <a:pathLst>
                  <a:path w="262535" h="180170" extrusionOk="0">
                    <a:moveTo>
                      <a:pt x="257284" y="0"/>
                    </a:moveTo>
                    <a:lnTo>
                      <a:pt x="202152" y="31864"/>
                    </a:lnTo>
                    <a:lnTo>
                      <a:pt x="222434" y="38505"/>
                    </a:lnTo>
                    <a:cubicBezTo>
                      <a:pt x="176310" y="112606"/>
                      <a:pt x="61465" y="164521"/>
                      <a:pt x="1" y="180170"/>
                    </a:cubicBezTo>
                    <a:lnTo>
                      <a:pt x="55571" y="180067"/>
                    </a:lnTo>
                    <a:cubicBezTo>
                      <a:pt x="164728" y="160428"/>
                      <a:pt x="241094" y="47513"/>
                      <a:pt x="241094" y="47513"/>
                    </a:cubicBezTo>
                    <a:lnTo>
                      <a:pt x="262535" y="53845"/>
                    </a:lnTo>
                    <a:lnTo>
                      <a:pt x="257284" y="0"/>
                    </a:lnTo>
                    <a:close/>
                  </a:path>
                </a:pathLst>
              </a:custGeom>
              <a:solidFill>
                <a:srgbClr val="E5F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38"/>
              <p:cNvSpPr/>
              <p:nvPr/>
            </p:nvSpPr>
            <p:spPr>
              <a:xfrm>
                <a:off x="1647950" y="4272806"/>
                <a:ext cx="1104842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204790" h="217" extrusionOk="0">
                    <a:moveTo>
                      <a:pt x="102436" y="0"/>
                    </a:moveTo>
                    <a:cubicBezTo>
                      <a:pt x="45876" y="0"/>
                      <a:pt x="1" y="0"/>
                      <a:pt x="1" y="108"/>
                    </a:cubicBezTo>
                    <a:cubicBezTo>
                      <a:pt x="1" y="108"/>
                      <a:pt x="45876" y="217"/>
                      <a:pt x="102436" y="217"/>
                    </a:cubicBezTo>
                    <a:cubicBezTo>
                      <a:pt x="159023" y="217"/>
                      <a:pt x="204790" y="108"/>
                      <a:pt x="204790" y="108"/>
                    </a:cubicBezTo>
                    <a:cubicBezTo>
                      <a:pt x="204790" y="0"/>
                      <a:pt x="159023" y="0"/>
                      <a:pt x="1024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39"/>
          <p:cNvSpPr txBox="1">
            <a:spLocks noGrp="1"/>
          </p:cNvSpPr>
          <p:nvPr>
            <p:ph type="title"/>
          </p:nvPr>
        </p:nvSpPr>
        <p:spPr>
          <a:xfrm>
            <a:off x="713225" y="488975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BY TYPE</a:t>
            </a:r>
            <a:endParaRPr/>
          </a:p>
        </p:txBody>
      </p:sp>
      <p:grpSp>
        <p:nvGrpSpPr>
          <p:cNvPr id="1404" name="Google Shape;1404;p39"/>
          <p:cNvGrpSpPr/>
          <p:nvPr/>
        </p:nvGrpSpPr>
        <p:grpSpPr>
          <a:xfrm>
            <a:off x="5851806" y="2019559"/>
            <a:ext cx="1812111" cy="207803"/>
            <a:chOff x="3200660" y="2180272"/>
            <a:chExt cx="2563824" cy="378237"/>
          </a:xfrm>
        </p:grpSpPr>
        <p:sp>
          <p:nvSpPr>
            <p:cNvPr id="1405" name="Google Shape;1405;p39"/>
            <p:cNvSpPr/>
            <p:nvPr/>
          </p:nvSpPr>
          <p:spPr>
            <a:xfrm>
              <a:off x="3200660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9"/>
            <p:cNvSpPr/>
            <p:nvPr/>
          </p:nvSpPr>
          <p:spPr>
            <a:xfrm>
              <a:off x="3345104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9"/>
            <p:cNvSpPr/>
            <p:nvPr/>
          </p:nvSpPr>
          <p:spPr>
            <a:xfrm>
              <a:off x="3489548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1" y="1"/>
                  </a:moveTo>
                  <a:cubicBezTo>
                    <a:pt x="276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21" y="37890"/>
                  </a:cubicBezTo>
                  <a:lnTo>
                    <a:pt x="7937" y="37890"/>
                  </a:lnTo>
                  <a:cubicBezTo>
                    <a:pt x="8281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81" y="1"/>
                    <a:pt x="79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9"/>
            <p:cNvSpPr/>
            <p:nvPr/>
          </p:nvSpPr>
          <p:spPr>
            <a:xfrm>
              <a:off x="3633992" y="2180272"/>
              <a:ext cx="108252" cy="378237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21" y="1"/>
                  </a:moveTo>
                  <a:cubicBezTo>
                    <a:pt x="277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7" y="37890"/>
                    <a:pt x="621" y="37890"/>
                  </a:cubicBezTo>
                  <a:lnTo>
                    <a:pt x="7937" y="37890"/>
                  </a:lnTo>
                  <a:cubicBezTo>
                    <a:pt x="8268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8" y="1"/>
                    <a:pt x="79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9"/>
            <p:cNvSpPr/>
            <p:nvPr/>
          </p:nvSpPr>
          <p:spPr>
            <a:xfrm>
              <a:off x="3778448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06" y="37876"/>
                  </a:cubicBezTo>
                  <a:lnTo>
                    <a:pt x="7936" y="37876"/>
                  </a:lnTo>
                  <a:cubicBezTo>
                    <a:pt x="8267" y="37876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9"/>
            <p:cNvSpPr/>
            <p:nvPr/>
          </p:nvSpPr>
          <p:spPr>
            <a:xfrm>
              <a:off x="3922892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9"/>
            <p:cNvSpPr/>
            <p:nvPr/>
          </p:nvSpPr>
          <p:spPr>
            <a:xfrm>
              <a:off x="4067336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9"/>
            <p:cNvSpPr/>
            <p:nvPr/>
          </p:nvSpPr>
          <p:spPr>
            <a:xfrm>
              <a:off x="4211780" y="2180272"/>
              <a:ext cx="108252" cy="378237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21" y="1"/>
                  </a:moveTo>
                  <a:cubicBezTo>
                    <a:pt x="276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21" y="37890"/>
                  </a:cubicBezTo>
                  <a:lnTo>
                    <a:pt x="7937" y="37890"/>
                  </a:lnTo>
                  <a:cubicBezTo>
                    <a:pt x="8281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81" y="1"/>
                    <a:pt x="79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9"/>
            <p:cNvSpPr/>
            <p:nvPr/>
          </p:nvSpPr>
          <p:spPr>
            <a:xfrm>
              <a:off x="4356236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20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20" y="37876"/>
                  </a:cubicBezTo>
                  <a:lnTo>
                    <a:pt x="7936" y="37876"/>
                  </a:lnTo>
                  <a:cubicBezTo>
                    <a:pt x="8267" y="37876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9"/>
            <p:cNvSpPr/>
            <p:nvPr/>
          </p:nvSpPr>
          <p:spPr>
            <a:xfrm>
              <a:off x="4500680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36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77"/>
                    <a:pt x="8267" y="1"/>
                    <a:pt x="79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9"/>
            <p:cNvSpPr/>
            <p:nvPr/>
          </p:nvSpPr>
          <p:spPr>
            <a:xfrm>
              <a:off x="4645124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7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07" y="37876"/>
                  </a:cubicBezTo>
                  <a:lnTo>
                    <a:pt x="7936" y="37876"/>
                  </a:lnTo>
                  <a:cubicBezTo>
                    <a:pt x="8267" y="37876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9"/>
            <p:cNvSpPr/>
            <p:nvPr/>
          </p:nvSpPr>
          <p:spPr>
            <a:xfrm>
              <a:off x="4789568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9"/>
            <p:cNvSpPr/>
            <p:nvPr/>
          </p:nvSpPr>
          <p:spPr>
            <a:xfrm>
              <a:off x="4934012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3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3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9"/>
            <p:cNvSpPr/>
            <p:nvPr/>
          </p:nvSpPr>
          <p:spPr>
            <a:xfrm>
              <a:off x="5078456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0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20" y="37890"/>
                  </a:cubicBezTo>
                  <a:lnTo>
                    <a:pt x="7936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77"/>
                    <a:pt x="8267" y="1"/>
                    <a:pt x="79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9"/>
            <p:cNvSpPr/>
            <p:nvPr/>
          </p:nvSpPr>
          <p:spPr>
            <a:xfrm>
              <a:off x="5222900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0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20" y="37890"/>
                  </a:cubicBezTo>
                  <a:lnTo>
                    <a:pt x="7936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9"/>
            <p:cNvSpPr/>
            <p:nvPr/>
          </p:nvSpPr>
          <p:spPr>
            <a:xfrm>
              <a:off x="5367343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76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07" y="37890"/>
                  </a:cubicBezTo>
                  <a:lnTo>
                    <a:pt x="7937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9"/>
            <p:cNvSpPr/>
            <p:nvPr/>
          </p:nvSpPr>
          <p:spPr>
            <a:xfrm>
              <a:off x="5511787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7" y="1"/>
                  </a:moveTo>
                  <a:cubicBezTo>
                    <a:pt x="276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76"/>
                    <a:pt x="607" y="37876"/>
                  </a:cubicBezTo>
                  <a:lnTo>
                    <a:pt x="7923" y="37876"/>
                  </a:lnTo>
                  <a:cubicBezTo>
                    <a:pt x="8267" y="37876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9"/>
            <p:cNvSpPr/>
            <p:nvPr/>
          </p:nvSpPr>
          <p:spPr>
            <a:xfrm>
              <a:off x="5656231" y="2180272"/>
              <a:ext cx="108252" cy="378237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07" y="1"/>
                  </a:moveTo>
                  <a:cubicBezTo>
                    <a:pt x="263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3" y="37890"/>
                    <a:pt x="607" y="37890"/>
                  </a:cubicBezTo>
                  <a:lnTo>
                    <a:pt x="7923" y="37890"/>
                  </a:lnTo>
                  <a:cubicBezTo>
                    <a:pt x="8268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8" y="1"/>
                    <a:pt x="7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3" name="Google Shape;1423;p39"/>
          <p:cNvGrpSpPr/>
          <p:nvPr/>
        </p:nvGrpSpPr>
        <p:grpSpPr>
          <a:xfrm>
            <a:off x="5851806" y="2524609"/>
            <a:ext cx="1812111" cy="207803"/>
            <a:chOff x="3200660" y="2180272"/>
            <a:chExt cx="2563824" cy="378237"/>
          </a:xfrm>
        </p:grpSpPr>
        <p:sp>
          <p:nvSpPr>
            <p:cNvPr id="1424" name="Google Shape;1424;p39"/>
            <p:cNvSpPr/>
            <p:nvPr/>
          </p:nvSpPr>
          <p:spPr>
            <a:xfrm>
              <a:off x="3200660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9"/>
            <p:cNvSpPr/>
            <p:nvPr/>
          </p:nvSpPr>
          <p:spPr>
            <a:xfrm>
              <a:off x="3345104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9"/>
            <p:cNvSpPr/>
            <p:nvPr/>
          </p:nvSpPr>
          <p:spPr>
            <a:xfrm>
              <a:off x="3489548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1" y="1"/>
                  </a:moveTo>
                  <a:cubicBezTo>
                    <a:pt x="276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21" y="37890"/>
                  </a:cubicBezTo>
                  <a:lnTo>
                    <a:pt x="7937" y="37890"/>
                  </a:lnTo>
                  <a:cubicBezTo>
                    <a:pt x="8281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81" y="1"/>
                    <a:pt x="79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9"/>
            <p:cNvSpPr/>
            <p:nvPr/>
          </p:nvSpPr>
          <p:spPr>
            <a:xfrm>
              <a:off x="3633992" y="2180272"/>
              <a:ext cx="108252" cy="378237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21" y="1"/>
                  </a:moveTo>
                  <a:cubicBezTo>
                    <a:pt x="277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7" y="37890"/>
                    <a:pt x="621" y="37890"/>
                  </a:cubicBezTo>
                  <a:lnTo>
                    <a:pt x="7937" y="37890"/>
                  </a:lnTo>
                  <a:cubicBezTo>
                    <a:pt x="8268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8" y="1"/>
                    <a:pt x="79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9"/>
            <p:cNvSpPr/>
            <p:nvPr/>
          </p:nvSpPr>
          <p:spPr>
            <a:xfrm>
              <a:off x="3778448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06" y="37876"/>
                  </a:cubicBezTo>
                  <a:lnTo>
                    <a:pt x="7936" y="37876"/>
                  </a:lnTo>
                  <a:cubicBezTo>
                    <a:pt x="8267" y="37876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9"/>
            <p:cNvSpPr/>
            <p:nvPr/>
          </p:nvSpPr>
          <p:spPr>
            <a:xfrm>
              <a:off x="3922892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9"/>
            <p:cNvSpPr/>
            <p:nvPr/>
          </p:nvSpPr>
          <p:spPr>
            <a:xfrm>
              <a:off x="4067336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9"/>
            <p:cNvSpPr/>
            <p:nvPr/>
          </p:nvSpPr>
          <p:spPr>
            <a:xfrm>
              <a:off x="4211780" y="2180272"/>
              <a:ext cx="108252" cy="378237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21" y="1"/>
                  </a:moveTo>
                  <a:cubicBezTo>
                    <a:pt x="276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21" y="37890"/>
                  </a:cubicBezTo>
                  <a:lnTo>
                    <a:pt x="7937" y="37890"/>
                  </a:lnTo>
                  <a:cubicBezTo>
                    <a:pt x="8281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81" y="1"/>
                    <a:pt x="79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9"/>
            <p:cNvSpPr/>
            <p:nvPr/>
          </p:nvSpPr>
          <p:spPr>
            <a:xfrm>
              <a:off x="4356236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20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20" y="37876"/>
                  </a:cubicBezTo>
                  <a:lnTo>
                    <a:pt x="7936" y="37876"/>
                  </a:lnTo>
                  <a:cubicBezTo>
                    <a:pt x="8267" y="37876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9"/>
            <p:cNvSpPr/>
            <p:nvPr/>
          </p:nvSpPr>
          <p:spPr>
            <a:xfrm>
              <a:off x="4500680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36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77"/>
                    <a:pt x="8267" y="1"/>
                    <a:pt x="79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9"/>
            <p:cNvSpPr/>
            <p:nvPr/>
          </p:nvSpPr>
          <p:spPr>
            <a:xfrm>
              <a:off x="4645124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7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07" y="37876"/>
                  </a:cubicBezTo>
                  <a:lnTo>
                    <a:pt x="7936" y="37876"/>
                  </a:lnTo>
                  <a:cubicBezTo>
                    <a:pt x="8267" y="37876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9"/>
            <p:cNvSpPr/>
            <p:nvPr/>
          </p:nvSpPr>
          <p:spPr>
            <a:xfrm>
              <a:off x="4789568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9"/>
            <p:cNvSpPr/>
            <p:nvPr/>
          </p:nvSpPr>
          <p:spPr>
            <a:xfrm>
              <a:off x="4934012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3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3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9"/>
            <p:cNvSpPr/>
            <p:nvPr/>
          </p:nvSpPr>
          <p:spPr>
            <a:xfrm>
              <a:off x="5078456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0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20" y="37890"/>
                  </a:cubicBezTo>
                  <a:lnTo>
                    <a:pt x="7936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77"/>
                    <a:pt x="8267" y="1"/>
                    <a:pt x="79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9"/>
            <p:cNvSpPr/>
            <p:nvPr/>
          </p:nvSpPr>
          <p:spPr>
            <a:xfrm>
              <a:off x="5222900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0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20" y="37890"/>
                  </a:cubicBezTo>
                  <a:lnTo>
                    <a:pt x="7936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9"/>
            <p:cNvSpPr/>
            <p:nvPr/>
          </p:nvSpPr>
          <p:spPr>
            <a:xfrm>
              <a:off x="5367343" y="2180272"/>
              <a:ext cx="108240" cy="378237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76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07" y="37890"/>
                  </a:cubicBezTo>
                  <a:lnTo>
                    <a:pt x="7937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9"/>
            <p:cNvSpPr/>
            <p:nvPr/>
          </p:nvSpPr>
          <p:spPr>
            <a:xfrm>
              <a:off x="5511787" y="2180272"/>
              <a:ext cx="108240" cy="378097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7" y="1"/>
                  </a:moveTo>
                  <a:cubicBezTo>
                    <a:pt x="276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76"/>
                    <a:pt x="607" y="37876"/>
                  </a:cubicBezTo>
                  <a:lnTo>
                    <a:pt x="7923" y="37876"/>
                  </a:lnTo>
                  <a:cubicBezTo>
                    <a:pt x="8267" y="37876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9"/>
            <p:cNvSpPr/>
            <p:nvPr/>
          </p:nvSpPr>
          <p:spPr>
            <a:xfrm>
              <a:off x="5656231" y="2180272"/>
              <a:ext cx="108252" cy="378237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07" y="1"/>
                  </a:moveTo>
                  <a:cubicBezTo>
                    <a:pt x="263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3" y="37890"/>
                    <a:pt x="607" y="37890"/>
                  </a:cubicBezTo>
                  <a:lnTo>
                    <a:pt x="7923" y="37890"/>
                  </a:lnTo>
                  <a:cubicBezTo>
                    <a:pt x="8268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8" y="1"/>
                    <a:pt x="7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2" name="Google Shape;1442;p39"/>
          <p:cNvSpPr txBox="1">
            <a:spLocks noGrp="1"/>
          </p:cNvSpPr>
          <p:nvPr>
            <p:ph type="title" idx="4294967295"/>
          </p:nvPr>
        </p:nvSpPr>
        <p:spPr>
          <a:xfrm>
            <a:off x="5322775" y="1309158"/>
            <a:ext cx="1847100" cy="4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SOFTWARE VS HARDWARE</a:t>
            </a:r>
            <a:endParaRPr sz="1800"/>
          </a:p>
        </p:txBody>
      </p:sp>
      <p:sp>
        <p:nvSpPr>
          <p:cNvPr id="1443" name="Google Shape;1443;p39"/>
          <p:cNvSpPr txBox="1">
            <a:spLocks noGrp="1"/>
          </p:cNvSpPr>
          <p:nvPr>
            <p:ph type="title" idx="4294967295"/>
          </p:nvPr>
        </p:nvSpPr>
        <p:spPr>
          <a:xfrm>
            <a:off x="5322775" y="3225032"/>
            <a:ext cx="1847100" cy="4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TIME TO FIX</a:t>
            </a:r>
            <a:endParaRPr sz="1800"/>
          </a:p>
        </p:txBody>
      </p:sp>
      <p:sp>
        <p:nvSpPr>
          <p:cNvPr id="1444" name="Google Shape;1444;p39"/>
          <p:cNvSpPr txBox="1">
            <a:spLocks noGrp="1"/>
          </p:cNvSpPr>
          <p:nvPr>
            <p:ph type="title" idx="4294967295"/>
          </p:nvPr>
        </p:nvSpPr>
        <p:spPr>
          <a:xfrm>
            <a:off x="5322775" y="3770000"/>
            <a:ext cx="1847100" cy="4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Under a day</a:t>
            </a:r>
            <a:endParaRPr sz="1400"/>
          </a:p>
        </p:txBody>
      </p:sp>
      <p:sp>
        <p:nvSpPr>
          <p:cNvPr id="1445" name="Google Shape;1445;p39"/>
          <p:cNvSpPr txBox="1">
            <a:spLocks noGrp="1"/>
          </p:cNvSpPr>
          <p:nvPr>
            <p:ph type="title" idx="4294967295"/>
          </p:nvPr>
        </p:nvSpPr>
        <p:spPr>
          <a:xfrm>
            <a:off x="5322775" y="4158640"/>
            <a:ext cx="1847100" cy="4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Multiple days</a:t>
            </a:r>
            <a:endParaRPr sz="1400"/>
          </a:p>
        </p:txBody>
      </p:sp>
      <p:grpSp>
        <p:nvGrpSpPr>
          <p:cNvPr id="1446" name="Google Shape;1446;p39"/>
          <p:cNvGrpSpPr/>
          <p:nvPr/>
        </p:nvGrpSpPr>
        <p:grpSpPr>
          <a:xfrm>
            <a:off x="6206519" y="3983443"/>
            <a:ext cx="1433821" cy="0"/>
            <a:chOff x="5224975" y="2962250"/>
            <a:chExt cx="1544400" cy="0"/>
          </a:xfrm>
        </p:grpSpPr>
        <p:cxnSp>
          <p:nvCxnSpPr>
            <p:cNvPr id="1447" name="Google Shape;1447;p39"/>
            <p:cNvCxnSpPr/>
            <p:nvPr/>
          </p:nvCxnSpPr>
          <p:spPr>
            <a:xfrm>
              <a:off x="5224975" y="2962250"/>
              <a:ext cx="15444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8" name="Google Shape;1448;p39"/>
            <p:cNvCxnSpPr/>
            <p:nvPr/>
          </p:nvCxnSpPr>
          <p:spPr>
            <a:xfrm>
              <a:off x="5225150" y="2962250"/>
              <a:ext cx="12540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</p:grpSp>
      <p:grpSp>
        <p:nvGrpSpPr>
          <p:cNvPr id="1449" name="Google Shape;1449;p39"/>
          <p:cNvGrpSpPr/>
          <p:nvPr/>
        </p:nvGrpSpPr>
        <p:grpSpPr>
          <a:xfrm>
            <a:off x="6206474" y="4372090"/>
            <a:ext cx="1433865" cy="3"/>
            <a:chOff x="5224927" y="2962247"/>
            <a:chExt cx="1544448" cy="3"/>
          </a:xfrm>
        </p:grpSpPr>
        <p:cxnSp>
          <p:nvCxnSpPr>
            <p:cNvPr id="1450" name="Google Shape;1450;p39"/>
            <p:cNvCxnSpPr/>
            <p:nvPr/>
          </p:nvCxnSpPr>
          <p:spPr>
            <a:xfrm>
              <a:off x="5224975" y="2962250"/>
              <a:ext cx="15444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1" name="Google Shape;1451;p39"/>
            <p:cNvCxnSpPr/>
            <p:nvPr/>
          </p:nvCxnSpPr>
          <p:spPr>
            <a:xfrm>
              <a:off x="5224927" y="2962247"/>
              <a:ext cx="5670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diamond" w="med" len="med"/>
            </a:ln>
          </p:spPr>
        </p:cxnSp>
      </p:grpSp>
      <p:sp>
        <p:nvSpPr>
          <p:cNvPr id="1452" name="Google Shape;1452;p39"/>
          <p:cNvSpPr txBox="1">
            <a:spLocks noGrp="1"/>
          </p:cNvSpPr>
          <p:nvPr>
            <p:ph type="title" idx="4294967295"/>
          </p:nvPr>
        </p:nvSpPr>
        <p:spPr>
          <a:xfrm>
            <a:off x="1066800" y="1309158"/>
            <a:ext cx="1847100" cy="4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CAUSES</a:t>
            </a:r>
            <a:endParaRPr sz="1800"/>
          </a:p>
        </p:txBody>
      </p:sp>
      <p:grpSp>
        <p:nvGrpSpPr>
          <p:cNvPr id="1453" name="Google Shape;1453;p39"/>
          <p:cNvGrpSpPr/>
          <p:nvPr/>
        </p:nvGrpSpPr>
        <p:grpSpPr>
          <a:xfrm>
            <a:off x="4080400" y="1991375"/>
            <a:ext cx="497700" cy="1992050"/>
            <a:chOff x="4080400" y="1991375"/>
            <a:chExt cx="497700" cy="1992050"/>
          </a:xfrm>
        </p:grpSpPr>
        <p:sp>
          <p:nvSpPr>
            <p:cNvPr id="1454" name="Google Shape;1454;p39"/>
            <p:cNvSpPr/>
            <p:nvPr/>
          </p:nvSpPr>
          <p:spPr>
            <a:xfrm>
              <a:off x="4080400" y="1991375"/>
              <a:ext cx="497700" cy="199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9"/>
            <p:cNvSpPr/>
            <p:nvPr/>
          </p:nvSpPr>
          <p:spPr>
            <a:xfrm>
              <a:off x="4080400" y="2972725"/>
              <a:ext cx="497700" cy="1010700"/>
            </a:xfrm>
            <a:prstGeom prst="rect">
              <a:avLst/>
            </a:pr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6" name="Google Shape;1456;p39"/>
          <p:cNvGrpSpPr/>
          <p:nvPr/>
        </p:nvGrpSpPr>
        <p:grpSpPr>
          <a:xfrm>
            <a:off x="4137609" y="4143448"/>
            <a:ext cx="383281" cy="333947"/>
            <a:chOff x="1971819" y="4276854"/>
            <a:chExt cx="383281" cy="333947"/>
          </a:xfrm>
        </p:grpSpPr>
        <p:sp>
          <p:nvSpPr>
            <p:cNvPr id="1457" name="Google Shape;1457;p39"/>
            <p:cNvSpPr/>
            <p:nvPr/>
          </p:nvSpPr>
          <p:spPr>
            <a:xfrm>
              <a:off x="1971819" y="4277094"/>
              <a:ext cx="383281" cy="333707"/>
            </a:xfrm>
            <a:custGeom>
              <a:avLst/>
              <a:gdLst/>
              <a:ahLst/>
              <a:cxnLst/>
              <a:rect l="l" t="t" r="r" b="b"/>
              <a:pathLst>
                <a:path w="25599" h="22288" extrusionOk="0">
                  <a:moveTo>
                    <a:pt x="14060" y="0"/>
                  </a:moveTo>
                  <a:cubicBezTo>
                    <a:pt x="11422" y="0"/>
                    <a:pt x="8740" y="922"/>
                    <a:pt x="6518" y="2928"/>
                  </a:cubicBezTo>
                  <a:cubicBezTo>
                    <a:pt x="0" y="8794"/>
                    <a:pt x="2334" y="19517"/>
                    <a:pt x="10702" y="22145"/>
                  </a:cubicBezTo>
                  <a:cubicBezTo>
                    <a:pt x="11014" y="22242"/>
                    <a:pt x="11325" y="22287"/>
                    <a:pt x="11629" y="22287"/>
                  </a:cubicBezTo>
                  <a:cubicBezTo>
                    <a:pt x="13434" y="22287"/>
                    <a:pt x="14966" y="20685"/>
                    <a:pt x="14696" y="18760"/>
                  </a:cubicBezTo>
                  <a:cubicBezTo>
                    <a:pt x="14465" y="17057"/>
                    <a:pt x="15033" y="15354"/>
                    <a:pt x="16252" y="14134"/>
                  </a:cubicBezTo>
                  <a:cubicBezTo>
                    <a:pt x="17290" y="13096"/>
                    <a:pt x="18692" y="12534"/>
                    <a:pt x="20127" y="12534"/>
                  </a:cubicBezTo>
                  <a:cubicBezTo>
                    <a:pt x="20552" y="12534"/>
                    <a:pt x="20980" y="12583"/>
                    <a:pt x="21403" y="12684"/>
                  </a:cubicBezTo>
                  <a:cubicBezTo>
                    <a:pt x="21659" y="12747"/>
                    <a:pt x="21913" y="12777"/>
                    <a:pt x="22162" y="12777"/>
                  </a:cubicBezTo>
                  <a:cubicBezTo>
                    <a:pt x="24051" y="12777"/>
                    <a:pt x="25599" y="11037"/>
                    <a:pt x="25208" y="9067"/>
                  </a:cubicBezTo>
                  <a:cubicBezTo>
                    <a:pt x="24046" y="3410"/>
                    <a:pt x="19135" y="0"/>
                    <a:pt x="140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9"/>
            <p:cNvSpPr/>
            <p:nvPr/>
          </p:nvSpPr>
          <p:spPr>
            <a:xfrm>
              <a:off x="2071910" y="4276854"/>
              <a:ext cx="281124" cy="183233"/>
            </a:xfrm>
            <a:custGeom>
              <a:avLst/>
              <a:gdLst/>
              <a:ahLst/>
              <a:cxnLst/>
              <a:rect l="l" t="t" r="r" b="b"/>
              <a:pathLst>
                <a:path w="18776" h="12238" extrusionOk="0">
                  <a:moveTo>
                    <a:pt x="7372" y="1"/>
                  </a:moveTo>
                  <a:cubicBezTo>
                    <a:pt x="4809" y="1"/>
                    <a:pt x="2199" y="874"/>
                    <a:pt x="1" y="2776"/>
                  </a:cubicBezTo>
                  <a:cubicBezTo>
                    <a:pt x="1763" y="1879"/>
                    <a:pt x="3616" y="1463"/>
                    <a:pt x="5431" y="1463"/>
                  </a:cubicBezTo>
                  <a:cubicBezTo>
                    <a:pt x="10891" y="1463"/>
                    <a:pt x="16000" y="5237"/>
                    <a:pt x="17199" y="11060"/>
                  </a:cubicBezTo>
                  <a:cubicBezTo>
                    <a:pt x="17283" y="11438"/>
                    <a:pt x="17283" y="11859"/>
                    <a:pt x="17220" y="12237"/>
                  </a:cubicBezTo>
                  <a:cubicBezTo>
                    <a:pt x="18250" y="11543"/>
                    <a:pt x="18776" y="10303"/>
                    <a:pt x="18523" y="9083"/>
                  </a:cubicBezTo>
                  <a:cubicBezTo>
                    <a:pt x="17363" y="3436"/>
                    <a:pt x="12458" y="1"/>
                    <a:pt x="73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9"/>
            <p:cNvSpPr/>
            <p:nvPr/>
          </p:nvSpPr>
          <p:spPr>
            <a:xfrm>
              <a:off x="2169187" y="4328644"/>
              <a:ext cx="141984" cy="106574"/>
            </a:xfrm>
            <a:custGeom>
              <a:avLst/>
              <a:gdLst/>
              <a:ahLst/>
              <a:cxnLst/>
              <a:rect l="l" t="t" r="r" b="b"/>
              <a:pathLst>
                <a:path w="9483" h="7118" extrusionOk="0">
                  <a:moveTo>
                    <a:pt x="4741" y="0"/>
                  </a:moveTo>
                  <a:cubicBezTo>
                    <a:pt x="3832" y="0"/>
                    <a:pt x="2923" y="347"/>
                    <a:pt x="2229" y="1041"/>
                  </a:cubicBezTo>
                  <a:cubicBezTo>
                    <a:pt x="0" y="3291"/>
                    <a:pt x="1577" y="7117"/>
                    <a:pt x="4752" y="7117"/>
                  </a:cubicBezTo>
                  <a:cubicBezTo>
                    <a:pt x="7906" y="7117"/>
                    <a:pt x="9482" y="3291"/>
                    <a:pt x="7254" y="1041"/>
                  </a:cubicBezTo>
                  <a:cubicBezTo>
                    <a:pt x="6560" y="347"/>
                    <a:pt x="5651" y="0"/>
                    <a:pt x="47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9"/>
            <p:cNvSpPr/>
            <p:nvPr/>
          </p:nvSpPr>
          <p:spPr>
            <a:xfrm>
              <a:off x="2194685" y="4328959"/>
              <a:ext cx="103894" cy="98699"/>
            </a:xfrm>
            <a:custGeom>
              <a:avLst/>
              <a:gdLst/>
              <a:ahLst/>
              <a:cxnLst/>
              <a:rect l="l" t="t" r="r" b="b"/>
              <a:pathLst>
                <a:path w="6939" h="6592" extrusionOk="0">
                  <a:moveTo>
                    <a:pt x="3049" y="0"/>
                  </a:moveTo>
                  <a:cubicBezTo>
                    <a:pt x="2145" y="0"/>
                    <a:pt x="1241" y="347"/>
                    <a:pt x="547" y="1041"/>
                  </a:cubicBezTo>
                  <a:lnTo>
                    <a:pt x="526" y="1020"/>
                  </a:lnTo>
                  <a:cubicBezTo>
                    <a:pt x="316" y="1230"/>
                    <a:pt x="148" y="1462"/>
                    <a:pt x="0" y="1714"/>
                  </a:cubicBezTo>
                  <a:cubicBezTo>
                    <a:pt x="614" y="1344"/>
                    <a:pt x="1243" y="1181"/>
                    <a:pt x="1846" y="1181"/>
                  </a:cubicBezTo>
                  <a:cubicBezTo>
                    <a:pt x="4366" y="1181"/>
                    <a:pt x="6422" y="4030"/>
                    <a:pt x="4878" y="6592"/>
                  </a:cubicBezTo>
                  <a:cubicBezTo>
                    <a:pt x="5130" y="6444"/>
                    <a:pt x="5362" y="6255"/>
                    <a:pt x="5572" y="6066"/>
                  </a:cubicBezTo>
                  <a:cubicBezTo>
                    <a:pt x="6938" y="4657"/>
                    <a:pt x="6938" y="2429"/>
                    <a:pt x="5551" y="1041"/>
                  </a:cubicBezTo>
                  <a:cubicBezTo>
                    <a:pt x="4857" y="347"/>
                    <a:pt x="3953" y="0"/>
                    <a:pt x="30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9"/>
            <p:cNvSpPr/>
            <p:nvPr/>
          </p:nvSpPr>
          <p:spPr>
            <a:xfrm>
              <a:off x="2061849" y="4499810"/>
              <a:ext cx="81226" cy="60684"/>
            </a:xfrm>
            <a:custGeom>
              <a:avLst/>
              <a:gdLst/>
              <a:ahLst/>
              <a:cxnLst/>
              <a:rect l="l" t="t" r="r" b="b"/>
              <a:pathLst>
                <a:path w="5425" h="4053" extrusionOk="0">
                  <a:moveTo>
                    <a:pt x="2704" y="0"/>
                  </a:moveTo>
                  <a:cubicBezTo>
                    <a:pt x="2187" y="0"/>
                    <a:pt x="1672" y="195"/>
                    <a:pt x="1283" y="584"/>
                  </a:cubicBezTo>
                  <a:cubicBezTo>
                    <a:pt x="0" y="1866"/>
                    <a:pt x="904" y="4053"/>
                    <a:pt x="2712" y="4053"/>
                  </a:cubicBezTo>
                  <a:cubicBezTo>
                    <a:pt x="4520" y="4053"/>
                    <a:pt x="5424" y="1866"/>
                    <a:pt x="4142" y="584"/>
                  </a:cubicBezTo>
                  <a:cubicBezTo>
                    <a:pt x="3743" y="195"/>
                    <a:pt x="3222" y="0"/>
                    <a:pt x="27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9"/>
            <p:cNvSpPr/>
            <p:nvPr/>
          </p:nvSpPr>
          <p:spPr>
            <a:xfrm>
              <a:off x="2075384" y="4499600"/>
              <a:ext cx="62660" cy="57435"/>
            </a:xfrm>
            <a:custGeom>
              <a:avLst/>
              <a:gdLst/>
              <a:ahLst/>
              <a:cxnLst/>
              <a:rect l="l" t="t" r="r" b="b"/>
              <a:pathLst>
                <a:path w="4185" h="3836" extrusionOk="0">
                  <a:moveTo>
                    <a:pt x="1817" y="0"/>
                  </a:moveTo>
                  <a:cubicBezTo>
                    <a:pt x="1300" y="0"/>
                    <a:pt x="779" y="198"/>
                    <a:pt x="379" y="598"/>
                  </a:cubicBezTo>
                  <a:cubicBezTo>
                    <a:pt x="232" y="766"/>
                    <a:pt x="84" y="934"/>
                    <a:pt x="0" y="1123"/>
                  </a:cubicBezTo>
                  <a:cubicBezTo>
                    <a:pt x="299" y="978"/>
                    <a:pt x="600" y="912"/>
                    <a:pt x="890" y="912"/>
                  </a:cubicBezTo>
                  <a:cubicBezTo>
                    <a:pt x="2277" y="912"/>
                    <a:pt x="3408" y="2410"/>
                    <a:pt x="2712" y="3836"/>
                  </a:cubicBezTo>
                  <a:cubicBezTo>
                    <a:pt x="3827" y="3289"/>
                    <a:pt x="4184" y="1859"/>
                    <a:pt x="3448" y="850"/>
                  </a:cubicBezTo>
                  <a:cubicBezTo>
                    <a:pt x="3057" y="287"/>
                    <a:pt x="2441" y="0"/>
                    <a:pt x="18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9"/>
            <p:cNvSpPr/>
            <p:nvPr/>
          </p:nvSpPr>
          <p:spPr>
            <a:xfrm>
              <a:off x="2030047" y="4417027"/>
              <a:ext cx="81241" cy="60684"/>
            </a:xfrm>
            <a:custGeom>
              <a:avLst/>
              <a:gdLst/>
              <a:ahLst/>
              <a:cxnLst/>
              <a:rect l="l" t="t" r="r" b="b"/>
              <a:pathLst>
                <a:path w="5426" h="4053" extrusionOk="0">
                  <a:moveTo>
                    <a:pt x="2721" y="0"/>
                  </a:moveTo>
                  <a:cubicBezTo>
                    <a:pt x="2203" y="0"/>
                    <a:pt x="1683" y="195"/>
                    <a:pt x="1283" y="583"/>
                  </a:cubicBezTo>
                  <a:cubicBezTo>
                    <a:pt x="1" y="1866"/>
                    <a:pt x="905" y="4052"/>
                    <a:pt x="2713" y="4052"/>
                  </a:cubicBezTo>
                  <a:cubicBezTo>
                    <a:pt x="4521" y="4052"/>
                    <a:pt x="5425" y="1866"/>
                    <a:pt x="4143" y="583"/>
                  </a:cubicBezTo>
                  <a:cubicBezTo>
                    <a:pt x="3754" y="195"/>
                    <a:pt x="3238" y="0"/>
                    <a:pt x="2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9"/>
            <p:cNvSpPr/>
            <p:nvPr/>
          </p:nvSpPr>
          <p:spPr>
            <a:xfrm>
              <a:off x="2043897" y="4416937"/>
              <a:ext cx="62345" cy="57315"/>
            </a:xfrm>
            <a:custGeom>
              <a:avLst/>
              <a:gdLst/>
              <a:ahLst/>
              <a:cxnLst/>
              <a:rect l="l" t="t" r="r" b="b"/>
              <a:pathLst>
                <a:path w="4164" h="3828" extrusionOk="0">
                  <a:moveTo>
                    <a:pt x="1798" y="0"/>
                  </a:moveTo>
                  <a:cubicBezTo>
                    <a:pt x="1281" y="0"/>
                    <a:pt x="761" y="198"/>
                    <a:pt x="358" y="610"/>
                  </a:cubicBezTo>
                  <a:lnTo>
                    <a:pt x="358" y="589"/>
                  </a:lnTo>
                  <a:cubicBezTo>
                    <a:pt x="211" y="737"/>
                    <a:pt x="85" y="905"/>
                    <a:pt x="1" y="1094"/>
                  </a:cubicBezTo>
                  <a:cubicBezTo>
                    <a:pt x="317" y="926"/>
                    <a:pt x="639" y="851"/>
                    <a:pt x="949" y="851"/>
                  </a:cubicBezTo>
                  <a:cubicBezTo>
                    <a:pt x="2346" y="851"/>
                    <a:pt x="3491" y="2381"/>
                    <a:pt x="2734" y="3827"/>
                  </a:cubicBezTo>
                  <a:cubicBezTo>
                    <a:pt x="3827" y="3260"/>
                    <a:pt x="4164" y="1830"/>
                    <a:pt x="3428" y="821"/>
                  </a:cubicBezTo>
                  <a:cubicBezTo>
                    <a:pt x="3027" y="283"/>
                    <a:pt x="2415" y="0"/>
                    <a:pt x="17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9"/>
            <p:cNvSpPr/>
            <p:nvPr/>
          </p:nvSpPr>
          <p:spPr>
            <a:xfrm>
              <a:off x="2067194" y="4330845"/>
              <a:ext cx="80911" cy="60609"/>
            </a:xfrm>
            <a:custGeom>
              <a:avLst/>
              <a:gdLst/>
              <a:ahLst/>
              <a:cxnLst/>
              <a:rect l="l" t="t" r="r" b="b"/>
              <a:pathLst>
                <a:path w="5404" h="4048" extrusionOk="0">
                  <a:moveTo>
                    <a:pt x="2705" y="1"/>
                  </a:moveTo>
                  <a:cubicBezTo>
                    <a:pt x="2187" y="1"/>
                    <a:pt x="1672" y="200"/>
                    <a:pt x="1283" y="600"/>
                  </a:cubicBezTo>
                  <a:cubicBezTo>
                    <a:pt x="1" y="1882"/>
                    <a:pt x="905" y="4048"/>
                    <a:pt x="2713" y="4048"/>
                  </a:cubicBezTo>
                  <a:cubicBezTo>
                    <a:pt x="4500" y="4048"/>
                    <a:pt x="5404" y="1882"/>
                    <a:pt x="4142" y="600"/>
                  </a:cubicBezTo>
                  <a:cubicBezTo>
                    <a:pt x="3743" y="200"/>
                    <a:pt x="3223" y="1"/>
                    <a:pt x="27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9"/>
            <p:cNvSpPr/>
            <p:nvPr/>
          </p:nvSpPr>
          <p:spPr>
            <a:xfrm>
              <a:off x="2080415" y="4330845"/>
              <a:ext cx="62974" cy="57464"/>
            </a:xfrm>
            <a:custGeom>
              <a:avLst/>
              <a:gdLst/>
              <a:ahLst/>
              <a:cxnLst/>
              <a:rect l="l" t="t" r="r" b="b"/>
              <a:pathLst>
                <a:path w="4206" h="3838" extrusionOk="0">
                  <a:moveTo>
                    <a:pt x="1839" y="0"/>
                  </a:moveTo>
                  <a:cubicBezTo>
                    <a:pt x="1323" y="0"/>
                    <a:pt x="802" y="197"/>
                    <a:pt x="400" y="600"/>
                  </a:cubicBezTo>
                  <a:lnTo>
                    <a:pt x="379" y="600"/>
                  </a:lnTo>
                  <a:cubicBezTo>
                    <a:pt x="232" y="747"/>
                    <a:pt x="106" y="915"/>
                    <a:pt x="1" y="1104"/>
                  </a:cubicBezTo>
                  <a:cubicBezTo>
                    <a:pt x="318" y="942"/>
                    <a:pt x="639" y="869"/>
                    <a:pt x="948" y="869"/>
                  </a:cubicBezTo>
                  <a:cubicBezTo>
                    <a:pt x="2356" y="869"/>
                    <a:pt x="3496" y="2389"/>
                    <a:pt x="2755" y="3838"/>
                  </a:cubicBezTo>
                  <a:cubicBezTo>
                    <a:pt x="3848" y="3270"/>
                    <a:pt x="4205" y="1840"/>
                    <a:pt x="3470" y="831"/>
                  </a:cubicBezTo>
                  <a:cubicBezTo>
                    <a:pt x="3069" y="282"/>
                    <a:pt x="2457" y="0"/>
                    <a:pt x="18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7" name="Google Shape;1467;p39"/>
          <p:cNvGrpSpPr/>
          <p:nvPr/>
        </p:nvGrpSpPr>
        <p:grpSpPr>
          <a:xfrm>
            <a:off x="5360698" y="1872608"/>
            <a:ext cx="279054" cy="354754"/>
            <a:chOff x="5694073" y="1872424"/>
            <a:chExt cx="279054" cy="354754"/>
          </a:xfrm>
        </p:grpSpPr>
        <p:sp>
          <p:nvSpPr>
            <p:cNvPr id="1468" name="Google Shape;1468;p39"/>
            <p:cNvSpPr/>
            <p:nvPr/>
          </p:nvSpPr>
          <p:spPr>
            <a:xfrm>
              <a:off x="5694073" y="2115001"/>
              <a:ext cx="279054" cy="112177"/>
            </a:xfrm>
            <a:custGeom>
              <a:avLst/>
              <a:gdLst/>
              <a:ahLst/>
              <a:cxnLst/>
              <a:rect l="l" t="t" r="r" b="b"/>
              <a:pathLst>
                <a:path w="10657" h="4284" extrusionOk="0">
                  <a:moveTo>
                    <a:pt x="3234" y="0"/>
                  </a:moveTo>
                  <a:lnTo>
                    <a:pt x="954" y="668"/>
                  </a:lnTo>
                  <a:cubicBezTo>
                    <a:pt x="391" y="840"/>
                    <a:pt x="0" y="1355"/>
                    <a:pt x="0" y="1946"/>
                  </a:cubicBezTo>
                  <a:lnTo>
                    <a:pt x="0" y="3616"/>
                  </a:lnTo>
                  <a:cubicBezTo>
                    <a:pt x="0" y="3988"/>
                    <a:pt x="296" y="4284"/>
                    <a:pt x="668" y="4284"/>
                  </a:cubicBezTo>
                  <a:lnTo>
                    <a:pt x="9989" y="4284"/>
                  </a:lnTo>
                  <a:cubicBezTo>
                    <a:pt x="10361" y="4284"/>
                    <a:pt x="10656" y="3988"/>
                    <a:pt x="10656" y="3616"/>
                  </a:cubicBezTo>
                  <a:lnTo>
                    <a:pt x="10656" y="1946"/>
                  </a:lnTo>
                  <a:cubicBezTo>
                    <a:pt x="10656" y="1355"/>
                    <a:pt x="10265" y="840"/>
                    <a:pt x="9702" y="668"/>
                  </a:cubicBezTo>
                  <a:lnTo>
                    <a:pt x="7422" y="0"/>
                  </a:lnTo>
                  <a:lnTo>
                    <a:pt x="5696" y="1155"/>
                  </a:lnTo>
                  <a:cubicBezTo>
                    <a:pt x="5586" y="1226"/>
                    <a:pt x="5457" y="1262"/>
                    <a:pt x="5328" y="1262"/>
                  </a:cubicBezTo>
                  <a:cubicBezTo>
                    <a:pt x="5199" y="1262"/>
                    <a:pt x="5071" y="1226"/>
                    <a:pt x="4961" y="1155"/>
                  </a:cubicBezTo>
                  <a:lnTo>
                    <a:pt x="32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9"/>
            <p:cNvSpPr/>
            <p:nvPr/>
          </p:nvSpPr>
          <p:spPr>
            <a:xfrm>
              <a:off x="5734529" y="2064281"/>
              <a:ext cx="197618" cy="104688"/>
            </a:xfrm>
            <a:custGeom>
              <a:avLst/>
              <a:gdLst/>
              <a:ahLst/>
              <a:cxnLst/>
              <a:rect l="l" t="t" r="r" b="b"/>
              <a:pathLst>
                <a:path w="7547" h="3998" extrusionOk="0">
                  <a:moveTo>
                    <a:pt x="1336" y="1"/>
                  </a:moveTo>
                  <a:cubicBezTo>
                    <a:pt x="602" y="1"/>
                    <a:pt x="1" y="602"/>
                    <a:pt x="1" y="1336"/>
                  </a:cubicBezTo>
                  <a:cubicBezTo>
                    <a:pt x="1" y="2805"/>
                    <a:pt x="1193" y="3998"/>
                    <a:pt x="2662" y="3998"/>
                  </a:cubicBezTo>
                  <a:lnTo>
                    <a:pt x="4885" y="3998"/>
                  </a:lnTo>
                  <a:cubicBezTo>
                    <a:pt x="6354" y="3998"/>
                    <a:pt x="7547" y="2805"/>
                    <a:pt x="7547" y="1336"/>
                  </a:cubicBezTo>
                  <a:cubicBezTo>
                    <a:pt x="7547" y="602"/>
                    <a:pt x="6955" y="10"/>
                    <a:pt x="6221" y="1"/>
                  </a:cubicBezTo>
                  <a:close/>
                </a:path>
              </a:pathLst>
            </a:custGeom>
            <a:solidFill>
              <a:srgbClr val="A0B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9"/>
            <p:cNvSpPr/>
            <p:nvPr/>
          </p:nvSpPr>
          <p:spPr>
            <a:xfrm>
              <a:off x="5753513" y="2081773"/>
              <a:ext cx="159912" cy="66274"/>
            </a:xfrm>
            <a:custGeom>
              <a:avLst/>
              <a:gdLst/>
              <a:ahLst/>
              <a:cxnLst/>
              <a:rect l="l" t="t" r="r" b="b"/>
              <a:pathLst>
                <a:path w="6107" h="2531" extrusionOk="0">
                  <a:moveTo>
                    <a:pt x="668" y="0"/>
                  </a:moveTo>
                  <a:cubicBezTo>
                    <a:pt x="191" y="0"/>
                    <a:pt x="1" y="630"/>
                    <a:pt x="401" y="897"/>
                  </a:cubicBezTo>
                  <a:lnTo>
                    <a:pt x="2691" y="2424"/>
                  </a:lnTo>
                  <a:cubicBezTo>
                    <a:pt x="2801" y="2495"/>
                    <a:pt x="2929" y="2531"/>
                    <a:pt x="3058" y="2531"/>
                  </a:cubicBezTo>
                  <a:cubicBezTo>
                    <a:pt x="3187" y="2531"/>
                    <a:pt x="3316" y="2495"/>
                    <a:pt x="3426" y="2424"/>
                  </a:cubicBezTo>
                  <a:lnTo>
                    <a:pt x="5715" y="897"/>
                  </a:lnTo>
                  <a:cubicBezTo>
                    <a:pt x="6106" y="630"/>
                    <a:pt x="5925" y="0"/>
                    <a:pt x="54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9"/>
            <p:cNvSpPr/>
            <p:nvPr/>
          </p:nvSpPr>
          <p:spPr>
            <a:xfrm>
              <a:off x="5778756" y="2070277"/>
              <a:ext cx="109689" cy="77769"/>
            </a:xfrm>
            <a:custGeom>
              <a:avLst/>
              <a:gdLst/>
              <a:ahLst/>
              <a:cxnLst/>
              <a:rect l="l" t="t" r="r" b="b"/>
              <a:pathLst>
                <a:path w="4189" h="2970" extrusionOk="0">
                  <a:moveTo>
                    <a:pt x="544" y="1"/>
                  </a:moveTo>
                  <a:lnTo>
                    <a:pt x="544" y="1050"/>
                  </a:lnTo>
                  <a:cubicBezTo>
                    <a:pt x="544" y="1346"/>
                    <a:pt x="344" y="1603"/>
                    <a:pt x="67" y="1689"/>
                  </a:cubicBezTo>
                  <a:lnTo>
                    <a:pt x="0" y="1708"/>
                  </a:lnTo>
                  <a:lnTo>
                    <a:pt x="1727" y="2863"/>
                  </a:lnTo>
                  <a:cubicBezTo>
                    <a:pt x="1837" y="2934"/>
                    <a:pt x="1965" y="2970"/>
                    <a:pt x="2094" y="2970"/>
                  </a:cubicBezTo>
                  <a:cubicBezTo>
                    <a:pt x="2223" y="2970"/>
                    <a:pt x="2352" y="2934"/>
                    <a:pt x="2462" y="2863"/>
                  </a:cubicBezTo>
                  <a:lnTo>
                    <a:pt x="4188" y="1708"/>
                  </a:lnTo>
                  <a:lnTo>
                    <a:pt x="4121" y="1689"/>
                  </a:lnTo>
                  <a:cubicBezTo>
                    <a:pt x="3845" y="1603"/>
                    <a:pt x="3644" y="1346"/>
                    <a:pt x="3644" y="1050"/>
                  </a:cubicBezTo>
                  <a:lnTo>
                    <a:pt x="3644" y="1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9"/>
            <p:cNvSpPr/>
            <p:nvPr/>
          </p:nvSpPr>
          <p:spPr>
            <a:xfrm>
              <a:off x="5792739" y="2070277"/>
              <a:ext cx="81462" cy="23121"/>
            </a:xfrm>
            <a:custGeom>
              <a:avLst/>
              <a:gdLst/>
              <a:ahLst/>
              <a:cxnLst/>
              <a:rect l="l" t="t" r="r" b="b"/>
              <a:pathLst>
                <a:path w="3111" h="883" extrusionOk="0">
                  <a:moveTo>
                    <a:pt x="0" y="1"/>
                  </a:moveTo>
                  <a:lnTo>
                    <a:pt x="0" y="497"/>
                  </a:lnTo>
                  <a:cubicBezTo>
                    <a:pt x="487" y="754"/>
                    <a:pt x="1021" y="883"/>
                    <a:pt x="1555" y="883"/>
                  </a:cubicBezTo>
                  <a:cubicBezTo>
                    <a:pt x="2090" y="883"/>
                    <a:pt x="2624" y="754"/>
                    <a:pt x="3110" y="497"/>
                  </a:cubicBezTo>
                  <a:lnTo>
                    <a:pt x="3110" y="1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9"/>
            <p:cNvSpPr/>
            <p:nvPr/>
          </p:nvSpPr>
          <p:spPr>
            <a:xfrm>
              <a:off x="5735786" y="1913141"/>
              <a:ext cx="190627" cy="168658"/>
            </a:xfrm>
            <a:custGeom>
              <a:avLst/>
              <a:gdLst/>
              <a:ahLst/>
              <a:cxnLst/>
              <a:rect l="l" t="t" r="r" b="b"/>
              <a:pathLst>
                <a:path w="7280" h="6441" extrusionOk="0">
                  <a:moveTo>
                    <a:pt x="6621" y="1"/>
                  </a:moveTo>
                  <a:lnTo>
                    <a:pt x="849" y="449"/>
                  </a:lnTo>
                  <a:lnTo>
                    <a:pt x="849" y="2672"/>
                  </a:lnTo>
                  <a:lnTo>
                    <a:pt x="735" y="2672"/>
                  </a:lnTo>
                  <a:cubicBezTo>
                    <a:pt x="0" y="2672"/>
                    <a:pt x="0" y="3779"/>
                    <a:pt x="735" y="3779"/>
                  </a:cubicBezTo>
                  <a:lnTo>
                    <a:pt x="859" y="3779"/>
                  </a:lnTo>
                  <a:cubicBezTo>
                    <a:pt x="973" y="5277"/>
                    <a:pt x="2223" y="6440"/>
                    <a:pt x="3730" y="6440"/>
                  </a:cubicBezTo>
                  <a:cubicBezTo>
                    <a:pt x="5238" y="6440"/>
                    <a:pt x="6488" y="5277"/>
                    <a:pt x="6602" y="3779"/>
                  </a:cubicBezTo>
                  <a:lnTo>
                    <a:pt x="6726" y="3779"/>
                  </a:lnTo>
                  <a:cubicBezTo>
                    <a:pt x="7031" y="3779"/>
                    <a:pt x="7279" y="3531"/>
                    <a:pt x="7279" y="3225"/>
                  </a:cubicBezTo>
                  <a:cubicBezTo>
                    <a:pt x="7279" y="2920"/>
                    <a:pt x="7031" y="2672"/>
                    <a:pt x="6726" y="2672"/>
                  </a:cubicBezTo>
                  <a:lnTo>
                    <a:pt x="6621" y="2672"/>
                  </a:lnTo>
                  <a:lnTo>
                    <a:pt x="6621" y="1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9"/>
            <p:cNvSpPr/>
            <p:nvPr/>
          </p:nvSpPr>
          <p:spPr>
            <a:xfrm>
              <a:off x="5739531" y="1919138"/>
              <a:ext cx="146400" cy="162635"/>
            </a:xfrm>
            <a:custGeom>
              <a:avLst/>
              <a:gdLst/>
              <a:ahLst/>
              <a:cxnLst/>
              <a:rect l="l" t="t" r="r" b="b"/>
              <a:pathLst>
                <a:path w="5591" h="6211" extrusionOk="0">
                  <a:moveTo>
                    <a:pt x="5591" y="1"/>
                  </a:moveTo>
                  <a:lnTo>
                    <a:pt x="697" y="220"/>
                  </a:lnTo>
                  <a:lnTo>
                    <a:pt x="697" y="2443"/>
                  </a:lnTo>
                  <a:lnTo>
                    <a:pt x="621" y="2443"/>
                  </a:lnTo>
                  <a:cubicBezTo>
                    <a:pt x="614" y="2443"/>
                    <a:pt x="608" y="2443"/>
                    <a:pt x="601" y="2443"/>
                  </a:cubicBezTo>
                  <a:cubicBezTo>
                    <a:pt x="314" y="2443"/>
                    <a:pt x="76" y="2650"/>
                    <a:pt x="39" y="2939"/>
                  </a:cubicBezTo>
                  <a:cubicBezTo>
                    <a:pt x="0" y="3264"/>
                    <a:pt x="258" y="3550"/>
                    <a:pt x="592" y="3550"/>
                  </a:cubicBezTo>
                  <a:lnTo>
                    <a:pt x="706" y="3550"/>
                  </a:lnTo>
                  <a:cubicBezTo>
                    <a:pt x="810" y="5072"/>
                    <a:pt x="2090" y="6210"/>
                    <a:pt x="3566" y="6210"/>
                  </a:cubicBezTo>
                  <a:cubicBezTo>
                    <a:pt x="3718" y="6210"/>
                    <a:pt x="3871" y="6198"/>
                    <a:pt x="4026" y="6173"/>
                  </a:cubicBezTo>
                  <a:cubicBezTo>
                    <a:pt x="2624" y="5944"/>
                    <a:pt x="1594" y="4742"/>
                    <a:pt x="1594" y="3330"/>
                  </a:cubicBezTo>
                  <a:lnTo>
                    <a:pt x="1594" y="1556"/>
                  </a:lnTo>
                  <a:cubicBezTo>
                    <a:pt x="1594" y="1060"/>
                    <a:pt x="1994" y="659"/>
                    <a:pt x="2481" y="659"/>
                  </a:cubicBezTo>
                  <a:lnTo>
                    <a:pt x="5142" y="659"/>
                  </a:lnTo>
                  <a:cubicBezTo>
                    <a:pt x="5391" y="659"/>
                    <a:pt x="5591" y="459"/>
                    <a:pt x="5591" y="220"/>
                  </a:cubicBezTo>
                  <a:lnTo>
                    <a:pt x="5591" y="1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9"/>
            <p:cNvSpPr/>
            <p:nvPr/>
          </p:nvSpPr>
          <p:spPr>
            <a:xfrm>
              <a:off x="5792739" y="1983029"/>
              <a:ext cx="11757" cy="17334"/>
            </a:xfrm>
            <a:custGeom>
              <a:avLst/>
              <a:gdLst/>
              <a:ahLst/>
              <a:cxnLst/>
              <a:rect l="l" t="t" r="r" b="b"/>
              <a:pathLst>
                <a:path w="449" h="662" extrusionOk="0">
                  <a:moveTo>
                    <a:pt x="225" y="1"/>
                  </a:moveTo>
                  <a:cubicBezTo>
                    <a:pt x="113" y="1"/>
                    <a:pt x="0" y="75"/>
                    <a:pt x="0" y="223"/>
                  </a:cubicBezTo>
                  <a:lnTo>
                    <a:pt x="0" y="442"/>
                  </a:lnTo>
                  <a:cubicBezTo>
                    <a:pt x="0" y="566"/>
                    <a:pt x="105" y="661"/>
                    <a:pt x="229" y="661"/>
                  </a:cubicBezTo>
                  <a:cubicBezTo>
                    <a:pt x="353" y="661"/>
                    <a:pt x="449" y="566"/>
                    <a:pt x="449" y="442"/>
                  </a:cubicBezTo>
                  <a:lnTo>
                    <a:pt x="449" y="223"/>
                  </a:lnTo>
                  <a:cubicBezTo>
                    <a:pt x="449" y="75"/>
                    <a:pt x="337" y="1"/>
                    <a:pt x="2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9"/>
            <p:cNvSpPr/>
            <p:nvPr/>
          </p:nvSpPr>
          <p:spPr>
            <a:xfrm>
              <a:off x="5862679" y="1983029"/>
              <a:ext cx="11521" cy="17334"/>
            </a:xfrm>
            <a:custGeom>
              <a:avLst/>
              <a:gdLst/>
              <a:ahLst/>
              <a:cxnLst/>
              <a:rect l="l" t="t" r="r" b="b"/>
              <a:pathLst>
                <a:path w="440" h="662" extrusionOk="0">
                  <a:moveTo>
                    <a:pt x="220" y="1"/>
                  </a:moveTo>
                  <a:cubicBezTo>
                    <a:pt x="110" y="1"/>
                    <a:pt x="1" y="75"/>
                    <a:pt x="1" y="223"/>
                  </a:cubicBezTo>
                  <a:lnTo>
                    <a:pt x="1" y="442"/>
                  </a:lnTo>
                  <a:cubicBezTo>
                    <a:pt x="1" y="566"/>
                    <a:pt x="96" y="661"/>
                    <a:pt x="220" y="661"/>
                  </a:cubicBezTo>
                  <a:cubicBezTo>
                    <a:pt x="344" y="661"/>
                    <a:pt x="439" y="566"/>
                    <a:pt x="439" y="442"/>
                  </a:cubicBezTo>
                  <a:lnTo>
                    <a:pt x="439" y="223"/>
                  </a:lnTo>
                  <a:cubicBezTo>
                    <a:pt x="439" y="75"/>
                    <a:pt x="330" y="1"/>
                    <a:pt x="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9"/>
            <p:cNvSpPr/>
            <p:nvPr/>
          </p:nvSpPr>
          <p:spPr>
            <a:xfrm>
              <a:off x="5784752" y="1963259"/>
              <a:ext cx="28097" cy="13878"/>
            </a:xfrm>
            <a:custGeom>
              <a:avLst/>
              <a:gdLst/>
              <a:ahLst/>
              <a:cxnLst/>
              <a:rect l="l" t="t" r="r" b="b"/>
              <a:pathLst>
                <a:path w="1073" h="530" extrusionOk="0">
                  <a:moveTo>
                    <a:pt x="759" y="1"/>
                  </a:moveTo>
                  <a:cubicBezTo>
                    <a:pt x="745" y="1"/>
                    <a:pt x="731" y="2"/>
                    <a:pt x="716" y="4"/>
                  </a:cubicBezTo>
                  <a:lnTo>
                    <a:pt x="267" y="90"/>
                  </a:lnTo>
                  <a:cubicBezTo>
                    <a:pt x="0" y="138"/>
                    <a:pt x="38" y="529"/>
                    <a:pt x="305" y="529"/>
                  </a:cubicBezTo>
                  <a:lnTo>
                    <a:pt x="353" y="529"/>
                  </a:lnTo>
                  <a:lnTo>
                    <a:pt x="792" y="443"/>
                  </a:lnTo>
                  <a:cubicBezTo>
                    <a:pt x="1072" y="389"/>
                    <a:pt x="1010" y="1"/>
                    <a:pt x="7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9"/>
            <p:cNvSpPr/>
            <p:nvPr/>
          </p:nvSpPr>
          <p:spPr>
            <a:xfrm>
              <a:off x="5854404" y="1963469"/>
              <a:ext cx="27782" cy="13904"/>
            </a:xfrm>
            <a:custGeom>
              <a:avLst/>
              <a:gdLst/>
              <a:ahLst/>
              <a:cxnLst/>
              <a:rect l="l" t="t" r="r" b="b"/>
              <a:pathLst>
                <a:path w="1061" h="531" extrusionOk="0">
                  <a:moveTo>
                    <a:pt x="305" y="1"/>
                  </a:moveTo>
                  <a:cubicBezTo>
                    <a:pt x="60" y="1"/>
                    <a:pt x="0" y="391"/>
                    <a:pt x="269" y="445"/>
                  </a:cubicBezTo>
                  <a:lnTo>
                    <a:pt x="717" y="521"/>
                  </a:lnTo>
                  <a:lnTo>
                    <a:pt x="755" y="521"/>
                  </a:lnTo>
                  <a:lnTo>
                    <a:pt x="755" y="531"/>
                  </a:lnTo>
                  <a:cubicBezTo>
                    <a:pt x="1032" y="531"/>
                    <a:pt x="1061" y="140"/>
                    <a:pt x="803" y="92"/>
                  </a:cubicBezTo>
                  <a:lnTo>
                    <a:pt x="355" y="6"/>
                  </a:lnTo>
                  <a:cubicBezTo>
                    <a:pt x="337" y="3"/>
                    <a:pt x="321" y="1"/>
                    <a:pt x="3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9"/>
            <p:cNvSpPr/>
            <p:nvPr/>
          </p:nvSpPr>
          <p:spPr>
            <a:xfrm>
              <a:off x="5758017" y="1872424"/>
              <a:ext cx="174392" cy="52501"/>
            </a:xfrm>
            <a:custGeom>
              <a:avLst/>
              <a:gdLst/>
              <a:ahLst/>
              <a:cxnLst/>
              <a:rect l="l" t="t" r="r" b="b"/>
              <a:pathLst>
                <a:path w="6660" h="2005" extrusionOk="0">
                  <a:moveTo>
                    <a:pt x="1994" y="1"/>
                  </a:moveTo>
                  <a:cubicBezTo>
                    <a:pt x="888" y="1"/>
                    <a:pt x="0" y="898"/>
                    <a:pt x="0" y="2004"/>
                  </a:cubicBezTo>
                  <a:lnTo>
                    <a:pt x="4656" y="2004"/>
                  </a:lnTo>
                  <a:cubicBezTo>
                    <a:pt x="5667" y="2004"/>
                    <a:pt x="6516" y="1251"/>
                    <a:pt x="6640" y="259"/>
                  </a:cubicBezTo>
                  <a:cubicBezTo>
                    <a:pt x="6659" y="125"/>
                    <a:pt x="6554" y="1"/>
                    <a:pt x="64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9"/>
            <p:cNvSpPr/>
            <p:nvPr/>
          </p:nvSpPr>
          <p:spPr>
            <a:xfrm>
              <a:off x="5804469" y="1872424"/>
              <a:ext cx="127940" cy="40744"/>
            </a:xfrm>
            <a:custGeom>
              <a:avLst/>
              <a:gdLst/>
              <a:ahLst/>
              <a:cxnLst/>
              <a:rect l="l" t="t" r="r" b="b"/>
              <a:pathLst>
                <a:path w="4886" h="1556" extrusionOk="0">
                  <a:moveTo>
                    <a:pt x="745" y="1"/>
                  </a:moveTo>
                  <a:cubicBezTo>
                    <a:pt x="430" y="259"/>
                    <a:pt x="192" y="602"/>
                    <a:pt x="77" y="993"/>
                  </a:cubicBezTo>
                  <a:cubicBezTo>
                    <a:pt x="1" y="1279"/>
                    <a:pt x="220" y="1556"/>
                    <a:pt x="506" y="1556"/>
                  </a:cubicBezTo>
                  <a:lnTo>
                    <a:pt x="4141" y="1556"/>
                  </a:lnTo>
                  <a:cubicBezTo>
                    <a:pt x="4542" y="1232"/>
                    <a:pt x="4809" y="764"/>
                    <a:pt x="4866" y="249"/>
                  </a:cubicBezTo>
                  <a:cubicBezTo>
                    <a:pt x="4885" y="115"/>
                    <a:pt x="4780" y="1"/>
                    <a:pt x="46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9"/>
            <p:cNvSpPr/>
            <p:nvPr/>
          </p:nvSpPr>
          <p:spPr>
            <a:xfrm>
              <a:off x="5798735" y="2151687"/>
              <a:ext cx="11521" cy="75491"/>
            </a:xfrm>
            <a:custGeom>
              <a:avLst/>
              <a:gdLst/>
              <a:ahLst/>
              <a:cxnLst/>
              <a:rect l="l" t="t" r="r" b="b"/>
              <a:pathLst>
                <a:path w="440" h="2883" extrusionOk="0">
                  <a:moveTo>
                    <a:pt x="235" y="1"/>
                  </a:moveTo>
                  <a:cubicBezTo>
                    <a:pt x="230" y="1"/>
                    <a:pt x="225" y="1"/>
                    <a:pt x="220" y="2"/>
                  </a:cubicBezTo>
                  <a:cubicBezTo>
                    <a:pt x="96" y="2"/>
                    <a:pt x="0" y="97"/>
                    <a:pt x="0" y="221"/>
                  </a:cubicBezTo>
                  <a:lnTo>
                    <a:pt x="0" y="2883"/>
                  </a:lnTo>
                  <a:lnTo>
                    <a:pt x="439" y="2883"/>
                  </a:lnTo>
                  <a:lnTo>
                    <a:pt x="439" y="221"/>
                  </a:lnTo>
                  <a:cubicBezTo>
                    <a:pt x="439" y="102"/>
                    <a:pt x="352" y="1"/>
                    <a:pt x="2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9"/>
            <p:cNvSpPr/>
            <p:nvPr/>
          </p:nvSpPr>
          <p:spPr>
            <a:xfrm>
              <a:off x="5856682" y="2151687"/>
              <a:ext cx="11783" cy="75491"/>
            </a:xfrm>
            <a:custGeom>
              <a:avLst/>
              <a:gdLst/>
              <a:ahLst/>
              <a:cxnLst/>
              <a:rect l="l" t="t" r="r" b="b"/>
              <a:pathLst>
                <a:path w="450" h="2883" extrusionOk="0">
                  <a:moveTo>
                    <a:pt x="244" y="1"/>
                  </a:moveTo>
                  <a:cubicBezTo>
                    <a:pt x="239" y="1"/>
                    <a:pt x="235" y="1"/>
                    <a:pt x="230" y="2"/>
                  </a:cubicBezTo>
                  <a:cubicBezTo>
                    <a:pt x="106" y="2"/>
                    <a:pt x="1" y="97"/>
                    <a:pt x="1" y="221"/>
                  </a:cubicBezTo>
                  <a:lnTo>
                    <a:pt x="1" y="2883"/>
                  </a:lnTo>
                  <a:lnTo>
                    <a:pt x="449" y="2883"/>
                  </a:lnTo>
                  <a:lnTo>
                    <a:pt x="449" y="221"/>
                  </a:lnTo>
                  <a:cubicBezTo>
                    <a:pt x="449" y="102"/>
                    <a:pt x="353" y="1"/>
                    <a:pt x="2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9"/>
            <p:cNvSpPr/>
            <p:nvPr/>
          </p:nvSpPr>
          <p:spPr>
            <a:xfrm>
              <a:off x="5807533" y="2023537"/>
              <a:ext cx="51872" cy="17570"/>
            </a:xfrm>
            <a:custGeom>
              <a:avLst/>
              <a:gdLst/>
              <a:ahLst/>
              <a:cxnLst/>
              <a:rect l="l" t="t" r="r" b="b"/>
              <a:pathLst>
                <a:path w="1981" h="671" extrusionOk="0">
                  <a:moveTo>
                    <a:pt x="331" y="0"/>
                  </a:moveTo>
                  <a:cubicBezTo>
                    <a:pt x="155" y="0"/>
                    <a:pt x="1" y="229"/>
                    <a:pt x="170" y="383"/>
                  </a:cubicBezTo>
                  <a:cubicBezTo>
                    <a:pt x="389" y="574"/>
                    <a:pt x="668" y="670"/>
                    <a:pt x="950" y="670"/>
                  </a:cubicBezTo>
                  <a:cubicBezTo>
                    <a:pt x="964" y="670"/>
                    <a:pt x="977" y="670"/>
                    <a:pt x="990" y="669"/>
                  </a:cubicBezTo>
                  <a:cubicBezTo>
                    <a:pt x="1004" y="670"/>
                    <a:pt x="1018" y="670"/>
                    <a:pt x="1032" y="670"/>
                  </a:cubicBezTo>
                  <a:cubicBezTo>
                    <a:pt x="1322" y="670"/>
                    <a:pt x="1592" y="574"/>
                    <a:pt x="1811" y="383"/>
                  </a:cubicBezTo>
                  <a:cubicBezTo>
                    <a:pt x="1980" y="229"/>
                    <a:pt x="1832" y="0"/>
                    <a:pt x="1658" y="0"/>
                  </a:cubicBezTo>
                  <a:cubicBezTo>
                    <a:pt x="1607" y="0"/>
                    <a:pt x="1554" y="20"/>
                    <a:pt x="1506" y="68"/>
                  </a:cubicBezTo>
                  <a:cubicBezTo>
                    <a:pt x="1353" y="173"/>
                    <a:pt x="1174" y="226"/>
                    <a:pt x="995" y="226"/>
                  </a:cubicBezTo>
                  <a:cubicBezTo>
                    <a:pt x="816" y="226"/>
                    <a:pt x="637" y="173"/>
                    <a:pt x="485" y="68"/>
                  </a:cubicBezTo>
                  <a:cubicBezTo>
                    <a:pt x="437" y="20"/>
                    <a:pt x="383" y="0"/>
                    <a:pt x="3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4" name="Google Shape;1484;p39"/>
          <p:cNvGrpSpPr/>
          <p:nvPr/>
        </p:nvGrpSpPr>
        <p:grpSpPr>
          <a:xfrm>
            <a:off x="5368451" y="2377658"/>
            <a:ext cx="263552" cy="354754"/>
            <a:chOff x="5701826" y="2370692"/>
            <a:chExt cx="263552" cy="354754"/>
          </a:xfrm>
        </p:grpSpPr>
        <p:sp>
          <p:nvSpPr>
            <p:cNvPr id="1485" name="Google Shape;1485;p39"/>
            <p:cNvSpPr/>
            <p:nvPr/>
          </p:nvSpPr>
          <p:spPr>
            <a:xfrm>
              <a:off x="5701826" y="2571034"/>
              <a:ext cx="263552" cy="154413"/>
            </a:xfrm>
            <a:custGeom>
              <a:avLst/>
              <a:gdLst/>
              <a:ahLst/>
              <a:cxnLst/>
              <a:rect l="l" t="t" r="r" b="b"/>
              <a:pathLst>
                <a:path w="10065" h="5897" extrusionOk="0">
                  <a:moveTo>
                    <a:pt x="3721" y="1"/>
                  </a:moveTo>
                  <a:lnTo>
                    <a:pt x="3721" y="1337"/>
                  </a:lnTo>
                  <a:cubicBezTo>
                    <a:pt x="3721" y="1709"/>
                    <a:pt x="3482" y="2042"/>
                    <a:pt x="3139" y="2166"/>
                  </a:cubicBezTo>
                  <a:lnTo>
                    <a:pt x="878" y="2968"/>
                  </a:lnTo>
                  <a:cubicBezTo>
                    <a:pt x="353" y="3149"/>
                    <a:pt x="0" y="3645"/>
                    <a:pt x="0" y="4198"/>
                  </a:cubicBezTo>
                  <a:lnTo>
                    <a:pt x="0" y="5248"/>
                  </a:lnTo>
                  <a:cubicBezTo>
                    <a:pt x="0" y="5601"/>
                    <a:pt x="296" y="5897"/>
                    <a:pt x="658" y="5897"/>
                  </a:cubicBezTo>
                  <a:lnTo>
                    <a:pt x="9407" y="5897"/>
                  </a:lnTo>
                  <a:cubicBezTo>
                    <a:pt x="9769" y="5897"/>
                    <a:pt x="10065" y="5601"/>
                    <a:pt x="10065" y="5248"/>
                  </a:cubicBezTo>
                  <a:lnTo>
                    <a:pt x="10065" y="4208"/>
                  </a:lnTo>
                  <a:cubicBezTo>
                    <a:pt x="10065" y="3645"/>
                    <a:pt x="9712" y="3149"/>
                    <a:pt x="9187" y="2958"/>
                  </a:cubicBezTo>
                  <a:lnTo>
                    <a:pt x="6926" y="2166"/>
                  </a:lnTo>
                  <a:cubicBezTo>
                    <a:pt x="6573" y="2042"/>
                    <a:pt x="6344" y="1709"/>
                    <a:pt x="6344" y="1337"/>
                  </a:cubicBezTo>
                  <a:lnTo>
                    <a:pt x="63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9"/>
            <p:cNvSpPr/>
            <p:nvPr/>
          </p:nvSpPr>
          <p:spPr>
            <a:xfrm>
              <a:off x="5721543" y="2370692"/>
              <a:ext cx="223856" cy="240090"/>
            </a:xfrm>
            <a:custGeom>
              <a:avLst/>
              <a:gdLst/>
              <a:ahLst/>
              <a:cxnLst/>
              <a:rect l="l" t="t" r="r" b="b"/>
              <a:pathLst>
                <a:path w="8549" h="9169" extrusionOk="0">
                  <a:moveTo>
                    <a:pt x="4275" y="1"/>
                  </a:moveTo>
                  <a:cubicBezTo>
                    <a:pt x="2224" y="1"/>
                    <a:pt x="564" y="1670"/>
                    <a:pt x="564" y="3722"/>
                  </a:cubicBezTo>
                  <a:lnTo>
                    <a:pt x="564" y="5257"/>
                  </a:lnTo>
                  <a:cubicBezTo>
                    <a:pt x="564" y="6097"/>
                    <a:pt x="401" y="6927"/>
                    <a:pt x="87" y="7709"/>
                  </a:cubicBezTo>
                  <a:cubicBezTo>
                    <a:pt x="1" y="7929"/>
                    <a:pt x="106" y="8186"/>
                    <a:pt x="325" y="8282"/>
                  </a:cubicBezTo>
                  <a:cubicBezTo>
                    <a:pt x="878" y="8491"/>
                    <a:pt x="2968" y="9169"/>
                    <a:pt x="4275" y="9169"/>
                  </a:cubicBezTo>
                  <a:cubicBezTo>
                    <a:pt x="5591" y="9169"/>
                    <a:pt x="7680" y="8491"/>
                    <a:pt x="8224" y="8282"/>
                  </a:cubicBezTo>
                  <a:cubicBezTo>
                    <a:pt x="8444" y="8186"/>
                    <a:pt x="8549" y="7929"/>
                    <a:pt x="8463" y="7709"/>
                  </a:cubicBezTo>
                  <a:cubicBezTo>
                    <a:pt x="8148" y="6927"/>
                    <a:pt x="7986" y="6097"/>
                    <a:pt x="7995" y="5257"/>
                  </a:cubicBezTo>
                  <a:lnTo>
                    <a:pt x="7995" y="3722"/>
                  </a:lnTo>
                  <a:cubicBezTo>
                    <a:pt x="7995" y="1670"/>
                    <a:pt x="6326" y="10"/>
                    <a:pt x="42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9"/>
            <p:cNvSpPr/>
            <p:nvPr/>
          </p:nvSpPr>
          <p:spPr>
            <a:xfrm>
              <a:off x="5736049" y="2576533"/>
              <a:ext cx="194869" cy="102959"/>
            </a:xfrm>
            <a:custGeom>
              <a:avLst/>
              <a:gdLst/>
              <a:ahLst/>
              <a:cxnLst/>
              <a:rect l="l" t="t" r="r" b="b"/>
              <a:pathLst>
                <a:path w="7442" h="3932" extrusionOk="0">
                  <a:moveTo>
                    <a:pt x="1317" y="1"/>
                  </a:moveTo>
                  <a:cubicBezTo>
                    <a:pt x="592" y="1"/>
                    <a:pt x="0" y="583"/>
                    <a:pt x="0" y="1308"/>
                  </a:cubicBezTo>
                  <a:cubicBezTo>
                    <a:pt x="0" y="2758"/>
                    <a:pt x="1183" y="3931"/>
                    <a:pt x="2624" y="3931"/>
                  </a:cubicBezTo>
                  <a:lnTo>
                    <a:pt x="4818" y="3931"/>
                  </a:lnTo>
                  <a:cubicBezTo>
                    <a:pt x="6268" y="3931"/>
                    <a:pt x="7441" y="2758"/>
                    <a:pt x="7441" y="1308"/>
                  </a:cubicBezTo>
                  <a:cubicBezTo>
                    <a:pt x="7441" y="583"/>
                    <a:pt x="6850" y="1"/>
                    <a:pt x="61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9"/>
            <p:cNvSpPr/>
            <p:nvPr/>
          </p:nvSpPr>
          <p:spPr>
            <a:xfrm>
              <a:off x="5754431" y="2593762"/>
              <a:ext cx="158341" cy="65227"/>
            </a:xfrm>
            <a:custGeom>
              <a:avLst/>
              <a:gdLst/>
              <a:ahLst/>
              <a:cxnLst/>
              <a:rect l="l" t="t" r="r" b="b"/>
              <a:pathLst>
                <a:path w="6047" h="2491" extrusionOk="0">
                  <a:moveTo>
                    <a:pt x="651" y="1"/>
                  </a:moveTo>
                  <a:cubicBezTo>
                    <a:pt x="180" y="1"/>
                    <a:pt x="1" y="625"/>
                    <a:pt x="405" y="879"/>
                  </a:cubicBezTo>
                  <a:lnTo>
                    <a:pt x="2656" y="2377"/>
                  </a:lnTo>
                  <a:cubicBezTo>
                    <a:pt x="2766" y="2453"/>
                    <a:pt x="2892" y="2491"/>
                    <a:pt x="3019" y="2491"/>
                  </a:cubicBezTo>
                  <a:cubicBezTo>
                    <a:pt x="3145" y="2491"/>
                    <a:pt x="3272" y="2453"/>
                    <a:pt x="3381" y="2377"/>
                  </a:cubicBezTo>
                  <a:lnTo>
                    <a:pt x="5633" y="879"/>
                  </a:lnTo>
                  <a:cubicBezTo>
                    <a:pt x="6046" y="625"/>
                    <a:pt x="5858" y="1"/>
                    <a:pt x="5387" y="1"/>
                  </a:cubicBezTo>
                  <a:cubicBezTo>
                    <a:pt x="5380" y="1"/>
                    <a:pt x="5373" y="1"/>
                    <a:pt x="5366" y="1"/>
                  </a:cubicBezTo>
                  <a:lnTo>
                    <a:pt x="672" y="1"/>
                  </a:lnTo>
                  <a:cubicBezTo>
                    <a:pt x="665" y="1"/>
                    <a:pt x="658" y="1"/>
                    <a:pt x="6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9"/>
            <p:cNvSpPr/>
            <p:nvPr/>
          </p:nvSpPr>
          <p:spPr>
            <a:xfrm>
              <a:off x="5787739" y="2370692"/>
              <a:ext cx="142420" cy="85468"/>
            </a:xfrm>
            <a:custGeom>
              <a:avLst/>
              <a:gdLst/>
              <a:ahLst/>
              <a:cxnLst/>
              <a:rect l="l" t="t" r="r" b="b"/>
              <a:pathLst>
                <a:path w="5439" h="3264" extrusionOk="0">
                  <a:moveTo>
                    <a:pt x="1747" y="1"/>
                  </a:moveTo>
                  <a:cubicBezTo>
                    <a:pt x="1136" y="1"/>
                    <a:pt x="535" y="154"/>
                    <a:pt x="1" y="440"/>
                  </a:cubicBezTo>
                  <a:lnTo>
                    <a:pt x="1" y="640"/>
                  </a:lnTo>
                  <a:cubicBezTo>
                    <a:pt x="1" y="2090"/>
                    <a:pt x="1174" y="3264"/>
                    <a:pt x="2624" y="3264"/>
                  </a:cubicBezTo>
                  <a:lnTo>
                    <a:pt x="5439" y="3264"/>
                  </a:lnTo>
                  <a:cubicBezTo>
                    <a:pt x="5210" y="1403"/>
                    <a:pt x="3626" y="1"/>
                    <a:pt x="17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9"/>
            <p:cNvSpPr/>
            <p:nvPr/>
          </p:nvSpPr>
          <p:spPr>
            <a:xfrm>
              <a:off x="5782266" y="2571034"/>
              <a:ext cx="102436" cy="87955"/>
            </a:xfrm>
            <a:custGeom>
              <a:avLst/>
              <a:gdLst/>
              <a:ahLst/>
              <a:cxnLst/>
              <a:rect l="l" t="t" r="r" b="b"/>
              <a:pathLst>
                <a:path w="3912" h="3359" extrusionOk="0">
                  <a:moveTo>
                    <a:pt x="649" y="1"/>
                  </a:moveTo>
                  <a:lnTo>
                    <a:pt x="649" y="1337"/>
                  </a:lnTo>
                  <a:cubicBezTo>
                    <a:pt x="649" y="1709"/>
                    <a:pt x="410" y="2042"/>
                    <a:pt x="57" y="2166"/>
                  </a:cubicBezTo>
                  <a:lnTo>
                    <a:pt x="0" y="2186"/>
                  </a:lnTo>
                  <a:lnTo>
                    <a:pt x="1593" y="3245"/>
                  </a:lnTo>
                  <a:cubicBezTo>
                    <a:pt x="1703" y="3321"/>
                    <a:pt x="1829" y="3359"/>
                    <a:pt x="1956" y="3359"/>
                  </a:cubicBezTo>
                  <a:cubicBezTo>
                    <a:pt x="2082" y="3359"/>
                    <a:pt x="2209" y="3321"/>
                    <a:pt x="2318" y="3245"/>
                  </a:cubicBezTo>
                  <a:lnTo>
                    <a:pt x="3911" y="2186"/>
                  </a:lnTo>
                  <a:lnTo>
                    <a:pt x="3854" y="2166"/>
                  </a:lnTo>
                  <a:cubicBezTo>
                    <a:pt x="3501" y="2042"/>
                    <a:pt x="3272" y="1709"/>
                    <a:pt x="3272" y="1337"/>
                  </a:cubicBezTo>
                  <a:lnTo>
                    <a:pt x="3272" y="1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9"/>
            <p:cNvSpPr/>
            <p:nvPr/>
          </p:nvSpPr>
          <p:spPr>
            <a:xfrm>
              <a:off x="5799234" y="2571034"/>
              <a:ext cx="68736" cy="28254"/>
            </a:xfrm>
            <a:custGeom>
              <a:avLst/>
              <a:gdLst/>
              <a:ahLst/>
              <a:cxnLst/>
              <a:rect l="l" t="t" r="r" b="b"/>
              <a:pathLst>
                <a:path w="2625" h="1079" extrusionOk="0">
                  <a:moveTo>
                    <a:pt x="1" y="1"/>
                  </a:moveTo>
                  <a:lnTo>
                    <a:pt x="1" y="802"/>
                  </a:lnTo>
                  <a:cubicBezTo>
                    <a:pt x="363" y="964"/>
                    <a:pt x="754" y="1060"/>
                    <a:pt x="1155" y="1079"/>
                  </a:cubicBezTo>
                  <a:lnTo>
                    <a:pt x="1308" y="1079"/>
                  </a:lnTo>
                  <a:cubicBezTo>
                    <a:pt x="1766" y="1079"/>
                    <a:pt x="2214" y="984"/>
                    <a:pt x="2624" y="802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9"/>
            <p:cNvSpPr/>
            <p:nvPr/>
          </p:nvSpPr>
          <p:spPr>
            <a:xfrm>
              <a:off x="5759014" y="2443827"/>
              <a:ext cx="149176" cy="144070"/>
            </a:xfrm>
            <a:custGeom>
              <a:avLst/>
              <a:gdLst/>
              <a:ahLst/>
              <a:cxnLst/>
              <a:rect l="l" t="t" r="r" b="b"/>
              <a:pathLst>
                <a:path w="5697" h="5502" extrusionOk="0">
                  <a:moveTo>
                    <a:pt x="3415" y="0"/>
                  </a:moveTo>
                  <a:cubicBezTo>
                    <a:pt x="3347" y="0"/>
                    <a:pt x="3283" y="53"/>
                    <a:pt x="3283" y="137"/>
                  </a:cubicBezTo>
                  <a:lnTo>
                    <a:pt x="3283" y="690"/>
                  </a:lnTo>
                  <a:cubicBezTo>
                    <a:pt x="3283" y="814"/>
                    <a:pt x="3187" y="909"/>
                    <a:pt x="3063" y="909"/>
                  </a:cubicBezTo>
                  <a:lnTo>
                    <a:pt x="878" y="909"/>
                  </a:lnTo>
                  <a:cubicBezTo>
                    <a:pt x="392" y="909"/>
                    <a:pt x="1" y="1301"/>
                    <a:pt x="1" y="1787"/>
                  </a:cubicBezTo>
                  <a:lnTo>
                    <a:pt x="1" y="2579"/>
                  </a:lnTo>
                  <a:cubicBezTo>
                    <a:pt x="1" y="4115"/>
                    <a:pt x="1184" y="5431"/>
                    <a:pt x="2710" y="5498"/>
                  </a:cubicBezTo>
                  <a:cubicBezTo>
                    <a:pt x="2756" y="5500"/>
                    <a:pt x="2802" y="5501"/>
                    <a:pt x="2847" y="5501"/>
                  </a:cubicBezTo>
                  <a:cubicBezTo>
                    <a:pt x="4407" y="5501"/>
                    <a:pt x="5687" y="4240"/>
                    <a:pt x="5687" y="2655"/>
                  </a:cubicBezTo>
                  <a:lnTo>
                    <a:pt x="5687" y="1787"/>
                  </a:lnTo>
                  <a:cubicBezTo>
                    <a:pt x="5696" y="1301"/>
                    <a:pt x="5295" y="909"/>
                    <a:pt x="4818" y="909"/>
                  </a:cubicBezTo>
                  <a:lnTo>
                    <a:pt x="4475" y="909"/>
                  </a:lnTo>
                  <a:cubicBezTo>
                    <a:pt x="4408" y="909"/>
                    <a:pt x="4361" y="890"/>
                    <a:pt x="4313" y="843"/>
                  </a:cubicBezTo>
                  <a:lnTo>
                    <a:pt x="3512" y="41"/>
                  </a:lnTo>
                  <a:cubicBezTo>
                    <a:pt x="3483" y="13"/>
                    <a:pt x="3449" y="0"/>
                    <a:pt x="3415" y="0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9"/>
            <p:cNvSpPr/>
            <p:nvPr/>
          </p:nvSpPr>
          <p:spPr>
            <a:xfrm>
              <a:off x="5759014" y="2443827"/>
              <a:ext cx="126186" cy="144148"/>
            </a:xfrm>
            <a:custGeom>
              <a:avLst/>
              <a:gdLst/>
              <a:ahLst/>
              <a:cxnLst/>
              <a:rect l="l" t="t" r="r" b="b"/>
              <a:pathLst>
                <a:path w="4819" h="5505" extrusionOk="0">
                  <a:moveTo>
                    <a:pt x="3415" y="0"/>
                  </a:moveTo>
                  <a:cubicBezTo>
                    <a:pt x="3347" y="0"/>
                    <a:pt x="3283" y="53"/>
                    <a:pt x="3283" y="137"/>
                  </a:cubicBezTo>
                  <a:lnTo>
                    <a:pt x="3283" y="690"/>
                  </a:lnTo>
                  <a:cubicBezTo>
                    <a:pt x="3283" y="814"/>
                    <a:pt x="3187" y="909"/>
                    <a:pt x="3063" y="909"/>
                  </a:cubicBezTo>
                  <a:lnTo>
                    <a:pt x="878" y="909"/>
                  </a:lnTo>
                  <a:cubicBezTo>
                    <a:pt x="392" y="909"/>
                    <a:pt x="1" y="1301"/>
                    <a:pt x="1" y="1787"/>
                  </a:cubicBezTo>
                  <a:lnTo>
                    <a:pt x="1" y="2569"/>
                  </a:lnTo>
                  <a:cubicBezTo>
                    <a:pt x="1" y="3857"/>
                    <a:pt x="821" y="5031"/>
                    <a:pt x="2052" y="5393"/>
                  </a:cubicBezTo>
                  <a:cubicBezTo>
                    <a:pt x="2310" y="5467"/>
                    <a:pt x="2576" y="5505"/>
                    <a:pt x="2842" y="5505"/>
                  </a:cubicBezTo>
                  <a:cubicBezTo>
                    <a:pt x="2989" y="5505"/>
                    <a:pt x="3136" y="5493"/>
                    <a:pt x="3283" y="5469"/>
                  </a:cubicBezTo>
                  <a:cubicBezTo>
                    <a:pt x="1909" y="5250"/>
                    <a:pt x="878" y="4010"/>
                    <a:pt x="878" y="2579"/>
                  </a:cubicBezTo>
                  <a:lnTo>
                    <a:pt x="878" y="2226"/>
                  </a:lnTo>
                  <a:cubicBezTo>
                    <a:pt x="878" y="1739"/>
                    <a:pt x="1270" y="1348"/>
                    <a:pt x="1756" y="1348"/>
                  </a:cubicBezTo>
                  <a:lnTo>
                    <a:pt x="4380" y="1348"/>
                  </a:lnTo>
                  <a:cubicBezTo>
                    <a:pt x="4618" y="1348"/>
                    <a:pt x="4818" y="1148"/>
                    <a:pt x="4818" y="909"/>
                  </a:cubicBezTo>
                  <a:lnTo>
                    <a:pt x="4475" y="909"/>
                  </a:lnTo>
                  <a:cubicBezTo>
                    <a:pt x="4408" y="909"/>
                    <a:pt x="4361" y="890"/>
                    <a:pt x="4313" y="843"/>
                  </a:cubicBezTo>
                  <a:lnTo>
                    <a:pt x="3512" y="41"/>
                  </a:lnTo>
                  <a:cubicBezTo>
                    <a:pt x="3483" y="13"/>
                    <a:pt x="3449" y="0"/>
                    <a:pt x="3415" y="0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9"/>
            <p:cNvSpPr/>
            <p:nvPr/>
          </p:nvSpPr>
          <p:spPr>
            <a:xfrm>
              <a:off x="5785749" y="2479124"/>
              <a:ext cx="26761" cy="11521"/>
            </a:xfrm>
            <a:custGeom>
              <a:avLst/>
              <a:gdLst/>
              <a:ahLst/>
              <a:cxnLst/>
              <a:rect l="l" t="t" r="r" b="b"/>
              <a:pathLst>
                <a:path w="1022" h="440" extrusionOk="0">
                  <a:moveTo>
                    <a:pt x="296" y="0"/>
                  </a:moveTo>
                  <a:cubicBezTo>
                    <a:pt x="1" y="0"/>
                    <a:pt x="1" y="439"/>
                    <a:pt x="296" y="439"/>
                  </a:cubicBezTo>
                  <a:lnTo>
                    <a:pt x="735" y="439"/>
                  </a:lnTo>
                  <a:cubicBezTo>
                    <a:pt x="1021" y="439"/>
                    <a:pt x="1021" y="0"/>
                    <a:pt x="7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9"/>
            <p:cNvSpPr/>
            <p:nvPr/>
          </p:nvSpPr>
          <p:spPr>
            <a:xfrm>
              <a:off x="5854458" y="2479124"/>
              <a:ext cx="26735" cy="11521"/>
            </a:xfrm>
            <a:custGeom>
              <a:avLst/>
              <a:gdLst/>
              <a:ahLst/>
              <a:cxnLst/>
              <a:rect l="l" t="t" r="r" b="b"/>
              <a:pathLst>
                <a:path w="1021" h="440" extrusionOk="0">
                  <a:moveTo>
                    <a:pt x="296" y="0"/>
                  </a:moveTo>
                  <a:cubicBezTo>
                    <a:pt x="0" y="0"/>
                    <a:pt x="0" y="439"/>
                    <a:pt x="296" y="439"/>
                  </a:cubicBezTo>
                  <a:lnTo>
                    <a:pt x="735" y="439"/>
                  </a:lnTo>
                  <a:cubicBezTo>
                    <a:pt x="1021" y="439"/>
                    <a:pt x="1021" y="0"/>
                    <a:pt x="7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9"/>
            <p:cNvSpPr/>
            <p:nvPr/>
          </p:nvSpPr>
          <p:spPr>
            <a:xfrm>
              <a:off x="5793499" y="2496799"/>
              <a:ext cx="11521" cy="17308"/>
            </a:xfrm>
            <a:custGeom>
              <a:avLst/>
              <a:gdLst/>
              <a:ahLst/>
              <a:cxnLst/>
              <a:rect l="l" t="t" r="r" b="b"/>
              <a:pathLst>
                <a:path w="440" h="661" extrusionOk="0">
                  <a:moveTo>
                    <a:pt x="220" y="0"/>
                  </a:moveTo>
                  <a:cubicBezTo>
                    <a:pt x="110" y="0"/>
                    <a:pt x="0" y="74"/>
                    <a:pt x="0" y="222"/>
                  </a:cubicBezTo>
                  <a:lnTo>
                    <a:pt x="0" y="441"/>
                  </a:lnTo>
                  <a:cubicBezTo>
                    <a:pt x="0" y="556"/>
                    <a:pt x="96" y="661"/>
                    <a:pt x="220" y="661"/>
                  </a:cubicBezTo>
                  <a:cubicBezTo>
                    <a:pt x="334" y="661"/>
                    <a:pt x="439" y="556"/>
                    <a:pt x="439" y="441"/>
                  </a:cubicBezTo>
                  <a:lnTo>
                    <a:pt x="439" y="222"/>
                  </a:lnTo>
                  <a:cubicBezTo>
                    <a:pt x="439" y="74"/>
                    <a:pt x="329" y="0"/>
                    <a:pt x="2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9"/>
            <p:cNvSpPr/>
            <p:nvPr/>
          </p:nvSpPr>
          <p:spPr>
            <a:xfrm>
              <a:off x="5862183" y="2496799"/>
              <a:ext cx="11521" cy="17308"/>
            </a:xfrm>
            <a:custGeom>
              <a:avLst/>
              <a:gdLst/>
              <a:ahLst/>
              <a:cxnLst/>
              <a:rect l="l" t="t" r="r" b="b"/>
              <a:pathLst>
                <a:path w="440" h="661" extrusionOk="0">
                  <a:moveTo>
                    <a:pt x="220" y="0"/>
                  </a:moveTo>
                  <a:cubicBezTo>
                    <a:pt x="111" y="0"/>
                    <a:pt x="1" y="74"/>
                    <a:pt x="1" y="222"/>
                  </a:cubicBezTo>
                  <a:lnTo>
                    <a:pt x="1" y="441"/>
                  </a:lnTo>
                  <a:cubicBezTo>
                    <a:pt x="1" y="556"/>
                    <a:pt x="96" y="661"/>
                    <a:pt x="220" y="661"/>
                  </a:cubicBezTo>
                  <a:cubicBezTo>
                    <a:pt x="344" y="661"/>
                    <a:pt x="440" y="556"/>
                    <a:pt x="440" y="441"/>
                  </a:cubicBezTo>
                  <a:lnTo>
                    <a:pt x="440" y="222"/>
                  </a:lnTo>
                  <a:cubicBezTo>
                    <a:pt x="440" y="74"/>
                    <a:pt x="330" y="0"/>
                    <a:pt x="2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9"/>
            <p:cNvSpPr/>
            <p:nvPr/>
          </p:nvSpPr>
          <p:spPr>
            <a:xfrm>
              <a:off x="5705073" y="2657235"/>
              <a:ext cx="48233" cy="68212"/>
            </a:xfrm>
            <a:custGeom>
              <a:avLst/>
              <a:gdLst/>
              <a:ahLst/>
              <a:cxnLst/>
              <a:rect l="l" t="t" r="r" b="b"/>
              <a:pathLst>
                <a:path w="1842" h="2605" extrusionOk="0">
                  <a:moveTo>
                    <a:pt x="248" y="0"/>
                  </a:moveTo>
                  <a:cubicBezTo>
                    <a:pt x="143" y="105"/>
                    <a:pt x="67" y="229"/>
                    <a:pt x="0" y="363"/>
                  </a:cubicBezTo>
                  <a:lnTo>
                    <a:pt x="1193" y="1431"/>
                  </a:lnTo>
                  <a:cubicBezTo>
                    <a:pt x="1336" y="1555"/>
                    <a:pt x="1412" y="1736"/>
                    <a:pt x="1412" y="1927"/>
                  </a:cubicBezTo>
                  <a:lnTo>
                    <a:pt x="1412" y="2605"/>
                  </a:lnTo>
                  <a:lnTo>
                    <a:pt x="1841" y="2605"/>
                  </a:lnTo>
                  <a:lnTo>
                    <a:pt x="1841" y="1918"/>
                  </a:lnTo>
                  <a:cubicBezTo>
                    <a:pt x="1841" y="1612"/>
                    <a:pt x="1717" y="1317"/>
                    <a:pt x="1488" y="1107"/>
                  </a:cubicBezTo>
                  <a:lnTo>
                    <a:pt x="248" y="0"/>
                  </a:lnTo>
                  <a:close/>
                </a:path>
              </a:pathLst>
            </a:custGeom>
            <a:solidFill>
              <a:srgbClr val="F5F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9"/>
            <p:cNvSpPr/>
            <p:nvPr/>
          </p:nvSpPr>
          <p:spPr>
            <a:xfrm>
              <a:off x="5913662" y="2657235"/>
              <a:ext cx="48233" cy="68212"/>
            </a:xfrm>
            <a:custGeom>
              <a:avLst/>
              <a:gdLst/>
              <a:ahLst/>
              <a:cxnLst/>
              <a:rect l="l" t="t" r="r" b="b"/>
              <a:pathLst>
                <a:path w="1842" h="2605" extrusionOk="0">
                  <a:moveTo>
                    <a:pt x="1593" y="0"/>
                  </a:moveTo>
                  <a:lnTo>
                    <a:pt x="363" y="1107"/>
                  </a:lnTo>
                  <a:cubicBezTo>
                    <a:pt x="134" y="1317"/>
                    <a:pt x="0" y="1612"/>
                    <a:pt x="0" y="1918"/>
                  </a:cubicBezTo>
                  <a:lnTo>
                    <a:pt x="0" y="2605"/>
                  </a:lnTo>
                  <a:lnTo>
                    <a:pt x="429" y="2605"/>
                  </a:lnTo>
                  <a:lnTo>
                    <a:pt x="429" y="1927"/>
                  </a:lnTo>
                  <a:cubicBezTo>
                    <a:pt x="429" y="1736"/>
                    <a:pt x="515" y="1555"/>
                    <a:pt x="649" y="1431"/>
                  </a:cubicBezTo>
                  <a:lnTo>
                    <a:pt x="1841" y="363"/>
                  </a:lnTo>
                  <a:cubicBezTo>
                    <a:pt x="1784" y="229"/>
                    <a:pt x="1698" y="105"/>
                    <a:pt x="1593" y="0"/>
                  </a:cubicBezTo>
                  <a:close/>
                </a:path>
              </a:pathLst>
            </a:custGeom>
            <a:solidFill>
              <a:srgbClr val="F5F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9"/>
            <p:cNvSpPr/>
            <p:nvPr/>
          </p:nvSpPr>
          <p:spPr>
            <a:xfrm>
              <a:off x="5807744" y="2534087"/>
              <a:ext cx="51480" cy="22990"/>
            </a:xfrm>
            <a:custGeom>
              <a:avLst/>
              <a:gdLst/>
              <a:ahLst/>
              <a:cxnLst/>
              <a:rect l="l" t="t" r="r" b="b"/>
              <a:pathLst>
                <a:path w="1966" h="878" extrusionOk="0">
                  <a:moveTo>
                    <a:pt x="124" y="0"/>
                  </a:moveTo>
                  <a:cubicBezTo>
                    <a:pt x="57" y="0"/>
                    <a:pt x="0" y="67"/>
                    <a:pt x="10" y="134"/>
                  </a:cubicBezTo>
                  <a:cubicBezTo>
                    <a:pt x="86" y="553"/>
                    <a:pt x="487" y="878"/>
                    <a:pt x="983" y="878"/>
                  </a:cubicBezTo>
                  <a:cubicBezTo>
                    <a:pt x="1479" y="878"/>
                    <a:pt x="1889" y="553"/>
                    <a:pt x="1956" y="134"/>
                  </a:cubicBezTo>
                  <a:cubicBezTo>
                    <a:pt x="1965" y="67"/>
                    <a:pt x="1918" y="0"/>
                    <a:pt x="18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9"/>
            <p:cNvSpPr/>
            <p:nvPr/>
          </p:nvSpPr>
          <p:spPr>
            <a:xfrm>
              <a:off x="5799234" y="2662472"/>
              <a:ext cx="11260" cy="62975"/>
            </a:xfrm>
            <a:custGeom>
              <a:avLst/>
              <a:gdLst/>
              <a:ahLst/>
              <a:cxnLst/>
              <a:rect l="l" t="t" r="r" b="b"/>
              <a:pathLst>
                <a:path w="430" h="2405" extrusionOk="0">
                  <a:moveTo>
                    <a:pt x="220" y="1"/>
                  </a:moveTo>
                  <a:cubicBezTo>
                    <a:pt x="96" y="1"/>
                    <a:pt x="1" y="96"/>
                    <a:pt x="1" y="220"/>
                  </a:cubicBezTo>
                  <a:lnTo>
                    <a:pt x="1" y="2405"/>
                  </a:lnTo>
                  <a:lnTo>
                    <a:pt x="430" y="2405"/>
                  </a:lnTo>
                  <a:lnTo>
                    <a:pt x="430" y="220"/>
                  </a:lnTo>
                  <a:cubicBezTo>
                    <a:pt x="430" y="96"/>
                    <a:pt x="335" y="1"/>
                    <a:pt x="220" y="1"/>
                  </a:cubicBezTo>
                  <a:close/>
                </a:path>
              </a:pathLst>
            </a:custGeom>
            <a:solidFill>
              <a:srgbClr val="F5F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9"/>
            <p:cNvSpPr/>
            <p:nvPr/>
          </p:nvSpPr>
          <p:spPr>
            <a:xfrm>
              <a:off x="5856448" y="2662472"/>
              <a:ext cx="11521" cy="62975"/>
            </a:xfrm>
            <a:custGeom>
              <a:avLst/>
              <a:gdLst/>
              <a:ahLst/>
              <a:cxnLst/>
              <a:rect l="l" t="t" r="r" b="b"/>
              <a:pathLst>
                <a:path w="440" h="2405" extrusionOk="0">
                  <a:moveTo>
                    <a:pt x="220" y="1"/>
                  </a:moveTo>
                  <a:cubicBezTo>
                    <a:pt x="96" y="1"/>
                    <a:pt x="0" y="96"/>
                    <a:pt x="0" y="220"/>
                  </a:cubicBezTo>
                  <a:lnTo>
                    <a:pt x="0" y="2405"/>
                  </a:lnTo>
                  <a:lnTo>
                    <a:pt x="439" y="2405"/>
                  </a:lnTo>
                  <a:lnTo>
                    <a:pt x="439" y="220"/>
                  </a:lnTo>
                  <a:cubicBezTo>
                    <a:pt x="439" y="96"/>
                    <a:pt x="344" y="1"/>
                    <a:pt x="220" y="1"/>
                  </a:cubicBezTo>
                  <a:close/>
                </a:path>
              </a:pathLst>
            </a:custGeom>
            <a:solidFill>
              <a:srgbClr val="F5F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3" name="Google Shape;1503;p39"/>
          <p:cNvGrpSpPr/>
          <p:nvPr/>
        </p:nvGrpSpPr>
        <p:grpSpPr>
          <a:xfrm>
            <a:off x="3118075" y="1991375"/>
            <a:ext cx="497700" cy="1992075"/>
            <a:chOff x="3118075" y="1991375"/>
            <a:chExt cx="497700" cy="1992075"/>
          </a:xfrm>
        </p:grpSpPr>
        <p:sp>
          <p:nvSpPr>
            <p:cNvPr id="1504" name="Google Shape;1504;p39"/>
            <p:cNvSpPr/>
            <p:nvPr/>
          </p:nvSpPr>
          <p:spPr>
            <a:xfrm>
              <a:off x="3118075" y="1991375"/>
              <a:ext cx="497700" cy="199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9"/>
            <p:cNvSpPr/>
            <p:nvPr/>
          </p:nvSpPr>
          <p:spPr>
            <a:xfrm>
              <a:off x="3118075" y="2643350"/>
              <a:ext cx="497700" cy="1340100"/>
            </a:xfrm>
            <a:prstGeom prst="rect">
              <a:avLst/>
            </a:pr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6" name="Google Shape;1506;p39"/>
          <p:cNvGrpSpPr/>
          <p:nvPr/>
        </p:nvGrpSpPr>
        <p:grpSpPr>
          <a:xfrm>
            <a:off x="2149900" y="1991375"/>
            <a:ext cx="497850" cy="1992125"/>
            <a:chOff x="2149900" y="1991375"/>
            <a:chExt cx="497850" cy="1992125"/>
          </a:xfrm>
        </p:grpSpPr>
        <p:sp>
          <p:nvSpPr>
            <p:cNvPr id="1507" name="Google Shape;1507;p39"/>
            <p:cNvSpPr/>
            <p:nvPr/>
          </p:nvSpPr>
          <p:spPr>
            <a:xfrm>
              <a:off x="2149900" y="1991375"/>
              <a:ext cx="497700" cy="199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9"/>
            <p:cNvSpPr/>
            <p:nvPr/>
          </p:nvSpPr>
          <p:spPr>
            <a:xfrm>
              <a:off x="2150050" y="2370700"/>
              <a:ext cx="497700" cy="1612800"/>
            </a:xfrm>
            <a:prstGeom prst="rect">
              <a:avLst/>
            </a:pr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9" name="Google Shape;1509;p39"/>
          <p:cNvGrpSpPr/>
          <p:nvPr/>
        </p:nvGrpSpPr>
        <p:grpSpPr>
          <a:xfrm>
            <a:off x="1181725" y="1991375"/>
            <a:ext cx="498000" cy="1992150"/>
            <a:chOff x="1181725" y="1991375"/>
            <a:chExt cx="498000" cy="1992150"/>
          </a:xfrm>
        </p:grpSpPr>
        <p:sp>
          <p:nvSpPr>
            <p:cNvPr id="1510" name="Google Shape;1510;p39"/>
            <p:cNvSpPr/>
            <p:nvPr/>
          </p:nvSpPr>
          <p:spPr>
            <a:xfrm>
              <a:off x="1182025" y="1991375"/>
              <a:ext cx="497700" cy="199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9"/>
            <p:cNvSpPr/>
            <p:nvPr/>
          </p:nvSpPr>
          <p:spPr>
            <a:xfrm>
              <a:off x="1181725" y="3281525"/>
              <a:ext cx="497700" cy="702000"/>
            </a:xfrm>
            <a:prstGeom prst="rect">
              <a:avLst/>
            </a:pr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2" name="Google Shape;1512;p39"/>
          <p:cNvGrpSpPr/>
          <p:nvPr/>
        </p:nvGrpSpPr>
        <p:grpSpPr>
          <a:xfrm>
            <a:off x="2219498" y="4151156"/>
            <a:ext cx="358803" cy="335749"/>
            <a:chOff x="2219498" y="4151156"/>
            <a:chExt cx="358803" cy="335749"/>
          </a:xfrm>
        </p:grpSpPr>
        <p:sp>
          <p:nvSpPr>
            <p:cNvPr id="1513" name="Google Shape;1513;p39"/>
            <p:cNvSpPr/>
            <p:nvPr/>
          </p:nvSpPr>
          <p:spPr>
            <a:xfrm>
              <a:off x="2283412" y="4214283"/>
              <a:ext cx="20011" cy="19986"/>
            </a:xfrm>
            <a:custGeom>
              <a:avLst/>
              <a:gdLst/>
              <a:ahLst/>
              <a:cxnLst/>
              <a:rect l="l" t="t" r="r" b="b"/>
              <a:pathLst>
                <a:path w="789" h="788" extrusionOk="0">
                  <a:moveTo>
                    <a:pt x="379" y="0"/>
                  </a:moveTo>
                  <a:cubicBezTo>
                    <a:pt x="190" y="0"/>
                    <a:pt x="1" y="189"/>
                    <a:pt x="1" y="410"/>
                  </a:cubicBezTo>
                  <a:cubicBezTo>
                    <a:pt x="1" y="599"/>
                    <a:pt x="190" y="788"/>
                    <a:pt x="379" y="788"/>
                  </a:cubicBezTo>
                  <a:cubicBezTo>
                    <a:pt x="599" y="788"/>
                    <a:pt x="788" y="599"/>
                    <a:pt x="788" y="410"/>
                  </a:cubicBezTo>
                  <a:cubicBezTo>
                    <a:pt x="788" y="189"/>
                    <a:pt x="599" y="0"/>
                    <a:pt x="3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9"/>
            <p:cNvSpPr/>
            <p:nvPr/>
          </p:nvSpPr>
          <p:spPr>
            <a:xfrm>
              <a:off x="2408880" y="4214283"/>
              <a:ext cx="19986" cy="19986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599"/>
                    <a:pt x="189" y="788"/>
                    <a:pt x="410" y="788"/>
                  </a:cubicBezTo>
                  <a:cubicBezTo>
                    <a:pt x="630" y="788"/>
                    <a:pt x="788" y="599"/>
                    <a:pt x="788" y="410"/>
                  </a:cubicBezTo>
                  <a:cubicBezTo>
                    <a:pt x="788" y="189"/>
                    <a:pt x="630" y="0"/>
                    <a:pt x="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9"/>
            <p:cNvSpPr/>
            <p:nvPr/>
          </p:nvSpPr>
          <p:spPr>
            <a:xfrm>
              <a:off x="2219498" y="4151156"/>
              <a:ext cx="272495" cy="147052"/>
            </a:xfrm>
            <a:custGeom>
              <a:avLst/>
              <a:gdLst/>
              <a:ahLst/>
              <a:cxnLst/>
              <a:rect l="l" t="t" r="r" b="b"/>
              <a:pathLst>
                <a:path w="10744" h="5798" extrusionOk="0">
                  <a:moveTo>
                    <a:pt x="2899" y="1670"/>
                  </a:moveTo>
                  <a:cubicBezTo>
                    <a:pt x="3592" y="1670"/>
                    <a:pt x="4159" y="2205"/>
                    <a:pt x="4159" y="2899"/>
                  </a:cubicBezTo>
                  <a:cubicBezTo>
                    <a:pt x="4159" y="3560"/>
                    <a:pt x="3623" y="4159"/>
                    <a:pt x="2899" y="4159"/>
                  </a:cubicBezTo>
                  <a:cubicBezTo>
                    <a:pt x="2237" y="4159"/>
                    <a:pt x="1639" y="3592"/>
                    <a:pt x="1639" y="2899"/>
                  </a:cubicBezTo>
                  <a:cubicBezTo>
                    <a:pt x="1639" y="2205"/>
                    <a:pt x="2206" y="1670"/>
                    <a:pt x="2899" y="1670"/>
                  </a:cubicBezTo>
                  <a:close/>
                  <a:moveTo>
                    <a:pt x="7877" y="1670"/>
                  </a:moveTo>
                  <a:cubicBezTo>
                    <a:pt x="8538" y="1670"/>
                    <a:pt x="9137" y="2205"/>
                    <a:pt x="9137" y="2899"/>
                  </a:cubicBezTo>
                  <a:cubicBezTo>
                    <a:pt x="9137" y="3560"/>
                    <a:pt x="8570" y="4159"/>
                    <a:pt x="7877" y="4159"/>
                  </a:cubicBezTo>
                  <a:cubicBezTo>
                    <a:pt x="7215" y="4159"/>
                    <a:pt x="6616" y="3592"/>
                    <a:pt x="6616" y="2899"/>
                  </a:cubicBezTo>
                  <a:cubicBezTo>
                    <a:pt x="6616" y="2205"/>
                    <a:pt x="7152" y="1670"/>
                    <a:pt x="7877" y="1670"/>
                  </a:cubicBezTo>
                  <a:close/>
                  <a:moveTo>
                    <a:pt x="2899" y="0"/>
                  </a:moveTo>
                  <a:cubicBezTo>
                    <a:pt x="1292" y="0"/>
                    <a:pt x="32" y="1323"/>
                    <a:pt x="32" y="2899"/>
                  </a:cubicBezTo>
                  <a:cubicBezTo>
                    <a:pt x="0" y="4505"/>
                    <a:pt x="1292" y="5797"/>
                    <a:pt x="2899" y="5797"/>
                  </a:cubicBezTo>
                  <a:cubicBezTo>
                    <a:pt x="3970" y="5797"/>
                    <a:pt x="4884" y="5198"/>
                    <a:pt x="5388" y="4379"/>
                  </a:cubicBezTo>
                  <a:cubicBezTo>
                    <a:pt x="5892" y="5230"/>
                    <a:pt x="6805" y="5797"/>
                    <a:pt x="7877" y="5797"/>
                  </a:cubicBezTo>
                  <a:cubicBezTo>
                    <a:pt x="9483" y="5797"/>
                    <a:pt x="10744" y="4505"/>
                    <a:pt x="10744" y="2899"/>
                  </a:cubicBezTo>
                  <a:cubicBezTo>
                    <a:pt x="10744" y="1260"/>
                    <a:pt x="9452" y="0"/>
                    <a:pt x="7877" y="0"/>
                  </a:cubicBezTo>
                  <a:cubicBezTo>
                    <a:pt x="6805" y="0"/>
                    <a:pt x="5892" y="599"/>
                    <a:pt x="5388" y="1418"/>
                  </a:cubicBezTo>
                  <a:cubicBezTo>
                    <a:pt x="4884" y="567"/>
                    <a:pt x="3970" y="0"/>
                    <a:pt x="28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9"/>
            <p:cNvSpPr/>
            <p:nvPr/>
          </p:nvSpPr>
          <p:spPr>
            <a:xfrm>
              <a:off x="2282626" y="4402854"/>
              <a:ext cx="63153" cy="20797"/>
            </a:xfrm>
            <a:custGeom>
              <a:avLst/>
              <a:gdLst/>
              <a:ahLst/>
              <a:cxnLst/>
              <a:rect l="l" t="t" r="r" b="b"/>
              <a:pathLst>
                <a:path w="2490" h="820" extrusionOk="0">
                  <a:moveTo>
                    <a:pt x="0" y="0"/>
                  </a:moveTo>
                  <a:lnTo>
                    <a:pt x="0" y="819"/>
                  </a:lnTo>
                  <a:lnTo>
                    <a:pt x="2489" y="819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9"/>
            <p:cNvSpPr/>
            <p:nvPr/>
          </p:nvSpPr>
          <p:spPr>
            <a:xfrm>
              <a:off x="2219498" y="4298183"/>
              <a:ext cx="273306" cy="188596"/>
            </a:xfrm>
            <a:custGeom>
              <a:avLst/>
              <a:gdLst/>
              <a:ahLst/>
              <a:cxnLst/>
              <a:rect l="l" t="t" r="r" b="b"/>
              <a:pathLst>
                <a:path w="10776" h="7436" extrusionOk="0">
                  <a:moveTo>
                    <a:pt x="7057" y="1670"/>
                  </a:moveTo>
                  <a:cubicBezTo>
                    <a:pt x="7278" y="1670"/>
                    <a:pt x="7436" y="1859"/>
                    <a:pt x="7436" y="2048"/>
                  </a:cubicBezTo>
                  <a:cubicBezTo>
                    <a:pt x="7436" y="2300"/>
                    <a:pt x="7247" y="2489"/>
                    <a:pt x="7057" y="2489"/>
                  </a:cubicBezTo>
                  <a:cubicBezTo>
                    <a:pt x="6805" y="2489"/>
                    <a:pt x="6616" y="2300"/>
                    <a:pt x="6616" y="2048"/>
                  </a:cubicBezTo>
                  <a:cubicBezTo>
                    <a:pt x="6616" y="1859"/>
                    <a:pt x="6805" y="1670"/>
                    <a:pt x="7057" y="1670"/>
                  </a:cubicBezTo>
                  <a:close/>
                  <a:moveTo>
                    <a:pt x="8696" y="1670"/>
                  </a:moveTo>
                  <a:cubicBezTo>
                    <a:pt x="8948" y="1670"/>
                    <a:pt x="9137" y="1859"/>
                    <a:pt x="9137" y="2048"/>
                  </a:cubicBezTo>
                  <a:cubicBezTo>
                    <a:pt x="9137" y="2300"/>
                    <a:pt x="8948" y="2489"/>
                    <a:pt x="8696" y="2489"/>
                  </a:cubicBezTo>
                  <a:cubicBezTo>
                    <a:pt x="8475" y="2489"/>
                    <a:pt x="8318" y="2300"/>
                    <a:pt x="8318" y="2048"/>
                  </a:cubicBezTo>
                  <a:cubicBezTo>
                    <a:pt x="8255" y="1859"/>
                    <a:pt x="8475" y="1670"/>
                    <a:pt x="8696" y="1670"/>
                  </a:cubicBezTo>
                  <a:close/>
                  <a:moveTo>
                    <a:pt x="5388" y="3277"/>
                  </a:moveTo>
                  <a:cubicBezTo>
                    <a:pt x="5640" y="3277"/>
                    <a:pt x="5829" y="3466"/>
                    <a:pt x="5829" y="3686"/>
                  </a:cubicBezTo>
                  <a:lnTo>
                    <a:pt x="5829" y="5356"/>
                  </a:lnTo>
                  <a:cubicBezTo>
                    <a:pt x="5829" y="5608"/>
                    <a:pt x="5640" y="5797"/>
                    <a:pt x="5388" y="5797"/>
                  </a:cubicBezTo>
                  <a:lnTo>
                    <a:pt x="2080" y="5797"/>
                  </a:lnTo>
                  <a:cubicBezTo>
                    <a:pt x="1859" y="5797"/>
                    <a:pt x="1639" y="5608"/>
                    <a:pt x="1639" y="5356"/>
                  </a:cubicBezTo>
                  <a:lnTo>
                    <a:pt x="1639" y="3686"/>
                  </a:lnTo>
                  <a:cubicBezTo>
                    <a:pt x="1639" y="3466"/>
                    <a:pt x="1859" y="3277"/>
                    <a:pt x="2080" y="3277"/>
                  </a:cubicBezTo>
                  <a:close/>
                  <a:moveTo>
                    <a:pt x="5230" y="0"/>
                  </a:moveTo>
                  <a:cubicBezTo>
                    <a:pt x="4600" y="504"/>
                    <a:pt x="3781" y="819"/>
                    <a:pt x="2899" y="819"/>
                  </a:cubicBezTo>
                  <a:cubicBezTo>
                    <a:pt x="2080" y="819"/>
                    <a:pt x="1324" y="536"/>
                    <a:pt x="756" y="126"/>
                  </a:cubicBezTo>
                  <a:cubicBezTo>
                    <a:pt x="315" y="315"/>
                    <a:pt x="32" y="756"/>
                    <a:pt x="32" y="1260"/>
                  </a:cubicBezTo>
                  <a:lnTo>
                    <a:pt x="32" y="6206"/>
                  </a:lnTo>
                  <a:cubicBezTo>
                    <a:pt x="0" y="6900"/>
                    <a:pt x="536" y="7435"/>
                    <a:pt x="1261" y="7435"/>
                  </a:cubicBezTo>
                  <a:lnTo>
                    <a:pt x="9515" y="7435"/>
                  </a:lnTo>
                  <a:cubicBezTo>
                    <a:pt x="10208" y="7435"/>
                    <a:pt x="10775" y="6900"/>
                    <a:pt x="10775" y="6206"/>
                  </a:cubicBezTo>
                  <a:lnTo>
                    <a:pt x="10775" y="1260"/>
                  </a:lnTo>
                  <a:cubicBezTo>
                    <a:pt x="10775" y="756"/>
                    <a:pt x="10460" y="315"/>
                    <a:pt x="10082" y="126"/>
                  </a:cubicBezTo>
                  <a:cubicBezTo>
                    <a:pt x="9452" y="536"/>
                    <a:pt x="8727" y="819"/>
                    <a:pt x="7908" y="819"/>
                  </a:cubicBezTo>
                  <a:cubicBezTo>
                    <a:pt x="7057" y="819"/>
                    <a:pt x="6270" y="504"/>
                    <a:pt x="55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9"/>
            <p:cNvSpPr/>
            <p:nvPr/>
          </p:nvSpPr>
          <p:spPr>
            <a:xfrm>
              <a:off x="2514337" y="4298056"/>
              <a:ext cx="63964" cy="188849"/>
            </a:xfrm>
            <a:custGeom>
              <a:avLst/>
              <a:gdLst/>
              <a:ahLst/>
              <a:cxnLst/>
              <a:rect l="l" t="t" r="r" b="b"/>
              <a:pathLst>
                <a:path w="2522" h="7446" extrusionOk="0">
                  <a:moveTo>
                    <a:pt x="2092" y="0"/>
                  </a:moveTo>
                  <a:cubicBezTo>
                    <a:pt x="2035" y="0"/>
                    <a:pt x="1976" y="10"/>
                    <a:pt x="1923" y="37"/>
                  </a:cubicBezTo>
                  <a:lnTo>
                    <a:pt x="1" y="982"/>
                  </a:lnTo>
                  <a:lnTo>
                    <a:pt x="1" y="6464"/>
                  </a:lnTo>
                  <a:lnTo>
                    <a:pt x="1923" y="7409"/>
                  </a:lnTo>
                  <a:cubicBezTo>
                    <a:pt x="1976" y="7435"/>
                    <a:pt x="2035" y="7445"/>
                    <a:pt x="2092" y="7445"/>
                  </a:cubicBezTo>
                  <a:cubicBezTo>
                    <a:pt x="2170" y="7445"/>
                    <a:pt x="2246" y="7427"/>
                    <a:pt x="2301" y="7409"/>
                  </a:cubicBezTo>
                  <a:cubicBezTo>
                    <a:pt x="2427" y="7314"/>
                    <a:pt x="2521" y="7220"/>
                    <a:pt x="2521" y="7062"/>
                  </a:cubicBezTo>
                  <a:lnTo>
                    <a:pt x="2521" y="415"/>
                  </a:lnTo>
                  <a:cubicBezTo>
                    <a:pt x="2521" y="257"/>
                    <a:pt x="2427" y="131"/>
                    <a:pt x="2301" y="37"/>
                  </a:cubicBezTo>
                  <a:cubicBezTo>
                    <a:pt x="2246" y="18"/>
                    <a:pt x="2170" y="0"/>
                    <a:pt x="20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9" name="Google Shape;1519;p39"/>
          <p:cNvGrpSpPr/>
          <p:nvPr/>
        </p:nvGrpSpPr>
        <p:grpSpPr>
          <a:xfrm>
            <a:off x="1282676" y="4143148"/>
            <a:ext cx="295799" cy="336960"/>
            <a:chOff x="1282676" y="4143148"/>
            <a:chExt cx="295799" cy="336960"/>
          </a:xfrm>
        </p:grpSpPr>
        <p:sp>
          <p:nvSpPr>
            <p:cNvPr id="1520" name="Google Shape;1520;p39"/>
            <p:cNvSpPr/>
            <p:nvPr/>
          </p:nvSpPr>
          <p:spPr>
            <a:xfrm>
              <a:off x="1282676" y="4143148"/>
              <a:ext cx="295799" cy="119601"/>
            </a:xfrm>
            <a:custGeom>
              <a:avLst/>
              <a:gdLst/>
              <a:ahLst/>
              <a:cxnLst/>
              <a:rect l="l" t="t" r="r" b="b"/>
              <a:pathLst>
                <a:path w="12383" h="5010" extrusionOk="0">
                  <a:moveTo>
                    <a:pt x="6932" y="2552"/>
                  </a:moveTo>
                  <a:cubicBezTo>
                    <a:pt x="7593" y="2552"/>
                    <a:pt x="8192" y="3119"/>
                    <a:pt x="8192" y="3781"/>
                  </a:cubicBezTo>
                  <a:cubicBezTo>
                    <a:pt x="8224" y="3970"/>
                    <a:pt x="8035" y="4190"/>
                    <a:pt x="7783" y="4190"/>
                  </a:cubicBezTo>
                  <a:cubicBezTo>
                    <a:pt x="7530" y="4190"/>
                    <a:pt x="7341" y="3970"/>
                    <a:pt x="7341" y="3781"/>
                  </a:cubicBezTo>
                  <a:cubicBezTo>
                    <a:pt x="7341" y="3560"/>
                    <a:pt x="7152" y="3403"/>
                    <a:pt x="6963" y="3403"/>
                  </a:cubicBezTo>
                  <a:cubicBezTo>
                    <a:pt x="6743" y="3403"/>
                    <a:pt x="6522" y="3592"/>
                    <a:pt x="6522" y="3781"/>
                  </a:cubicBezTo>
                  <a:cubicBezTo>
                    <a:pt x="6522" y="4033"/>
                    <a:pt x="6333" y="4190"/>
                    <a:pt x="6144" y="4190"/>
                  </a:cubicBezTo>
                  <a:cubicBezTo>
                    <a:pt x="5892" y="4190"/>
                    <a:pt x="5703" y="3970"/>
                    <a:pt x="5703" y="3781"/>
                  </a:cubicBezTo>
                  <a:cubicBezTo>
                    <a:pt x="5703" y="3560"/>
                    <a:pt x="5514" y="3403"/>
                    <a:pt x="5262" y="3403"/>
                  </a:cubicBezTo>
                  <a:cubicBezTo>
                    <a:pt x="5042" y="3403"/>
                    <a:pt x="4884" y="3592"/>
                    <a:pt x="4884" y="3781"/>
                  </a:cubicBezTo>
                  <a:cubicBezTo>
                    <a:pt x="4884" y="4033"/>
                    <a:pt x="4664" y="4190"/>
                    <a:pt x="4443" y="4190"/>
                  </a:cubicBezTo>
                  <a:cubicBezTo>
                    <a:pt x="4191" y="4190"/>
                    <a:pt x="4033" y="3970"/>
                    <a:pt x="4033" y="3781"/>
                  </a:cubicBezTo>
                  <a:cubicBezTo>
                    <a:pt x="4033" y="3119"/>
                    <a:pt x="4601" y="2552"/>
                    <a:pt x="5262" y="2552"/>
                  </a:cubicBezTo>
                  <a:cubicBezTo>
                    <a:pt x="5577" y="2552"/>
                    <a:pt x="5861" y="2678"/>
                    <a:pt x="6081" y="2867"/>
                  </a:cubicBezTo>
                  <a:cubicBezTo>
                    <a:pt x="6333" y="2678"/>
                    <a:pt x="6617" y="2552"/>
                    <a:pt x="6932" y="2552"/>
                  </a:cubicBezTo>
                  <a:close/>
                  <a:moveTo>
                    <a:pt x="5357" y="0"/>
                  </a:moveTo>
                  <a:cubicBezTo>
                    <a:pt x="4348" y="0"/>
                    <a:pt x="3498" y="725"/>
                    <a:pt x="3340" y="1670"/>
                  </a:cubicBezTo>
                  <a:cubicBezTo>
                    <a:pt x="3304" y="1668"/>
                    <a:pt x="3267" y="1666"/>
                    <a:pt x="3231" y="1666"/>
                  </a:cubicBezTo>
                  <a:cubicBezTo>
                    <a:pt x="2310" y="1666"/>
                    <a:pt x="1639" y="2430"/>
                    <a:pt x="1639" y="3340"/>
                  </a:cubicBezTo>
                  <a:cubicBezTo>
                    <a:pt x="725" y="3340"/>
                    <a:pt x="1" y="4096"/>
                    <a:pt x="1" y="5009"/>
                  </a:cubicBezTo>
                  <a:lnTo>
                    <a:pt x="12382" y="5009"/>
                  </a:lnTo>
                  <a:cubicBezTo>
                    <a:pt x="12351" y="4096"/>
                    <a:pt x="11595" y="3340"/>
                    <a:pt x="10681" y="3340"/>
                  </a:cubicBezTo>
                  <a:cubicBezTo>
                    <a:pt x="10681" y="2395"/>
                    <a:pt x="9956" y="1670"/>
                    <a:pt x="9011" y="1670"/>
                  </a:cubicBezTo>
                  <a:cubicBezTo>
                    <a:pt x="8822" y="725"/>
                    <a:pt x="7972" y="0"/>
                    <a:pt x="6995" y="0"/>
                  </a:cubicBezTo>
                  <a:cubicBezTo>
                    <a:pt x="6711" y="0"/>
                    <a:pt x="6459" y="95"/>
                    <a:pt x="6176" y="189"/>
                  </a:cubicBezTo>
                  <a:cubicBezTo>
                    <a:pt x="5892" y="95"/>
                    <a:pt x="5609" y="0"/>
                    <a:pt x="53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9"/>
            <p:cNvSpPr/>
            <p:nvPr/>
          </p:nvSpPr>
          <p:spPr>
            <a:xfrm>
              <a:off x="1360190" y="4340932"/>
              <a:ext cx="137759" cy="60206"/>
            </a:xfrm>
            <a:custGeom>
              <a:avLst/>
              <a:gdLst/>
              <a:ahLst/>
              <a:cxnLst/>
              <a:rect l="l" t="t" r="r" b="b"/>
              <a:pathLst>
                <a:path w="5767" h="2522" extrusionOk="0">
                  <a:moveTo>
                    <a:pt x="2868" y="1"/>
                  </a:moveTo>
                  <a:cubicBezTo>
                    <a:pt x="1293" y="1"/>
                    <a:pt x="1" y="537"/>
                    <a:pt x="1" y="1261"/>
                  </a:cubicBezTo>
                  <a:cubicBezTo>
                    <a:pt x="1" y="1954"/>
                    <a:pt x="1293" y="2521"/>
                    <a:pt x="2868" y="2521"/>
                  </a:cubicBezTo>
                  <a:cubicBezTo>
                    <a:pt x="4475" y="2521"/>
                    <a:pt x="5766" y="1954"/>
                    <a:pt x="5766" y="1261"/>
                  </a:cubicBezTo>
                  <a:cubicBezTo>
                    <a:pt x="5766" y="537"/>
                    <a:pt x="4475" y="1"/>
                    <a:pt x="28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9"/>
            <p:cNvSpPr/>
            <p:nvPr/>
          </p:nvSpPr>
          <p:spPr>
            <a:xfrm>
              <a:off x="1385033" y="4413146"/>
              <a:ext cx="34637" cy="66962"/>
            </a:xfrm>
            <a:custGeom>
              <a:avLst/>
              <a:gdLst/>
              <a:ahLst/>
              <a:cxnLst/>
              <a:rect l="l" t="t" r="r" b="b"/>
              <a:pathLst>
                <a:path w="1450" h="2805" extrusionOk="0">
                  <a:moveTo>
                    <a:pt x="0" y="0"/>
                  </a:moveTo>
                  <a:lnTo>
                    <a:pt x="253" y="2804"/>
                  </a:lnTo>
                  <a:lnTo>
                    <a:pt x="1450" y="2804"/>
                  </a:lnTo>
                  <a:lnTo>
                    <a:pt x="1450" y="284"/>
                  </a:lnTo>
                  <a:cubicBezTo>
                    <a:pt x="883" y="221"/>
                    <a:pt x="410" y="15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9"/>
            <p:cNvSpPr/>
            <p:nvPr/>
          </p:nvSpPr>
          <p:spPr>
            <a:xfrm>
              <a:off x="1439210" y="4413146"/>
              <a:ext cx="35401" cy="66962"/>
            </a:xfrm>
            <a:custGeom>
              <a:avLst/>
              <a:gdLst/>
              <a:ahLst/>
              <a:cxnLst/>
              <a:rect l="l" t="t" r="r" b="b"/>
              <a:pathLst>
                <a:path w="1482" h="2805" extrusionOk="0">
                  <a:moveTo>
                    <a:pt x="1482" y="0"/>
                  </a:moveTo>
                  <a:lnTo>
                    <a:pt x="1482" y="0"/>
                  </a:lnTo>
                  <a:cubicBezTo>
                    <a:pt x="1040" y="126"/>
                    <a:pt x="505" y="221"/>
                    <a:pt x="1" y="221"/>
                  </a:cubicBezTo>
                  <a:lnTo>
                    <a:pt x="1" y="2741"/>
                  </a:lnTo>
                  <a:lnTo>
                    <a:pt x="1198" y="2741"/>
                  </a:lnTo>
                  <a:lnTo>
                    <a:pt x="1198" y="2804"/>
                  </a:lnTo>
                  <a:lnTo>
                    <a:pt x="148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9"/>
            <p:cNvSpPr/>
            <p:nvPr/>
          </p:nvSpPr>
          <p:spPr>
            <a:xfrm>
              <a:off x="1371489" y="4282277"/>
              <a:ext cx="48181" cy="48915"/>
            </a:xfrm>
            <a:custGeom>
              <a:avLst/>
              <a:gdLst/>
              <a:ahLst/>
              <a:cxnLst/>
              <a:rect l="l" t="t" r="r" b="b"/>
              <a:pathLst>
                <a:path w="2017" h="2049" extrusionOk="0">
                  <a:moveTo>
                    <a:pt x="0" y="1"/>
                  </a:moveTo>
                  <a:lnTo>
                    <a:pt x="189" y="2048"/>
                  </a:lnTo>
                  <a:cubicBezTo>
                    <a:pt x="725" y="1859"/>
                    <a:pt x="1355" y="1702"/>
                    <a:pt x="2017" y="1670"/>
                  </a:cubicBezTo>
                  <a:lnTo>
                    <a:pt x="20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9"/>
            <p:cNvSpPr/>
            <p:nvPr/>
          </p:nvSpPr>
          <p:spPr>
            <a:xfrm>
              <a:off x="1439210" y="4283041"/>
              <a:ext cx="48205" cy="48891"/>
            </a:xfrm>
            <a:custGeom>
              <a:avLst/>
              <a:gdLst/>
              <a:ahLst/>
              <a:cxnLst/>
              <a:rect l="l" t="t" r="r" b="b"/>
              <a:pathLst>
                <a:path w="2018" h="2048" extrusionOk="0">
                  <a:moveTo>
                    <a:pt x="1" y="0"/>
                  </a:moveTo>
                  <a:lnTo>
                    <a:pt x="1" y="1670"/>
                  </a:lnTo>
                  <a:cubicBezTo>
                    <a:pt x="694" y="1701"/>
                    <a:pt x="1293" y="1827"/>
                    <a:pt x="1828" y="2048"/>
                  </a:cubicBezTo>
                  <a:lnTo>
                    <a:pt x="20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9"/>
            <p:cNvSpPr/>
            <p:nvPr/>
          </p:nvSpPr>
          <p:spPr>
            <a:xfrm>
              <a:off x="1487391" y="4282277"/>
              <a:ext cx="88073" cy="197831"/>
            </a:xfrm>
            <a:custGeom>
              <a:avLst/>
              <a:gdLst/>
              <a:ahLst/>
              <a:cxnLst/>
              <a:rect l="l" t="t" r="r" b="b"/>
              <a:pathLst>
                <a:path w="3687" h="8287" extrusionOk="0">
                  <a:moveTo>
                    <a:pt x="819" y="1"/>
                  </a:moveTo>
                  <a:lnTo>
                    <a:pt x="599" y="2489"/>
                  </a:lnTo>
                  <a:cubicBezTo>
                    <a:pt x="1040" y="2836"/>
                    <a:pt x="1292" y="3246"/>
                    <a:pt x="1292" y="3718"/>
                  </a:cubicBezTo>
                  <a:cubicBezTo>
                    <a:pt x="1292" y="4254"/>
                    <a:pt x="945" y="4758"/>
                    <a:pt x="315" y="5136"/>
                  </a:cubicBezTo>
                  <a:lnTo>
                    <a:pt x="0" y="8286"/>
                  </a:lnTo>
                  <a:lnTo>
                    <a:pt x="1040" y="8286"/>
                  </a:lnTo>
                  <a:cubicBezTo>
                    <a:pt x="1607" y="8286"/>
                    <a:pt x="2111" y="7877"/>
                    <a:pt x="2237" y="7278"/>
                  </a:cubicBezTo>
                  <a:lnTo>
                    <a:pt x="368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9"/>
            <p:cNvSpPr/>
            <p:nvPr/>
          </p:nvSpPr>
          <p:spPr>
            <a:xfrm>
              <a:off x="1282676" y="4282277"/>
              <a:ext cx="88073" cy="197831"/>
            </a:xfrm>
            <a:custGeom>
              <a:avLst/>
              <a:gdLst/>
              <a:ahLst/>
              <a:cxnLst/>
              <a:rect l="l" t="t" r="r" b="b"/>
              <a:pathLst>
                <a:path w="3687" h="8287" extrusionOk="0">
                  <a:moveTo>
                    <a:pt x="1" y="1"/>
                  </a:moveTo>
                  <a:lnTo>
                    <a:pt x="1450" y="7278"/>
                  </a:lnTo>
                  <a:cubicBezTo>
                    <a:pt x="1576" y="7877"/>
                    <a:pt x="2080" y="8286"/>
                    <a:pt x="2679" y="8286"/>
                  </a:cubicBezTo>
                  <a:lnTo>
                    <a:pt x="3687" y="8286"/>
                  </a:lnTo>
                  <a:lnTo>
                    <a:pt x="3372" y="5136"/>
                  </a:lnTo>
                  <a:cubicBezTo>
                    <a:pt x="2773" y="4758"/>
                    <a:pt x="2395" y="4254"/>
                    <a:pt x="2395" y="3718"/>
                  </a:cubicBezTo>
                  <a:cubicBezTo>
                    <a:pt x="2427" y="3246"/>
                    <a:pt x="2647" y="2836"/>
                    <a:pt x="3088" y="2489"/>
                  </a:cubicBezTo>
                  <a:lnTo>
                    <a:pt x="28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8" name="Google Shape;1528;p39"/>
          <p:cNvGrpSpPr/>
          <p:nvPr/>
        </p:nvGrpSpPr>
        <p:grpSpPr>
          <a:xfrm>
            <a:off x="3202277" y="4150067"/>
            <a:ext cx="329296" cy="327760"/>
            <a:chOff x="-9089725" y="3180200"/>
            <a:chExt cx="353550" cy="351900"/>
          </a:xfrm>
        </p:grpSpPr>
        <p:sp>
          <p:nvSpPr>
            <p:cNvPr id="1529" name="Google Shape;1529;p39"/>
            <p:cNvSpPr/>
            <p:nvPr/>
          </p:nvSpPr>
          <p:spPr>
            <a:xfrm>
              <a:off x="-9089725" y="3180200"/>
              <a:ext cx="165425" cy="250300"/>
            </a:xfrm>
            <a:custGeom>
              <a:avLst/>
              <a:gdLst/>
              <a:ahLst/>
              <a:cxnLst/>
              <a:rect l="l" t="t" r="r" b="b"/>
              <a:pathLst>
                <a:path w="6617" h="10012" extrusionOk="0">
                  <a:moveTo>
                    <a:pt x="2945" y="1"/>
                  </a:moveTo>
                  <a:cubicBezTo>
                    <a:pt x="2900" y="1"/>
                    <a:pt x="2854" y="8"/>
                    <a:pt x="2805" y="25"/>
                  </a:cubicBezTo>
                  <a:cubicBezTo>
                    <a:pt x="2647" y="56"/>
                    <a:pt x="2521" y="214"/>
                    <a:pt x="2521" y="434"/>
                  </a:cubicBezTo>
                  <a:lnTo>
                    <a:pt x="2521" y="6924"/>
                  </a:lnTo>
                  <a:cubicBezTo>
                    <a:pt x="2301" y="6767"/>
                    <a:pt x="2017" y="6704"/>
                    <a:pt x="1702" y="6704"/>
                  </a:cubicBezTo>
                  <a:cubicBezTo>
                    <a:pt x="788" y="6704"/>
                    <a:pt x="64" y="7428"/>
                    <a:pt x="64" y="8342"/>
                  </a:cubicBezTo>
                  <a:cubicBezTo>
                    <a:pt x="1" y="9256"/>
                    <a:pt x="757" y="10012"/>
                    <a:pt x="1671" y="10012"/>
                  </a:cubicBezTo>
                  <a:cubicBezTo>
                    <a:pt x="2584" y="10012"/>
                    <a:pt x="3309" y="9256"/>
                    <a:pt x="3309" y="8342"/>
                  </a:cubicBezTo>
                  <a:lnTo>
                    <a:pt x="3309" y="1820"/>
                  </a:lnTo>
                  <a:cubicBezTo>
                    <a:pt x="3907" y="2545"/>
                    <a:pt x="4632" y="3144"/>
                    <a:pt x="5294" y="3616"/>
                  </a:cubicBezTo>
                  <a:cubicBezTo>
                    <a:pt x="5609" y="3868"/>
                    <a:pt x="5798" y="4215"/>
                    <a:pt x="5798" y="4593"/>
                  </a:cubicBezTo>
                  <a:cubicBezTo>
                    <a:pt x="5798" y="5286"/>
                    <a:pt x="5262" y="5822"/>
                    <a:pt x="4537" y="5822"/>
                  </a:cubicBezTo>
                  <a:cubicBezTo>
                    <a:pt x="4317" y="5822"/>
                    <a:pt x="4159" y="6011"/>
                    <a:pt x="4159" y="6263"/>
                  </a:cubicBezTo>
                  <a:cubicBezTo>
                    <a:pt x="4159" y="6483"/>
                    <a:pt x="4348" y="6704"/>
                    <a:pt x="4537" y="6704"/>
                  </a:cubicBezTo>
                  <a:cubicBezTo>
                    <a:pt x="5672" y="6704"/>
                    <a:pt x="6617" y="5727"/>
                    <a:pt x="6617" y="4593"/>
                  </a:cubicBezTo>
                  <a:cubicBezTo>
                    <a:pt x="6617" y="3931"/>
                    <a:pt x="6302" y="3333"/>
                    <a:pt x="5798" y="2955"/>
                  </a:cubicBezTo>
                  <a:cubicBezTo>
                    <a:pt x="5042" y="2388"/>
                    <a:pt x="4317" y="1726"/>
                    <a:pt x="3750" y="907"/>
                  </a:cubicBezTo>
                  <a:lnTo>
                    <a:pt x="3277" y="182"/>
                  </a:lnTo>
                  <a:cubicBezTo>
                    <a:pt x="3184" y="65"/>
                    <a:pt x="3073" y="1"/>
                    <a:pt x="29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9"/>
            <p:cNvSpPr/>
            <p:nvPr/>
          </p:nvSpPr>
          <p:spPr>
            <a:xfrm>
              <a:off x="-8965275" y="3264575"/>
              <a:ext cx="229100" cy="267525"/>
            </a:xfrm>
            <a:custGeom>
              <a:avLst/>
              <a:gdLst/>
              <a:ahLst/>
              <a:cxnLst/>
              <a:rect l="l" t="t" r="r" b="b"/>
              <a:pathLst>
                <a:path w="9164" h="10701" extrusionOk="0">
                  <a:moveTo>
                    <a:pt x="8747" y="0"/>
                  </a:moveTo>
                  <a:cubicBezTo>
                    <a:pt x="8709" y="0"/>
                    <a:pt x="8671" y="7"/>
                    <a:pt x="8633" y="21"/>
                  </a:cubicBezTo>
                  <a:lnTo>
                    <a:pt x="2804" y="1659"/>
                  </a:lnTo>
                  <a:cubicBezTo>
                    <a:pt x="2584" y="1690"/>
                    <a:pt x="2489" y="1848"/>
                    <a:pt x="2489" y="2069"/>
                  </a:cubicBezTo>
                  <a:lnTo>
                    <a:pt x="2489" y="7645"/>
                  </a:lnTo>
                  <a:cubicBezTo>
                    <a:pt x="2237" y="7487"/>
                    <a:pt x="1985" y="7424"/>
                    <a:pt x="1670" y="7424"/>
                  </a:cubicBezTo>
                  <a:cubicBezTo>
                    <a:pt x="757" y="7424"/>
                    <a:pt x="1" y="8149"/>
                    <a:pt x="1" y="9063"/>
                  </a:cubicBezTo>
                  <a:cubicBezTo>
                    <a:pt x="1" y="9976"/>
                    <a:pt x="757" y="10701"/>
                    <a:pt x="1670" y="10701"/>
                  </a:cubicBezTo>
                  <a:cubicBezTo>
                    <a:pt x="2552" y="10701"/>
                    <a:pt x="3309" y="9976"/>
                    <a:pt x="3309" y="9063"/>
                  </a:cubicBezTo>
                  <a:lnTo>
                    <a:pt x="3309" y="3990"/>
                  </a:lnTo>
                  <a:lnTo>
                    <a:pt x="8318" y="2573"/>
                  </a:lnTo>
                  <a:lnTo>
                    <a:pt x="8318" y="5944"/>
                  </a:lnTo>
                  <a:cubicBezTo>
                    <a:pt x="8066" y="5786"/>
                    <a:pt x="7814" y="5723"/>
                    <a:pt x="7499" y="5723"/>
                  </a:cubicBezTo>
                  <a:cubicBezTo>
                    <a:pt x="6585" y="5723"/>
                    <a:pt x="5829" y="6448"/>
                    <a:pt x="5829" y="7361"/>
                  </a:cubicBezTo>
                  <a:cubicBezTo>
                    <a:pt x="5829" y="8275"/>
                    <a:pt x="6585" y="9031"/>
                    <a:pt x="7499" y="9031"/>
                  </a:cubicBezTo>
                  <a:cubicBezTo>
                    <a:pt x="8381" y="9031"/>
                    <a:pt x="9137" y="8275"/>
                    <a:pt x="9137" y="7361"/>
                  </a:cubicBezTo>
                  <a:lnTo>
                    <a:pt x="9137" y="367"/>
                  </a:lnTo>
                  <a:cubicBezTo>
                    <a:pt x="9164" y="207"/>
                    <a:pt x="8963" y="0"/>
                    <a:pt x="87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1" name="Google Shape;1531;p39"/>
          <p:cNvSpPr txBox="1"/>
          <p:nvPr/>
        </p:nvSpPr>
        <p:spPr>
          <a:xfrm>
            <a:off x="7730688" y="1960663"/>
            <a:ext cx="700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partan"/>
                <a:ea typeface="Spartan"/>
                <a:cs typeface="Spartan"/>
                <a:sym typeface="Spartan"/>
              </a:rPr>
              <a:t>60%</a:t>
            </a:r>
            <a:endParaRPr>
              <a:solidFill>
                <a:schemeClr val="lt2"/>
              </a:solidFill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1532" name="Google Shape;1532;p39"/>
          <p:cNvSpPr txBox="1"/>
          <p:nvPr/>
        </p:nvSpPr>
        <p:spPr>
          <a:xfrm>
            <a:off x="7730688" y="2465713"/>
            <a:ext cx="700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partan"/>
                <a:ea typeface="Spartan"/>
                <a:cs typeface="Spartan"/>
                <a:sym typeface="Spartan"/>
              </a:rPr>
              <a:t>40%</a:t>
            </a:r>
            <a:endParaRPr>
              <a:solidFill>
                <a:schemeClr val="lt2"/>
              </a:solidFill>
              <a:latin typeface="Spartan"/>
              <a:ea typeface="Spartan"/>
              <a:cs typeface="Spartan"/>
              <a:sym typeface="Spart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40"/>
          <p:cNvSpPr txBox="1">
            <a:spLocks noGrp="1"/>
          </p:cNvSpPr>
          <p:nvPr>
            <p:ph type="title"/>
          </p:nvPr>
        </p:nvSpPr>
        <p:spPr>
          <a:xfrm>
            <a:off x="713225" y="488975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BIGGEST TIME SINKS</a:t>
            </a:r>
            <a:endParaRPr/>
          </a:p>
        </p:txBody>
      </p:sp>
      <p:sp>
        <p:nvSpPr>
          <p:cNvPr id="1538" name="Google Shape;1538;p40"/>
          <p:cNvSpPr txBox="1">
            <a:spLocks noGrp="1"/>
          </p:cNvSpPr>
          <p:nvPr>
            <p:ph type="title"/>
          </p:nvPr>
        </p:nvSpPr>
        <p:spPr>
          <a:xfrm>
            <a:off x="1207500" y="1421808"/>
            <a:ext cx="12429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35%</a:t>
            </a:r>
            <a:endParaRPr/>
          </a:p>
        </p:txBody>
      </p:sp>
      <p:sp>
        <p:nvSpPr>
          <p:cNvPr id="1539" name="Google Shape;1539;p40"/>
          <p:cNvSpPr txBox="1">
            <a:spLocks noGrp="1"/>
          </p:cNvSpPr>
          <p:nvPr>
            <p:ph type="subTitle" idx="4294967295"/>
          </p:nvPr>
        </p:nvSpPr>
        <p:spPr>
          <a:xfrm>
            <a:off x="733627" y="3741826"/>
            <a:ext cx="2257800" cy="8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Tracking down the PipeWire bug that sent audio out the wrong HDMI port</a:t>
            </a:r>
            <a:endParaRPr sz="1400"/>
          </a:p>
        </p:txBody>
      </p:sp>
      <p:sp>
        <p:nvSpPr>
          <p:cNvPr id="1540" name="Google Shape;1540;p40"/>
          <p:cNvSpPr txBox="1">
            <a:spLocks noGrp="1"/>
          </p:cNvSpPr>
          <p:nvPr>
            <p:ph type="subTitle" idx="4294967295"/>
          </p:nvPr>
        </p:nvSpPr>
        <p:spPr>
          <a:xfrm>
            <a:off x="3460613" y="3741826"/>
            <a:ext cx="2257800" cy="8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Getting the joystick reliably read as arrow keys under the Wayland compositor</a:t>
            </a:r>
            <a:endParaRPr sz="1400"/>
          </a:p>
        </p:txBody>
      </p:sp>
      <p:sp>
        <p:nvSpPr>
          <p:cNvPr id="1541" name="Google Shape;1541;p40"/>
          <p:cNvSpPr txBox="1">
            <a:spLocks noGrp="1"/>
          </p:cNvSpPr>
          <p:nvPr>
            <p:ph type="title" idx="4294967295"/>
          </p:nvPr>
        </p:nvSpPr>
        <p:spPr>
          <a:xfrm>
            <a:off x="3968086" y="1421808"/>
            <a:ext cx="12429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40%</a:t>
            </a:r>
            <a:endParaRPr/>
          </a:p>
        </p:txBody>
      </p:sp>
      <p:sp>
        <p:nvSpPr>
          <p:cNvPr id="1542" name="Google Shape;1542;p40"/>
          <p:cNvSpPr txBox="1">
            <a:spLocks noGrp="1"/>
          </p:cNvSpPr>
          <p:nvPr>
            <p:ph type="subTitle" idx="4294967295"/>
          </p:nvPr>
        </p:nvSpPr>
        <p:spPr>
          <a:xfrm>
            <a:off x="6187600" y="3775126"/>
            <a:ext cx="2257800" cy="8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Repairing the LCD panel after its LVDS connector latch broke</a:t>
            </a:r>
            <a:endParaRPr sz="1400"/>
          </a:p>
        </p:txBody>
      </p:sp>
      <p:sp>
        <p:nvSpPr>
          <p:cNvPr id="1543" name="Google Shape;1543;p40"/>
          <p:cNvSpPr txBox="1">
            <a:spLocks noGrp="1"/>
          </p:cNvSpPr>
          <p:nvPr>
            <p:ph type="title" idx="4294967295"/>
          </p:nvPr>
        </p:nvSpPr>
        <p:spPr>
          <a:xfrm>
            <a:off x="6695050" y="1421808"/>
            <a:ext cx="12429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25%</a:t>
            </a:r>
            <a:endParaRPr/>
          </a:p>
        </p:txBody>
      </p:sp>
      <p:grpSp>
        <p:nvGrpSpPr>
          <p:cNvPr id="1544" name="Google Shape;1544;p40"/>
          <p:cNvGrpSpPr/>
          <p:nvPr/>
        </p:nvGrpSpPr>
        <p:grpSpPr>
          <a:xfrm>
            <a:off x="1075257" y="2227522"/>
            <a:ext cx="1320161" cy="1382628"/>
            <a:chOff x="1667076" y="1726438"/>
            <a:chExt cx="1507550" cy="1579064"/>
          </a:xfrm>
        </p:grpSpPr>
        <p:grpSp>
          <p:nvGrpSpPr>
            <p:cNvPr id="1545" name="Google Shape;1545;p40"/>
            <p:cNvGrpSpPr/>
            <p:nvPr/>
          </p:nvGrpSpPr>
          <p:grpSpPr>
            <a:xfrm>
              <a:off x="1667076" y="1726438"/>
              <a:ext cx="1507550" cy="1579064"/>
              <a:chOff x="6039282" y="1042577"/>
              <a:chExt cx="734315" cy="731929"/>
            </a:xfrm>
          </p:grpSpPr>
          <p:sp>
            <p:nvSpPr>
              <p:cNvPr id="1546" name="Google Shape;1546;p40"/>
              <p:cNvSpPr/>
              <p:nvPr/>
            </p:nvSpPr>
            <p:spPr>
              <a:xfrm>
                <a:off x="6045348" y="1300071"/>
                <a:ext cx="131951" cy="65352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701" extrusionOk="0">
                    <a:moveTo>
                      <a:pt x="108" y="0"/>
                    </a:moveTo>
                    <a:lnTo>
                      <a:pt x="51" y="224"/>
                    </a:lnTo>
                    <a:cubicBezTo>
                      <a:pt x="29" y="303"/>
                      <a:pt x="7" y="375"/>
                      <a:pt x="0" y="455"/>
                    </a:cubicBezTo>
                    <a:lnTo>
                      <a:pt x="1342" y="700"/>
                    </a:lnTo>
                    <a:cubicBezTo>
                      <a:pt x="1349" y="650"/>
                      <a:pt x="1363" y="599"/>
                      <a:pt x="1378" y="549"/>
                    </a:cubicBezTo>
                    <a:lnTo>
                      <a:pt x="1414" y="397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40"/>
              <p:cNvSpPr/>
              <p:nvPr/>
            </p:nvSpPr>
            <p:spPr>
              <a:xfrm>
                <a:off x="6080342" y="1201250"/>
                <a:ext cx="127938" cy="96863"/>
              </a:xfrm>
              <a:custGeom>
                <a:avLst/>
                <a:gdLst/>
                <a:ahLst/>
                <a:cxnLst/>
                <a:rect l="l" t="t" r="r" b="b"/>
                <a:pathLst>
                  <a:path w="1371" h="1039" extrusionOk="0">
                    <a:moveTo>
                      <a:pt x="245" y="0"/>
                    </a:moveTo>
                    <a:cubicBezTo>
                      <a:pt x="159" y="137"/>
                      <a:pt x="72" y="267"/>
                      <a:pt x="0" y="404"/>
                    </a:cubicBezTo>
                    <a:lnTo>
                      <a:pt x="1219" y="1039"/>
                    </a:lnTo>
                    <a:cubicBezTo>
                      <a:pt x="1262" y="945"/>
                      <a:pt x="1320" y="866"/>
                      <a:pt x="1371" y="772"/>
                    </a:cubicBezTo>
                    <a:lnTo>
                      <a:pt x="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40"/>
              <p:cNvSpPr/>
              <p:nvPr/>
            </p:nvSpPr>
            <p:spPr>
              <a:xfrm>
                <a:off x="6144918" y="1121167"/>
                <a:ext cx="112541" cy="119145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1278" extrusionOk="0">
                    <a:moveTo>
                      <a:pt x="347" y="1"/>
                    </a:moveTo>
                    <a:cubicBezTo>
                      <a:pt x="224" y="95"/>
                      <a:pt x="116" y="210"/>
                      <a:pt x="1" y="318"/>
                    </a:cubicBezTo>
                    <a:lnTo>
                      <a:pt x="974" y="1278"/>
                    </a:lnTo>
                    <a:cubicBezTo>
                      <a:pt x="1046" y="1205"/>
                      <a:pt x="1126" y="1133"/>
                      <a:pt x="1205" y="1068"/>
                    </a:cubicBezTo>
                    <a:lnTo>
                      <a:pt x="3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40"/>
              <p:cNvSpPr/>
              <p:nvPr/>
            </p:nvSpPr>
            <p:spPr>
              <a:xfrm>
                <a:off x="6232449" y="1066723"/>
                <a:ext cx="86879" cy="130518"/>
              </a:xfrm>
              <a:custGeom>
                <a:avLst/>
                <a:gdLst/>
                <a:ahLst/>
                <a:cxnLst/>
                <a:rect l="l" t="t" r="r" b="b"/>
                <a:pathLst>
                  <a:path w="931" h="1400" extrusionOk="0">
                    <a:moveTo>
                      <a:pt x="426" y="1"/>
                    </a:moveTo>
                    <a:cubicBezTo>
                      <a:pt x="354" y="22"/>
                      <a:pt x="282" y="58"/>
                      <a:pt x="209" y="94"/>
                    </a:cubicBezTo>
                    <a:lnTo>
                      <a:pt x="0" y="195"/>
                    </a:lnTo>
                    <a:lnTo>
                      <a:pt x="649" y="1400"/>
                    </a:lnTo>
                    <a:lnTo>
                      <a:pt x="786" y="1335"/>
                    </a:lnTo>
                    <a:cubicBezTo>
                      <a:pt x="830" y="1306"/>
                      <a:pt x="880" y="1285"/>
                      <a:pt x="931" y="1270"/>
                    </a:cubicBezTo>
                    <a:lnTo>
                      <a:pt x="426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40"/>
              <p:cNvSpPr/>
              <p:nvPr/>
            </p:nvSpPr>
            <p:spPr>
              <a:xfrm>
                <a:off x="6335379" y="1042577"/>
                <a:ext cx="53284" cy="130518"/>
              </a:xfrm>
              <a:custGeom>
                <a:avLst/>
                <a:gdLst/>
                <a:ahLst/>
                <a:cxnLst/>
                <a:rect l="l" t="t" r="r" b="b"/>
                <a:pathLst>
                  <a:path w="571" h="1400" extrusionOk="0">
                    <a:moveTo>
                      <a:pt x="470" y="0"/>
                    </a:moveTo>
                    <a:cubicBezTo>
                      <a:pt x="390" y="0"/>
                      <a:pt x="311" y="7"/>
                      <a:pt x="239" y="22"/>
                    </a:cubicBezTo>
                    <a:lnTo>
                      <a:pt x="1" y="58"/>
                    </a:lnTo>
                    <a:lnTo>
                      <a:pt x="268" y="1399"/>
                    </a:lnTo>
                    <a:lnTo>
                      <a:pt x="419" y="1378"/>
                    </a:lnTo>
                    <a:cubicBezTo>
                      <a:pt x="470" y="1370"/>
                      <a:pt x="520" y="1363"/>
                      <a:pt x="571" y="1363"/>
                    </a:cubicBezTo>
                    <a:lnTo>
                      <a:pt x="47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40"/>
              <p:cNvSpPr/>
              <p:nvPr/>
            </p:nvSpPr>
            <p:spPr>
              <a:xfrm>
                <a:off x="6431682" y="1043229"/>
                <a:ext cx="56550" cy="131824"/>
              </a:xfrm>
              <a:custGeom>
                <a:avLst/>
                <a:gdLst/>
                <a:ahLst/>
                <a:cxnLst/>
                <a:rect l="l" t="t" r="r" b="b"/>
                <a:pathLst>
                  <a:path w="606" h="1414" extrusionOk="0">
                    <a:moveTo>
                      <a:pt x="144" y="0"/>
                    </a:moveTo>
                    <a:lnTo>
                      <a:pt x="0" y="1356"/>
                    </a:lnTo>
                    <a:cubicBezTo>
                      <a:pt x="101" y="1378"/>
                      <a:pt x="202" y="1385"/>
                      <a:pt x="303" y="1414"/>
                    </a:cubicBezTo>
                    <a:lnTo>
                      <a:pt x="606" y="80"/>
                    </a:lnTo>
                    <a:cubicBezTo>
                      <a:pt x="454" y="36"/>
                      <a:pt x="296" y="22"/>
                      <a:pt x="1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40"/>
              <p:cNvSpPr/>
              <p:nvPr/>
            </p:nvSpPr>
            <p:spPr>
              <a:xfrm>
                <a:off x="6500924" y="1070731"/>
                <a:ext cx="89678" cy="130612"/>
              </a:xfrm>
              <a:custGeom>
                <a:avLst/>
                <a:gdLst/>
                <a:ahLst/>
                <a:cxnLst/>
                <a:rect l="l" t="t" r="r" b="b"/>
                <a:pathLst>
                  <a:path w="961" h="1401" extrusionOk="0">
                    <a:moveTo>
                      <a:pt x="542" y="1"/>
                    </a:moveTo>
                    <a:lnTo>
                      <a:pt x="1" y="1256"/>
                    </a:lnTo>
                    <a:lnTo>
                      <a:pt x="138" y="1321"/>
                    </a:lnTo>
                    <a:cubicBezTo>
                      <a:pt x="181" y="1343"/>
                      <a:pt x="232" y="1371"/>
                      <a:pt x="275" y="1400"/>
                    </a:cubicBezTo>
                    <a:lnTo>
                      <a:pt x="960" y="210"/>
                    </a:lnTo>
                    <a:cubicBezTo>
                      <a:pt x="895" y="174"/>
                      <a:pt x="823" y="131"/>
                      <a:pt x="751" y="102"/>
                    </a:cubicBezTo>
                    <a:lnTo>
                      <a:pt x="54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40"/>
              <p:cNvSpPr/>
              <p:nvPr/>
            </p:nvSpPr>
            <p:spPr>
              <a:xfrm>
                <a:off x="6561580" y="1127973"/>
                <a:ext cx="114501" cy="117746"/>
              </a:xfrm>
              <a:custGeom>
                <a:avLst/>
                <a:gdLst/>
                <a:ahLst/>
                <a:cxnLst/>
                <a:rect l="l" t="t" r="r" b="b"/>
                <a:pathLst>
                  <a:path w="1227" h="1263" extrusionOk="0">
                    <a:moveTo>
                      <a:pt x="887" y="0"/>
                    </a:moveTo>
                    <a:lnTo>
                      <a:pt x="0" y="1046"/>
                    </a:lnTo>
                    <a:cubicBezTo>
                      <a:pt x="79" y="1111"/>
                      <a:pt x="152" y="1183"/>
                      <a:pt x="224" y="1262"/>
                    </a:cubicBezTo>
                    <a:lnTo>
                      <a:pt x="1226" y="332"/>
                    </a:lnTo>
                    <a:cubicBezTo>
                      <a:pt x="1118" y="209"/>
                      <a:pt x="1003" y="101"/>
                      <a:pt x="8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40"/>
              <p:cNvSpPr/>
              <p:nvPr/>
            </p:nvSpPr>
            <p:spPr>
              <a:xfrm>
                <a:off x="6636887" y="1310792"/>
                <a:ext cx="132697" cy="61996"/>
              </a:xfrm>
              <a:custGeom>
                <a:avLst/>
                <a:gdLst/>
                <a:ahLst/>
                <a:cxnLst/>
                <a:rect l="l" t="t" r="r" b="b"/>
                <a:pathLst>
                  <a:path w="1422" h="665" extrusionOk="0">
                    <a:moveTo>
                      <a:pt x="1321" y="1"/>
                    </a:moveTo>
                    <a:lnTo>
                      <a:pt x="1" y="361"/>
                    </a:lnTo>
                    <a:lnTo>
                      <a:pt x="44" y="506"/>
                    </a:lnTo>
                    <a:cubicBezTo>
                      <a:pt x="51" y="556"/>
                      <a:pt x="59" y="614"/>
                      <a:pt x="66" y="664"/>
                    </a:cubicBezTo>
                    <a:lnTo>
                      <a:pt x="1422" y="462"/>
                    </a:lnTo>
                    <a:cubicBezTo>
                      <a:pt x="1407" y="383"/>
                      <a:pt x="1400" y="304"/>
                      <a:pt x="1378" y="232"/>
                    </a:cubicBezTo>
                    <a:lnTo>
                      <a:pt x="132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40"/>
              <p:cNvSpPr/>
              <p:nvPr/>
            </p:nvSpPr>
            <p:spPr>
              <a:xfrm>
                <a:off x="6642953" y="1415020"/>
                <a:ext cx="130645" cy="47826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513" extrusionOk="0">
                    <a:moveTo>
                      <a:pt x="30" y="1"/>
                    </a:moveTo>
                    <a:cubicBezTo>
                      <a:pt x="30" y="109"/>
                      <a:pt x="15" y="210"/>
                      <a:pt x="1" y="311"/>
                    </a:cubicBezTo>
                    <a:lnTo>
                      <a:pt x="1357" y="513"/>
                    </a:lnTo>
                    <a:cubicBezTo>
                      <a:pt x="1378" y="354"/>
                      <a:pt x="1393" y="203"/>
                      <a:pt x="1400" y="44"/>
                    </a:cubicBezTo>
                    <a:lnTo>
                      <a:pt x="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40"/>
              <p:cNvSpPr/>
              <p:nvPr/>
            </p:nvSpPr>
            <p:spPr>
              <a:xfrm>
                <a:off x="6622143" y="1485687"/>
                <a:ext cx="131951" cy="81388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873" extrusionOk="0">
                    <a:moveTo>
                      <a:pt x="123" y="0"/>
                    </a:moveTo>
                    <a:lnTo>
                      <a:pt x="65" y="144"/>
                    </a:lnTo>
                    <a:cubicBezTo>
                      <a:pt x="51" y="195"/>
                      <a:pt x="22" y="238"/>
                      <a:pt x="0" y="281"/>
                    </a:cubicBezTo>
                    <a:lnTo>
                      <a:pt x="1234" y="873"/>
                    </a:lnTo>
                    <a:cubicBezTo>
                      <a:pt x="1270" y="801"/>
                      <a:pt x="1306" y="736"/>
                      <a:pt x="1335" y="664"/>
                    </a:cubicBezTo>
                    <a:lnTo>
                      <a:pt x="1414" y="440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40"/>
              <p:cNvSpPr/>
              <p:nvPr/>
            </p:nvSpPr>
            <p:spPr>
              <a:xfrm>
                <a:off x="6582390" y="1548895"/>
                <a:ext cx="121219" cy="108983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1169" extrusionOk="0">
                    <a:moveTo>
                      <a:pt x="195" y="0"/>
                    </a:moveTo>
                    <a:lnTo>
                      <a:pt x="102" y="123"/>
                    </a:lnTo>
                    <a:lnTo>
                      <a:pt x="1" y="238"/>
                    </a:lnTo>
                    <a:lnTo>
                      <a:pt x="1003" y="1168"/>
                    </a:lnTo>
                    <a:lnTo>
                      <a:pt x="1155" y="988"/>
                    </a:lnTo>
                    <a:lnTo>
                      <a:pt x="1299" y="801"/>
                    </a:lnTo>
                    <a:lnTo>
                      <a:pt x="19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40"/>
              <p:cNvSpPr/>
              <p:nvPr/>
            </p:nvSpPr>
            <p:spPr>
              <a:xfrm>
                <a:off x="6526586" y="1599238"/>
                <a:ext cx="100316" cy="126510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1357" extrusionOk="0">
                    <a:moveTo>
                      <a:pt x="252" y="1"/>
                    </a:moveTo>
                    <a:cubicBezTo>
                      <a:pt x="209" y="37"/>
                      <a:pt x="173" y="66"/>
                      <a:pt x="130" y="95"/>
                    </a:cubicBezTo>
                    <a:lnTo>
                      <a:pt x="0" y="174"/>
                    </a:lnTo>
                    <a:lnTo>
                      <a:pt x="685" y="1357"/>
                    </a:lnTo>
                    <a:lnTo>
                      <a:pt x="880" y="1234"/>
                    </a:lnTo>
                    <a:cubicBezTo>
                      <a:pt x="952" y="1191"/>
                      <a:pt x="1010" y="1141"/>
                      <a:pt x="1075" y="1097"/>
                    </a:cubicBezTo>
                    <a:lnTo>
                      <a:pt x="2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40"/>
              <p:cNvSpPr/>
              <p:nvPr/>
            </p:nvSpPr>
            <p:spPr>
              <a:xfrm>
                <a:off x="6459957" y="1632893"/>
                <a:ext cx="70735" cy="132570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422" extrusionOk="0">
                    <a:moveTo>
                      <a:pt x="296" y="1"/>
                    </a:moveTo>
                    <a:cubicBezTo>
                      <a:pt x="195" y="37"/>
                      <a:pt x="101" y="73"/>
                      <a:pt x="0" y="94"/>
                    </a:cubicBezTo>
                    <a:lnTo>
                      <a:pt x="303" y="1421"/>
                    </a:lnTo>
                    <a:cubicBezTo>
                      <a:pt x="454" y="1393"/>
                      <a:pt x="606" y="1342"/>
                      <a:pt x="757" y="1292"/>
                    </a:cubicBezTo>
                    <a:lnTo>
                      <a:pt x="29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40"/>
              <p:cNvSpPr/>
              <p:nvPr/>
            </p:nvSpPr>
            <p:spPr>
              <a:xfrm>
                <a:off x="6379145" y="1646318"/>
                <a:ext cx="43859" cy="128188"/>
              </a:xfrm>
              <a:custGeom>
                <a:avLst/>
                <a:gdLst/>
                <a:ahLst/>
                <a:cxnLst/>
                <a:rect l="l" t="t" r="r" b="b"/>
                <a:pathLst>
                  <a:path w="470" h="1375" extrusionOk="0">
                    <a:moveTo>
                      <a:pt x="102" y="1"/>
                    </a:moveTo>
                    <a:lnTo>
                      <a:pt x="1" y="1364"/>
                    </a:lnTo>
                    <a:cubicBezTo>
                      <a:pt x="113" y="1369"/>
                      <a:pt x="221" y="1374"/>
                      <a:pt x="331" y="1374"/>
                    </a:cubicBezTo>
                    <a:cubicBezTo>
                      <a:pt x="377" y="1374"/>
                      <a:pt x="423" y="1373"/>
                      <a:pt x="469" y="1371"/>
                    </a:cubicBezTo>
                    <a:lnTo>
                      <a:pt x="412" y="1"/>
                    </a:lnTo>
                    <a:cubicBezTo>
                      <a:pt x="361" y="4"/>
                      <a:pt x="309" y="6"/>
                      <a:pt x="257" y="6"/>
                    </a:cubicBezTo>
                    <a:cubicBezTo>
                      <a:pt x="204" y="6"/>
                      <a:pt x="152" y="4"/>
                      <a:pt x="10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40"/>
              <p:cNvSpPr/>
              <p:nvPr/>
            </p:nvSpPr>
            <p:spPr>
              <a:xfrm>
                <a:off x="6272109" y="1630842"/>
                <a:ext cx="74187" cy="131917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415" extrusionOk="0">
                    <a:moveTo>
                      <a:pt x="506" y="1"/>
                    </a:moveTo>
                    <a:lnTo>
                      <a:pt x="1" y="1270"/>
                    </a:lnTo>
                    <a:cubicBezTo>
                      <a:pt x="145" y="1328"/>
                      <a:pt x="296" y="1379"/>
                      <a:pt x="448" y="1415"/>
                    </a:cubicBezTo>
                    <a:lnTo>
                      <a:pt x="794" y="95"/>
                    </a:lnTo>
                    <a:cubicBezTo>
                      <a:pt x="693" y="66"/>
                      <a:pt x="599" y="37"/>
                      <a:pt x="5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40"/>
              <p:cNvSpPr/>
              <p:nvPr/>
            </p:nvSpPr>
            <p:spPr>
              <a:xfrm>
                <a:off x="6177205" y="1595229"/>
                <a:ext cx="103769" cy="125205"/>
              </a:xfrm>
              <a:custGeom>
                <a:avLst/>
                <a:gdLst/>
                <a:ahLst/>
                <a:cxnLst/>
                <a:rect l="l" t="t" r="r" b="b"/>
                <a:pathLst>
                  <a:path w="1112" h="1343" extrusionOk="0">
                    <a:moveTo>
                      <a:pt x="859" y="1"/>
                    </a:moveTo>
                    <a:lnTo>
                      <a:pt x="1" y="1068"/>
                    </a:lnTo>
                    <a:cubicBezTo>
                      <a:pt x="123" y="1169"/>
                      <a:pt x="253" y="1256"/>
                      <a:pt x="390" y="1342"/>
                    </a:cubicBezTo>
                    <a:lnTo>
                      <a:pt x="1112" y="174"/>
                    </a:lnTo>
                    <a:cubicBezTo>
                      <a:pt x="1018" y="123"/>
                      <a:pt x="938" y="66"/>
                      <a:pt x="8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40"/>
              <p:cNvSpPr/>
              <p:nvPr/>
            </p:nvSpPr>
            <p:spPr>
              <a:xfrm>
                <a:off x="6103205" y="1542835"/>
                <a:ext cx="123272" cy="106932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1147" extrusionOk="0">
                    <a:moveTo>
                      <a:pt x="1126" y="0"/>
                    </a:moveTo>
                    <a:lnTo>
                      <a:pt x="0" y="772"/>
                    </a:lnTo>
                    <a:lnTo>
                      <a:pt x="137" y="959"/>
                    </a:lnTo>
                    <a:lnTo>
                      <a:pt x="210" y="1053"/>
                    </a:lnTo>
                    <a:lnTo>
                      <a:pt x="289" y="1147"/>
                    </a:lnTo>
                    <a:lnTo>
                      <a:pt x="1320" y="245"/>
                    </a:lnTo>
                    <a:lnTo>
                      <a:pt x="1263" y="188"/>
                    </a:lnTo>
                    <a:lnTo>
                      <a:pt x="1219" y="123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40"/>
              <p:cNvSpPr/>
              <p:nvPr/>
            </p:nvSpPr>
            <p:spPr>
              <a:xfrm>
                <a:off x="6055426" y="1478881"/>
                <a:ext cx="131951" cy="78777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845" extrusionOk="0">
                    <a:moveTo>
                      <a:pt x="1306" y="1"/>
                    </a:moveTo>
                    <a:lnTo>
                      <a:pt x="0" y="405"/>
                    </a:lnTo>
                    <a:cubicBezTo>
                      <a:pt x="51" y="549"/>
                      <a:pt x="101" y="701"/>
                      <a:pt x="166" y="845"/>
                    </a:cubicBezTo>
                    <a:lnTo>
                      <a:pt x="1414" y="282"/>
                    </a:lnTo>
                    <a:cubicBezTo>
                      <a:pt x="1371" y="196"/>
                      <a:pt x="1342" y="95"/>
                      <a:pt x="13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40"/>
              <p:cNvSpPr/>
              <p:nvPr/>
            </p:nvSpPr>
            <p:spPr>
              <a:xfrm>
                <a:off x="6039282" y="1408308"/>
                <a:ext cx="129338" cy="43817"/>
              </a:xfrm>
              <a:custGeom>
                <a:avLst/>
                <a:gdLst/>
                <a:ahLst/>
                <a:cxnLst/>
                <a:rect l="l" t="t" r="r" b="b"/>
                <a:pathLst>
                  <a:path w="1386" h="470" extrusionOk="0">
                    <a:moveTo>
                      <a:pt x="0" y="1"/>
                    </a:moveTo>
                    <a:cubicBezTo>
                      <a:pt x="7" y="152"/>
                      <a:pt x="7" y="311"/>
                      <a:pt x="29" y="469"/>
                    </a:cubicBezTo>
                    <a:lnTo>
                      <a:pt x="1385" y="304"/>
                    </a:lnTo>
                    <a:cubicBezTo>
                      <a:pt x="1371" y="203"/>
                      <a:pt x="1378" y="102"/>
                      <a:pt x="13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40"/>
              <p:cNvSpPr/>
              <p:nvPr/>
            </p:nvSpPr>
            <p:spPr>
              <a:xfrm>
                <a:off x="6608612" y="1210666"/>
                <a:ext cx="128685" cy="93507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003" extrusionOk="0">
                    <a:moveTo>
                      <a:pt x="1155" y="0"/>
                    </a:moveTo>
                    <a:lnTo>
                      <a:pt x="1" y="736"/>
                    </a:lnTo>
                    <a:lnTo>
                      <a:pt x="80" y="866"/>
                    </a:lnTo>
                    <a:cubicBezTo>
                      <a:pt x="102" y="909"/>
                      <a:pt x="131" y="959"/>
                      <a:pt x="145" y="1003"/>
                    </a:cubicBezTo>
                    <a:lnTo>
                      <a:pt x="1379" y="411"/>
                    </a:lnTo>
                    <a:cubicBezTo>
                      <a:pt x="1342" y="339"/>
                      <a:pt x="1314" y="267"/>
                      <a:pt x="1278" y="202"/>
                    </a:cubicBezTo>
                    <a:lnTo>
                      <a:pt x="11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7" name="Google Shape;1567;p40"/>
            <p:cNvGrpSpPr/>
            <p:nvPr/>
          </p:nvGrpSpPr>
          <p:grpSpPr>
            <a:xfrm>
              <a:off x="1989669" y="2085365"/>
              <a:ext cx="887014" cy="872213"/>
              <a:chOff x="2866317" y="3817357"/>
              <a:chExt cx="362920" cy="356865"/>
            </a:xfrm>
          </p:grpSpPr>
          <p:sp>
            <p:nvSpPr>
              <p:cNvPr id="1568" name="Google Shape;1568;p40"/>
              <p:cNvSpPr/>
              <p:nvPr/>
            </p:nvSpPr>
            <p:spPr>
              <a:xfrm>
                <a:off x="2866317" y="3817357"/>
                <a:ext cx="356865" cy="356498"/>
              </a:xfrm>
              <a:custGeom>
                <a:avLst/>
                <a:gdLst/>
                <a:ahLst/>
                <a:cxnLst/>
                <a:rect l="l" t="t" r="r" b="b"/>
                <a:pathLst>
                  <a:path w="13613" h="13599" extrusionOk="0">
                    <a:moveTo>
                      <a:pt x="6799" y="0"/>
                    </a:moveTo>
                    <a:cubicBezTo>
                      <a:pt x="3046" y="0"/>
                      <a:pt x="0" y="3046"/>
                      <a:pt x="0" y="6799"/>
                    </a:cubicBezTo>
                    <a:cubicBezTo>
                      <a:pt x="0" y="10552"/>
                      <a:pt x="3046" y="13598"/>
                      <a:pt x="6799" y="13598"/>
                    </a:cubicBezTo>
                    <a:cubicBezTo>
                      <a:pt x="10567" y="13598"/>
                      <a:pt x="13613" y="10552"/>
                      <a:pt x="13613" y="6799"/>
                    </a:cubicBezTo>
                    <a:cubicBezTo>
                      <a:pt x="13613" y="3046"/>
                      <a:pt x="10567" y="0"/>
                      <a:pt x="6799" y="0"/>
                    </a:cubicBezTo>
                    <a:close/>
                  </a:path>
                </a:pathLst>
              </a:custGeom>
              <a:solidFill>
                <a:srgbClr val="FF00A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40"/>
              <p:cNvSpPr/>
              <p:nvPr/>
            </p:nvSpPr>
            <p:spPr>
              <a:xfrm>
                <a:off x="3021457" y="3817357"/>
                <a:ext cx="207780" cy="356576"/>
              </a:xfrm>
              <a:custGeom>
                <a:avLst/>
                <a:gdLst/>
                <a:ahLst/>
                <a:cxnLst/>
                <a:rect l="l" t="t" r="r" b="b"/>
                <a:pathLst>
                  <a:path w="7926" h="13602" extrusionOk="0">
                    <a:moveTo>
                      <a:pt x="881" y="0"/>
                    </a:moveTo>
                    <a:cubicBezTo>
                      <a:pt x="593" y="0"/>
                      <a:pt x="290" y="15"/>
                      <a:pt x="1" y="58"/>
                    </a:cubicBezTo>
                    <a:cubicBezTo>
                      <a:pt x="3379" y="505"/>
                      <a:pt x="5919" y="3378"/>
                      <a:pt x="5919" y="6799"/>
                    </a:cubicBezTo>
                    <a:cubicBezTo>
                      <a:pt x="5919" y="10220"/>
                      <a:pt x="3379" y="13093"/>
                      <a:pt x="1" y="13541"/>
                    </a:cubicBezTo>
                    <a:cubicBezTo>
                      <a:pt x="306" y="13581"/>
                      <a:pt x="610" y="13601"/>
                      <a:pt x="909" y="13601"/>
                    </a:cubicBezTo>
                    <a:cubicBezTo>
                      <a:pt x="4431" y="13601"/>
                      <a:pt x="7440" y="10865"/>
                      <a:pt x="7666" y="7247"/>
                    </a:cubicBezTo>
                    <a:cubicBezTo>
                      <a:pt x="7926" y="3320"/>
                      <a:pt x="4822" y="0"/>
                      <a:pt x="881" y="0"/>
                    </a:cubicBezTo>
                    <a:close/>
                  </a:path>
                </a:pathLst>
              </a:custGeom>
              <a:solidFill>
                <a:srgbClr val="FF00A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40"/>
              <p:cNvSpPr/>
              <p:nvPr/>
            </p:nvSpPr>
            <p:spPr>
              <a:xfrm>
                <a:off x="2928367" y="3894561"/>
                <a:ext cx="194175" cy="279662"/>
              </a:xfrm>
              <a:custGeom>
                <a:avLst/>
                <a:gdLst/>
                <a:ahLst/>
                <a:cxnLst/>
                <a:rect l="l" t="t" r="r" b="b"/>
                <a:pathLst>
                  <a:path w="7407" h="10668" extrusionOk="0">
                    <a:moveTo>
                      <a:pt x="6208" y="0"/>
                    </a:moveTo>
                    <a:cubicBezTo>
                      <a:pt x="4086" y="14"/>
                      <a:pt x="2079" y="1732"/>
                      <a:pt x="2079" y="3854"/>
                    </a:cubicBezTo>
                    <a:lnTo>
                      <a:pt x="2079" y="4114"/>
                    </a:lnTo>
                    <a:cubicBezTo>
                      <a:pt x="2079" y="4129"/>
                      <a:pt x="2051" y="4157"/>
                      <a:pt x="2036" y="4157"/>
                    </a:cubicBezTo>
                    <a:lnTo>
                      <a:pt x="174" y="4157"/>
                    </a:lnTo>
                    <a:cubicBezTo>
                      <a:pt x="73" y="4157"/>
                      <a:pt x="1" y="4230"/>
                      <a:pt x="1" y="4331"/>
                    </a:cubicBezTo>
                    <a:lnTo>
                      <a:pt x="1" y="6048"/>
                    </a:lnTo>
                    <a:cubicBezTo>
                      <a:pt x="1" y="6149"/>
                      <a:pt x="73" y="6236"/>
                      <a:pt x="174" y="6236"/>
                    </a:cubicBezTo>
                    <a:lnTo>
                      <a:pt x="2036" y="6236"/>
                    </a:lnTo>
                    <a:cubicBezTo>
                      <a:pt x="2051" y="6236"/>
                      <a:pt x="2079" y="6251"/>
                      <a:pt x="2079" y="6279"/>
                    </a:cubicBezTo>
                    <a:lnTo>
                      <a:pt x="2079" y="10220"/>
                    </a:lnTo>
                    <a:cubicBezTo>
                      <a:pt x="2079" y="10235"/>
                      <a:pt x="2079" y="10249"/>
                      <a:pt x="2108" y="10264"/>
                    </a:cubicBezTo>
                    <a:cubicBezTo>
                      <a:pt x="2743" y="10495"/>
                      <a:pt x="3422" y="10624"/>
                      <a:pt x="4100" y="10668"/>
                    </a:cubicBezTo>
                    <a:cubicBezTo>
                      <a:pt x="4129" y="10668"/>
                      <a:pt x="4144" y="10639"/>
                      <a:pt x="4144" y="10624"/>
                    </a:cubicBezTo>
                    <a:lnTo>
                      <a:pt x="4144" y="6279"/>
                    </a:lnTo>
                    <a:cubicBezTo>
                      <a:pt x="4144" y="6251"/>
                      <a:pt x="4158" y="6236"/>
                      <a:pt x="4187" y="6236"/>
                    </a:cubicBezTo>
                    <a:lnTo>
                      <a:pt x="7218" y="6236"/>
                    </a:lnTo>
                    <a:cubicBezTo>
                      <a:pt x="7319" y="6236"/>
                      <a:pt x="7406" y="6149"/>
                      <a:pt x="7406" y="6048"/>
                    </a:cubicBezTo>
                    <a:lnTo>
                      <a:pt x="7406" y="4331"/>
                    </a:lnTo>
                    <a:cubicBezTo>
                      <a:pt x="7406" y="4230"/>
                      <a:pt x="7319" y="4143"/>
                      <a:pt x="7218" y="4143"/>
                    </a:cubicBezTo>
                    <a:lnTo>
                      <a:pt x="4187" y="4143"/>
                    </a:lnTo>
                    <a:cubicBezTo>
                      <a:pt x="4158" y="4143"/>
                      <a:pt x="4144" y="4129"/>
                      <a:pt x="4144" y="4100"/>
                    </a:cubicBezTo>
                    <a:lnTo>
                      <a:pt x="4144" y="3854"/>
                    </a:lnTo>
                    <a:cubicBezTo>
                      <a:pt x="4144" y="2714"/>
                      <a:pt x="5068" y="2079"/>
                      <a:pt x="6208" y="2079"/>
                    </a:cubicBezTo>
                    <a:lnTo>
                      <a:pt x="7218" y="2079"/>
                    </a:lnTo>
                    <a:cubicBezTo>
                      <a:pt x="7319" y="2079"/>
                      <a:pt x="7406" y="1992"/>
                      <a:pt x="7406" y="1891"/>
                    </a:cubicBezTo>
                    <a:lnTo>
                      <a:pt x="7406" y="173"/>
                    </a:lnTo>
                    <a:cubicBezTo>
                      <a:pt x="7406" y="72"/>
                      <a:pt x="7319" y="0"/>
                      <a:pt x="72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71" name="Google Shape;1571;p40"/>
          <p:cNvGrpSpPr/>
          <p:nvPr/>
        </p:nvGrpSpPr>
        <p:grpSpPr>
          <a:xfrm>
            <a:off x="3929433" y="2227522"/>
            <a:ext cx="1320161" cy="1382628"/>
            <a:chOff x="3675515" y="1726438"/>
            <a:chExt cx="1507550" cy="1579064"/>
          </a:xfrm>
        </p:grpSpPr>
        <p:grpSp>
          <p:nvGrpSpPr>
            <p:cNvPr id="1572" name="Google Shape;1572;p40"/>
            <p:cNvGrpSpPr/>
            <p:nvPr/>
          </p:nvGrpSpPr>
          <p:grpSpPr>
            <a:xfrm>
              <a:off x="3675515" y="1726438"/>
              <a:ext cx="1507550" cy="1579064"/>
              <a:chOff x="6039282" y="1042577"/>
              <a:chExt cx="734315" cy="731929"/>
            </a:xfrm>
          </p:grpSpPr>
          <p:sp>
            <p:nvSpPr>
              <p:cNvPr id="1573" name="Google Shape;1573;p40"/>
              <p:cNvSpPr/>
              <p:nvPr/>
            </p:nvSpPr>
            <p:spPr>
              <a:xfrm>
                <a:off x="6045348" y="1300071"/>
                <a:ext cx="131951" cy="65352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701" extrusionOk="0">
                    <a:moveTo>
                      <a:pt x="108" y="0"/>
                    </a:moveTo>
                    <a:lnTo>
                      <a:pt x="51" y="224"/>
                    </a:lnTo>
                    <a:cubicBezTo>
                      <a:pt x="29" y="303"/>
                      <a:pt x="7" y="375"/>
                      <a:pt x="0" y="455"/>
                    </a:cubicBezTo>
                    <a:lnTo>
                      <a:pt x="1342" y="700"/>
                    </a:lnTo>
                    <a:cubicBezTo>
                      <a:pt x="1349" y="650"/>
                      <a:pt x="1363" y="599"/>
                      <a:pt x="1378" y="549"/>
                    </a:cubicBezTo>
                    <a:lnTo>
                      <a:pt x="1414" y="397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40"/>
              <p:cNvSpPr/>
              <p:nvPr/>
            </p:nvSpPr>
            <p:spPr>
              <a:xfrm>
                <a:off x="6080342" y="1201250"/>
                <a:ext cx="127938" cy="96863"/>
              </a:xfrm>
              <a:custGeom>
                <a:avLst/>
                <a:gdLst/>
                <a:ahLst/>
                <a:cxnLst/>
                <a:rect l="l" t="t" r="r" b="b"/>
                <a:pathLst>
                  <a:path w="1371" h="1039" extrusionOk="0">
                    <a:moveTo>
                      <a:pt x="245" y="0"/>
                    </a:moveTo>
                    <a:cubicBezTo>
                      <a:pt x="159" y="137"/>
                      <a:pt x="72" y="267"/>
                      <a:pt x="0" y="404"/>
                    </a:cubicBezTo>
                    <a:lnTo>
                      <a:pt x="1219" y="1039"/>
                    </a:lnTo>
                    <a:cubicBezTo>
                      <a:pt x="1262" y="945"/>
                      <a:pt x="1320" y="866"/>
                      <a:pt x="1371" y="772"/>
                    </a:cubicBezTo>
                    <a:lnTo>
                      <a:pt x="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40"/>
              <p:cNvSpPr/>
              <p:nvPr/>
            </p:nvSpPr>
            <p:spPr>
              <a:xfrm>
                <a:off x="6144918" y="1121167"/>
                <a:ext cx="112541" cy="119145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1278" extrusionOk="0">
                    <a:moveTo>
                      <a:pt x="347" y="1"/>
                    </a:moveTo>
                    <a:cubicBezTo>
                      <a:pt x="224" y="95"/>
                      <a:pt x="116" y="210"/>
                      <a:pt x="1" y="318"/>
                    </a:cubicBezTo>
                    <a:lnTo>
                      <a:pt x="974" y="1278"/>
                    </a:lnTo>
                    <a:cubicBezTo>
                      <a:pt x="1046" y="1205"/>
                      <a:pt x="1126" y="1133"/>
                      <a:pt x="1205" y="1068"/>
                    </a:cubicBezTo>
                    <a:lnTo>
                      <a:pt x="3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40"/>
              <p:cNvSpPr/>
              <p:nvPr/>
            </p:nvSpPr>
            <p:spPr>
              <a:xfrm>
                <a:off x="6232449" y="1066723"/>
                <a:ext cx="86879" cy="130518"/>
              </a:xfrm>
              <a:custGeom>
                <a:avLst/>
                <a:gdLst/>
                <a:ahLst/>
                <a:cxnLst/>
                <a:rect l="l" t="t" r="r" b="b"/>
                <a:pathLst>
                  <a:path w="931" h="1400" extrusionOk="0">
                    <a:moveTo>
                      <a:pt x="426" y="1"/>
                    </a:moveTo>
                    <a:cubicBezTo>
                      <a:pt x="354" y="22"/>
                      <a:pt x="282" y="58"/>
                      <a:pt x="209" y="94"/>
                    </a:cubicBezTo>
                    <a:lnTo>
                      <a:pt x="0" y="195"/>
                    </a:lnTo>
                    <a:lnTo>
                      <a:pt x="649" y="1400"/>
                    </a:lnTo>
                    <a:lnTo>
                      <a:pt x="786" y="1335"/>
                    </a:lnTo>
                    <a:cubicBezTo>
                      <a:pt x="830" y="1306"/>
                      <a:pt x="880" y="1285"/>
                      <a:pt x="931" y="1270"/>
                    </a:cubicBezTo>
                    <a:lnTo>
                      <a:pt x="426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40"/>
              <p:cNvSpPr/>
              <p:nvPr/>
            </p:nvSpPr>
            <p:spPr>
              <a:xfrm>
                <a:off x="6335379" y="1042577"/>
                <a:ext cx="53284" cy="130518"/>
              </a:xfrm>
              <a:custGeom>
                <a:avLst/>
                <a:gdLst/>
                <a:ahLst/>
                <a:cxnLst/>
                <a:rect l="l" t="t" r="r" b="b"/>
                <a:pathLst>
                  <a:path w="571" h="1400" extrusionOk="0">
                    <a:moveTo>
                      <a:pt x="470" y="0"/>
                    </a:moveTo>
                    <a:cubicBezTo>
                      <a:pt x="390" y="0"/>
                      <a:pt x="311" y="7"/>
                      <a:pt x="239" y="22"/>
                    </a:cubicBezTo>
                    <a:lnTo>
                      <a:pt x="1" y="58"/>
                    </a:lnTo>
                    <a:lnTo>
                      <a:pt x="268" y="1399"/>
                    </a:lnTo>
                    <a:lnTo>
                      <a:pt x="419" y="1378"/>
                    </a:lnTo>
                    <a:cubicBezTo>
                      <a:pt x="470" y="1370"/>
                      <a:pt x="520" y="1363"/>
                      <a:pt x="571" y="1363"/>
                    </a:cubicBezTo>
                    <a:lnTo>
                      <a:pt x="47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40"/>
              <p:cNvSpPr/>
              <p:nvPr/>
            </p:nvSpPr>
            <p:spPr>
              <a:xfrm>
                <a:off x="6431682" y="1043229"/>
                <a:ext cx="56550" cy="131824"/>
              </a:xfrm>
              <a:custGeom>
                <a:avLst/>
                <a:gdLst/>
                <a:ahLst/>
                <a:cxnLst/>
                <a:rect l="l" t="t" r="r" b="b"/>
                <a:pathLst>
                  <a:path w="606" h="1414" extrusionOk="0">
                    <a:moveTo>
                      <a:pt x="144" y="0"/>
                    </a:moveTo>
                    <a:lnTo>
                      <a:pt x="0" y="1356"/>
                    </a:lnTo>
                    <a:cubicBezTo>
                      <a:pt x="101" y="1378"/>
                      <a:pt x="202" y="1385"/>
                      <a:pt x="303" y="1414"/>
                    </a:cubicBezTo>
                    <a:lnTo>
                      <a:pt x="606" y="80"/>
                    </a:lnTo>
                    <a:cubicBezTo>
                      <a:pt x="454" y="36"/>
                      <a:pt x="296" y="22"/>
                      <a:pt x="1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40"/>
              <p:cNvSpPr/>
              <p:nvPr/>
            </p:nvSpPr>
            <p:spPr>
              <a:xfrm>
                <a:off x="6500924" y="1070731"/>
                <a:ext cx="89678" cy="130612"/>
              </a:xfrm>
              <a:custGeom>
                <a:avLst/>
                <a:gdLst/>
                <a:ahLst/>
                <a:cxnLst/>
                <a:rect l="l" t="t" r="r" b="b"/>
                <a:pathLst>
                  <a:path w="961" h="1401" extrusionOk="0">
                    <a:moveTo>
                      <a:pt x="542" y="1"/>
                    </a:moveTo>
                    <a:lnTo>
                      <a:pt x="1" y="1256"/>
                    </a:lnTo>
                    <a:lnTo>
                      <a:pt x="138" y="1321"/>
                    </a:lnTo>
                    <a:cubicBezTo>
                      <a:pt x="181" y="1343"/>
                      <a:pt x="232" y="1371"/>
                      <a:pt x="275" y="1400"/>
                    </a:cubicBezTo>
                    <a:lnTo>
                      <a:pt x="960" y="210"/>
                    </a:lnTo>
                    <a:cubicBezTo>
                      <a:pt x="895" y="174"/>
                      <a:pt x="823" y="131"/>
                      <a:pt x="751" y="102"/>
                    </a:cubicBezTo>
                    <a:lnTo>
                      <a:pt x="54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40"/>
              <p:cNvSpPr/>
              <p:nvPr/>
            </p:nvSpPr>
            <p:spPr>
              <a:xfrm>
                <a:off x="6561580" y="1127973"/>
                <a:ext cx="114501" cy="117746"/>
              </a:xfrm>
              <a:custGeom>
                <a:avLst/>
                <a:gdLst/>
                <a:ahLst/>
                <a:cxnLst/>
                <a:rect l="l" t="t" r="r" b="b"/>
                <a:pathLst>
                  <a:path w="1227" h="1263" extrusionOk="0">
                    <a:moveTo>
                      <a:pt x="887" y="0"/>
                    </a:moveTo>
                    <a:lnTo>
                      <a:pt x="0" y="1046"/>
                    </a:lnTo>
                    <a:cubicBezTo>
                      <a:pt x="79" y="1111"/>
                      <a:pt x="152" y="1183"/>
                      <a:pt x="224" y="1262"/>
                    </a:cubicBezTo>
                    <a:lnTo>
                      <a:pt x="1226" y="332"/>
                    </a:lnTo>
                    <a:cubicBezTo>
                      <a:pt x="1118" y="209"/>
                      <a:pt x="1003" y="101"/>
                      <a:pt x="8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40"/>
              <p:cNvSpPr/>
              <p:nvPr/>
            </p:nvSpPr>
            <p:spPr>
              <a:xfrm>
                <a:off x="6636887" y="1310792"/>
                <a:ext cx="132697" cy="61996"/>
              </a:xfrm>
              <a:custGeom>
                <a:avLst/>
                <a:gdLst/>
                <a:ahLst/>
                <a:cxnLst/>
                <a:rect l="l" t="t" r="r" b="b"/>
                <a:pathLst>
                  <a:path w="1422" h="665" extrusionOk="0">
                    <a:moveTo>
                      <a:pt x="1321" y="1"/>
                    </a:moveTo>
                    <a:lnTo>
                      <a:pt x="1" y="361"/>
                    </a:lnTo>
                    <a:lnTo>
                      <a:pt x="44" y="506"/>
                    </a:lnTo>
                    <a:cubicBezTo>
                      <a:pt x="51" y="556"/>
                      <a:pt x="59" y="614"/>
                      <a:pt x="66" y="664"/>
                    </a:cubicBezTo>
                    <a:lnTo>
                      <a:pt x="1422" y="462"/>
                    </a:lnTo>
                    <a:cubicBezTo>
                      <a:pt x="1407" y="383"/>
                      <a:pt x="1400" y="304"/>
                      <a:pt x="1378" y="232"/>
                    </a:cubicBezTo>
                    <a:lnTo>
                      <a:pt x="13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40"/>
              <p:cNvSpPr/>
              <p:nvPr/>
            </p:nvSpPr>
            <p:spPr>
              <a:xfrm>
                <a:off x="6642953" y="1415020"/>
                <a:ext cx="130645" cy="47826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513" extrusionOk="0">
                    <a:moveTo>
                      <a:pt x="30" y="1"/>
                    </a:moveTo>
                    <a:cubicBezTo>
                      <a:pt x="30" y="109"/>
                      <a:pt x="15" y="210"/>
                      <a:pt x="1" y="311"/>
                    </a:cubicBezTo>
                    <a:lnTo>
                      <a:pt x="1357" y="513"/>
                    </a:lnTo>
                    <a:cubicBezTo>
                      <a:pt x="1378" y="354"/>
                      <a:pt x="1393" y="203"/>
                      <a:pt x="1400" y="44"/>
                    </a:cubicBezTo>
                    <a:lnTo>
                      <a:pt x="3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40"/>
              <p:cNvSpPr/>
              <p:nvPr/>
            </p:nvSpPr>
            <p:spPr>
              <a:xfrm>
                <a:off x="6622143" y="1485687"/>
                <a:ext cx="131951" cy="81388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873" extrusionOk="0">
                    <a:moveTo>
                      <a:pt x="123" y="0"/>
                    </a:moveTo>
                    <a:lnTo>
                      <a:pt x="65" y="144"/>
                    </a:lnTo>
                    <a:cubicBezTo>
                      <a:pt x="51" y="195"/>
                      <a:pt x="22" y="238"/>
                      <a:pt x="0" y="281"/>
                    </a:cubicBezTo>
                    <a:lnTo>
                      <a:pt x="1234" y="873"/>
                    </a:lnTo>
                    <a:cubicBezTo>
                      <a:pt x="1270" y="801"/>
                      <a:pt x="1306" y="736"/>
                      <a:pt x="1335" y="664"/>
                    </a:cubicBezTo>
                    <a:lnTo>
                      <a:pt x="1414" y="440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40"/>
              <p:cNvSpPr/>
              <p:nvPr/>
            </p:nvSpPr>
            <p:spPr>
              <a:xfrm>
                <a:off x="6582390" y="1548895"/>
                <a:ext cx="121219" cy="108983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1169" extrusionOk="0">
                    <a:moveTo>
                      <a:pt x="195" y="0"/>
                    </a:moveTo>
                    <a:lnTo>
                      <a:pt x="102" y="123"/>
                    </a:lnTo>
                    <a:lnTo>
                      <a:pt x="1" y="238"/>
                    </a:lnTo>
                    <a:lnTo>
                      <a:pt x="1003" y="1168"/>
                    </a:lnTo>
                    <a:lnTo>
                      <a:pt x="1155" y="988"/>
                    </a:lnTo>
                    <a:lnTo>
                      <a:pt x="1299" y="801"/>
                    </a:lnTo>
                    <a:lnTo>
                      <a:pt x="19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40"/>
              <p:cNvSpPr/>
              <p:nvPr/>
            </p:nvSpPr>
            <p:spPr>
              <a:xfrm>
                <a:off x="6526586" y="1599238"/>
                <a:ext cx="100316" cy="126510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1357" extrusionOk="0">
                    <a:moveTo>
                      <a:pt x="252" y="1"/>
                    </a:moveTo>
                    <a:cubicBezTo>
                      <a:pt x="209" y="37"/>
                      <a:pt x="173" y="66"/>
                      <a:pt x="130" y="95"/>
                    </a:cubicBezTo>
                    <a:lnTo>
                      <a:pt x="0" y="174"/>
                    </a:lnTo>
                    <a:lnTo>
                      <a:pt x="685" y="1357"/>
                    </a:lnTo>
                    <a:lnTo>
                      <a:pt x="880" y="1234"/>
                    </a:lnTo>
                    <a:cubicBezTo>
                      <a:pt x="952" y="1191"/>
                      <a:pt x="1010" y="1141"/>
                      <a:pt x="1075" y="1097"/>
                    </a:cubicBezTo>
                    <a:lnTo>
                      <a:pt x="2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40"/>
              <p:cNvSpPr/>
              <p:nvPr/>
            </p:nvSpPr>
            <p:spPr>
              <a:xfrm>
                <a:off x="6459957" y="1632893"/>
                <a:ext cx="70735" cy="132570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422" extrusionOk="0">
                    <a:moveTo>
                      <a:pt x="296" y="1"/>
                    </a:moveTo>
                    <a:cubicBezTo>
                      <a:pt x="195" y="37"/>
                      <a:pt x="101" y="73"/>
                      <a:pt x="0" y="94"/>
                    </a:cubicBezTo>
                    <a:lnTo>
                      <a:pt x="303" y="1421"/>
                    </a:lnTo>
                    <a:cubicBezTo>
                      <a:pt x="454" y="1393"/>
                      <a:pt x="606" y="1342"/>
                      <a:pt x="757" y="1292"/>
                    </a:cubicBezTo>
                    <a:lnTo>
                      <a:pt x="29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40"/>
              <p:cNvSpPr/>
              <p:nvPr/>
            </p:nvSpPr>
            <p:spPr>
              <a:xfrm>
                <a:off x="6379145" y="1646318"/>
                <a:ext cx="43859" cy="128188"/>
              </a:xfrm>
              <a:custGeom>
                <a:avLst/>
                <a:gdLst/>
                <a:ahLst/>
                <a:cxnLst/>
                <a:rect l="l" t="t" r="r" b="b"/>
                <a:pathLst>
                  <a:path w="470" h="1375" extrusionOk="0">
                    <a:moveTo>
                      <a:pt x="102" y="1"/>
                    </a:moveTo>
                    <a:lnTo>
                      <a:pt x="1" y="1364"/>
                    </a:lnTo>
                    <a:cubicBezTo>
                      <a:pt x="113" y="1369"/>
                      <a:pt x="221" y="1374"/>
                      <a:pt x="331" y="1374"/>
                    </a:cubicBezTo>
                    <a:cubicBezTo>
                      <a:pt x="377" y="1374"/>
                      <a:pt x="423" y="1373"/>
                      <a:pt x="469" y="1371"/>
                    </a:cubicBezTo>
                    <a:lnTo>
                      <a:pt x="412" y="1"/>
                    </a:lnTo>
                    <a:cubicBezTo>
                      <a:pt x="361" y="4"/>
                      <a:pt x="309" y="6"/>
                      <a:pt x="257" y="6"/>
                    </a:cubicBezTo>
                    <a:cubicBezTo>
                      <a:pt x="204" y="6"/>
                      <a:pt x="152" y="4"/>
                      <a:pt x="10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40"/>
              <p:cNvSpPr/>
              <p:nvPr/>
            </p:nvSpPr>
            <p:spPr>
              <a:xfrm>
                <a:off x="6272109" y="1630842"/>
                <a:ext cx="74187" cy="131917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415" extrusionOk="0">
                    <a:moveTo>
                      <a:pt x="506" y="1"/>
                    </a:moveTo>
                    <a:lnTo>
                      <a:pt x="1" y="1270"/>
                    </a:lnTo>
                    <a:cubicBezTo>
                      <a:pt x="145" y="1328"/>
                      <a:pt x="296" y="1379"/>
                      <a:pt x="448" y="1415"/>
                    </a:cubicBezTo>
                    <a:lnTo>
                      <a:pt x="794" y="95"/>
                    </a:lnTo>
                    <a:cubicBezTo>
                      <a:pt x="693" y="66"/>
                      <a:pt x="599" y="37"/>
                      <a:pt x="5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40"/>
              <p:cNvSpPr/>
              <p:nvPr/>
            </p:nvSpPr>
            <p:spPr>
              <a:xfrm>
                <a:off x="6177205" y="1595229"/>
                <a:ext cx="103769" cy="125205"/>
              </a:xfrm>
              <a:custGeom>
                <a:avLst/>
                <a:gdLst/>
                <a:ahLst/>
                <a:cxnLst/>
                <a:rect l="l" t="t" r="r" b="b"/>
                <a:pathLst>
                  <a:path w="1112" h="1343" extrusionOk="0">
                    <a:moveTo>
                      <a:pt x="859" y="1"/>
                    </a:moveTo>
                    <a:lnTo>
                      <a:pt x="1" y="1068"/>
                    </a:lnTo>
                    <a:cubicBezTo>
                      <a:pt x="123" y="1169"/>
                      <a:pt x="253" y="1256"/>
                      <a:pt x="390" y="1342"/>
                    </a:cubicBezTo>
                    <a:lnTo>
                      <a:pt x="1112" y="174"/>
                    </a:lnTo>
                    <a:cubicBezTo>
                      <a:pt x="1018" y="123"/>
                      <a:pt x="938" y="66"/>
                      <a:pt x="8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40"/>
              <p:cNvSpPr/>
              <p:nvPr/>
            </p:nvSpPr>
            <p:spPr>
              <a:xfrm>
                <a:off x="6103205" y="1542835"/>
                <a:ext cx="123272" cy="106932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1147" extrusionOk="0">
                    <a:moveTo>
                      <a:pt x="1126" y="0"/>
                    </a:moveTo>
                    <a:lnTo>
                      <a:pt x="0" y="772"/>
                    </a:lnTo>
                    <a:lnTo>
                      <a:pt x="137" y="959"/>
                    </a:lnTo>
                    <a:lnTo>
                      <a:pt x="210" y="1053"/>
                    </a:lnTo>
                    <a:lnTo>
                      <a:pt x="289" y="1147"/>
                    </a:lnTo>
                    <a:lnTo>
                      <a:pt x="1320" y="245"/>
                    </a:lnTo>
                    <a:lnTo>
                      <a:pt x="1263" y="188"/>
                    </a:lnTo>
                    <a:lnTo>
                      <a:pt x="1219" y="123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40"/>
              <p:cNvSpPr/>
              <p:nvPr/>
            </p:nvSpPr>
            <p:spPr>
              <a:xfrm>
                <a:off x="6055426" y="1478881"/>
                <a:ext cx="131951" cy="78777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845" extrusionOk="0">
                    <a:moveTo>
                      <a:pt x="1306" y="1"/>
                    </a:moveTo>
                    <a:lnTo>
                      <a:pt x="0" y="405"/>
                    </a:lnTo>
                    <a:cubicBezTo>
                      <a:pt x="51" y="549"/>
                      <a:pt x="101" y="701"/>
                      <a:pt x="166" y="845"/>
                    </a:cubicBezTo>
                    <a:lnTo>
                      <a:pt x="1414" y="282"/>
                    </a:lnTo>
                    <a:cubicBezTo>
                      <a:pt x="1371" y="196"/>
                      <a:pt x="1342" y="95"/>
                      <a:pt x="13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40"/>
              <p:cNvSpPr/>
              <p:nvPr/>
            </p:nvSpPr>
            <p:spPr>
              <a:xfrm>
                <a:off x="6039282" y="1408308"/>
                <a:ext cx="129338" cy="43817"/>
              </a:xfrm>
              <a:custGeom>
                <a:avLst/>
                <a:gdLst/>
                <a:ahLst/>
                <a:cxnLst/>
                <a:rect l="l" t="t" r="r" b="b"/>
                <a:pathLst>
                  <a:path w="1386" h="470" extrusionOk="0">
                    <a:moveTo>
                      <a:pt x="0" y="1"/>
                    </a:moveTo>
                    <a:cubicBezTo>
                      <a:pt x="7" y="152"/>
                      <a:pt x="7" y="311"/>
                      <a:pt x="29" y="469"/>
                    </a:cubicBezTo>
                    <a:lnTo>
                      <a:pt x="1385" y="304"/>
                    </a:lnTo>
                    <a:cubicBezTo>
                      <a:pt x="1371" y="203"/>
                      <a:pt x="1378" y="102"/>
                      <a:pt x="13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40"/>
              <p:cNvSpPr/>
              <p:nvPr/>
            </p:nvSpPr>
            <p:spPr>
              <a:xfrm>
                <a:off x="6608612" y="1210666"/>
                <a:ext cx="128685" cy="93507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003" extrusionOk="0">
                    <a:moveTo>
                      <a:pt x="1155" y="0"/>
                    </a:moveTo>
                    <a:lnTo>
                      <a:pt x="1" y="736"/>
                    </a:lnTo>
                    <a:lnTo>
                      <a:pt x="80" y="866"/>
                    </a:lnTo>
                    <a:cubicBezTo>
                      <a:pt x="102" y="909"/>
                      <a:pt x="131" y="959"/>
                      <a:pt x="145" y="1003"/>
                    </a:cubicBezTo>
                    <a:lnTo>
                      <a:pt x="1379" y="411"/>
                    </a:lnTo>
                    <a:cubicBezTo>
                      <a:pt x="1342" y="339"/>
                      <a:pt x="1314" y="267"/>
                      <a:pt x="1278" y="202"/>
                    </a:cubicBezTo>
                    <a:lnTo>
                      <a:pt x="115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4" name="Google Shape;1594;p40"/>
            <p:cNvGrpSpPr/>
            <p:nvPr/>
          </p:nvGrpSpPr>
          <p:grpSpPr>
            <a:xfrm>
              <a:off x="3985783" y="2079863"/>
              <a:ext cx="887014" cy="872213"/>
              <a:chOff x="3314750" y="3817357"/>
              <a:chExt cx="362920" cy="356865"/>
            </a:xfrm>
          </p:grpSpPr>
          <p:sp>
            <p:nvSpPr>
              <p:cNvPr id="1595" name="Google Shape;1595;p40"/>
              <p:cNvSpPr/>
              <p:nvPr/>
            </p:nvSpPr>
            <p:spPr>
              <a:xfrm>
                <a:off x="3314750" y="3817357"/>
                <a:ext cx="356865" cy="356498"/>
              </a:xfrm>
              <a:custGeom>
                <a:avLst/>
                <a:gdLst/>
                <a:ahLst/>
                <a:cxnLst/>
                <a:rect l="l" t="t" r="r" b="b"/>
                <a:pathLst>
                  <a:path w="13613" h="13599" extrusionOk="0">
                    <a:moveTo>
                      <a:pt x="6814" y="0"/>
                    </a:moveTo>
                    <a:cubicBezTo>
                      <a:pt x="3046" y="0"/>
                      <a:pt x="0" y="3046"/>
                      <a:pt x="0" y="6799"/>
                    </a:cubicBezTo>
                    <a:cubicBezTo>
                      <a:pt x="0" y="10552"/>
                      <a:pt x="3046" y="13598"/>
                      <a:pt x="6814" y="13598"/>
                    </a:cubicBezTo>
                    <a:cubicBezTo>
                      <a:pt x="10567" y="13598"/>
                      <a:pt x="13613" y="10552"/>
                      <a:pt x="13613" y="6799"/>
                    </a:cubicBezTo>
                    <a:cubicBezTo>
                      <a:pt x="13613" y="3046"/>
                      <a:pt x="10567" y="0"/>
                      <a:pt x="6814" y="0"/>
                    </a:cubicBezTo>
                    <a:close/>
                  </a:path>
                </a:pathLst>
              </a:custGeom>
              <a:solidFill>
                <a:srgbClr val="FF00A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40"/>
              <p:cNvSpPr/>
              <p:nvPr/>
            </p:nvSpPr>
            <p:spPr>
              <a:xfrm>
                <a:off x="3469891" y="3817357"/>
                <a:ext cx="207780" cy="356865"/>
              </a:xfrm>
              <a:custGeom>
                <a:avLst/>
                <a:gdLst/>
                <a:ahLst/>
                <a:cxnLst/>
                <a:rect l="l" t="t" r="r" b="b"/>
                <a:pathLst>
                  <a:path w="7926" h="13613" extrusionOk="0">
                    <a:moveTo>
                      <a:pt x="881" y="0"/>
                    </a:moveTo>
                    <a:cubicBezTo>
                      <a:pt x="884" y="0"/>
                      <a:pt x="886" y="0"/>
                      <a:pt x="888" y="0"/>
                    </a:cubicBezTo>
                    <a:lnTo>
                      <a:pt x="888" y="0"/>
                    </a:lnTo>
                    <a:cubicBezTo>
                      <a:pt x="891" y="0"/>
                      <a:pt x="893" y="0"/>
                      <a:pt x="896" y="0"/>
                    </a:cubicBezTo>
                    <a:close/>
                    <a:moveTo>
                      <a:pt x="888" y="0"/>
                    </a:moveTo>
                    <a:lnTo>
                      <a:pt x="888" y="0"/>
                    </a:lnTo>
                    <a:cubicBezTo>
                      <a:pt x="588" y="0"/>
                      <a:pt x="301" y="15"/>
                      <a:pt x="1" y="58"/>
                    </a:cubicBezTo>
                    <a:cubicBezTo>
                      <a:pt x="3393" y="491"/>
                      <a:pt x="5934" y="3378"/>
                      <a:pt x="5934" y="6799"/>
                    </a:cubicBezTo>
                    <a:cubicBezTo>
                      <a:pt x="5934" y="10220"/>
                      <a:pt x="3393" y="13107"/>
                      <a:pt x="1" y="13555"/>
                    </a:cubicBezTo>
                    <a:cubicBezTo>
                      <a:pt x="299" y="13594"/>
                      <a:pt x="595" y="13612"/>
                      <a:pt x="887" y="13612"/>
                    </a:cubicBezTo>
                    <a:cubicBezTo>
                      <a:pt x="4418" y="13612"/>
                      <a:pt x="7441" y="10873"/>
                      <a:pt x="7680" y="7247"/>
                    </a:cubicBezTo>
                    <a:cubicBezTo>
                      <a:pt x="7926" y="3323"/>
                      <a:pt x="4826" y="4"/>
                      <a:pt x="888" y="0"/>
                    </a:cubicBezTo>
                    <a:close/>
                  </a:path>
                </a:pathLst>
              </a:custGeom>
              <a:solidFill>
                <a:srgbClr val="FF00A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40"/>
              <p:cNvSpPr/>
              <p:nvPr/>
            </p:nvSpPr>
            <p:spPr>
              <a:xfrm>
                <a:off x="3379082" y="3881296"/>
                <a:ext cx="228595" cy="228595"/>
              </a:xfrm>
              <a:custGeom>
                <a:avLst/>
                <a:gdLst/>
                <a:ahLst/>
                <a:cxnLst/>
                <a:rect l="l" t="t" r="r" b="b"/>
                <a:pathLst>
                  <a:path w="8720" h="8720" extrusionOk="0">
                    <a:moveTo>
                      <a:pt x="6886" y="448"/>
                    </a:moveTo>
                    <a:cubicBezTo>
                      <a:pt x="7651" y="448"/>
                      <a:pt x="8272" y="1069"/>
                      <a:pt x="8272" y="1834"/>
                    </a:cubicBezTo>
                    <a:lnTo>
                      <a:pt x="8272" y="6872"/>
                    </a:lnTo>
                    <a:lnTo>
                      <a:pt x="8272" y="6886"/>
                    </a:lnTo>
                    <a:cubicBezTo>
                      <a:pt x="8272" y="7652"/>
                      <a:pt x="7651" y="8272"/>
                      <a:pt x="6872" y="8272"/>
                    </a:cubicBezTo>
                    <a:lnTo>
                      <a:pt x="1848" y="8272"/>
                    </a:lnTo>
                    <a:cubicBezTo>
                      <a:pt x="1069" y="8272"/>
                      <a:pt x="448" y="7652"/>
                      <a:pt x="448" y="6886"/>
                    </a:cubicBezTo>
                    <a:lnTo>
                      <a:pt x="448" y="1834"/>
                    </a:lnTo>
                    <a:cubicBezTo>
                      <a:pt x="448" y="1069"/>
                      <a:pt x="1069" y="448"/>
                      <a:pt x="1848" y="448"/>
                    </a:cubicBezTo>
                    <a:close/>
                    <a:moveTo>
                      <a:pt x="1848" y="1"/>
                    </a:moveTo>
                    <a:cubicBezTo>
                      <a:pt x="823" y="1"/>
                      <a:pt x="0" y="824"/>
                      <a:pt x="0" y="1834"/>
                    </a:cubicBezTo>
                    <a:lnTo>
                      <a:pt x="0" y="6872"/>
                    </a:lnTo>
                    <a:cubicBezTo>
                      <a:pt x="0" y="7897"/>
                      <a:pt x="823" y="8720"/>
                      <a:pt x="1848" y="8720"/>
                    </a:cubicBezTo>
                    <a:lnTo>
                      <a:pt x="6886" y="8720"/>
                    </a:lnTo>
                    <a:cubicBezTo>
                      <a:pt x="7897" y="8720"/>
                      <a:pt x="8719" y="7897"/>
                      <a:pt x="8719" y="6886"/>
                    </a:cubicBezTo>
                    <a:lnTo>
                      <a:pt x="8719" y="1834"/>
                    </a:lnTo>
                    <a:cubicBezTo>
                      <a:pt x="8719" y="824"/>
                      <a:pt x="7897" y="1"/>
                      <a:pt x="687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40"/>
              <p:cNvSpPr/>
              <p:nvPr/>
            </p:nvSpPr>
            <p:spPr>
              <a:xfrm>
                <a:off x="3412768" y="3935430"/>
                <a:ext cx="140408" cy="120274"/>
              </a:xfrm>
              <a:custGeom>
                <a:avLst/>
                <a:gdLst/>
                <a:ahLst/>
                <a:cxnLst/>
                <a:rect l="l" t="t" r="r" b="b"/>
                <a:pathLst>
                  <a:path w="5356" h="4588" extrusionOk="0">
                    <a:moveTo>
                      <a:pt x="3063" y="447"/>
                    </a:moveTo>
                    <a:cubicBezTo>
                      <a:pt x="4013" y="447"/>
                      <a:pt x="4923" y="1183"/>
                      <a:pt x="4923" y="2295"/>
                    </a:cubicBezTo>
                    <a:cubicBezTo>
                      <a:pt x="4908" y="3320"/>
                      <a:pt x="4085" y="4143"/>
                      <a:pt x="3075" y="4143"/>
                    </a:cubicBezTo>
                    <a:cubicBezTo>
                      <a:pt x="1429" y="4143"/>
                      <a:pt x="592" y="2151"/>
                      <a:pt x="1761" y="996"/>
                    </a:cubicBezTo>
                    <a:cubicBezTo>
                      <a:pt x="2140" y="617"/>
                      <a:pt x="2606" y="447"/>
                      <a:pt x="3063" y="447"/>
                    </a:cubicBezTo>
                    <a:close/>
                    <a:moveTo>
                      <a:pt x="3075" y="0"/>
                    </a:moveTo>
                    <a:cubicBezTo>
                      <a:pt x="1025" y="0"/>
                      <a:pt x="0" y="2468"/>
                      <a:pt x="1444" y="3912"/>
                    </a:cubicBezTo>
                    <a:cubicBezTo>
                      <a:pt x="1910" y="4379"/>
                      <a:pt x="2484" y="4587"/>
                      <a:pt x="3047" y="4587"/>
                    </a:cubicBezTo>
                    <a:cubicBezTo>
                      <a:pt x="4225" y="4587"/>
                      <a:pt x="5356" y="3673"/>
                      <a:pt x="5356" y="2295"/>
                    </a:cubicBezTo>
                    <a:cubicBezTo>
                      <a:pt x="5356" y="1025"/>
                      <a:pt x="4331" y="0"/>
                      <a:pt x="307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40"/>
              <p:cNvSpPr/>
              <p:nvPr/>
            </p:nvSpPr>
            <p:spPr>
              <a:xfrm>
                <a:off x="3539518" y="3910447"/>
                <a:ext cx="31065" cy="31039"/>
              </a:xfrm>
              <a:custGeom>
                <a:avLst/>
                <a:gdLst/>
                <a:ahLst/>
                <a:cxnLst/>
                <a:rect l="l" t="t" r="r" b="b"/>
                <a:pathLst>
                  <a:path w="1185" h="1184" extrusionOk="0">
                    <a:moveTo>
                      <a:pt x="593" y="0"/>
                    </a:moveTo>
                    <a:cubicBezTo>
                      <a:pt x="275" y="0"/>
                      <a:pt x="1" y="260"/>
                      <a:pt x="1" y="592"/>
                    </a:cubicBezTo>
                    <a:cubicBezTo>
                      <a:pt x="1" y="910"/>
                      <a:pt x="275" y="1184"/>
                      <a:pt x="593" y="1184"/>
                    </a:cubicBezTo>
                    <a:cubicBezTo>
                      <a:pt x="925" y="1184"/>
                      <a:pt x="1185" y="910"/>
                      <a:pt x="1185" y="592"/>
                    </a:cubicBezTo>
                    <a:cubicBezTo>
                      <a:pt x="1185" y="260"/>
                      <a:pt x="925" y="0"/>
                      <a:pt x="5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00" name="Google Shape;1600;p40"/>
          <p:cNvGrpSpPr/>
          <p:nvPr/>
        </p:nvGrpSpPr>
        <p:grpSpPr>
          <a:xfrm>
            <a:off x="6656419" y="2227518"/>
            <a:ext cx="1320161" cy="1382628"/>
            <a:chOff x="6656419" y="2227518"/>
            <a:chExt cx="1320161" cy="1382628"/>
          </a:xfrm>
        </p:grpSpPr>
        <p:grpSp>
          <p:nvGrpSpPr>
            <p:cNvPr id="1601" name="Google Shape;1601;p40"/>
            <p:cNvGrpSpPr/>
            <p:nvPr/>
          </p:nvGrpSpPr>
          <p:grpSpPr>
            <a:xfrm>
              <a:off x="6656419" y="2227518"/>
              <a:ext cx="1320161" cy="1382628"/>
              <a:chOff x="6039282" y="1042577"/>
              <a:chExt cx="734315" cy="731929"/>
            </a:xfrm>
          </p:grpSpPr>
          <p:sp>
            <p:nvSpPr>
              <p:cNvPr id="1602" name="Google Shape;1602;p40"/>
              <p:cNvSpPr/>
              <p:nvPr/>
            </p:nvSpPr>
            <p:spPr>
              <a:xfrm>
                <a:off x="6045348" y="1300071"/>
                <a:ext cx="131951" cy="65352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701" extrusionOk="0">
                    <a:moveTo>
                      <a:pt x="108" y="0"/>
                    </a:moveTo>
                    <a:lnTo>
                      <a:pt x="51" y="224"/>
                    </a:lnTo>
                    <a:cubicBezTo>
                      <a:pt x="29" y="303"/>
                      <a:pt x="7" y="375"/>
                      <a:pt x="0" y="455"/>
                    </a:cubicBezTo>
                    <a:lnTo>
                      <a:pt x="1342" y="700"/>
                    </a:lnTo>
                    <a:cubicBezTo>
                      <a:pt x="1349" y="650"/>
                      <a:pt x="1363" y="599"/>
                      <a:pt x="1378" y="549"/>
                    </a:cubicBezTo>
                    <a:lnTo>
                      <a:pt x="1414" y="397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40"/>
              <p:cNvSpPr/>
              <p:nvPr/>
            </p:nvSpPr>
            <p:spPr>
              <a:xfrm>
                <a:off x="6080342" y="1201250"/>
                <a:ext cx="127938" cy="96863"/>
              </a:xfrm>
              <a:custGeom>
                <a:avLst/>
                <a:gdLst/>
                <a:ahLst/>
                <a:cxnLst/>
                <a:rect l="l" t="t" r="r" b="b"/>
                <a:pathLst>
                  <a:path w="1371" h="1039" extrusionOk="0">
                    <a:moveTo>
                      <a:pt x="245" y="0"/>
                    </a:moveTo>
                    <a:cubicBezTo>
                      <a:pt x="159" y="137"/>
                      <a:pt x="72" y="267"/>
                      <a:pt x="0" y="404"/>
                    </a:cubicBezTo>
                    <a:lnTo>
                      <a:pt x="1219" y="1039"/>
                    </a:lnTo>
                    <a:cubicBezTo>
                      <a:pt x="1262" y="945"/>
                      <a:pt x="1320" y="866"/>
                      <a:pt x="1371" y="772"/>
                    </a:cubicBezTo>
                    <a:lnTo>
                      <a:pt x="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40"/>
              <p:cNvSpPr/>
              <p:nvPr/>
            </p:nvSpPr>
            <p:spPr>
              <a:xfrm>
                <a:off x="6144918" y="1121167"/>
                <a:ext cx="112541" cy="119145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1278" extrusionOk="0">
                    <a:moveTo>
                      <a:pt x="347" y="1"/>
                    </a:moveTo>
                    <a:cubicBezTo>
                      <a:pt x="224" y="95"/>
                      <a:pt x="116" y="210"/>
                      <a:pt x="1" y="318"/>
                    </a:cubicBezTo>
                    <a:lnTo>
                      <a:pt x="974" y="1278"/>
                    </a:lnTo>
                    <a:cubicBezTo>
                      <a:pt x="1046" y="1205"/>
                      <a:pt x="1126" y="1133"/>
                      <a:pt x="1205" y="1068"/>
                    </a:cubicBezTo>
                    <a:lnTo>
                      <a:pt x="34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40"/>
              <p:cNvSpPr/>
              <p:nvPr/>
            </p:nvSpPr>
            <p:spPr>
              <a:xfrm>
                <a:off x="6232449" y="1066723"/>
                <a:ext cx="86879" cy="130518"/>
              </a:xfrm>
              <a:custGeom>
                <a:avLst/>
                <a:gdLst/>
                <a:ahLst/>
                <a:cxnLst/>
                <a:rect l="l" t="t" r="r" b="b"/>
                <a:pathLst>
                  <a:path w="931" h="1400" extrusionOk="0">
                    <a:moveTo>
                      <a:pt x="426" y="1"/>
                    </a:moveTo>
                    <a:cubicBezTo>
                      <a:pt x="354" y="22"/>
                      <a:pt x="282" y="58"/>
                      <a:pt x="209" y="94"/>
                    </a:cubicBezTo>
                    <a:lnTo>
                      <a:pt x="0" y="195"/>
                    </a:lnTo>
                    <a:lnTo>
                      <a:pt x="649" y="1400"/>
                    </a:lnTo>
                    <a:lnTo>
                      <a:pt x="786" y="1335"/>
                    </a:lnTo>
                    <a:cubicBezTo>
                      <a:pt x="830" y="1306"/>
                      <a:pt x="880" y="1285"/>
                      <a:pt x="931" y="1270"/>
                    </a:cubicBezTo>
                    <a:lnTo>
                      <a:pt x="42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40"/>
              <p:cNvSpPr/>
              <p:nvPr/>
            </p:nvSpPr>
            <p:spPr>
              <a:xfrm>
                <a:off x="6335379" y="1042577"/>
                <a:ext cx="53284" cy="130518"/>
              </a:xfrm>
              <a:custGeom>
                <a:avLst/>
                <a:gdLst/>
                <a:ahLst/>
                <a:cxnLst/>
                <a:rect l="l" t="t" r="r" b="b"/>
                <a:pathLst>
                  <a:path w="571" h="1400" extrusionOk="0">
                    <a:moveTo>
                      <a:pt x="470" y="0"/>
                    </a:moveTo>
                    <a:cubicBezTo>
                      <a:pt x="390" y="0"/>
                      <a:pt x="311" y="7"/>
                      <a:pt x="239" y="22"/>
                    </a:cubicBezTo>
                    <a:lnTo>
                      <a:pt x="1" y="58"/>
                    </a:lnTo>
                    <a:lnTo>
                      <a:pt x="268" y="1399"/>
                    </a:lnTo>
                    <a:lnTo>
                      <a:pt x="419" y="1378"/>
                    </a:lnTo>
                    <a:cubicBezTo>
                      <a:pt x="470" y="1370"/>
                      <a:pt x="520" y="1363"/>
                      <a:pt x="571" y="1363"/>
                    </a:cubicBezTo>
                    <a:lnTo>
                      <a:pt x="47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40"/>
              <p:cNvSpPr/>
              <p:nvPr/>
            </p:nvSpPr>
            <p:spPr>
              <a:xfrm>
                <a:off x="6431682" y="1043229"/>
                <a:ext cx="56550" cy="131824"/>
              </a:xfrm>
              <a:custGeom>
                <a:avLst/>
                <a:gdLst/>
                <a:ahLst/>
                <a:cxnLst/>
                <a:rect l="l" t="t" r="r" b="b"/>
                <a:pathLst>
                  <a:path w="606" h="1414" extrusionOk="0">
                    <a:moveTo>
                      <a:pt x="144" y="0"/>
                    </a:moveTo>
                    <a:lnTo>
                      <a:pt x="0" y="1356"/>
                    </a:lnTo>
                    <a:cubicBezTo>
                      <a:pt x="101" y="1378"/>
                      <a:pt x="202" y="1385"/>
                      <a:pt x="303" y="1414"/>
                    </a:cubicBezTo>
                    <a:lnTo>
                      <a:pt x="606" y="80"/>
                    </a:lnTo>
                    <a:cubicBezTo>
                      <a:pt x="454" y="36"/>
                      <a:pt x="296" y="22"/>
                      <a:pt x="1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40"/>
              <p:cNvSpPr/>
              <p:nvPr/>
            </p:nvSpPr>
            <p:spPr>
              <a:xfrm>
                <a:off x="6500924" y="1070731"/>
                <a:ext cx="89678" cy="130612"/>
              </a:xfrm>
              <a:custGeom>
                <a:avLst/>
                <a:gdLst/>
                <a:ahLst/>
                <a:cxnLst/>
                <a:rect l="l" t="t" r="r" b="b"/>
                <a:pathLst>
                  <a:path w="961" h="1401" extrusionOk="0">
                    <a:moveTo>
                      <a:pt x="542" y="1"/>
                    </a:moveTo>
                    <a:lnTo>
                      <a:pt x="1" y="1256"/>
                    </a:lnTo>
                    <a:lnTo>
                      <a:pt x="138" y="1321"/>
                    </a:lnTo>
                    <a:cubicBezTo>
                      <a:pt x="181" y="1343"/>
                      <a:pt x="232" y="1371"/>
                      <a:pt x="275" y="1400"/>
                    </a:cubicBezTo>
                    <a:lnTo>
                      <a:pt x="960" y="210"/>
                    </a:lnTo>
                    <a:cubicBezTo>
                      <a:pt x="895" y="174"/>
                      <a:pt x="823" y="131"/>
                      <a:pt x="751" y="102"/>
                    </a:cubicBezTo>
                    <a:lnTo>
                      <a:pt x="54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40"/>
              <p:cNvSpPr/>
              <p:nvPr/>
            </p:nvSpPr>
            <p:spPr>
              <a:xfrm>
                <a:off x="6561580" y="1127973"/>
                <a:ext cx="114501" cy="117746"/>
              </a:xfrm>
              <a:custGeom>
                <a:avLst/>
                <a:gdLst/>
                <a:ahLst/>
                <a:cxnLst/>
                <a:rect l="l" t="t" r="r" b="b"/>
                <a:pathLst>
                  <a:path w="1227" h="1263" extrusionOk="0">
                    <a:moveTo>
                      <a:pt x="887" y="0"/>
                    </a:moveTo>
                    <a:lnTo>
                      <a:pt x="0" y="1046"/>
                    </a:lnTo>
                    <a:cubicBezTo>
                      <a:pt x="79" y="1111"/>
                      <a:pt x="152" y="1183"/>
                      <a:pt x="224" y="1262"/>
                    </a:cubicBezTo>
                    <a:lnTo>
                      <a:pt x="1226" y="332"/>
                    </a:lnTo>
                    <a:cubicBezTo>
                      <a:pt x="1118" y="209"/>
                      <a:pt x="1003" y="101"/>
                      <a:pt x="8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40"/>
              <p:cNvSpPr/>
              <p:nvPr/>
            </p:nvSpPr>
            <p:spPr>
              <a:xfrm>
                <a:off x="6636887" y="1310792"/>
                <a:ext cx="132697" cy="61996"/>
              </a:xfrm>
              <a:custGeom>
                <a:avLst/>
                <a:gdLst/>
                <a:ahLst/>
                <a:cxnLst/>
                <a:rect l="l" t="t" r="r" b="b"/>
                <a:pathLst>
                  <a:path w="1422" h="665" extrusionOk="0">
                    <a:moveTo>
                      <a:pt x="1321" y="1"/>
                    </a:moveTo>
                    <a:lnTo>
                      <a:pt x="1" y="361"/>
                    </a:lnTo>
                    <a:lnTo>
                      <a:pt x="44" y="506"/>
                    </a:lnTo>
                    <a:cubicBezTo>
                      <a:pt x="51" y="556"/>
                      <a:pt x="59" y="614"/>
                      <a:pt x="66" y="664"/>
                    </a:cubicBezTo>
                    <a:lnTo>
                      <a:pt x="1422" y="462"/>
                    </a:lnTo>
                    <a:cubicBezTo>
                      <a:pt x="1407" y="383"/>
                      <a:pt x="1400" y="304"/>
                      <a:pt x="1378" y="232"/>
                    </a:cubicBezTo>
                    <a:lnTo>
                      <a:pt x="132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40"/>
              <p:cNvSpPr/>
              <p:nvPr/>
            </p:nvSpPr>
            <p:spPr>
              <a:xfrm>
                <a:off x="6642953" y="1415020"/>
                <a:ext cx="130645" cy="47826"/>
              </a:xfrm>
              <a:custGeom>
                <a:avLst/>
                <a:gdLst/>
                <a:ahLst/>
                <a:cxnLst/>
                <a:rect l="l" t="t" r="r" b="b"/>
                <a:pathLst>
                  <a:path w="1400" h="513" extrusionOk="0">
                    <a:moveTo>
                      <a:pt x="30" y="1"/>
                    </a:moveTo>
                    <a:cubicBezTo>
                      <a:pt x="30" y="109"/>
                      <a:pt x="15" y="210"/>
                      <a:pt x="1" y="311"/>
                    </a:cubicBezTo>
                    <a:lnTo>
                      <a:pt x="1357" y="513"/>
                    </a:lnTo>
                    <a:cubicBezTo>
                      <a:pt x="1378" y="354"/>
                      <a:pt x="1393" y="203"/>
                      <a:pt x="1400" y="44"/>
                    </a:cubicBezTo>
                    <a:lnTo>
                      <a:pt x="3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40"/>
              <p:cNvSpPr/>
              <p:nvPr/>
            </p:nvSpPr>
            <p:spPr>
              <a:xfrm>
                <a:off x="6622143" y="1485687"/>
                <a:ext cx="131951" cy="81388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873" extrusionOk="0">
                    <a:moveTo>
                      <a:pt x="123" y="0"/>
                    </a:moveTo>
                    <a:lnTo>
                      <a:pt x="65" y="144"/>
                    </a:lnTo>
                    <a:cubicBezTo>
                      <a:pt x="51" y="195"/>
                      <a:pt x="22" y="238"/>
                      <a:pt x="0" y="281"/>
                    </a:cubicBezTo>
                    <a:lnTo>
                      <a:pt x="1234" y="873"/>
                    </a:lnTo>
                    <a:cubicBezTo>
                      <a:pt x="1270" y="801"/>
                      <a:pt x="1306" y="736"/>
                      <a:pt x="1335" y="664"/>
                    </a:cubicBezTo>
                    <a:lnTo>
                      <a:pt x="1414" y="440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40"/>
              <p:cNvSpPr/>
              <p:nvPr/>
            </p:nvSpPr>
            <p:spPr>
              <a:xfrm>
                <a:off x="6582390" y="1548895"/>
                <a:ext cx="121219" cy="108983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1169" extrusionOk="0">
                    <a:moveTo>
                      <a:pt x="195" y="0"/>
                    </a:moveTo>
                    <a:lnTo>
                      <a:pt x="102" y="123"/>
                    </a:lnTo>
                    <a:lnTo>
                      <a:pt x="1" y="238"/>
                    </a:lnTo>
                    <a:lnTo>
                      <a:pt x="1003" y="1168"/>
                    </a:lnTo>
                    <a:lnTo>
                      <a:pt x="1155" y="988"/>
                    </a:lnTo>
                    <a:lnTo>
                      <a:pt x="1299" y="801"/>
                    </a:lnTo>
                    <a:lnTo>
                      <a:pt x="19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40"/>
              <p:cNvSpPr/>
              <p:nvPr/>
            </p:nvSpPr>
            <p:spPr>
              <a:xfrm>
                <a:off x="6526586" y="1599238"/>
                <a:ext cx="100316" cy="126510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1357" extrusionOk="0">
                    <a:moveTo>
                      <a:pt x="252" y="1"/>
                    </a:moveTo>
                    <a:cubicBezTo>
                      <a:pt x="209" y="37"/>
                      <a:pt x="173" y="66"/>
                      <a:pt x="130" y="95"/>
                    </a:cubicBezTo>
                    <a:lnTo>
                      <a:pt x="0" y="174"/>
                    </a:lnTo>
                    <a:lnTo>
                      <a:pt x="685" y="1357"/>
                    </a:lnTo>
                    <a:lnTo>
                      <a:pt x="880" y="1234"/>
                    </a:lnTo>
                    <a:cubicBezTo>
                      <a:pt x="952" y="1191"/>
                      <a:pt x="1010" y="1141"/>
                      <a:pt x="1075" y="1097"/>
                    </a:cubicBezTo>
                    <a:lnTo>
                      <a:pt x="2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40"/>
              <p:cNvSpPr/>
              <p:nvPr/>
            </p:nvSpPr>
            <p:spPr>
              <a:xfrm>
                <a:off x="6459957" y="1632893"/>
                <a:ext cx="70735" cy="132570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422" extrusionOk="0">
                    <a:moveTo>
                      <a:pt x="296" y="1"/>
                    </a:moveTo>
                    <a:cubicBezTo>
                      <a:pt x="195" y="37"/>
                      <a:pt x="101" y="73"/>
                      <a:pt x="0" y="94"/>
                    </a:cubicBezTo>
                    <a:lnTo>
                      <a:pt x="303" y="1421"/>
                    </a:lnTo>
                    <a:cubicBezTo>
                      <a:pt x="454" y="1393"/>
                      <a:pt x="606" y="1342"/>
                      <a:pt x="757" y="1292"/>
                    </a:cubicBezTo>
                    <a:lnTo>
                      <a:pt x="29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40"/>
              <p:cNvSpPr/>
              <p:nvPr/>
            </p:nvSpPr>
            <p:spPr>
              <a:xfrm>
                <a:off x="6379145" y="1646318"/>
                <a:ext cx="43859" cy="128188"/>
              </a:xfrm>
              <a:custGeom>
                <a:avLst/>
                <a:gdLst/>
                <a:ahLst/>
                <a:cxnLst/>
                <a:rect l="l" t="t" r="r" b="b"/>
                <a:pathLst>
                  <a:path w="470" h="1375" extrusionOk="0">
                    <a:moveTo>
                      <a:pt x="102" y="1"/>
                    </a:moveTo>
                    <a:lnTo>
                      <a:pt x="1" y="1364"/>
                    </a:lnTo>
                    <a:cubicBezTo>
                      <a:pt x="113" y="1369"/>
                      <a:pt x="221" y="1374"/>
                      <a:pt x="331" y="1374"/>
                    </a:cubicBezTo>
                    <a:cubicBezTo>
                      <a:pt x="377" y="1374"/>
                      <a:pt x="423" y="1373"/>
                      <a:pt x="469" y="1371"/>
                    </a:cubicBezTo>
                    <a:lnTo>
                      <a:pt x="412" y="1"/>
                    </a:lnTo>
                    <a:cubicBezTo>
                      <a:pt x="361" y="4"/>
                      <a:pt x="309" y="6"/>
                      <a:pt x="257" y="6"/>
                    </a:cubicBezTo>
                    <a:cubicBezTo>
                      <a:pt x="204" y="6"/>
                      <a:pt x="152" y="4"/>
                      <a:pt x="10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40"/>
              <p:cNvSpPr/>
              <p:nvPr/>
            </p:nvSpPr>
            <p:spPr>
              <a:xfrm>
                <a:off x="6272109" y="1630842"/>
                <a:ext cx="74187" cy="131917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415" extrusionOk="0">
                    <a:moveTo>
                      <a:pt x="506" y="1"/>
                    </a:moveTo>
                    <a:lnTo>
                      <a:pt x="1" y="1270"/>
                    </a:lnTo>
                    <a:cubicBezTo>
                      <a:pt x="145" y="1328"/>
                      <a:pt x="296" y="1379"/>
                      <a:pt x="448" y="1415"/>
                    </a:cubicBezTo>
                    <a:lnTo>
                      <a:pt x="794" y="95"/>
                    </a:lnTo>
                    <a:cubicBezTo>
                      <a:pt x="693" y="66"/>
                      <a:pt x="599" y="37"/>
                      <a:pt x="5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40"/>
              <p:cNvSpPr/>
              <p:nvPr/>
            </p:nvSpPr>
            <p:spPr>
              <a:xfrm>
                <a:off x="6177205" y="1595229"/>
                <a:ext cx="103769" cy="125205"/>
              </a:xfrm>
              <a:custGeom>
                <a:avLst/>
                <a:gdLst/>
                <a:ahLst/>
                <a:cxnLst/>
                <a:rect l="l" t="t" r="r" b="b"/>
                <a:pathLst>
                  <a:path w="1112" h="1343" extrusionOk="0">
                    <a:moveTo>
                      <a:pt x="859" y="1"/>
                    </a:moveTo>
                    <a:lnTo>
                      <a:pt x="1" y="1068"/>
                    </a:lnTo>
                    <a:cubicBezTo>
                      <a:pt x="123" y="1169"/>
                      <a:pt x="253" y="1256"/>
                      <a:pt x="390" y="1342"/>
                    </a:cubicBezTo>
                    <a:lnTo>
                      <a:pt x="1112" y="174"/>
                    </a:lnTo>
                    <a:cubicBezTo>
                      <a:pt x="1018" y="123"/>
                      <a:pt x="938" y="66"/>
                      <a:pt x="8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40"/>
              <p:cNvSpPr/>
              <p:nvPr/>
            </p:nvSpPr>
            <p:spPr>
              <a:xfrm>
                <a:off x="6103205" y="1542835"/>
                <a:ext cx="123272" cy="106932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1147" extrusionOk="0">
                    <a:moveTo>
                      <a:pt x="1126" y="0"/>
                    </a:moveTo>
                    <a:lnTo>
                      <a:pt x="0" y="772"/>
                    </a:lnTo>
                    <a:lnTo>
                      <a:pt x="137" y="959"/>
                    </a:lnTo>
                    <a:lnTo>
                      <a:pt x="210" y="1053"/>
                    </a:lnTo>
                    <a:lnTo>
                      <a:pt x="289" y="1147"/>
                    </a:lnTo>
                    <a:lnTo>
                      <a:pt x="1320" y="245"/>
                    </a:lnTo>
                    <a:lnTo>
                      <a:pt x="1263" y="188"/>
                    </a:lnTo>
                    <a:lnTo>
                      <a:pt x="1219" y="123"/>
                    </a:lnTo>
                    <a:lnTo>
                      <a:pt x="112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40"/>
              <p:cNvSpPr/>
              <p:nvPr/>
            </p:nvSpPr>
            <p:spPr>
              <a:xfrm>
                <a:off x="6055426" y="1478881"/>
                <a:ext cx="131951" cy="78777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845" extrusionOk="0">
                    <a:moveTo>
                      <a:pt x="1306" y="1"/>
                    </a:moveTo>
                    <a:lnTo>
                      <a:pt x="0" y="405"/>
                    </a:lnTo>
                    <a:cubicBezTo>
                      <a:pt x="51" y="549"/>
                      <a:pt x="101" y="701"/>
                      <a:pt x="166" y="845"/>
                    </a:cubicBezTo>
                    <a:lnTo>
                      <a:pt x="1414" y="282"/>
                    </a:lnTo>
                    <a:cubicBezTo>
                      <a:pt x="1371" y="196"/>
                      <a:pt x="1342" y="95"/>
                      <a:pt x="13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40"/>
              <p:cNvSpPr/>
              <p:nvPr/>
            </p:nvSpPr>
            <p:spPr>
              <a:xfrm>
                <a:off x="6039282" y="1408308"/>
                <a:ext cx="129338" cy="43817"/>
              </a:xfrm>
              <a:custGeom>
                <a:avLst/>
                <a:gdLst/>
                <a:ahLst/>
                <a:cxnLst/>
                <a:rect l="l" t="t" r="r" b="b"/>
                <a:pathLst>
                  <a:path w="1386" h="470" extrusionOk="0">
                    <a:moveTo>
                      <a:pt x="0" y="1"/>
                    </a:moveTo>
                    <a:cubicBezTo>
                      <a:pt x="7" y="152"/>
                      <a:pt x="7" y="311"/>
                      <a:pt x="29" y="469"/>
                    </a:cubicBezTo>
                    <a:lnTo>
                      <a:pt x="1385" y="304"/>
                    </a:lnTo>
                    <a:cubicBezTo>
                      <a:pt x="1371" y="203"/>
                      <a:pt x="1378" y="102"/>
                      <a:pt x="13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40"/>
              <p:cNvSpPr/>
              <p:nvPr/>
            </p:nvSpPr>
            <p:spPr>
              <a:xfrm>
                <a:off x="6608612" y="1210666"/>
                <a:ext cx="128685" cy="93507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003" extrusionOk="0">
                    <a:moveTo>
                      <a:pt x="1155" y="0"/>
                    </a:moveTo>
                    <a:lnTo>
                      <a:pt x="1" y="736"/>
                    </a:lnTo>
                    <a:lnTo>
                      <a:pt x="80" y="866"/>
                    </a:lnTo>
                    <a:cubicBezTo>
                      <a:pt x="102" y="909"/>
                      <a:pt x="131" y="959"/>
                      <a:pt x="145" y="1003"/>
                    </a:cubicBezTo>
                    <a:lnTo>
                      <a:pt x="1379" y="411"/>
                    </a:lnTo>
                    <a:cubicBezTo>
                      <a:pt x="1342" y="339"/>
                      <a:pt x="1314" y="267"/>
                      <a:pt x="1278" y="202"/>
                    </a:cubicBezTo>
                    <a:lnTo>
                      <a:pt x="11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23" name="Google Shape;1623;p40"/>
            <p:cNvGrpSpPr/>
            <p:nvPr/>
          </p:nvGrpSpPr>
          <p:grpSpPr>
            <a:xfrm>
              <a:off x="6934164" y="2543144"/>
              <a:ext cx="764673" cy="751166"/>
              <a:chOff x="4211985" y="3817357"/>
              <a:chExt cx="362947" cy="356576"/>
            </a:xfrm>
          </p:grpSpPr>
          <p:sp>
            <p:nvSpPr>
              <p:cNvPr id="1624" name="Google Shape;1624;p40"/>
              <p:cNvSpPr/>
              <p:nvPr/>
            </p:nvSpPr>
            <p:spPr>
              <a:xfrm>
                <a:off x="4211985" y="3817357"/>
                <a:ext cx="356498" cy="356498"/>
              </a:xfrm>
              <a:custGeom>
                <a:avLst/>
                <a:gdLst/>
                <a:ahLst/>
                <a:cxnLst/>
                <a:rect l="l" t="t" r="r" b="b"/>
                <a:pathLst>
                  <a:path w="13599" h="13599" extrusionOk="0">
                    <a:moveTo>
                      <a:pt x="6800" y="0"/>
                    </a:moveTo>
                    <a:cubicBezTo>
                      <a:pt x="3047" y="0"/>
                      <a:pt x="1" y="3046"/>
                      <a:pt x="1" y="6799"/>
                    </a:cubicBezTo>
                    <a:cubicBezTo>
                      <a:pt x="1" y="10552"/>
                      <a:pt x="3047" y="13598"/>
                      <a:pt x="6800" y="13598"/>
                    </a:cubicBezTo>
                    <a:cubicBezTo>
                      <a:pt x="10553" y="13598"/>
                      <a:pt x="13599" y="10552"/>
                      <a:pt x="13599" y="6799"/>
                    </a:cubicBezTo>
                    <a:cubicBezTo>
                      <a:pt x="13599" y="3046"/>
                      <a:pt x="10553" y="0"/>
                      <a:pt x="68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40"/>
              <p:cNvSpPr/>
              <p:nvPr/>
            </p:nvSpPr>
            <p:spPr>
              <a:xfrm>
                <a:off x="4366758" y="3817357"/>
                <a:ext cx="208173" cy="356576"/>
              </a:xfrm>
              <a:custGeom>
                <a:avLst/>
                <a:gdLst/>
                <a:ahLst/>
                <a:cxnLst/>
                <a:rect l="l" t="t" r="r" b="b"/>
                <a:pathLst>
                  <a:path w="7941" h="13602" extrusionOk="0">
                    <a:moveTo>
                      <a:pt x="896" y="0"/>
                    </a:moveTo>
                    <a:cubicBezTo>
                      <a:pt x="593" y="0"/>
                      <a:pt x="304" y="15"/>
                      <a:pt x="1" y="58"/>
                    </a:cubicBezTo>
                    <a:cubicBezTo>
                      <a:pt x="3393" y="505"/>
                      <a:pt x="5919" y="3378"/>
                      <a:pt x="5919" y="6799"/>
                    </a:cubicBezTo>
                    <a:cubicBezTo>
                      <a:pt x="5919" y="10220"/>
                      <a:pt x="3393" y="13093"/>
                      <a:pt x="1" y="13541"/>
                    </a:cubicBezTo>
                    <a:cubicBezTo>
                      <a:pt x="306" y="13581"/>
                      <a:pt x="610" y="13601"/>
                      <a:pt x="909" y="13601"/>
                    </a:cubicBezTo>
                    <a:cubicBezTo>
                      <a:pt x="4431" y="13601"/>
                      <a:pt x="7441" y="10865"/>
                      <a:pt x="7681" y="7247"/>
                    </a:cubicBezTo>
                    <a:cubicBezTo>
                      <a:pt x="7940" y="3320"/>
                      <a:pt x="4822" y="0"/>
                      <a:pt x="8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40"/>
              <p:cNvSpPr/>
              <p:nvPr/>
            </p:nvSpPr>
            <p:spPr>
              <a:xfrm>
                <a:off x="4288061" y="3909555"/>
                <a:ext cx="227756" cy="187463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7151" extrusionOk="0">
                    <a:moveTo>
                      <a:pt x="5678" y="0"/>
                    </a:moveTo>
                    <a:cubicBezTo>
                      <a:pt x="4639" y="0"/>
                      <a:pt x="3643" y="810"/>
                      <a:pt x="3652" y="2026"/>
                    </a:cubicBezTo>
                    <a:lnTo>
                      <a:pt x="3652" y="2070"/>
                    </a:lnTo>
                    <a:lnTo>
                      <a:pt x="3551" y="2070"/>
                    </a:lnTo>
                    <a:cubicBezTo>
                      <a:pt x="3219" y="2012"/>
                      <a:pt x="2887" y="1940"/>
                      <a:pt x="2570" y="1839"/>
                    </a:cubicBezTo>
                    <a:cubicBezTo>
                      <a:pt x="1819" y="1579"/>
                      <a:pt x="1155" y="1160"/>
                      <a:pt x="592" y="612"/>
                    </a:cubicBezTo>
                    <a:lnTo>
                      <a:pt x="390" y="410"/>
                    </a:lnTo>
                    <a:cubicBezTo>
                      <a:pt x="375" y="395"/>
                      <a:pt x="358" y="388"/>
                      <a:pt x="342" y="388"/>
                    </a:cubicBezTo>
                    <a:cubicBezTo>
                      <a:pt x="312" y="388"/>
                      <a:pt x="284" y="410"/>
                      <a:pt x="275" y="438"/>
                    </a:cubicBezTo>
                    <a:lnTo>
                      <a:pt x="202" y="727"/>
                    </a:lnTo>
                    <a:cubicBezTo>
                      <a:pt x="0" y="1492"/>
                      <a:pt x="318" y="2301"/>
                      <a:pt x="982" y="2734"/>
                    </a:cubicBezTo>
                    <a:cubicBezTo>
                      <a:pt x="852" y="2734"/>
                      <a:pt x="708" y="2719"/>
                      <a:pt x="578" y="2690"/>
                    </a:cubicBezTo>
                    <a:lnTo>
                      <a:pt x="332" y="2633"/>
                    </a:lnTo>
                    <a:cubicBezTo>
                      <a:pt x="327" y="2631"/>
                      <a:pt x="321" y="2630"/>
                      <a:pt x="315" y="2630"/>
                    </a:cubicBezTo>
                    <a:cubicBezTo>
                      <a:pt x="278" y="2630"/>
                      <a:pt x="246" y="2667"/>
                      <a:pt x="246" y="2705"/>
                    </a:cubicBezTo>
                    <a:lnTo>
                      <a:pt x="289" y="2950"/>
                    </a:lnTo>
                    <a:cubicBezTo>
                      <a:pt x="390" y="3513"/>
                      <a:pt x="751" y="3990"/>
                      <a:pt x="1256" y="4221"/>
                    </a:cubicBezTo>
                    <a:cubicBezTo>
                      <a:pt x="1314" y="4249"/>
                      <a:pt x="1299" y="4336"/>
                      <a:pt x="1242" y="4350"/>
                    </a:cubicBezTo>
                    <a:lnTo>
                      <a:pt x="967" y="4350"/>
                    </a:lnTo>
                    <a:cubicBezTo>
                      <a:pt x="910" y="4365"/>
                      <a:pt x="881" y="4408"/>
                      <a:pt x="910" y="4452"/>
                    </a:cubicBezTo>
                    <a:lnTo>
                      <a:pt x="1040" y="4697"/>
                    </a:lnTo>
                    <a:cubicBezTo>
                      <a:pt x="1314" y="5173"/>
                      <a:pt x="1790" y="5491"/>
                      <a:pt x="2324" y="5563"/>
                    </a:cubicBezTo>
                    <a:cubicBezTo>
                      <a:pt x="2382" y="5577"/>
                      <a:pt x="2397" y="5650"/>
                      <a:pt x="2353" y="5693"/>
                    </a:cubicBezTo>
                    <a:cubicBezTo>
                      <a:pt x="1891" y="6025"/>
                      <a:pt x="1357" y="6256"/>
                      <a:pt x="794" y="6357"/>
                    </a:cubicBezTo>
                    <a:lnTo>
                      <a:pt x="188" y="6458"/>
                    </a:lnTo>
                    <a:cubicBezTo>
                      <a:pt x="116" y="6472"/>
                      <a:pt x="116" y="6559"/>
                      <a:pt x="174" y="6588"/>
                    </a:cubicBezTo>
                    <a:lnTo>
                      <a:pt x="751" y="6804"/>
                    </a:lnTo>
                    <a:cubicBezTo>
                      <a:pt x="1328" y="7035"/>
                      <a:pt x="1949" y="7151"/>
                      <a:pt x="2570" y="7151"/>
                    </a:cubicBezTo>
                    <a:cubicBezTo>
                      <a:pt x="5385" y="7136"/>
                      <a:pt x="7680" y="4870"/>
                      <a:pt x="7694" y="2055"/>
                    </a:cubicBezTo>
                    <a:lnTo>
                      <a:pt x="7694" y="2026"/>
                    </a:lnTo>
                    <a:lnTo>
                      <a:pt x="7694" y="1983"/>
                    </a:lnTo>
                    <a:lnTo>
                      <a:pt x="7694" y="1969"/>
                    </a:lnTo>
                    <a:cubicBezTo>
                      <a:pt x="7896" y="1839"/>
                      <a:pt x="8070" y="1680"/>
                      <a:pt x="8243" y="1507"/>
                    </a:cubicBezTo>
                    <a:lnTo>
                      <a:pt x="8647" y="1088"/>
                    </a:lnTo>
                    <a:cubicBezTo>
                      <a:pt x="8687" y="1048"/>
                      <a:pt x="8653" y="971"/>
                      <a:pt x="8591" y="971"/>
                    </a:cubicBezTo>
                    <a:cubicBezTo>
                      <a:pt x="8586" y="971"/>
                      <a:pt x="8580" y="971"/>
                      <a:pt x="8575" y="973"/>
                    </a:cubicBezTo>
                    <a:lnTo>
                      <a:pt x="8012" y="1117"/>
                    </a:lnTo>
                    <a:lnTo>
                      <a:pt x="7824" y="1146"/>
                    </a:lnTo>
                    <a:cubicBezTo>
                      <a:pt x="7820" y="1147"/>
                      <a:pt x="7816" y="1147"/>
                      <a:pt x="7812" y="1147"/>
                    </a:cubicBezTo>
                    <a:cubicBezTo>
                      <a:pt x="7761" y="1147"/>
                      <a:pt x="7728" y="1070"/>
                      <a:pt x="7781" y="1030"/>
                    </a:cubicBezTo>
                    <a:cubicBezTo>
                      <a:pt x="7839" y="973"/>
                      <a:pt x="7896" y="915"/>
                      <a:pt x="7954" y="857"/>
                    </a:cubicBezTo>
                    <a:lnTo>
                      <a:pt x="8402" y="366"/>
                    </a:lnTo>
                    <a:cubicBezTo>
                      <a:pt x="8439" y="329"/>
                      <a:pt x="8401" y="259"/>
                      <a:pt x="8353" y="259"/>
                    </a:cubicBezTo>
                    <a:cubicBezTo>
                      <a:pt x="8346" y="259"/>
                      <a:pt x="8338" y="261"/>
                      <a:pt x="8330" y="265"/>
                    </a:cubicBezTo>
                    <a:lnTo>
                      <a:pt x="7709" y="467"/>
                    </a:lnTo>
                    <a:cubicBezTo>
                      <a:pt x="7521" y="525"/>
                      <a:pt x="7334" y="583"/>
                      <a:pt x="7131" y="612"/>
                    </a:cubicBezTo>
                    <a:cubicBezTo>
                      <a:pt x="7117" y="612"/>
                      <a:pt x="7088" y="597"/>
                      <a:pt x="7074" y="583"/>
                    </a:cubicBezTo>
                    <a:cubicBezTo>
                      <a:pt x="6667" y="180"/>
                      <a:pt x="6168" y="0"/>
                      <a:pt x="56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41"/>
          <p:cNvSpPr/>
          <p:nvPr/>
        </p:nvSpPr>
        <p:spPr>
          <a:xfrm>
            <a:off x="3846950" y="663975"/>
            <a:ext cx="3500" cy="2775"/>
          </a:xfrm>
          <a:custGeom>
            <a:avLst/>
            <a:gdLst/>
            <a:ahLst/>
            <a:cxnLst/>
            <a:rect l="l" t="t" r="r" b="b"/>
            <a:pathLst>
              <a:path w="140" h="111" extrusionOk="0">
                <a:moveTo>
                  <a:pt x="1" y="0"/>
                </a:moveTo>
                <a:lnTo>
                  <a:pt x="139" y="111"/>
                </a:lnTo>
                <a:lnTo>
                  <a:pt x="139" y="0"/>
                </a:lnTo>
                <a:close/>
              </a:path>
            </a:pathLst>
          </a:custGeom>
          <a:solidFill>
            <a:srgbClr val="FAF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2" name="Google Shape;1632;p41"/>
          <p:cNvSpPr txBox="1">
            <a:spLocks noGrp="1"/>
          </p:cNvSpPr>
          <p:nvPr>
            <p:ph type="title"/>
          </p:nvPr>
        </p:nvSpPr>
        <p:spPr>
          <a:xfrm>
            <a:off x="713225" y="488975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 ISSUES</a:t>
            </a:r>
            <a:endParaRPr/>
          </a:p>
        </p:txBody>
      </p:sp>
      <p:sp>
        <p:nvSpPr>
          <p:cNvPr id="1633" name="Google Shape;1633;p41"/>
          <p:cNvSpPr txBox="1">
            <a:spLocks noGrp="1"/>
          </p:cNvSpPr>
          <p:nvPr>
            <p:ph type="subTitle" idx="4294967295"/>
          </p:nvPr>
        </p:nvSpPr>
        <p:spPr>
          <a:xfrm>
            <a:off x="787564" y="1345950"/>
            <a:ext cx="2304000" cy="3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rPr>
              <a:t>WHAT WENT WRONG</a:t>
            </a:r>
            <a:endParaRPr sz="1400">
              <a:solidFill>
                <a:schemeClr val="accent2"/>
              </a:solidFill>
              <a:latin typeface="Gugi"/>
              <a:ea typeface="Gugi"/>
              <a:cs typeface="Gugi"/>
              <a:sym typeface="Gugi"/>
            </a:endParaRPr>
          </a:p>
        </p:txBody>
      </p:sp>
      <p:graphicFrame>
        <p:nvGraphicFramePr>
          <p:cNvPr id="1634" name="Google Shape;1634;p41"/>
          <p:cNvGraphicFramePr/>
          <p:nvPr/>
        </p:nvGraphicFramePr>
        <p:xfrm>
          <a:off x="5042261" y="2940739"/>
          <a:ext cx="3229350" cy="1584840"/>
        </p:xfrm>
        <a:graphic>
          <a:graphicData uri="http://schemas.openxmlformats.org/drawingml/2006/table">
            <a:tbl>
              <a:tblPr>
                <a:noFill/>
                <a:tableStyleId>{06C9BFDA-D533-4318-A00A-715C373CFB32}</a:tableStyleId>
              </a:tblPr>
              <a:tblGrid>
                <a:gridCol w="162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925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ISSUE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5">
                <a:tc>
                  <a:txBody>
                    <a:bodyPr/>
                    <a:lstStyle/>
                    <a:p>
                      <a:r>
                        <a:t>Joystick hole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Wrong HDMI port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5">
                <a:tc>
                  <a:txBody>
                    <a:bodyPr/>
                    <a:lstStyle/>
                    <a:p>
                      <a:r>
                        <a:t>Speaker grille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Both at once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5">
                <a:tc>
                  <a:txBody>
                    <a:bodyPr/>
                    <a:lstStyle/>
                    <a:p>
                      <a:r>
                        <a:t>Volume keys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Latch broke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5A0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35" name="Google Shape;1635;p41"/>
          <p:cNvGraphicFramePr/>
          <p:nvPr/>
        </p:nvGraphicFramePr>
        <p:xfrm>
          <a:off x="4957436" y="1346502"/>
          <a:ext cx="3399000" cy="1584840"/>
        </p:xfrm>
        <a:graphic>
          <a:graphicData uri="http://schemas.openxmlformats.org/drawingml/2006/table">
            <a:tbl>
              <a:tblPr>
                <a:noFill/>
                <a:tableStyleId>{06C9BFDA-D533-4318-A00A-715C373CFB32}</a:tableStyleId>
              </a:tblPr>
              <a:tblGrid>
                <a:gridCol w="171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45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ISSUE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450">
                <a:tc>
                  <a:txBody>
                    <a:bodyPr/>
                    <a:lstStyle/>
                    <a:p>
                      <a:r>
                        <a:t>Audio output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Wider than screws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450">
                <a:tc>
                  <a:txBody>
                    <a:bodyPr/>
                    <a:lstStyle/>
                    <a:p>
                      <a:r>
                        <a:t>Volume knob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Size unconfirmed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225">
                <a:tc>
                  <a:txBody>
                    <a:bodyPr/>
                    <a:lstStyle/>
                    <a:p>
                      <a:r>
                        <a:t>LCD panel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Grabbed by OS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53A7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636" name="Google Shape;1636;p41"/>
          <p:cNvGrpSpPr/>
          <p:nvPr/>
        </p:nvGrpSpPr>
        <p:grpSpPr>
          <a:xfrm>
            <a:off x="2904518" y="2612211"/>
            <a:ext cx="1728866" cy="1976301"/>
            <a:chOff x="3368748" y="1964110"/>
            <a:chExt cx="2033721" cy="2324786"/>
          </a:xfrm>
        </p:grpSpPr>
        <p:sp>
          <p:nvSpPr>
            <p:cNvPr id="1637" name="Google Shape;1637;p41"/>
            <p:cNvSpPr/>
            <p:nvPr/>
          </p:nvSpPr>
          <p:spPr>
            <a:xfrm>
              <a:off x="4076336" y="2524727"/>
              <a:ext cx="315932" cy="307224"/>
            </a:xfrm>
            <a:custGeom>
              <a:avLst/>
              <a:gdLst/>
              <a:ahLst/>
              <a:cxnLst/>
              <a:rect l="l" t="t" r="r" b="b"/>
              <a:pathLst>
                <a:path w="16580" h="16123" extrusionOk="0">
                  <a:moveTo>
                    <a:pt x="16580" y="0"/>
                  </a:moveTo>
                  <a:cubicBezTo>
                    <a:pt x="15568" y="1398"/>
                    <a:pt x="14459" y="2820"/>
                    <a:pt x="13158" y="4025"/>
                  </a:cubicBezTo>
                  <a:cubicBezTo>
                    <a:pt x="11857" y="5229"/>
                    <a:pt x="10242" y="6217"/>
                    <a:pt x="8555" y="6434"/>
                  </a:cubicBezTo>
                  <a:cubicBezTo>
                    <a:pt x="7953" y="6531"/>
                    <a:pt x="7351" y="6531"/>
                    <a:pt x="6845" y="6531"/>
                  </a:cubicBezTo>
                  <a:cubicBezTo>
                    <a:pt x="6379" y="6531"/>
                    <a:pt x="5956" y="6488"/>
                    <a:pt x="5511" y="6488"/>
                  </a:cubicBezTo>
                  <a:cubicBezTo>
                    <a:pt x="5289" y="6488"/>
                    <a:pt x="5061" y="6499"/>
                    <a:pt x="4820" y="6531"/>
                  </a:cubicBezTo>
                  <a:cubicBezTo>
                    <a:pt x="1929" y="7037"/>
                    <a:pt x="1" y="9736"/>
                    <a:pt x="410" y="12651"/>
                  </a:cubicBezTo>
                  <a:cubicBezTo>
                    <a:pt x="603" y="13760"/>
                    <a:pt x="1109" y="14652"/>
                    <a:pt x="1808" y="15471"/>
                  </a:cubicBezTo>
                  <a:cubicBezTo>
                    <a:pt x="2146" y="15789"/>
                    <a:pt x="2549" y="16123"/>
                    <a:pt x="2963" y="16123"/>
                  </a:cubicBezTo>
                  <a:cubicBezTo>
                    <a:pt x="3052" y="16123"/>
                    <a:pt x="3141" y="16107"/>
                    <a:pt x="3230" y="16073"/>
                  </a:cubicBezTo>
                  <a:cubicBezTo>
                    <a:pt x="3615" y="16073"/>
                    <a:pt x="3832" y="15856"/>
                    <a:pt x="4025" y="15664"/>
                  </a:cubicBezTo>
                  <a:lnTo>
                    <a:pt x="10459" y="10145"/>
                  </a:lnTo>
                  <a:lnTo>
                    <a:pt x="1658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41"/>
            <p:cNvSpPr/>
            <p:nvPr/>
          </p:nvSpPr>
          <p:spPr>
            <a:xfrm>
              <a:off x="4164504" y="2800224"/>
              <a:ext cx="17473" cy="13338"/>
            </a:xfrm>
            <a:custGeom>
              <a:avLst/>
              <a:gdLst/>
              <a:ahLst/>
              <a:cxnLst/>
              <a:rect l="l" t="t" r="r" b="b"/>
              <a:pathLst>
                <a:path w="917" h="700" extrusionOk="0">
                  <a:moveTo>
                    <a:pt x="1" y="1"/>
                  </a:moveTo>
                  <a:lnTo>
                    <a:pt x="1" y="700"/>
                  </a:lnTo>
                  <a:lnTo>
                    <a:pt x="916" y="700"/>
                  </a:lnTo>
                  <a:lnTo>
                    <a:pt x="916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41"/>
            <p:cNvSpPr/>
            <p:nvPr/>
          </p:nvSpPr>
          <p:spPr>
            <a:xfrm>
              <a:off x="4090113" y="2741002"/>
              <a:ext cx="91864" cy="85881"/>
            </a:xfrm>
            <a:custGeom>
              <a:avLst/>
              <a:gdLst/>
              <a:ahLst/>
              <a:cxnLst/>
              <a:rect l="l" t="t" r="r" b="b"/>
              <a:pathLst>
                <a:path w="4821" h="4507" extrusionOk="0">
                  <a:moveTo>
                    <a:pt x="1398" y="0"/>
                  </a:moveTo>
                  <a:cubicBezTo>
                    <a:pt x="700" y="193"/>
                    <a:pt x="193" y="699"/>
                    <a:pt x="97" y="1398"/>
                  </a:cubicBezTo>
                  <a:cubicBezTo>
                    <a:pt x="1" y="2000"/>
                    <a:pt x="97" y="2699"/>
                    <a:pt x="483" y="3302"/>
                  </a:cubicBezTo>
                  <a:cubicBezTo>
                    <a:pt x="700" y="3711"/>
                    <a:pt x="1085" y="4121"/>
                    <a:pt x="1591" y="4410"/>
                  </a:cubicBezTo>
                  <a:cubicBezTo>
                    <a:pt x="1808" y="4410"/>
                    <a:pt x="2001" y="4506"/>
                    <a:pt x="2097" y="4506"/>
                  </a:cubicBezTo>
                  <a:cubicBezTo>
                    <a:pt x="2603" y="4506"/>
                    <a:pt x="3013" y="4314"/>
                    <a:pt x="3398" y="4121"/>
                  </a:cubicBezTo>
                  <a:cubicBezTo>
                    <a:pt x="3615" y="4000"/>
                    <a:pt x="3712" y="3904"/>
                    <a:pt x="3905" y="3808"/>
                  </a:cubicBezTo>
                  <a:lnTo>
                    <a:pt x="4820" y="3109"/>
                  </a:lnTo>
                  <a:lnTo>
                    <a:pt x="4700" y="3012"/>
                  </a:lnTo>
                  <a:cubicBezTo>
                    <a:pt x="4314" y="2410"/>
                    <a:pt x="3905" y="2000"/>
                    <a:pt x="3712" y="1711"/>
                  </a:cubicBezTo>
                  <a:cubicBezTo>
                    <a:pt x="3398" y="1398"/>
                    <a:pt x="3109" y="1109"/>
                    <a:pt x="2796" y="892"/>
                  </a:cubicBezTo>
                  <a:cubicBezTo>
                    <a:pt x="2410" y="506"/>
                    <a:pt x="2001" y="0"/>
                    <a:pt x="1495" y="0"/>
                  </a:cubicBezTo>
                  <a:close/>
                </a:path>
              </a:pathLst>
            </a:custGeom>
            <a:solidFill>
              <a:srgbClr val="303F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1"/>
            <p:cNvSpPr/>
            <p:nvPr/>
          </p:nvSpPr>
          <p:spPr>
            <a:xfrm>
              <a:off x="4461133" y="3884816"/>
              <a:ext cx="304003" cy="241084"/>
            </a:xfrm>
            <a:custGeom>
              <a:avLst/>
              <a:gdLst/>
              <a:ahLst/>
              <a:cxnLst/>
              <a:rect l="l" t="t" r="r" b="b"/>
              <a:pathLst>
                <a:path w="15954" h="12652" extrusionOk="0">
                  <a:moveTo>
                    <a:pt x="2314" y="0"/>
                  </a:moveTo>
                  <a:lnTo>
                    <a:pt x="1" y="12651"/>
                  </a:lnTo>
                  <a:lnTo>
                    <a:pt x="15953" y="12651"/>
                  </a:lnTo>
                  <a:cubicBezTo>
                    <a:pt x="15857" y="11157"/>
                    <a:pt x="7640" y="8049"/>
                    <a:pt x="7640" y="8049"/>
                  </a:cubicBezTo>
                  <a:lnTo>
                    <a:pt x="9543" y="313"/>
                  </a:lnTo>
                  <a:lnTo>
                    <a:pt x="2314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1"/>
            <p:cNvSpPr/>
            <p:nvPr/>
          </p:nvSpPr>
          <p:spPr>
            <a:xfrm>
              <a:off x="4501091" y="4022565"/>
              <a:ext cx="27096" cy="25267"/>
            </a:xfrm>
            <a:custGeom>
              <a:avLst/>
              <a:gdLst/>
              <a:ahLst/>
              <a:cxnLst/>
              <a:rect l="l" t="t" r="r" b="b"/>
              <a:pathLst>
                <a:path w="1422" h="1326" extrusionOk="0">
                  <a:moveTo>
                    <a:pt x="723" y="0"/>
                  </a:moveTo>
                  <a:cubicBezTo>
                    <a:pt x="603" y="0"/>
                    <a:pt x="603" y="121"/>
                    <a:pt x="506" y="121"/>
                  </a:cubicBezTo>
                  <a:cubicBezTo>
                    <a:pt x="217" y="217"/>
                    <a:pt x="0" y="506"/>
                    <a:pt x="121" y="820"/>
                  </a:cubicBezTo>
                  <a:cubicBezTo>
                    <a:pt x="217" y="1109"/>
                    <a:pt x="410" y="1326"/>
                    <a:pt x="723" y="1326"/>
                  </a:cubicBezTo>
                  <a:lnTo>
                    <a:pt x="819" y="1326"/>
                  </a:lnTo>
                  <a:cubicBezTo>
                    <a:pt x="1205" y="1205"/>
                    <a:pt x="1422" y="820"/>
                    <a:pt x="1325" y="506"/>
                  </a:cubicBezTo>
                  <a:cubicBezTo>
                    <a:pt x="1205" y="217"/>
                    <a:pt x="916" y="0"/>
                    <a:pt x="723" y="0"/>
                  </a:cubicBezTo>
                  <a:close/>
                </a:path>
              </a:pathLst>
            </a:custGeom>
            <a:solidFill>
              <a:srgbClr val="B5BD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1"/>
            <p:cNvSpPr/>
            <p:nvPr/>
          </p:nvSpPr>
          <p:spPr>
            <a:xfrm>
              <a:off x="4753627" y="4110732"/>
              <a:ext cx="11509" cy="15168"/>
            </a:xfrm>
            <a:custGeom>
              <a:avLst/>
              <a:gdLst/>
              <a:ahLst/>
              <a:cxnLst/>
              <a:rect l="l" t="t" r="r" b="b"/>
              <a:pathLst>
                <a:path w="604" h="796" extrusionOk="0">
                  <a:moveTo>
                    <a:pt x="1" y="0"/>
                  </a:moveTo>
                  <a:lnTo>
                    <a:pt x="1" y="0"/>
                  </a:lnTo>
                  <a:cubicBezTo>
                    <a:pt x="314" y="313"/>
                    <a:pt x="507" y="506"/>
                    <a:pt x="603" y="795"/>
                  </a:cubicBezTo>
                  <a:cubicBezTo>
                    <a:pt x="603" y="410"/>
                    <a:pt x="218" y="96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1"/>
            <p:cNvSpPr/>
            <p:nvPr/>
          </p:nvSpPr>
          <p:spPr>
            <a:xfrm>
              <a:off x="4461133" y="4101090"/>
              <a:ext cx="304003" cy="24810"/>
            </a:xfrm>
            <a:custGeom>
              <a:avLst/>
              <a:gdLst/>
              <a:ahLst/>
              <a:cxnLst/>
              <a:rect l="l" t="t" r="r" b="b"/>
              <a:pathLst>
                <a:path w="15954" h="1302" extrusionOk="0">
                  <a:moveTo>
                    <a:pt x="193" y="0"/>
                  </a:moveTo>
                  <a:lnTo>
                    <a:pt x="1" y="1205"/>
                  </a:lnTo>
                  <a:lnTo>
                    <a:pt x="15953" y="1301"/>
                  </a:lnTo>
                  <a:cubicBezTo>
                    <a:pt x="15857" y="1012"/>
                    <a:pt x="15664" y="819"/>
                    <a:pt x="15351" y="506"/>
                  </a:cubicBezTo>
                  <a:lnTo>
                    <a:pt x="15254" y="506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rgbClr val="B5BD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1"/>
            <p:cNvSpPr/>
            <p:nvPr/>
          </p:nvSpPr>
          <p:spPr>
            <a:xfrm>
              <a:off x="4577769" y="4038171"/>
              <a:ext cx="28945" cy="18845"/>
            </a:xfrm>
            <a:custGeom>
              <a:avLst/>
              <a:gdLst/>
              <a:ahLst/>
              <a:cxnLst/>
              <a:rect l="l" t="t" r="r" b="b"/>
              <a:pathLst>
                <a:path w="1519" h="989" extrusionOk="0">
                  <a:moveTo>
                    <a:pt x="1214" y="1"/>
                  </a:moveTo>
                  <a:cubicBezTo>
                    <a:pt x="1037" y="1"/>
                    <a:pt x="808" y="49"/>
                    <a:pt x="603" y="193"/>
                  </a:cubicBezTo>
                  <a:cubicBezTo>
                    <a:pt x="97" y="507"/>
                    <a:pt x="0" y="892"/>
                    <a:pt x="0" y="989"/>
                  </a:cubicBezTo>
                  <a:cubicBezTo>
                    <a:pt x="97" y="989"/>
                    <a:pt x="314" y="700"/>
                    <a:pt x="699" y="386"/>
                  </a:cubicBezTo>
                  <a:cubicBezTo>
                    <a:pt x="1109" y="193"/>
                    <a:pt x="1519" y="193"/>
                    <a:pt x="1519" y="97"/>
                  </a:cubicBezTo>
                  <a:cubicBezTo>
                    <a:pt x="1519" y="49"/>
                    <a:pt x="1392" y="1"/>
                    <a:pt x="121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1"/>
            <p:cNvSpPr/>
            <p:nvPr/>
          </p:nvSpPr>
          <p:spPr>
            <a:xfrm>
              <a:off x="4618184" y="4052672"/>
              <a:ext cx="22961" cy="23628"/>
            </a:xfrm>
            <a:custGeom>
              <a:avLst/>
              <a:gdLst/>
              <a:ahLst/>
              <a:cxnLst/>
              <a:rect l="l" t="t" r="r" b="b"/>
              <a:pathLst>
                <a:path w="1205" h="1240" extrusionOk="0">
                  <a:moveTo>
                    <a:pt x="1082" y="0"/>
                  </a:moveTo>
                  <a:cubicBezTo>
                    <a:pt x="909" y="0"/>
                    <a:pt x="626" y="130"/>
                    <a:pt x="386" y="445"/>
                  </a:cubicBezTo>
                  <a:cubicBezTo>
                    <a:pt x="0" y="830"/>
                    <a:pt x="96" y="1240"/>
                    <a:pt x="193" y="1240"/>
                  </a:cubicBezTo>
                  <a:cubicBezTo>
                    <a:pt x="193" y="1240"/>
                    <a:pt x="289" y="951"/>
                    <a:pt x="602" y="541"/>
                  </a:cubicBezTo>
                  <a:cubicBezTo>
                    <a:pt x="795" y="228"/>
                    <a:pt x="1205" y="131"/>
                    <a:pt x="1205" y="35"/>
                  </a:cubicBezTo>
                  <a:cubicBezTo>
                    <a:pt x="1177" y="12"/>
                    <a:pt x="1134" y="0"/>
                    <a:pt x="108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1"/>
            <p:cNvSpPr/>
            <p:nvPr/>
          </p:nvSpPr>
          <p:spPr>
            <a:xfrm>
              <a:off x="4654446" y="4066182"/>
              <a:ext cx="17016" cy="25267"/>
            </a:xfrm>
            <a:custGeom>
              <a:avLst/>
              <a:gdLst/>
              <a:ahLst/>
              <a:cxnLst/>
              <a:rect l="l" t="t" r="r" b="b"/>
              <a:pathLst>
                <a:path w="893" h="1326" extrusionOk="0">
                  <a:moveTo>
                    <a:pt x="763" y="0"/>
                  </a:moveTo>
                  <a:cubicBezTo>
                    <a:pt x="663" y="0"/>
                    <a:pt x="353" y="191"/>
                    <a:pt x="193" y="531"/>
                  </a:cubicBezTo>
                  <a:cubicBezTo>
                    <a:pt x="1" y="940"/>
                    <a:pt x="97" y="1326"/>
                    <a:pt x="193" y="1326"/>
                  </a:cubicBezTo>
                  <a:cubicBezTo>
                    <a:pt x="290" y="1326"/>
                    <a:pt x="290" y="1037"/>
                    <a:pt x="507" y="627"/>
                  </a:cubicBezTo>
                  <a:cubicBezTo>
                    <a:pt x="603" y="338"/>
                    <a:pt x="892" y="25"/>
                    <a:pt x="796" y="25"/>
                  </a:cubicBezTo>
                  <a:cubicBezTo>
                    <a:pt x="796" y="8"/>
                    <a:pt x="784" y="0"/>
                    <a:pt x="76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1"/>
            <p:cNvSpPr/>
            <p:nvPr/>
          </p:nvSpPr>
          <p:spPr>
            <a:xfrm>
              <a:off x="4581446" y="3999603"/>
              <a:ext cx="32622" cy="7832"/>
            </a:xfrm>
            <a:custGeom>
              <a:avLst/>
              <a:gdLst/>
              <a:ahLst/>
              <a:cxnLst/>
              <a:rect l="l" t="t" r="r" b="b"/>
              <a:pathLst>
                <a:path w="1712" h="411" extrusionOk="0">
                  <a:moveTo>
                    <a:pt x="916" y="1"/>
                  </a:moveTo>
                  <a:cubicBezTo>
                    <a:pt x="410" y="1"/>
                    <a:pt x="0" y="217"/>
                    <a:pt x="121" y="314"/>
                  </a:cubicBezTo>
                  <a:cubicBezTo>
                    <a:pt x="121" y="346"/>
                    <a:pt x="164" y="357"/>
                    <a:pt x="236" y="357"/>
                  </a:cubicBezTo>
                  <a:cubicBezTo>
                    <a:pt x="380" y="357"/>
                    <a:pt x="643" y="314"/>
                    <a:pt x="916" y="314"/>
                  </a:cubicBezTo>
                  <a:cubicBezTo>
                    <a:pt x="1326" y="314"/>
                    <a:pt x="1711" y="410"/>
                    <a:pt x="1711" y="410"/>
                  </a:cubicBezTo>
                  <a:cubicBezTo>
                    <a:pt x="1711" y="314"/>
                    <a:pt x="1422" y="1"/>
                    <a:pt x="91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1"/>
            <p:cNvSpPr/>
            <p:nvPr/>
          </p:nvSpPr>
          <p:spPr>
            <a:xfrm>
              <a:off x="3368748" y="3582661"/>
              <a:ext cx="296648" cy="342571"/>
            </a:xfrm>
            <a:custGeom>
              <a:avLst/>
              <a:gdLst/>
              <a:ahLst/>
              <a:cxnLst/>
              <a:rect l="l" t="t" r="r" b="b"/>
              <a:pathLst>
                <a:path w="15568" h="17978" extrusionOk="0">
                  <a:moveTo>
                    <a:pt x="12242" y="1"/>
                  </a:moveTo>
                  <a:lnTo>
                    <a:pt x="0" y="3808"/>
                  </a:lnTo>
                  <a:lnTo>
                    <a:pt x="7519" y="17978"/>
                  </a:lnTo>
                  <a:cubicBezTo>
                    <a:pt x="8820" y="17182"/>
                    <a:pt x="7615" y="8435"/>
                    <a:pt x="7615" y="8435"/>
                  </a:cubicBezTo>
                  <a:lnTo>
                    <a:pt x="15567" y="6025"/>
                  </a:lnTo>
                  <a:lnTo>
                    <a:pt x="12242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1"/>
            <p:cNvSpPr/>
            <p:nvPr/>
          </p:nvSpPr>
          <p:spPr>
            <a:xfrm>
              <a:off x="3460574" y="3649715"/>
              <a:ext cx="24829" cy="22980"/>
            </a:xfrm>
            <a:custGeom>
              <a:avLst/>
              <a:gdLst/>
              <a:ahLst/>
              <a:cxnLst/>
              <a:rect l="l" t="t" r="r" b="b"/>
              <a:pathLst>
                <a:path w="1303" h="1206" extrusionOk="0">
                  <a:moveTo>
                    <a:pt x="603" y="0"/>
                  </a:moveTo>
                  <a:cubicBezTo>
                    <a:pt x="507" y="0"/>
                    <a:pt x="386" y="97"/>
                    <a:pt x="194" y="193"/>
                  </a:cubicBezTo>
                  <a:cubicBezTo>
                    <a:pt x="1" y="410"/>
                    <a:pt x="1" y="795"/>
                    <a:pt x="194" y="1012"/>
                  </a:cubicBezTo>
                  <a:cubicBezTo>
                    <a:pt x="290" y="1205"/>
                    <a:pt x="507" y="1205"/>
                    <a:pt x="700" y="1205"/>
                  </a:cubicBezTo>
                  <a:cubicBezTo>
                    <a:pt x="796" y="1205"/>
                    <a:pt x="989" y="1205"/>
                    <a:pt x="1109" y="1109"/>
                  </a:cubicBezTo>
                  <a:cubicBezTo>
                    <a:pt x="1302" y="795"/>
                    <a:pt x="1302" y="410"/>
                    <a:pt x="1109" y="193"/>
                  </a:cubicBezTo>
                  <a:cubicBezTo>
                    <a:pt x="989" y="97"/>
                    <a:pt x="796" y="0"/>
                    <a:pt x="603" y="0"/>
                  </a:cubicBezTo>
                  <a:close/>
                </a:path>
              </a:pathLst>
            </a:custGeom>
            <a:solidFill>
              <a:srgbClr val="B5BD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1"/>
            <p:cNvSpPr/>
            <p:nvPr/>
          </p:nvSpPr>
          <p:spPr>
            <a:xfrm>
              <a:off x="3512003" y="3910064"/>
              <a:ext cx="7832" cy="15168"/>
            </a:xfrm>
            <a:custGeom>
              <a:avLst/>
              <a:gdLst/>
              <a:ahLst/>
              <a:cxnLst/>
              <a:rect l="l" t="t" r="r" b="b"/>
              <a:pathLst>
                <a:path w="411" h="796" extrusionOk="0">
                  <a:moveTo>
                    <a:pt x="410" y="0"/>
                  </a:moveTo>
                  <a:cubicBezTo>
                    <a:pt x="314" y="386"/>
                    <a:pt x="97" y="699"/>
                    <a:pt x="1" y="796"/>
                  </a:cubicBezTo>
                  <a:cubicBezTo>
                    <a:pt x="314" y="699"/>
                    <a:pt x="410" y="193"/>
                    <a:pt x="4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1"/>
            <p:cNvSpPr/>
            <p:nvPr/>
          </p:nvSpPr>
          <p:spPr>
            <a:xfrm>
              <a:off x="3368748" y="3647867"/>
              <a:ext cx="151087" cy="277365"/>
            </a:xfrm>
            <a:custGeom>
              <a:avLst/>
              <a:gdLst/>
              <a:ahLst/>
              <a:cxnLst/>
              <a:rect l="l" t="t" r="r" b="b"/>
              <a:pathLst>
                <a:path w="7929" h="14556" extrusionOk="0">
                  <a:moveTo>
                    <a:pt x="1302" y="1"/>
                  </a:moveTo>
                  <a:lnTo>
                    <a:pt x="0" y="386"/>
                  </a:lnTo>
                  <a:lnTo>
                    <a:pt x="7519" y="14556"/>
                  </a:lnTo>
                  <a:cubicBezTo>
                    <a:pt x="7615" y="14459"/>
                    <a:pt x="7832" y="14146"/>
                    <a:pt x="7928" y="13760"/>
                  </a:cubicBezTo>
                  <a:lnTo>
                    <a:pt x="7928" y="13544"/>
                  </a:lnTo>
                  <a:lnTo>
                    <a:pt x="1302" y="1"/>
                  </a:lnTo>
                  <a:close/>
                </a:path>
              </a:pathLst>
            </a:custGeom>
            <a:solidFill>
              <a:srgbClr val="B5BD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1"/>
            <p:cNvSpPr/>
            <p:nvPr/>
          </p:nvSpPr>
          <p:spPr>
            <a:xfrm>
              <a:off x="3485384" y="3726221"/>
              <a:ext cx="28487" cy="19017"/>
            </a:xfrm>
            <a:custGeom>
              <a:avLst/>
              <a:gdLst/>
              <a:ahLst/>
              <a:cxnLst/>
              <a:rect l="l" t="t" r="r" b="b"/>
              <a:pathLst>
                <a:path w="1495" h="998" extrusionOk="0">
                  <a:moveTo>
                    <a:pt x="279" y="0"/>
                  </a:moveTo>
                  <a:cubicBezTo>
                    <a:pt x="109" y="0"/>
                    <a:pt x="0" y="56"/>
                    <a:pt x="0" y="106"/>
                  </a:cubicBezTo>
                  <a:cubicBezTo>
                    <a:pt x="0" y="202"/>
                    <a:pt x="410" y="202"/>
                    <a:pt x="795" y="395"/>
                  </a:cubicBezTo>
                  <a:cubicBezTo>
                    <a:pt x="1205" y="708"/>
                    <a:pt x="1398" y="997"/>
                    <a:pt x="1398" y="997"/>
                  </a:cubicBezTo>
                  <a:cubicBezTo>
                    <a:pt x="1494" y="901"/>
                    <a:pt x="1301" y="491"/>
                    <a:pt x="892" y="202"/>
                  </a:cubicBezTo>
                  <a:cubicBezTo>
                    <a:pt x="658" y="50"/>
                    <a:pt x="441" y="0"/>
                    <a:pt x="27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1"/>
            <p:cNvSpPr/>
            <p:nvPr/>
          </p:nvSpPr>
          <p:spPr>
            <a:xfrm>
              <a:off x="3485612" y="3769667"/>
              <a:ext cx="32393" cy="11852"/>
            </a:xfrm>
            <a:custGeom>
              <a:avLst/>
              <a:gdLst/>
              <a:ahLst/>
              <a:cxnLst/>
              <a:rect l="l" t="t" r="r" b="b"/>
              <a:pathLst>
                <a:path w="1700" h="622" extrusionOk="0">
                  <a:moveTo>
                    <a:pt x="695" y="1"/>
                  </a:moveTo>
                  <a:cubicBezTo>
                    <a:pt x="299" y="1"/>
                    <a:pt x="1" y="248"/>
                    <a:pt x="84" y="332"/>
                  </a:cubicBezTo>
                  <a:cubicBezTo>
                    <a:pt x="84" y="332"/>
                    <a:pt x="267" y="289"/>
                    <a:pt x="502" y="289"/>
                  </a:cubicBezTo>
                  <a:cubicBezTo>
                    <a:pt x="620" y="289"/>
                    <a:pt x="751" y="300"/>
                    <a:pt x="880" y="332"/>
                  </a:cubicBezTo>
                  <a:cubicBezTo>
                    <a:pt x="1289" y="428"/>
                    <a:pt x="1603" y="621"/>
                    <a:pt x="1603" y="621"/>
                  </a:cubicBezTo>
                  <a:cubicBezTo>
                    <a:pt x="1699" y="525"/>
                    <a:pt x="1386" y="236"/>
                    <a:pt x="880" y="19"/>
                  </a:cubicBezTo>
                  <a:cubicBezTo>
                    <a:pt x="817" y="6"/>
                    <a:pt x="755" y="1"/>
                    <a:pt x="69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1"/>
            <p:cNvSpPr/>
            <p:nvPr/>
          </p:nvSpPr>
          <p:spPr>
            <a:xfrm>
              <a:off x="3490890" y="3808577"/>
              <a:ext cx="28945" cy="7374"/>
            </a:xfrm>
            <a:custGeom>
              <a:avLst/>
              <a:gdLst/>
              <a:ahLst/>
              <a:cxnLst/>
              <a:rect l="l" t="t" r="r" b="b"/>
              <a:pathLst>
                <a:path w="1519" h="387" extrusionOk="0">
                  <a:moveTo>
                    <a:pt x="723" y="1"/>
                  </a:moveTo>
                  <a:cubicBezTo>
                    <a:pt x="314" y="1"/>
                    <a:pt x="0" y="290"/>
                    <a:pt x="0" y="386"/>
                  </a:cubicBezTo>
                  <a:cubicBezTo>
                    <a:pt x="121" y="386"/>
                    <a:pt x="410" y="290"/>
                    <a:pt x="723" y="290"/>
                  </a:cubicBezTo>
                  <a:cubicBezTo>
                    <a:pt x="852" y="258"/>
                    <a:pt x="972" y="247"/>
                    <a:pt x="1079" y="247"/>
                  </a:cubicBezTo>
                  <a:cubicBezTo>
                    <a:pt x="1293" y="247"/>
                    <a:pt x="1454" y="290"/>
                    <a:pt x="1518" y="290"/>
                  </a:cubicBezTo>
                  <a:cubicBezTo>
                    <a:pt x="1518" y="194"/>
                    <a:pt x="1205" y="1"/>
                    <a:pt x="7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1"/>
            <p:cNvSpPr/>
            <p:nvPr/>
          </p:nvSpPr>
          <p:spPr>
            <a:xfrm>
              <a:off x="3531287" y="3708481"/>
              <a:ext cx="17016" cy="27115"/>
            </a:xfrm>
            <a:custGeom>
              <a:avLst/>
              <a:gdLst/>
              <a:ahLst/>
              <a:cxnLst/>
              <a:rect l="l" t="t" r="r" b="b"/>
              <a:pathLst>
                <a:path w="893" h="1423" extrusionOk="0">
                  <a:moveTo>
                    <a:pt x="72" y="1"/>
                  </a:moveTo>
                  <a:cubicBezTo>
                    <a:pt x="41" y="1"/>
                    <a:pt x="17" y="9"/>
                    <a:pt x="1" y="25"/>
                  </a:cubicBezTo>
                  <a:cubicBezTo>
                    <a:pt x="1" y="25"/>
                    <a:pt x="194" y="338"/>
                    <a:pt x="411" y="724"/>
                  </a:cubicBezTo>
                  <a:cubicBezTo>
                    <a:pt x="603" y="1133"/>
                    <a:pt x="700" y="1422"/>
                    <a:pt x="700" y="1422"/>
                  </a:cubicBezTo>
                  <a:cubicBezTo>
                    <a:pt x="796" y="1422"/>
                    <a:pt x="892" y="1037"/>
                    <a:pt x="700" y="627"/>
                  </a:cubicBezTo>
                  <a:cubicBezTo>
                    <a:pt x="539" y="205"/>
                    <a:pt x="227" y="1"/>
                    <a:pt x="7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1"/>
            <p:cNvSpPr/>
            <p:nvPr/>
          </p:nvSpPr>
          <p:spPr>
            <a:xfrm>
              <a:off x="4003794" y="3410480"/>
              <a:ext cx="118484" cy="40416"/>
            </a:xfrm>
            <a:custGeom>
              <a:avLst/>
              <a:gdLst/>
              <a:ahLst/>
              <a:cxnLst/>
              <a:rect l="l" t="t" r="r" b="b"/>
              <a:pathLst>
                <a:path w="6218" h="2121" extrusionOk="0">
                  <a:moveTo>
                    <a:pt x="6218" y="0"/>
                  </a:moveTo>
                  <a:cubicBezTo>
                    <a:pt x="5133" y="97"/>
                    <a:pt x="4121" y="314"/>
                    <a:pt x="3109" y="699"/>
                  </a:cubicBezTo>
                  <a:cubicBezTo>
                    <a:pt x="2314" y="916"/>
                    <a:pt x="1518" y="1205"/>
                    <a:pt x="796" y="1615"/>
                  </a:cubicBezTo>
                  <a:cubicBezTo>
                    <a:pt x="506" y="1711"/>
                    <a:pt x="193" y="1904"/>
                    <a:pt x="0" y="2121"/>
                  </a:cubicBezTo>
                  <a:cubicBezTo>
                    <a:pt x="314" y="2000"/>
                    <a:pt x="603" y="1904"/>
                    <a:pt x="916" y="1711"/>
                  </a:cubicBezTo>
                  <a:cubicBezTo>
                    <a:pt x="1615" y="1398"/>
                    <a:pt x="2314" y="1109"/>
                    <a:pt x="3109" y="916"/>
                  </a:cubicBezTo>
                  <a:cubicBezTo>
                    <a:pt x="4121" y="603"/>
                    <a:pt x="5230" y="314"/>
                    <a:pt x="6218" y="97"/>
                  </a:cubicBezTo>
                  <a:lnTo>
                    <a:pt x="62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1"/>
            <p:cNvSpPr/>
            <p:nvPr/>
          </p:nvSpPr>
          <p:spPr>
            <a:xfrm>
              <a:off x="4007472" y="3382012"/>
              <a:ext cx="73019" cy="61243"/>
            </a:xfrm>
            <a:custGeom>
              <a:avLst/>
              <a:gdLst/>
              <a:ahLst/>
              <a:cxnLst/>
              <a:rect l="l" t="t" r="r" b="b"/>
              <a:pathLst>
                <a:path w="3832" h="3214" extrusionOk="0">
                  <a:moveTo>
                    <a:pt x="3832" y="0"/>
                  </a:moveTo>
                  <a:cubicBezTo>
                    <a:pt x="3012" y="386"/>
                    <a:pt x="2313" y="892"/>
                    <a:pt x="1711" y="1398"/>
                  </a:cubicBezTo>
                  <a:cubicBezTo>
                    <a:pt x="1012" y="1904"/>
                    <a:pt x="410" y="2506"/>
                    <a:pt x="0" y="3205"/>
                  </a:cubicBezTo>
                  <a:cubicBezTo>
                    <a:pt x="0" y="3211"/>
                    <a:pt x="3" y="3213"/>
                    <a:pt x="8" y="3213"/>
                  </a:cubicBezTo>
                  <a:cubicBezTo>
                    <a:pt x="91" y="3213"/>
                    <a:pt x="874" y="2456"/>
                    <a:pt x="1807" y="1591"/>
                  </a:cubicBezTo>
                  <a:cubicBezTo>
                    <a:pt x="2916" y="699"/>
                    <a:pt x="3832" y="97"/>
                    <a:pt x="383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1"/>
            <p:cNvSpPr/>
            <p:nvPr/>
          </p:nvSpPr>
          <p:spPr>
            <a:xfrm>
              <a:off x="4076336" y="3382012"/>
              <a:ext cx="27115" cy="23247"/>
            </a:xfrm>
            <a:custGeom>
              <a:avLst/>
              <a:gdLst/>
              <a:ahLst/>
              <a:cxnLst/>
              <a:rect l="l" t="t" r="r" b="b"/>
              <a:pathLst>
                <a:path w="1423" h="1220" extrusionOk="0">
                  <a:moveTo>
                    <a:pt x="1" y="0"/>
                  </a:moveTo>
                  <a:cubicBezTo>
                    <a:pt x="1" y="0"/>
                    <a:pt x="410" y="193"/>
                    <a:pt x="724" y="603"/>
                  </a:cubicBezTo>
                  <a:cubicBezTo>
                    <a:pt x="1070" y="863"/>
                    <a:pt x="1280" y="1220"/>
                    <a:pt x="1319" y="1220"/>
                  </a:cubicBezTo>
                  <a:cubicBezTo>
                    <a:pt x="1324" y="1220"/>
                    <a:pt x="1326" y="1215"/>
                    <a:pt x="1326" y="1205"/>
                  </a:cubicBezTo>
                  <a:cubicBezTo>
                    <a:pt x="1423" y="1205"/>
                    <a:pt x="1326" y="796"/>
                    <a:pt x="916" y="386"/>
                  </a:cubicBezTo>
                  <a:cubicBezTo>
                    <a:pt x="724" y="193"/>
                    <a:pt x="314" y="0"/>
                    <a:pt x="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1"/>
            <p:cNvSpPr/>
            <p:nvPr/>
          </p:nvSpPr>
          <p:spPr>
            <a:xfrm>
              <a:off x="3998287" y="3448590"/>
              <a:ext cx="85881" cy="91845"/>
            </a:xfrm>
            <a:custGeom>
              <a:avLst/>
              <a:gdLst/>
              <a:ahLst/>
              <a:cxnLst/>
              <a:rect l="l" t="t" r="r" b="b"/>
              <a:pathLst>
                <a:path w="4507" h="4820" extrusionOk="0">
                  <a:moveTo>
                    <a:pt x="4506" y="0"/>
                  </a:moveTo>
                  <a:cubicBezTo>
                    <a:pt x="3615" y="603"/>
                    <a:pt x="2699" y="1326"/>
                    <a:pt x="2000" y="2025"/>
                  </a:cubicBezTo>
                  <a:cubicBezTo>
                    <a:pt x="1398" y="2627"/>
                    <a:pt x="892" y="3326"/>
                    <a:pt x="482" y="3928"/>
                  </a:cubicBezTo>
                  <a:cubicBezTo>
                    <a:pt x="289" y="4218"/>
                    <a:pt x="97" y="4531"/>
                    <a:pt x="0" y="4820"/>
                  </a:cubicBezTo>
                  <a:cubicBezTo>
                    <a:pt x="193" y="4627"/>
                    <a:pt x="386" y="4338"/>
                    <a:pt x="603" y="4025"/>
                  </a:cubicBezTo>
                  <a:cubicBezTo>
                    <a:pt x="1085" y="3422"/>
                    <a:pt x="1591" y="2820"/>
                    <a:pt x="2097" y="2217"/>
                  </a:cubicBezTo>
                  <a:cubicBezTo>
                    <a:pt x="2892" y="1422"/>
                    <a:pt x="3711" y="723"/>
                    <a:pt x="4506" y="121"/>
                  </a:cubicBezTo>
                  <a:lnTo>
                    <a:pt x="450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1"/>
            <p:cNvSpPr/>
            <p:nvPr/>
          </p:nvSpPr>
          <p:spPr>
            <a:xfrm>
              <a:off x="3998287" y="3443083"/>
              <a:ext cx="34451" cy="90016"/>
            </a:xfrm>
            <a:custGeom>
              <a:avLst/>
              <a:gdLst/>
              <a:ahLst/>
              <a:cxnLst/>
              <a:rect l="l" t="t" r="r" b="b"/>
              <a:pathLst>
                <a:path w="1808" h="4724" extrusionOk="0">
                  <a:moveTo>
                    <a:pt x="1807" y="0"/>
                  </a:moveTo>
                  <a:lnTo>
                    <a:pt x="1807" y="0"/>
                  </a:lnTo>
                  <a:cubicBezTo>
                    <a:pt x="1301" y="699"/>
                    <a:pt x="892" y="1494"/>
                    <a:pt x="603" y="2314"/>
                  </a:cubicBezTo>
                  <a:cubicBezTo>
                    <a:pt x="289" y="3013"/>
                    <a:pt x="97" y="3808"/>
                    <a:pt x="0" y="4723"/>
                  </a:cubicBezTo>
                  <a:cubicBezTo>
                    <a:pt x="0" y="4723"/>
                    <a:pt x="289" y="3615"/>
                    <a:pt x="795" y="2314"/>
                  </a:cubicBezTo>
                  <a:cubicBezTo>
                    <a:pt x="1301" y="1109"/>
                    <a:pt x="1807" y="97"/>
                    <a:pt x="1807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1"/>
            <p:cNvSpPr/>
            <p:nvPr/>
          </p:nvSpPr>
          <p:spPr>
            <a:xfrm>
              <a:off x="4028584" y="3441883"/>
              <a:ext cx="34451" cy="11338"/>
            </a:xfrm>
            <a:custGeom>
              <a:avLst/>
              <a:gdLst/>
              <a:ahLst/>
              <a:cxnLst/>
              <a:rect l="l" t="t" r="r" b="b"/>
              <a:pathLst>
                <a:path w="1808" h="595" extrusionOk="0">
                  <a:moveTo>
                    <a:pt x="596" y="0"/>
                  </a:moveTo>
                  <a:cubicBezTo>
                    <a:pt x="392" y="0"/>
                    <a:pt x="184" y="47"/>
                    <a:pt x="1" y="160"/>
                  </a:cubicBezTo>
                  <a:cubicBezTo>
                    <a:pt x="1" y="160"/>
                    <a:pt x="507" y="160"/>
                    <a:pt x="916" y="256"/>
                  </a:cubicBezTo>
                  <a:cubicBezTo>
                    <a:pt x="1330" y="434"/>
                    <a:pt x="1664" y="595"/>
                    <a:pt x="1771" y="595"/>
                  </a:cubicBezTo>
                  <a:cubicBezTo>
                    <a:pt x="1795" y="595"/>
                    <a:pt x="1808" y="587"/>
                    <a:pt x="1808" y="569"/>
                  </a:cubicBezTo>
                  <a:cubicBezTo>
                    <a:pt x="1808" y="569"/>
                    <a:pt x="1519" y="256"/>
                    <a:pt x="1013" y="63"/>
                  </a:cubicBezTo>
                  <a:cubicBezTo>
                    <a:pt x="883" y="23"/>
                    <a:pt x="741" y="0"/>
                    <a:pt x="59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1"/>
            <p:cNvSpPr/>
            <p:nvPr/>
          </p:nvSpPr>
          <p:spPr>
            <a:xfrm>
              <a:off x="3519816" y="2775434"/>
              <a:ext cx="1287565" cy="1193891"/>
            </a:xfrm>
            <a:custGeom>
              <a:avLst/>
              <a:gdLst/>
              <a:ahLst/>
              <a:cxnLst/>
              <a:rect l="l" t="t" r="r" b="b"/>
              <a:pathLst>
                <a:path w="67571" h="62655" extrusionOk="0">
                  <a:moveTo>
                    <a:pt x="33544" y="1"/>
                  </a:moveTo>
                  <a:cubicBezTo>
                    <a:pt x="33544" y="1"/>
                    <a:pt x="30412" y="3808"/>
                    <a:pt x="29713" y="4820"/>
                  </a:cubicBezTo>
                  <a:cubicBezTo>
                    <a:pt x="29110" y="5712"/>
                    <a:pt x="23086" y="28604"/>
                    <a:pt x="23086" y="28604"/>
                  </a:cubicBezTo>
                  <a:cubicBezTo>
                    <a:pt x="23086" y="28604"/>
                    <a:pt x="20291" y="30918"/>
                    <a:pt x="19977" y="32436"/>
                  </a:cubicBezTo>
                  <a:cubicBezTo>
                    <a:pt x="19568" y="33833"/>
                    <a:pt x="0" y="42677"/>
                    <a:pt x="0" y="42677"/>
                  </a:cubicBezTo>
                  <a:lnTo>
                    <a:pt x="2916" y="50605"/>
                  </a:lnTo>
                  <a:cubicBezTo>
                    <a:pt x="2916" y="50605"/>
                    <a:pt x="26917" y="42557"/>
                    <a:pt x="28412" y="40870"/>
                  </a:cubicBezTo>
                  <a:cubicBezTo>
                    <a:pt x="29809" y="39255"/>
                    <a:pt x="42460" y="20267"/>
                    <a:pt x="42460" y="20267"/>
                  </a:cubicBezTo>
                  <a:lnTo>
                    <a:pt x="55521" y="37858"/>
                  </a:lnTo>
                  <a:cubicBezTo>
                    <a:pt x="55521" y="37858"/>
                    <a:pt x="52606" y="46292"/>
                    <a:pt x="52003" y="49304"/>
                  </a:cubicBezTo>
                  <a:cubicBezTo>
                    <a:pt x="51401" y="52413"/>
                    <a:pt x="49087" y="62654"/>
                    <a:pt x="49087" y="62654"/>
                  </a:cubicBezTo>
                  <a:lnTo>
                    <a:pt x="58028" y="62244"/>
                  </a:lnTo>
                  <a:cubicBezTo>
                    <a:pt x="58028" y="62244"/>
                    <a:pt x="64269" y="43882"/>
                    <a:pt x="65956" y="40364"/>
                  </a:cubicBezTo>
                  <a:cubicBezTo>
                    <a:pt x="67570" y="36749"/>
                    <a:pt x="67064" y="34532"/>
                    <a:pt x="66173" y="32725"/>
                  </a:cubicBezTo>
                  <a:lnTo>
                    <a:pt x="55329" y="10941"/>
                  </a:lnTo>
                  <a:lnTo>
                    <a:pt x="55618" y="9543"/>
                  </a:lnTo>
                  <a:lnTo>
                    <a:pt x="3354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1"/>
            <p:cNvSpPr/>
            <p:nvPr/>
          </p:nvSpPr>
          <p:spPr>
            <a:xfrm>
              <a:off x="3979003" y="3354916"/>
              <a:ext cx="24810" cy="124467"/>
            </a:xfrm>
            <a:custGeom>
              <a:avLst/>
              <a:gdLst/>
              <a:ahLst/>
              <a:cxnLst/>
              <a:rect l="l" t="t" r="r" b="b"/>
              <a:pathLst>
                <a:path w="1302" h="6532" extrusionOk="0">
                  <a:moveTo>
                    <a:pt x="96" y="1"/>
                  </a:moveTo>
                  <a:cubicBezTo>
                    <a:pt x="0" y="1109"/>
                    <a:pt x="96" y="2218"/>
                    <a:pt x="289" y="3230"/>
                  </a:cubicBezTo>
                  <a:cubicBezTo>
                    <a:pt x="410" y="4025"/>
                    <a:pt x="603" y="4820"/>
                    <a:pt x="892" y="5639"/>
                  </a:cubicBezTo>
                  <a:cubicBezTo>
                    <a:pt x="1012" y="5929"/>
                    <a:pt x="1109" y="6242"/>
                    <a:pt x="1301" y="6531"/>
                  </a:cubicBezTo>
                  <a:cubicBezTo>
                    <a:pt x="1301" y="6242"/>
                    <a:pt x="1205" y="5832"/>
                    <a:pt x="1109" y="5519"/>
                  </a:cubicBezTo>
                  <a:cubicBezTo>
                    <a:pt x="795" y="4820"/>
                    <a:pt x="603" y="4025"/>
                    <a:pt x="506" y="3230"/>
                  </a:cubicBezTo>
                  <a:cubicBezTo>
                    <a:pt x="289" y="2218"/>
                    <a:pt x="193" y="1109"/>
                    <a:pt x="9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1"/>
            <p:cNvSpPr/>
            <p:nvPr/>
          </p:nvSpPr>
          <p:spPr>
            <a:xfrm>
              <a:off x="3946400" y="3395198"/>
              <a:ext cx="51906" cy="80507"/>
            </a:xfrm>
            <a:custGeom>
              <a:avLst/>
              <a:gdLst/>
              <a:ahLst/>
              <a:cxnLst/>
              <a:rect l="l" t="t" r="r" b="b"/>
              <a:pathLst>
                <a:path w="2724" h="4225" extrusionOk="0">
                  <a:moveTo>
                    <a:pt x="3" y="1"/>
                  </a:moveTo>
                  <a:cubicBezTo>
                    <a:pt x="1" y="1"/>
                    <a:pt x="0" y="3"/>
                    <a:pt x="0" y="7"/>
                  </a:cubicBezTo>
                  <a:cubicBezTo>
                    <a:pt x="193" y="802"/>
                    <a:pt x="603" y="1501"/>
                    <a:pt x="1109" y="2200"/>
                  </a:cubicBezTo>
                  <a:cubicBezTo>
                    <a:pt x="1518" y="2923"/>
                    <a:pt x="2000" y="3622"/>
                    <a:pt x="2723" y="4224"/>
                  </a:cubicBezTo>
                  <a:cubicBezTo>
                    <a:pt x="2723" y="4128"/>
                    <a:pt x="2000" y="3212"/>
                    <a:pt x="1301" y="2104"/>
                  </a:cubicBezTo>
                  <a:cubicBezTo>
                    <a:pt x="542" y="953"/>
                    <a:pt x="47" y="1"/>
                    <a:pt x="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1"/>
            <p:cNvSpPr/>
            <p:nvPr/>
          </p:nvSpPr>
          <p:spPr>
            <a:xfrm>
              <a:off x="4604407" y="3474295"/>
              <a:ext cx="82661" cy="18388"/>
            </a:xfrm>
            <a:custGeom>
              <a:avLst/>
              <a:gdLst/>
              <a:ahLst/>
              <a:cxnLst/>
              <a:rect l="l" t="t" r="r" b="b"/>
              <a:pathLst>
                <a:path w="4338" h="965" extrusionOk="0">
                  <a:moveTo>
                    <a:pt x="2928" y="1"/>
                  </a:moveTo>
                  <a:cubicBezTo>
                    <a:pt x="2651" y="1"/>
                    <a:pt x="2374" y="25"/>
                    <a:pt x="2121" y="73"/>
                  </a:cubicBezTo>
                  <a:cubicBezTo>
                    <a:pt x="1518" y="170"/>
                    <a:pt x="1012" y="362"/>
                    <a:pt x="506" y="579"/>
                  </a:cubicBezTo>
                  <a:cubicBezTo>
                    <a:pt x="217" y="772"/>
                    <a:pt x="0" y="965"/>
                    <a:pt x="0" y="965"/>
                  </a:cubicBezTo>
                  <a:cubicBezTo>
                    <a:pt x="723" y="676"/>
                    <a:pt x="1422" y="362"/>
                    <a:pt x="2121" y="266"/>
                  </a:cubicBezTo>
                  <a:cubicBezTo>
                    <a:pt x="2470" y="218"/>
                    <a:pt x="2844" y="194"/>
                    <a:pt x="3220" y="194"/>
                  </a:cubicBezTo>
                  <a:cubicBezTo>
                    <a:pt x="3597" y="194"/>
                    <a:pt x="3976" y="218"/>
                    <a:pt x="4338" y="266"/>
                  </a:cubicBezTo>
                  <a:cubicBezTo>
                    <a:pt x="4121" y="170"/>
                    <a:pt x="3928" y="170"/>
                    <a:pt x="3735" y="73"/>
                  </a:cubicBezTo>
                  <a:cubicBezTo>
                    <a:pt x="3482" y="25"/>
                    <a:pt x="3205" y="1"/>
                    <a:pt x="292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1"/>
            <p:cNvSpPr/>
            <p:nvPr/>
          </p:nvSpPr>
          <p:spPr>
            <a:xfrm>
              <a:off x="4595223" y="3489006"/>
              <a:ext cx="66597" cy="8289"/>
            </a:xfrm>
            <a:custGeom>
              <a:avLst/>
              <a:gdLst/>
              <a:ahLst/>
              <a:cxnLst/>
              <a:rect l="l" t="t" r="r" b="b"/>
              <a:pathLst>
                <a:path w="3495" h="435" extrusionOk="0">
                  <a:moveTo>
                    <a:pt x="1687" y="0"/>
                  </a:moveTo>
                  <a:cubicBezTo>
                    <a:pt x="1085" y="0"/>
                    <a:pt x="482" y="96"/>
                    <a:pt x="0" y="410"/>
                  </a:cubicBezTo>
                  <a:cubicBezTo>
                    <a:pt x="0" y="427"/>
                    <a:pt x="26" y="434"/>
                    <a:pt x="75" y="434"/>
                  </a:cubicBezTo>
                  <a:cubicBezTo>
                    <a:pt x="292" y="434"/>
                    <a:pt x="957" y="289"/>
                    <a:pt x="1687" y="289"/>
                  </a:cubicBezTo>
                  <a:cubicBezTo>
                    <a:pt x="2515" y="289"/>
                    <a:pt x="3198" y="434"/>
                    <a:pt x="3419" y="434"/>
                  </a:cubicBezTo>
                  <a:cubicBezTo>
                    <a:pt x="3468" y="434"/>
                    <a:pt x="3494" y="427"/>
                    <a:pt x="3494" y="410"/>
                  </a:cubicBezTo>
                  <a:cubicBezTo>
                    <a:pt x="3012" y="96"/>
                    <a:pt x="2289" y="0"/>
                    <a:pt x="168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1"/>
            <p:cNvSpPr/>
            <p:nvPr/>
          </p:nvSpPr>
          <p:spPr>
            <a:xfrm>
              <a:off x="4317420" y="3054609"/>
              <a:ext cx="84490" cy="126297"/>
            </a:xfrm>
            <a:custGeom>
              <a:avLst/>
              <a:gdLst/>
              <a:ahLst/>
              <a:cxnLst/>
              <a:rect l="l" t="t" r="r" b="b"/>
              <a:pathLst>
                <a:path w="4434" h="6628" extrusionOk="0">
                  <a:moveTo>
                    <a:pt x="4434" y="1"/>
                  </a:moveTo>
                  <a:cubicBezTo>
                    <a:pt x="4217" y="314"/>
                    <a:pt x="3928" y="603"/>
                    <a:pt x="3735" y="1013"/>
                  </a:cubicBezTo>
                  <a:cubicBezTo>
                    <a:pt x="3326" y="1615"/>
                    <a:pt x="2819" y="2411"/>
                    <a:pt x="2217" y="3326"/>
                  </a:cubicBezTo>
                  <a:lnTo>
                    <a:pt x="723" y="5616"/>
                  </a:lnTo>
                  <a:cubicBezTo>
                    <a:pt x="410" y="5929"/>
                    <a:pt x="217" y="6218"/>
                    <a:pt x="0" y="6628"/>
                  </a:cubicBezTo>
                  <a:cubicBezTo>
                    <a:pt x="313" y="6338"/>
                    <a:pt x="602" y="6025"/>
                    <a:pt x="819" y="5736"/>
                  </a:cubicBezTo>
                  <a:cubicBezTo>
                    <a:pt x="1205" y="5134"/>
                    <a:pt x="1807" y="4314"/>
                    <a:pt x="2410" y="3423"/>
                  </a:cubicBezTo>
                  <a:cubicBezTo>
                    <a:pt x="3012" y="2507"/>
                    <a:pt x="3518" y="1712"/>
                    <a:pt x="3928" y="1109"/>
                  </a:cubicBezTo>
                  <a:cubicBezTo>
                    <a:pt x="4121" y="700"/>
                    <a:pt x="4338" y="410"/>
                    <a:pt x="443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1"/>
            <p:cNvSpPr/>
            <p:nvPr/>
          </p:nvSpPr>
          <p:spPr>
            <a:xfrm>
              <a:off x="3988645" y="2809866"/>
              <a:ext cx="195161" cy="552881"/>
            </a:xfrm>
            <a:custGeom>
              <a:avLst/>
              <a:gdLst/>
              <a:ahLst/>
              <a:cxnLst/>
              <a:rect l="l" t="t" r="r" b="b"/>
              <a:pathLst>
                <a:path w="10242" h="29015" extrusionOk="0">
                  <a:moveTo>
                    <a:pt x="10242" y="1"/>
                  </a:moveTo>
                  <a:cubicBezTo>
                    <a:pt x="10145" y="1"/>
                    <a:pt x="10025" y="97"/>
                    <a:pt x="10025" y="194"/>
                  </a:cubicBezTo>
                  <a:cubicBezTo>
                    <a:pt x="10145" y="194"/>
                    <a:pt x="10145" y="97"/>
                    <a:pt x="10242" y="1"/>
                  </a:cubicBezTo>
                  <a:close/>
                  <a:moveTo>
                    <a:pt x="10025" y="194"/>
                  </a:moveTo>
                  <a:cubicBezTo>
                    <a:pt x="9832" y="386"/>
                    <a:pt x="9639" y="603"/>
                    <a:pt x="9326" y="892"/>
                  </a:cubicBezTo>
                  <a:cubicBezTo>
                    <a:pt x="8627" y="1712"/>
                    <a:pt x="8025" y="2603"/>
                    <a:pt x="7422" y="3615"/>
                  </a:cubicBezTo>
                  <a:cubicBezTo>
                    <a:pt x="6627" y="5013"/>
                    <a:pt x="5928" y="6531"/>
                    <a:pt x="5326" y="8122"/>
                  </a:cubicBezTo>
                  <a:cubicBezTo>
                    <a:pt x="4723" y="10025"/>
                    <a:pt x="4121" y="11953"/>
                    <a:pt x="3615" y="13953"/>
                  </a:cubicBezTo>
                  <a:cubicBezTo>
                    <a:pt x="3109" y="15953"/>
                    <a:pt x="2795" y="17978"/>
                    <a:pt x="2410" y="19881"/>
                  </a:cubicBezTo>
                  <a:cubicBezTo>
                    <a:pt x="2000" y="21689"/>
                    <a:pt x="1591" y="23279"/>
                    <a:pt x="1301" y="24701"/>
                  </a:cubicBezTo>
                  <a:cubicBezTo>
                    <a:pt x="892" y="26002"/>
                    <a:pt x="603" y="27111"/>
                    <a:pt x="289" y="27809"/>
                  </a:cubicBezTo>
                  <a:cubicBezTo>
                    <a:pt x="193" y="28219"/>
                    <a:pt x="97" y="28508"/>
                    <a:pt x="0" y="28701"/>
                  </a:cubicBezTo>
                  <a:lnTo>
                    <a:pt x="0" y="29014"/>
                  </a:lnTo>
                  <a:cubicBezTo>
                    <a:pt x="0" y="28918"/>
                    <a:pt x="97" y="28821"/>
                    <a:pt x="97" y="28701"/>
                  </a:cubicBezTo>
                  <a:cubicBezTo>
                    <a:pt x="193" y="28508"/>
                    <a:pt x="289" y="28219"/>
                    <a:pt x="386" y="27906"/>
                  </a:cubicBezTo>
                  <a:cubicBezTo>
                    <a:pt x="699" y="27111"/>
                    <a:pt x="988" y="26098"/>
                    <a:pt x="1398" y="24701"/>
                  </a:cubicBezTo>
                  <a:cubicBezTo>
                    <a:pt x="1807" y="23279"/>
                    <a:pt x="2193" y="21689"/>
                    <a:pt x="2603" y="19881"/>
                  </a:cubicBezTo>
                  <a:cubicBezTo>
                    <a:pt x="3012" y="18074"/>
                    <a:pt x="3398" y="16050"/>
                    <a:pt x="3808" y="13953"/>
                  </a:cubicBezTo>
                  <a:cubicBezTo>
                    <a:pt x="4314" y="11953"/>
                    <a:pt x="4820" y="10025"/>
                    <a:pt x="5518" y="8122"/>
                  </a:cubicBezTo>
                  <a:cubicBezTo>
                    <a:pt x="6121" y="6628"/>
                    <a:pt x="6820" y="5110"/>
                    <a:pt x="7615" y="3712"/>
                  </a:cubicBezTo>
                  <a:cubicBezTo>
                    <a:pt x="8121" y="2700"/>
                    <a:pt x="8723" y="1808"/>
                    <a:pt x="9422" y="892"/>
                  </a:cubicBezTo>
                  <a:cubicBezTo>
                    <a:pt x="9639" y="603"/>
                    <a:pt x="9928" y="386"/>
                    <a:pt x="10025" y="194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1"/>
            <p:cNvSpPr/>
            <p:nvPr/>
          </p:nvSpPr>
          <p:spPr>
            <a:xfrm>
              <a:off x="3942723" y="3374199"/>
              <a:ext cx="28487" cy="22980"/>
            </a:xfrm>
            <a:custGeom>
              <a:avLst/>
              <a:gdLst/>
              <a:ahLst/>
              <a:cxnLst/>
              <a:rect l="l" t="t" r="r" b="b"/>
              <a:pathLst>
                <a:path w="1495" h="1206" extrusionOk="0">
                  <a:moveTo>
                    <a:pt x="1494" y="1"/>
                  </a:moveTo>
                  <a:cubicBezTo>
                    <a:pt x="1205" y="1"/>
                    <a:pt x="892" y="193"/>
                    <a:pt x="603" y="410"/>
                  </a:cubicBezTo>
                  <a:cubicBezTo>
                    <a:pt x="193" y="796"/>
                    <a:pt x="0" y="1206"/>
                    <a:pt x="97" y="1206"/>
                  </a:cubicBezTo>
                  <a:cubicBezTo>
                    <a:pt x="97" y="1206"/>
                    <a:pt x="386" y="892"/>
                    <a:pt x="796" y="603"/>
                  </a:cubicBezTo>
                  <a:cubicBezTo>
                    <a:pt x="1109" y="290"/>
                    <a:pt x="1494" y="97"/>
                    <a:pt x="149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1"/>
            <p:cNvSpPr/>
            <p:nvPr/>
          </p:nvSpPr>
          <p:spPr>
            <a:xfrm>
              <a:off x="3546455" y="3410480"/>
              <a:ext cx="394439" cy="189654"/>
            </a:xfrm>
            <a:custGeom>
              <a:avLst/>
              <a:gdLst/>
              <a:ahLst/>
              <a:cxnLst/>
              <a:rect l="l" t="t" r="r" b="b"/>
              <a:pathLst>
                <a:path w="20700" h="9953" extrusionOk="0">
                  <a:moveTo>
                    <a:pt x="20700" y="0"/>
                  </a:moveTo>
                  <a:cubicBezTo>
                    <a:pt x="20579" y="0"/>
                    <a:pt x="20483" y="0"/>
                    <a:pt x="20387" y="97"/>
                  </a:cubicBezTo>
                  <a:lnTo>
                    <a:pt x="19881" y="410"/>
                  </a:lnTo>
                  <a:lnTo>
                    <a:pt x="17688" y="1615"/>
                  </a:lnTo>
                  <a:cubicBezTo>
                    <a:pt x="15880" y="2603"/>
                    <a:pt x="13350" y="4025"/>
                    <a:pt x="10555" y="5422"/>
                  </a:cubicBezTo>
                  <a:cubicBezTo>
                    <a:pt x="7639" y="6724"/>
                    <a:pt x="5036" y="7928"/>
                    <a:pt x="3109" y="8627"/>
                  </a:cubicBezTo>
                  <a:lnTo>
                    <a:pt x="819" y="9639"/>
                  </a:lnTo>
                  <a:lnTo>
                    <a:pt x="217" y="9832"/>
                  </a:lnTo>
                  <a:lnTo>
                    <a:pt x="916" y="9639"/>
                  </a:lnTo>
                  <a:cubicBezTo>
                    <a:pt x="1422" y="9447"/>
                    <a:pt x="2217" y="9133"/>
                    <a:pt x="3229" y="8844"/>
                  </a:cubicBezTo>
                  <a:cubicBezTo>
                    <a:pt x="5133" y="8025"/>
                    <a:pt x="7735" y="6940"/>
                    <a:pt x="10651" y="5519"/>
                  </a:cubicBezTo>
                  <a:cubicBezTo>
                    <a:pt x="13471" y="4217"/>
                    <a:pt x="15977" y="2820"/>
                    <a:pt x="17784" y="1711"/>
                  </a:cubicBezTo>
                  <a:cubicBezTo>
                    <a:pt x="18676" y="1205"/>
                    <a:pt x="19375" y="796"/>
                    <a:pt x="19881" y="506"/>
                  </a:cubicBezTo>
                  <a:lnTo>
                    <a:pt x="20483" y="97"/>
                  </a:lnTo>
                  <a:cubicBezTo>
                    <a:pt x="20483" y="97"/>
                    <a:pt x="20579" y="0"/>
                    <a:pt x="20700" y="0"/>
                  </a:cubicBezTo>
                  <a:close/>
                  <a:moveTo>
                    <a:pt x="217" y="9832"/>
                  </a:moveTo>
                  <a:lnTo>
                    <a:pt x="217" y="9832"/>
                  </a:lnTo>
                  <a:cubicBezTo>
                    <a:pt x="217" y="9832"/>
                    <a:pt x="96" y="9953"/>
                    <a:pt x="0" y="9953"/>
                  </a:cubicBezTo>
                  <a:cubicBezTo>
                    <a:pt x="96" y="9953"/>
                    <a:pt x="217" y="9953"/>
                    <a:pt x="217" y="9832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1"/>
            <p:cNvSpPr/>
            <p:nvPr/>
          </p:nvSpPr>
          <p:spPr>
            <a:xfrm>
              <a:off x="4151184" y="2883914"/>
              <a:ext cx="101506" cy="31345"/>
            </a:xfrm>
            <a:custGeom>
              <a:avLst/>
              <a:gdLst/>
              <a:ahLst/>
              <a:cxnLst/>
              <a:rect l="l" t="t" r="r" b="b"/>
              <a:pathLst>
                <a:path w="5327" h="1645" extrusionOk="0">
                  <a:moveTo>
                    <a:pt x="5316" y="1"/>
                  </a:moveTo>
                  <a:cubicBezTo>
                    <a:pt x="5267" y="1"/>
                    <a:pt x="5049" y="272"/>
                    <a:pt x="4627" y="525"/>
                  </a:cubicBezTo>
                  <a:cubicBezTo>
                    <a:pt x="3731" y="1168"/>
                    <a:pt x="2709" y="1496"/>
                    <a:pt x="1598" y="1496"/>
                  </a:cubicBezTo>
                  <a:cubicBezTo>
                    <a:pt x="1336" y="1496"/>
                    <a:pt x="1068" y="1477"/>
                    <a:pt x="796" y="1440"/>
                  </a:cubicBezTo>
                  <a:cubicBezTo>
                    <a:pt x="290" y="1320"/>
                    <a:pt x="1" y="1224"/>
                    <a:pt x="1" y="1224"/>
                  </a:cubicBezTo>
                  <a:lnTo>
                    <a:pt x="1" y="1224"/>
                  </a:lnTo>
                  <a:cubicBezTo>
                    <a:pt x="290" y="1440"/>
                    <a:pt x="507" y="1537"/>
                    <a:pt x="796" y="1537"/>
                  </a:cubicBezTo>
                  <a:cubicBezTo>
                    <a:pt x="1148" y="1608"/>
                    <a:pt x="1498" y="1644"/>
                    <a:pt x="1843" y="1644"/>
                  </a:cubicBezTo>
                  <a:cubicBezTo>
                    <a:pt x="2892" y="1644"/>
                    <a:pt x="3890" y="1310"/>
                    <a:pt x="4724" y="621"/>
                  </a:cubicBezTo>
                  <a:cubicBezTo>
                    <a:pt x="5013" y="428"/>
                    <a:pt x="5230" y="236"/>
                    <a:pt x="5326" y="19"/>
                  </a:cubicBezTo>
                  <a:cubicBezTo>
                    <a:pt x="5326" y="6"/>
                    <a:pt x="5323" y="1"/>
                    <a:pt x="531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1"/>
            <p:cNvSpPr/>
            <p:nvPr/>
          </p:nvSpPr>
          <p:spPr>
            <a:xfrm>
              <a:off x="4369307" y="3119815"/>
              <a:ext cx="246591" cy="363226"/>
            </a:xfrm>
            <a:custGeom>
              <a:avLst/>
              <a:gdLst/>
              <a:ahLst/>
              <a:cxnLst/>
              <a:rect l="l" t="t" r="r" b="b"/>
              <a:pathLst>
                <a:path w="12941" h="19062" extrusionOk="0">
                  <a:moveTo>
                    <a:pt x="0" y="1"/>
                  </a:moveTo>
                  <a:cubicBezTo>
                    <a:pt x="0" y="97"/>
                    <a:pt x="96" y="97"/>
                    <a:pt x="96" y="193"/>
                  </a:cubicBezTo>
                  <a:cubicBezTo>
                    <a:pt x="96" y="97"/>
                    <a:pt x="96" y="97"/>
                    <a:pt x="0" y="1"/>
                  </a:cubicBezTo>
                  <a:close/>
                  <a:moveTo>
                    <a:pt x="96" y="193"/>
                  </a:moveTo>
                  <a:lnTo>
                    <a:pt x="410" y="796"/>
                  </a:lnTo>
                  <a:cubicBezTo>
                    <a:pt x="699" y="1302"/>
                    <a:pt x="1205" y="2001"/>
                    <a:pt x="1711" y="2916"/>
                  </a:cubicBezTo>
                  <a:cubicBezTo>
                    <a:pt x="2820" y="4724"/>
                    <a:pt x="4410" y="7134"/>
                    <a:pt x="6217" y="9736"/>
                  </a:cubicBezTo>
                  <a:cubicBezTo>
                    <a:pt x="7928" y="12435"/>
                    <a:pt x="9639" y="14748"/>
                    <a:pt x="10940" y="16459"/>
                  </a:cubicBezTo>
                  <a:cubicBezTo>
                    <a:pt x="11543" y="17254"/>
                    <a:pt x="12049" y="17977"/>
                    <a:pt x="12338" y="18363"/>
                  </a:cubicBezTo>
                  <a:lnTo>
                    <a:pt x="12748" y="18965"/>
                  </a:lnTo>
                  <a:cubicBezTo>
                    <a:pt x="12844" y="18965"/>
                    <a:pt x="12844" y="19062"/>
                    <a:pt x="12941" y="19062"/>
                  </a:cubicBezTo>
                  <a:cubicBezTo>
                    <a:pt x="12941" y="19062"/>
                    <a:pt x="12844" y="18965"/>
                    <a:pt x="12844" y="18869"/>
                  </a:cubicBezTo>
                  <a:lnTo>
                    <a:pt x="12459" y="18363"/>
                  </a:lnTo>
                  <a:lnTo>
                    <a:pt x="11037" y="16363"/>
                  </a:lnTo>
                  <a:cubicBezTo>
                    <a:pt x="9832" y="14652"/>
                    <a:pt x="8121" y="12339"/>
                    <a:pt x="6314" y="9640"/>
                  </a:cubicBezTo>
                  <a:cubicBezTo>
                    <a:pt x="4506" y="7013"/>
                    <a:pt x="3012" y="4603"/>
                    <a:pt x="1807" y="2796"/>
                  </a:cubicBezTo>
                  <a:lnTo>
                    <a:pt x="506" y="699"/>
                  </a:lnTo>
                  <a:lnTo>
                    <a:pt x="96" y="193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1"/>
            <p:cNvSpPr/>
            <p:nvPr/>
          </p:nvSpPr>
          <p:spPr>
            <a:xfrm>
              <a:off x="4497414" y="3496799"/>
              <a:ext cx="122619" cy="464713"/>
            </a:xfrm>
            <a:custGeom>
              <a:avLst/>
              <a:gdLst/>
              <a:ahLst/>
              <a:cxnLst/>
              <a:rect l="l" t="t" r="r" b="b"/>
              <a:pathLst>
                <a:path w="6435" h="24388" extrusionOk="0">
                  <a:moveTo>
                    <a:pt x="6434" y="1"/>
                  </a:moveTo>
                  <a:cubicBezTo>
                    <a:pt x="6338" y="97"/>
                    <a:pt x="6338" y="194"/>
                    <a:pt x="6338" y="290"/>
                  </a:cubicBezTo>
                  <a:cubicBezTo>
                    <a:pt x="6434" y="194"/>
                    <a:pt x="6434" y="97"/>
                    <a:pt x="6434" y="1"/>
                  </a:cubicBezTo>
                  <a:close/>
                  <a:moveTo>
                    <a:pt x="6338" y="290"/>
                  </a:moveTo>
                  <a:lnTo>
                    <a:pt x="6338" y="290"/>
                  </a:lnTo>
                  <a:cubicBezTo>
                    <a:pt x="6218" y="386"/>
                    <a:pt x="6121" y="700"/>
                    <a:pt x="6025" y="989"/>
                  </a:cubicBezTo>
                  <a:cubicBezTo>
                    <a:pt x="5832" y="1591"/>
                    <a:pt x="5519" y="2410"/>
                    <a:pt x="5133" y="3495"/>
                  </a:cubicBezTo>
                  <a:cubicBezTo>
                    <a:pt x="4410" y="5712"/>
                    <a:pt x="3422" y="8724"/>
                    <a:pt x="2506" y="12146"/>
                  </a:cubicBezTo>
                  <a:cubicBezTo>
                    <a:pt x="1615" y="15544"/>
                    <a:pt x="1012" y="18676"/>
                    <a:pt x="603" y="20869"/>
                  </a:cubicBezTo>
                  <a:cubicBezTo>
                    <a:pt x="410" y="22074"/>
                    <a:pt x="193" y="22990"/>
                    <a:pt x="97" y="23592"/>
                  </a:cubicBezTo>
                  <a:lnTo>
                    <a:pt x="0" y="24387"/>
                  </a:lnTo>
                  <a:cubicBezTo>
                    <a:pt x="97" y="24195"/>
                    <a:pt x="97" y="23881"/>
                    <a:pt x="193" y="23592"/>
                  </a:cubicBezTo>
                  <a:cubicBezTo>
                    <a:pt x="314" y="22990"/>
                    <a:pt x="506" y="22074"/>
                    <a:pt x="699" y="20966"/>
                  </a:cubicBezTo>
                  <a:cubicBezTo>
                    <a:pt x="1205" y="18676"/>
                    <a:pt x="1808" y="15544"/>
                    <a:pt x="2723" y="12242"/>
                  </a:cubicBezTo>
                  <a:cubicBezTo>
                    <a:pt x="3615" y="8820"/>
                    <a:pt x="4531" y="5712"/>
                    <a:pt x="5326" y="3615"/>
                  </a:cubicBezTo>
                  <a:lnTo>
                    <a:pt x="6121" y="989"/>
                  </a:lnTo>
                  <a:lnTo>
                    <a:pt x="6338" y="29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1"/>
            <p:cNvSpPr/>
            <p:nvPr/>
          </p:nvSpPr>
          <p:spPr>
            <a:xfrm>
              <a:off x="4786230" y="2736867"/>
              <a:ext cx="219971" cy="534035"/>
            </a:xfrm>
            <a:custGeom>
              <a:avLst/>
              <a:gdLst/>
              <a:ahLst/>
              <a:cxnLst/>
              <a:rect l="l" t="t" r="r" b="b"/>
              <a:pathLst>
                <a:path w="11544" h="28026" extrusionOk="0">
                  <a:moveTo>
                    <a:pt x="1615" y="0"/>
                  </a:moveTo>
                  <a:lnTo>
                    <a:pt x="1615" y="0"/>
                  </a:lnTo>
                  <a:cubicBezTo>
                    <a:pt x="1808" y="1326"/>
                    <a:pt x="1" y="12362"/>
                    <a:pt x="700" y="15061"/>
                  </a:cubicBezTo>
                  <a:cubicBezTo>
                    <a:pt x="1423" y="17784"/>
                    <a:pt x="8146" y="28026"/>
                    <a:pt x="8146" y="28026"/>
                  </a:cubicBezTo>
                  <a:lnTo>
                    <a:pt x="11544" y="26411"/>
                  </a:lnTo>
                  <a:lnTo>
                    <a:pt x="7640" y="11664"/>
                  </a:lnTo>
                  <a:lnTo>
                    <a:pt x="9543" y="1615"/>
                  </a:lnTo>
                  <a:lnTo>
                    <a:pt x="1615" y="0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1"/>
            <p:cNvSpPr/>
            <p:nvPr/>
          </p:nvSpPr>
          <p:spPr>
            <a:xfrm>
              <a:off x="4933640" y="3217167"/>
              <a:ext cx="168522" cy="235101"/>
            </a:xfrm>
            <a:custGeom>
              <a:avLst/>
              <a:gdLst/>
              <a:ahLst/>
              <a:cxnLst/>
              <a:rect l="l" t="t" r="r" b="b"/>
              <a:pathLst>
                <a:path w="8844" h="12338" extrusionOk="0">
                  <a:moveTo>
                    <a:pt x="3012" y="0"/>
                  </a:moveTo>
                  <a:lnTo>
                    <a:pt x="0" y="2410"/>
                  </a:lnTo>
                  <a:lnTo>
                    <a:pt x="506" y="4531"/>
                  </a:lnTo>
                  <a:lnTo>
                    <a:pt x="916" y="6121"/>
                  </a:lnTo>
                  <a:cubicBezTo>
                    <a:pt x="1012" y="6338"/>
                    <a:pt x="1012" y="6531"/>
                    <a:pt x="1109" y="6627"/>
                  </a:cubicBezTo>
                  <a:cubicBezTo>
                    <a:pt x="1301" y="7037"/>
                    <a:pt x="1711" y="7446"/>
                    <a:pt x="2217" y="7446"/>
                  </a:cubicBezTo>
                  <a:lnTo>
                    <a:pt x="2820" y="8049"/>
                  </a:lnTo>
                  <a:cubicBezTo>
                    <a:pt x="3006" y="8236"/>
                    <a:pt x="3283" y="8342"/>
                    <a:pt x="3567" y="8342"/>
                  </a:cubicBezTo>
                  <a:cubicBezTo>
                    <a:pt x="3722" y="8342"/>
                    <a:pt x="3879" y="8310"/>
                    <a:pt x="4024" y="8242"/>
                  </a:cubicBezTo>
                  <a:cubicBezTo>
                    <a:pt x="4314" y="9133"/>
                    <a:pt x="4627" y="10145"/>
                    <a:pt x="4820" y="11061"/>
                  </a:cubicBezTo>
                  <a:cubicBezTo>
                    <a:pt x="4954" y="11970"/>
                    <a:pt x="5101" y="12338"/>
                    <a:pt x="5349" y="12338"/>
                  </a:cubicBezTo>
                  <a:cubicBezTo>
                    <a:pt x="5456" y="12338"/>
                    <a:pt x="5583" y="12269"/>
                    <a:pt x="5735" y="12145"/>
                  </a:cubicBezTo>
                  <a:cubicBezTo>
                    <a:pt x="6217" y="11856"/>
                    <a:pt x="5519" y="7640"/>
                    <a:pt x="5518" y="7639"/>
                  </a:cubicBezTo>
                  <a:lnTo>
                    <a:pt x="5518" y="7639"/>
                  </a:lnTo>
                  <a:cubicBezTo>
                    <a:pt x="5519" y="7639"/>
                    <a:pt x="6531" y="8844"/>
                    <a:pt x="7422" y="9953"/>
                  </a:cubicBezTo>
                  <a:cubicBezTo>
                    <a:pt x="7847" y="10466"/>
                    <a:pt x="8162" y="10633"/>
                    <a:pt x="8379" y="10633"/>
                  </a:cubicBezTo>
                  <a:cubicBezTo>
                    <a:pt x="8630" y="10633"/>
                    <a:pt x="8748" y="10410"/>
                    <a:pt x="8748" y="10242"/>
                  </a:cubicBezTo>
                  <a:cubicBezTo>
                    <a:pt x="8844" y="9856"/>
                    <a:pt x="7543" y="7832"/>
                    <a:pt x="6723" y="6627"/>
                  </a:cubicBezTo>
                  <a:cubicBezTo>
                    <a:pt x="6338" y="5928"/>
                    <a:pt x="6025" y="5422"/>
                    <a:pt x="6025" y="5422"/>
                  </a:cubicBezTo>
                  <a:cubicBezTo>
                    <a:pt x="6025" y="5422"/>
                    <a:pt x="5928" y="4314"/>
                    <a:pt x="5832" y="3615"/>
                  </a:cubicBezTo>
                  <a:cubicBezTo>
                    <a:pt x="5832" y="3422"/>
                    <a:pt x="5832" y="3326"/>
                    <a:pt x="5735" y="3109"/>
                  </a:cubicBezTo>
                  <a:cubicBezTo>
                    <a:pt x="5518" y="2723"/>
                    <a:pt x="3711" y="916"/>
                    <a:pt x="3711" y="916"/>
                  </a:cubicBezTo>
                  <a:lnTo>
                    <a:pt x="3012" y="0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1"/>
            <p:cNvSpPr/>
            <p:nvPr/>
          </p:nvSpPr>
          <p:spPr>
            <a:xfrm>
              <a:off x="4975885" y="3267205"/>
              <a:ext cx="64749" cy="72580"/>
            </a:xfrm>
            <a:custGeom>
              <a:avLst/>
              <a:gdLst/>
              <a:ahLst/>
              <a:cxnLst/>
              <a:rect l="l" t="t" r="r" b="b"/>
              <a:pathLst>
                <a:path w="3398" h="3809" extrusionOk="0">
                  <a:moveTo>
                    <a:pt x="289" y="1"/>
                  </a:moveTo>
                  <a:lnTo>
                    <a:pt x="289" y="1"/>
                  </a:lnTo>
                  <a:cubicBezTo>
                    <a:pt x="193" y="97"/>
                    <a:pt x="193" y="194"/>
                    <a:pt x="193" y="194"/>
                  </a:cubicBezTo>
                  <a:cubicBezTo>
                    <a:pt x="193" y="796"/>
                    <a:pt x="386" y="1302"/>
                    <a:pt x="699" y="1591"/>
                  </a:cubicBezTo>
                  <a:cubicBezTo>
                    <a:pt x="922" y="1833"/>
                    <a:pt x="1217" y="2003"/>
                    <a:pt x="1529" y="2068"/>
                  </a:cubicBezTo>
                  <a:lnTo>
                    <a:pt x="1529" y="2068"/>
                  </a:lnTo>
                  <a:cubicBezTo>
                    <a:pt x="1217" y="2148"/>
                    <a:pt x="922" y="2243"/>
                    <a:pt x="699" y="2411"/>
                  </a:cubicBezTo>
                  <a:cubicBezTo>
                    <a:pt x="289" y="2700"/>
                    <a:pt x="0" y="3206"/>
                    <a:pt x="0" y="3712"/>
                  </a:cubicBezTo>
                  <a:lnTo>
                    <a:pt x="96" y="3808"/>
                  </a:lnTo>
                  <a:lnTo>
                    <a:pt x="2193" y="3616"/>
                  </a:lnTo>
                  <a:lnTo>
                    <a:pt x="2699" y="3616"/>
                  </a:lnTo>
                  <a:cubicBezTo>
                    <a:pt x="2916" y="3495"/>
                    <a:pt x="3012" y="3399"/>
                    <a:pt x="3109" y="3302"/>
                  </a:cubicBezTo>
                  <a:cubicBezTo>
                    <a:pt x="3301" y="3110"/>
                    <a:pt x="3301" y="2796"/>
                    <a:pt x="3301" y="2507"/>
                  </a:cubicBezTo>
                  <a:lnTo>
                    <a:pt x="3301" y="1808"/>
                  </a:lnTo>
                  <a:lnTo>
                    <a:pt x="3301" y="1399"/>
                  </a:lnTo>
                  <a:cubicBezTo>
                    <a:pt x="3301" y="1206"/>
                    <a:pt x="3398" y="1085"/>
                    <a:pt x="3398" y="989"/>
                  </a:cubicBezTo>
                  <a:lnTo>
                    <a:pt x="3398" y="989"/>
                  </a:lnTo>
                  <a:cubicBezTo>
                    <a:pt x="3301" y="1085"/>
                    <a:pt x="3301" y="1206"/>
                    <a:pt x="3205" y="1302"/>
                  </a:cubicBezTo>
                  <a:lnTo>
                    <a:pt x="3205" y="1808"/>
                  </a:lnTo>
                  <a:lnTo>
                    <a:pt x="3205" y="2507"/>
                  </a:lnTo>
                  <a:cubicBezTo>
                    <a:pt x="3205" y="2796"/>
                    <a:pt x="3109" y="3013"/>
                    <a:pt x="3012" y="3206"/>
                  </a:cubicBezTo>
                  <a:cubicBezTo>
                    <a:pt x="2795" y="3399"/>
                    <a:pt x="2506" y="3495"/>
                    <a:pt x="2193" y="3495"/>
                  </a:cubicBezTo>
                  <a:lnTo>
                    <a:pt x="193" y="3702"/>
                  </a:lnTo>
                  <a:lnTo>
                    <a:pt x="193" y="3702"/>
                  </a:lnTo>
                  <a:lnTo>
                    <a:pt x="193" y="3616"/>
                  </a:lnTo>
                  <a:cubicBezTo>
                    <a:pt x="193" y="3206"/>
                    <a:pt x="386" y="2796"/>
                    <a:pt x="699" y="2507"/>
                  </a:cubicBezTo>
                  <a:cubicBezTo>
                    <a:pt x="1109" y="2290"/>
                    <a:pt x="1494" y="2194"/>
                    <a:pt x="1904" y="2097"/>
                  </a:cubicBezTo>
                  <a:lnTo>
                    <a:pt x="2313" y="2001"/>
                  </a:lnTo>
                  <a:lnTo>
                    <a:pt x="1807" y="2001"/>
                  </a:lnTo>
                  <a:cubicBezTo>
                    <a:pt x="1494" y="1905"/>
                    <a:pt x="1109" y="1808"/>
                    <a:pt x="795" y="1495"/>
                  </a:cubicBezTo>
                  <a:cubicBezTo>
                    <a:pt x="603" y="1302"/>
                    <a:pt x="386" y="1085"/>
                    <a:pt x="289" y="796"/>
                  </a:cubicBezTo>
                  <a:cubicBezTo>
                    <a:pt x="289" y="603"/>
                    <a:pt x="193" y="290"/>
                    <a:pt x="289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1"/>
            <p:cNvSpPr/>
            <p:nvPr/>
          </p:nvSpPr>
          <p:spPr>
            <a:xfrm>
              <a:off x="4962565" y="3297522"/>
              <a:ext cx="26639" cy="45942"/>
            </a:xfrm>
            <a:custGeom>
              <a:avLst/>
              <a:gdLst/>
              <a:ahLst/>
              <a:cxnLst/>
              <a:rect l="l" t="t" r="r" b="b"/>
              <a:pathLst>
                <a:path w="1398" h="2411" extrusionOk="0">
                  <a:moveTo>
                    <a:pt x="699" y="0"/>
                  </a:moveTo>
                  <a:cubicBezTo>
                    <a:pt x="603" y="0"/>
                    <a:pt x="482" y="97"/>
                    <a:pt x="386" y="217"/>
                  </a:cubicBezTo>
                  <a:cubicBezTo>
                    <a:pt x="289" y="314"/>
                    <a:pt x="289" y="410"/>
                    <a:pt x="193" y="506"/>
                  </a:cubicBezTo>
                  <a:cubicBezTo>
                    <a:pt x="97" y="1109"/>
                    <a:pt x="0" y="1808"/>
                    <a:pt x="0" y="2410"/>
                  </a:cubicBezTo>
                  <a:cubicBezTo>
                    <a:pt x="97" y="1808"/>
                    <a:pt x="289" y="1205"/>
                    <a:pt x="386" y="603"/>
                  </a:cubicBezTo>
                  <a:cubicBezTo>
                    <a:pt x="386" y="314"/>
                    <a:pt x="482" y="97"/>
                    <a:pt x="699" y="97"/>
                  </a:cubicBezTo>
                  <a:cubicBezTo>
                    <a:pt x="892" y="97"/>
                    <a:pt x="1085" y="217"/>
                    <a:pt x="1205" y="410"/>
                  </a:cubicBezTo>
                  <a:cubicBezTo>
                    <a:pt x="1205" y="506"/>
                    <a:pt x="1302" y="603"/>
                    <a:pt x="1302" y="699"/>
                  </a:cubicBezTo>
                  <a:cubicBezTo>
                    <a:pt x="1302" y="785"/>
                    <a:pt x="1351" y="859"/>
                    <a:pt x="1379" y="859"/>
                  </a:cubicBezTo>
                  <a:cubicBezTo>
                    <a:pt x="1390" y="859"/>
                    <a:pt x="1398" y="847"/>
                    <a:pt x="1398" y="820"/>
                  </a:cubicBezTo>
                  <a:lnTo>
                    <a:pt x="1398" y="699"/>
                  </a:lnTo>
                  <a:cubicBezTo>
                    <a:pt x="1302" y="603"/>
                    <a:pt x="1302" y="410"/>
                    <a:pt x="1205" y="314"/>
                  </a:cubicBezTo>
                  <a:cubicBezTo>
                    <a:pt x="1085" y="97"/>
                    <a:pt x="892" y="0"/>
                    <a:pt x="699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1"/>
            <p:cNvSpPr/>
            <p:nvPr/>
          </p:nvSpPr>
          <p:spPr>
            <a:xfrm>
              <a:off x="4981392" y="3337918"/>
              <a:ext cx="9661" cy="19493"/>
            </a:xfrm>
            <a:custGeom>
              <a:avLst/>
              <a:gdLst/>
              <a:ahLst/>
              <a:cxnLst/>
              <a:rect l="l" t="t" r="r" b="b"/>
              <a:pathLst>
                <a:path w="507" h="1023" extrusionOk="0">
                  <a:moveTo>
                    <a:pt x="506" y="1"/>
                  </a:moveTo>
                  <a:cubicBezTo>
                    <a:pt x="410" y="1"/>
                    <a:pt x="410" y="194"/>
                    <a:pt x="314" y="507"/>
                  </a:cubicBezTo>
                  <a:cubicBezTo>
                    <a:pt x="217" y="796"/>
                    <a:pt x="0" y="989"/>
                    <a:pt x="0" y="989"/>
                  </a:cubicBezTo>
                  <a:cubicBezTo>
                    <a:pt x="0" y="1012"/>
                    <a:pt x="12" y="1023"/>
                    <a:pt x="32" y="1023"/>
                  </a:cubicBezTo>
                  <a:cubicBezTo>
                    <a:pt x="113" y="1023"/>
                    <a:pt x="332" y="837"/>
                    <a:pt x="410" y="603"/>
                  </a:cubicBezTo>
                  <a:cubicBezTo>
                    <a:pt x="506" y="387"/>
                    <a:pt x="506" y="194"/>
                    <a:pt x="506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1"/>
            <p:cNvSpPr/>
            <p:nvPr/>
          </p:nvSpPr>
          <p:spPr>
            <a:xfrm>
              <a:off x="5010317" y="3337918"/>
              <a:ext cx="9661" cy="28506"/>
            </a:xfrm>
            <a:custGeom>
              <a:avLst/>
              <a:gdLst/>
              <a:ahLst/>
              <a:cxnLst/>
              <a:rect l="l" t="t" r="r" b="b"/>
              <a:pathLst>
                <a:path w="507" h="1496" extrusionOk="0">
                  <a:moveTo>
                    <a:pt x="386" y="1"/>
                  </a:moveTo>
                  <a:cubicBezTo>
                    <a:pt x="290" y="1"/>
                    <a:pt x="386" y="290"/>
                    <a:pt x="290" y="796"/>
                  </a:cubicBezTo>
                  <a:cubicBezTo>
                    <a:pt x="193" y="893"/>
                    <a:pt x="193" y="1109"/>
                    <a:pt x="97" y="1302"/>
                  </a:cubicBezTo>
                  <a:cubicBezTo>
                    <a:pt x="97" y="1399"/>
                    <a:pt x="0" y="1399"/>
                    <a:pt x="0" y="1495"/>
                  </a:cubicBezTo>
                  <a:lnTo>
                    <a:pt x="97" y="1495"/>
                  </a:lnTo>
                  <a:cubicBezTo>
                    <a:pt x="97" y="1399"/>
                    <a:pt x="193" y="1399"/>
                    <a:pt x="193" y="1302"/>
                  </a:cubicBezTo>
                  <a:cubicBezTo>
                    <a:pt x="290" y="1206"/>
                    <a:pt x="386" y="989"/>
                    <a:pt x="386" y="796"/>
                  </a:cubicBezTo>
                  <a:cubicBezTo>
                    <a:pt x="506" y="507"/>
                    <a:pt x="506" y="194"/>
                    <a:pt x="386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1"/>
            <p:cNvSpPr/>
            <p:nvPr/>
          </p:nvSpPr>
          <p:spPr>
            <a:xfrm>
              <a:off x="4933640" y="2135053"/>
              <a:ext cx="103335" cy="120580"/>
            </a:xfrm>
            <a:custGeom>
              <a:avLst/>
              <a:gdLst/>
              <a:ahLst/>
              <a:cxnLst/>
              <a:rect l="l" t="t" r="r" b="b"/>
              <a:pathLst>
                <a:path w="5423" h="6328" extrusionOk="0">
                  <a:moveTo>
                    <a:pt x="4717" y="0"/>
                  </a:moveTo>
                  <a:cubicBezTo>
                    <a:pt x="4552" y="0"/>
                    <a:pt x="4387" y="24"/>
                    <a:pt x="4217" y="64"/>
                  </a:cubicBezTo>
                  <a:cubicBezTo>
                    <a:pt x="3808" y="257"/>
                    <a:pt x="3422" y="473"/>
                    <a:pt x="3012" y="666"/>
                  </a:cubicBezTo>
                  <a:cubicBezTo>
                    <a:pt x="2772" y="779"/>
                    <a:pt x="2541" y="826"/>
                    <a:pt x="2288" y="826"/>
                  </a:cubicBezTo>
                  <a:cubicBezTo>
                    <a:pt x="2110" y="826"/>
                    <a:pt x="1921" y="803"/>
                    <a:pt x="1711" y="763"/>
                  </a:cubicBezTo>
                  <a:cubicBezTo>
                    <a:pt x="1615" y="666"/>
                    <a:pt x="1518" y="666"/>
                    <a:pt x="1398" y="570"/>
                  </a:cubicBezTo>
                  <a:cubicBezTo>
                    <a:pt x="1301" y="570"/>
                    <a:pt x="1205" y="570"/>
                    <a:pt x="1109" y="666"/>
                  </a:cubicBezTo>
                  <a:lnTo>
                    <a:pt x="1109" y="979"/>
                  </a:lnTo>
                  <a:cubicBezTo>
                    <a:pt x="1205" y="1365"/>
                    <a:pt x="1518" y="1678"/>
                    <a:pt x="1807" y="1871"/>
                  </a:cubicBezTo>
                  <a:lnTo>
                    <a:pt x="410" y="1775"/>
                  </a:lnTo>
                  <a:cubicBezTo>
                    <a:pt x="313" y="1775"/>
                    <a:pt x="193" y="1775"/>
                    <a:pt x="96" y="1871"/>
                  </a:cubicBezTo>
                  <a:cubicBezTo>
                    <a:pt x="0" y="1967"/>
                    <a:pt x="0" y="2064"/>
                    <a:pt x="96" y="2281"/>
                  </a:cubicBezTo>
                  <a:cubicBezTo>
                    <a:pt x="313" y="2980"/>
                    <a:pt x="795" y="3582"/>
                    <a:pt x="1398" y="3871"/>
                  </a:cubicBezTo>
                  <a:cubicBezTo>
                    <a:pt x="1109" y="4088"/>
                    <a:pt x="699" y="4377"/>
                    <a:pt x="506" y="4787"/>
                  </a:cubicBezTo>
                  <a:cubicBezTo>
                    <a:pt x="193" y="5197"/>
                    <a:pt x="193" y="5582"/>
                    <a:pt x="506" y="5992"/>
                  </a:cubicBezTo>
                  <a:cubicBezTo>
                    <a:pt x="720" y="6206"/>
                    <a:pt x="1053" y="6327"/>
                    <a:pt x="1338" y="6327"/>
                  </a:cubicBezTo>
                  <a:cubicBezTo>
                    <a:pt x="1439" y="6327"/>
                    <a:pt x="1533" y="6312"/>
                    <a:pt x="1615" y="6281"/>
                  </a:cubicBezTo>
                  <a:cubicBezTo>
                    <a:pt x="2506" y="5992"/>
                    <a:pt x="3205" y="5293"/>
                    <a:pt x="3615" y="4474"/>
                  </a:cubicBezTo>
                  <a:cubicBezTo>
                    <a:pt x="4121" y="3678"/>
                    <a:pt x="4530" y="2787"/>
                    <a:pt x="5229" y="2184"/>
                  </a:cubicBezTo>
                  <a:lnTo>
                    <a:pt x="5422" y="160"/>
                  </a:lnTo>
                  <a:cubicBezTo>
                    <a:pt x="5182" y="47"/>
                    <a:pt x="4950" y="0"/>
                    <a:pt x="47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1"/>
            <p:cNvSpPr/>
            <p:nvPr/>
          </p:nvSpPr>
          <p:spPr>
            <a:xfrm>
              <a:off x="4914337" y="2008870"/>
              <a:ext cx="390323" cy="492915"/>
            </a:xfrm>
            <a:custGeom>
              <a:avLst/>
              <a:gdLst/>
              <a:ahLst/>
              <a:cxnLst/>
              <a:rect l="l" t="t" r="r" b="b"/>
              <a:pathLst>
                <a:path w="20484" h="25868" extrusionOk="0">
                  <a:moveTo>
                    <a:pt x="12776" y="0"/>
                  </a:moveTo>
                  <a:cubicBezTo>
                    <a:pt x="9895" y="0"/>
                    <a:pt x="7176" y="1729"/>
                    <a:pt x="6146" y="4589"/>
                  </a:cubicBezTo>
                  <a:cubicBezTo>
                    <a:pt x="6146" y="4686"/>
                    <a:pt x="6146" y="4782"/>
                    <a:pt x="6025" y="4782"/>
                  </a:cubicBezTo>
                  <a:lnTo>
                    <a:pt x="3013" y="13722"/>
                  </a:lnTo>
                  <a:lnTo>
                    <a:pt x="1" y="16927"/>
                  </a:lnTo>
                  <a:lnTo>
                    <a:pt x="5736" y="25867"/>
                  </a:lnTo>
                  <a:cubicBezTo>
                    <a:pt x="6339" y="24566"/>
                    <a:pt x="11062" y="20132"/>
                    <a:pt x="11062" y="20132"/>
                  </a:cubicBezTo>
                  <a:cubicBezTo>
                    <a:pt x="11062" y="20132"/>
                    <a:pt x="11513" y="20243"/>
                    <a:pt x="12164" y="20243"/>
                  </a:cubicBezTo>
                  <a:cubicBezTo>
                    <a:pt x="13380" y="20243"/>
                    <a:pt x="15294" y="19855"/>
                    <a:pt x="16267" y="17626"/>
                  </a:cubicBezTo>
                  <a:cubicBezTo>
                    <a:pt x="16990" y="16036"/>
                    <a:pt x="18195" y="12421"/>
                    <a:pt x="19279" y="9192"/>
                  </a:cubicBezTo>
                  <a:cubicBezTo>
                    <a:pt x="20484" y="5577"/>
                    <a:pt x="18580" y="1770"/>
                    <a:pt x="15062" y="372"/>
                  </a:cubicBezTo>
                  <a:cubicBezTo>
                    <a:pt x="14308" y="121"/>
                    <a:pt x="13536" y="0"/>
                    <a:pt x="12776" y="0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1"/>
            <p:cNvSpPr/>
            <p:nvPr/>
          </p:nvSpPr>
          <p:spPr>
            <a:xfrm>
              <a:off x="5040634" y="2331414"/>
              <a:ext cx="84490" cy="76696"/>
            </a:xfrm>
            <a:custGeom>
              <a:avLst/>
              <a:gdLst/>
              <a:ahLst/>
              <a:cxnLst/>
              <a:rect l="l" t="t" r="r" b="b"/>
              <a:pathLst>
                <a:path w="4434" h="4025" extrusionOk="0">
                  <a:moveTo>
                    <a:pt x="410" y="0"/>
                  </a:moveTo>
                  <a:lnTo>
                    <a:pt x="410" y="0"/>
                  </a:lnTo>
                  <a:cubicBezTo>
                    <a:pt x="409" y="1"/>
                    <a:pt x="0" y="2820"/>
                    <a:pt x="3614" y="4025"/>
                  </a:cubicBezTo>
                  <a:lnTo>
                    <a:pt x="4434" y="3205"/>
                  </a:lnTo>
                  <a:cubicBezTo>
                    <a:pt x="2819" y="2603"/>
                    <a:pt x="1422" y="1518"/>
                    <a:pt x="410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1"/>
            <p:cNvSpPr/>
            <p:nvPr/>
          </p:nvSpPr>
          <p:spPr>
            <a:xfrm>
              <a:off x="5220627" y="2210225"/>
              <a:ext cx="22961" cy="18579"/>
            </a:xfrm>
            <a:custGeom>
              <a:avLst/>
              <a:gdLst/>
              <a:ahLst/>
              <a:cxnLst/>
              <a:rect l="l" t="t" r="r" b="b"/>
              <a:pathLst>
                <a:path w="1205" h="975" extrusionOk="0">
                  <a:moveTo>
                    <a:pt x="569" y="0"/>
                  </a:moveTo>
                  <a:cubicBezTo>
                    <a:pt x="358" y="0"/>
                    <a:pt x="168" y="122"/>
                    <a:pt x="97" y="336"/>
                  </a:cubicBezTo>
                  <a:cubicBezTo>
                    <a:pt x="0" y="649"/>
                    <a:pt x="193" y="938"/>
                    <a:pt x="506" y="938"/>
                  </a:cubicBezTo>
                  <a:cubicBezTo>
                    <a:pt x="554" y="962"/>
                    <a:pt x="610" y="974"/>
                    <a:pt x="668" y="974"/>
                  </a:cubicBezTo>
                  <a:cubicBezTo>
                    <a:pt x="842" y="974"/>
                    <a:pt x="1036" y="866"/>
                    <a:pt x="1109" y="649"/>
                  </a:cubicBezTo>
                  <a:cubicBezTo>
                    <a:pt x="1205" y="432"/>
                    <a:pt x="1109" y="143"/>
                    <a:pt x="795" y="47"/>
                  </a:cubicBezTo>
                  <a:cubicBezTo>
                    <a:pt x="720" y="15"/>
                    <a:pt x="643" y="0"/>
                    <a:pt x="5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1"/>
            <p:cNvSpPr/>
            <p:nvPr/>
          </p:nvSpPr>
          <p:spPr>
            <a:xfrm>
              <a:off x="5216950" y="2191817"/>
              <a:ext cx="38129" cy="19531"/>
            </a:xfrm>
            <a:custGeom>
              <a:avLst/>
              <a:gdLst/>
              <a:ahLst/>
              <a:cxnLst/>
              <a:rect l="l" t="t" r="r" b="b"/>
              <a:pathLst>
                <a:path w="2001" h="1025" extrusionOk="0">
                  <a:moveTo>
                    <a:pt x="290" y="1"/>
                  </a:moveTo>
                  <a:cubicBezTo>
                    <a:pt x="97" y="97"/>
                    <a:pt x="0" y="97"/>
                    <a:pt x="0" y="193"/>
                  </a:cubicBezTo>
                  <a:cubicBezTo>
                    <a:pt x="0" y="290"/>
                    <a:pt x="506" y="193"/>
                    <a:pt x="988" y="410"/>
                  </a:cubicBezTo>
                  <a:cubicBezTo>
                    <a:pt x="1539" y="587"/>
                    <a:pt x="1768" y="1025"/>
                    <a:pt x="1877" y="1025"/>
                  </a:cubicBezTo>
                  <a:cubicBezTo>
                    <a:pt x="1887" y="1025"/>
                    <a:pt x="1896" y="1021"/>
                    <a:pt x="1904" y="1013"/>
                  </a:cubicBezTo>
                  <a:cubicBezTo>
                    <a:pt x="2000" y="1013"/>
                    <a:pt x="2000" y="892"/>
                    <a:pt x="1808" y="699"/>
                  </a:cubicBezTo>
                  <a:cubicBezTo>
                    <a:pt x="1711" y="410"/>
                    <a:pt x="1494" y="193"/>
                    <a:pt x="1205" y="97"/>
                  </a:cubicBezTo>
                  <a:cubicBezTo>
                    <a:pt x="892" y="1"/>
                    <a:pt x="603" y="1"/>
                    <a:pt x="2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1"/>
            <p:cNvSpPr/>
            <p:nvPr/>
          </p:nvSpPr>
          <p:spPr>
            <a:xfrm>
              <a:off x="5123275" y="2173696"/>
              <a:ext cx="22980" cy="18826"/>
            </a:xfrm>
            <a:custGeom>
              <a:avLst/>
              <a:gdLst/>
              <a:ahLst/>
              <a:cxnLst/>
              <a:rect l="l" t="t" r="r" b="b"/>
              <a:pathLst>
                <a:path w="1206" h="988" extrusionOk="0">
                  <a:moveTo>
                    <a:pt x="571" y="0"/>
                  </a:moveTo>
                  <a:cubicBezTo>
                    <a:pt x="352" y="0"/>
                    <a:pt x="169" y="113"/>
                    <a:pt x="97" y="349"/>
                  </a:cubicBezTo>
                  <a:cubicBezTo>
                    <a:pt x="0" y="638"/>
                    <a:pt x="193" y="855"/>
                    <a:pt x="386" y="952"/>
                  </a:cubicBezTo>
                  <a:cubicBezTo>
                    <a:pt x="463" y="975"/>
                    <a:pt x="539" y="987"/>
                    <a:pt x="610" y="987"/>
                  </a:cubicBezTo>
                  <a:cubicBezTo>
                    <a:pt x="830" y="987"/>
                    <a:pt x="1012" y="874"/>
                    <a:pt x="1085" y="638"/>
                  </a:cubicBezTo>
                  <a:cubicBezTo>
                    <a:pt x="1205" y="446"/>
                    <a:pt x="1085" y="156"/>
                    <a:pt x="796" y="36"/>
                  </a:cubicBezTo>
                  <a:cubicBezTo>
                    <a:pt x="719" y="12"/>
                    <a:pt x="643" y="0"/>
                    <a:pt x="5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1"/>
            <p:cNvSpPr/>
            <p:nvPr/>
          </p:nvSpPr>
          <p:spPr>
            <a:xfrm>
              <a:off x="5115463" y="2150659"/>
              <a:ext cx="38129" cy="20294"/>
            </a:xfrm>
            <a:custGeom>
              <a:avLst/>
              <a:gdLst/>
              <a:ahLst/>
              <a:cxnLst/>
              <a:rect l="l" t="t" r="r" b="b"/>
              <a:pathLst>
                <a:path w="2001" h="1065" extrusionOk="0">
                  <a:moveTo>
                    <a:pt x="554" y="1"/>
                  </a:moveTo>
                  <a:cubicBezTo>
                    <a:pt x="467" y="1"/>
                    <a:pt x="379" y="12"/>
                    <a:pt x="290" y="40"/>
                  </a:cubicBezTo>
                  <a:cubicBezTo>
                    <a:pt x="97" y="160"/>
                    <a:pt x="1" y="160"/>
                    <a:pt x="1" y="257"/>
                  </a:cubicBezTo>
                  <a:cubicBezTo>
                    <a:pt x="97" y="353"/>
                    <a:pt x="603" y="257"/>
                    <a:pt x="1109" y="450"/>
                  </a:cubicBezTo>
                  <a:cubicBezTo>
                    <a:pt x="1572" y="626"/>
                    <a:pt x="1853" y="1064"/>
                    <a:pt x="1972" y="1064"/>
                  </a:cubicBezTo>
                  <a:cubicBezTo>
                    <a:pt x="1983" y="1064"/>
                    <a:pt x="1993" y="1060"/>
                    <a:pt x="2001" y="1052"/>
                  </a:cubicBezTo>
                  <a:cubicBezTo>
                    <a:pt x="2001" y="1052"/>
                    <a:pt x="2001" y="956"/>
                    <a:pt x="1904" y="763"/>
                  </a:cubicBezTo>
                  <a:cubicBezTo>
                    <a:pt x="1712" y="450"/>
                    <a:pt x="1495" y="257"/>
                    <a:pt x="1206" y="160"/>
                  </a:cubicBezTo>
                  <a:cubicBezTo>
                    <a:pt x="982" y="74"/>
                    <a:pt x="770" y="1"/>
                    <a:pt x="5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1"/>
            <p:cNvSpPr/>
            <p:nvPr/>
          </p:nvSpPr>
          <p:spPr>
            <a:xfrm>
              <a:off x="5157708" y="2176669"/>
              <a:ext cx="32165" cy="93693"/>
            </a:xfrm>
            <a:custGeom>
              <a:avLst/>
              <a:gdLst/>
              <a:ahLst/>
              <a:cxnLst/>
              <a:rect l="l" t="t" r="r" b="b"/>
              <a:pathLst>
                <a:path w="1688" h="4917" extrusionOk="0">
                  <a:moveTo>
                    <a:pt x="1688" y="0"/>
                  </a:moveTo>
                  <a:cubicBezTo>
                    <a:pt x="1591" y="0"/>
                    <a:pt x="1495" y="1302"/>
                    <a:pt x="1398" y="3013"/>
                  </a:cubicBezTo>
                  <a:lnTo>
                    <a:pt x="1398" y="4217"/>
                  </a:lnTo>
                  <a:cubicBezTo>
                    <a:pt x="1398" y="4410"/>
                    <a:pt x="1398" y="4603"/>
                    <a:pt x="1302" y="4699"/>
                  </a:cubicBezTo>
                  <a:cubicBezTo>
                    <a:pt x="1270" y="4740"/>
                    <a:pt x="1235" y="4753"/>
                    <a:pt x="1196" y="4753"/>
                  </a:cubicBezTo>
                  <a:cubicBezTo>
                    <a:pt x="1117" y="4753"/>
                    <a:pt x="1021" y="4699"/>
                    <a:pt x="892" y="4699"/>
                  </a:cubicBezTo>
                  <a:cubicBezTo>
                    <a:pt x="603" y="4603"/>
                    <a:pt x="290" y="4507"/>
                    <a:pt x="1" y="4507"/>
                  </a:cubicBezTo>
                  <a:cubicBezTo>
                    <a:pt x="290" y="4603"/>
                    <a:pt x="603" y="4820"/>
                    <a:pt x="892" y="4916"/>
                  </a:cubicBezTo>
                  <a:lnTo>
                    <a:pt x="1085" y="4916"/>
                  </a:lnTo>
                  <a:cubicBezTo>
                    <a:pt x="1206" y="4916"/>
                    <a:pt x="1398" y="4916"/>
                    <a:pt x="1398" y="4820"/>
                  </a:cubicBezTo>
                  <a:cubicBezTo>
                    <a:pt x="1591" y="4699"/>
                    <a:pt x="1591" y="4507"/>
                    <a:pt x="1591" y="4314"/>
                  </a:cubicBezTo>
                  <a:cubicBezTo>
                    <a:pt x="1591" y="3904"/>
                    <a:pt x="1591" y="3495"/>
                    <a:pt x="1688" y="3109"/>
                  </a:cubicBezTo>
                  <a:lnTo>
                    <a:pt x="168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1"/>
            <p:cNvSpPr/>
            <p:nvPr/>
          </p:nvSpPr>
          <p:spPr>
            <a:xfrm>
              <a:off x="5117311" y="2257024"/>
              <a:ext cx="28945" cy="41349"/>
            </a:xfrm>
            <a:custGeom>
              <a:avLst/>
              <a:gdLst/>
              <a:ahLst/>
              <a:cxnLst/>
              <a:rect l="l" t="t" r="r" b="b"/>
              <a:pathLst>
                <a:path w="1519" h="2170" extrusionOk="0">
                  <a:moveTo>
                    <a:pt x="410" y="0"/>
                  </a:moveTo>
                  <a:cubicBezTo>
                    <a:pt x="410" y="0"/>
                    <a:pt x="193" y="97"/>
                    <a:pt x="97" y="290"/>
                  </a:cubicBezTo>
                  <a:cubicBezTo>
                    <a:pt x="0" y="699"/>
                    <a:pt x="97" y="988"/>
                    <a:pt x="193" y="1302"/>
                  </a:cubicBezTo>
                  <a:cubicBezTo>
                    <a:pt x="410" y="1687"/>
                    <a:pt x="699" y="1904"/>
                    <a:pt x="1012" y="2097"/>
                  </a:cubicBezTo>
                  <a:cubicBezTo>
                    <a:pt x="1157" y="2145"/>
                    <a:pt x="1283" y="2169"/>
                    <a:pt x="1374" y="2169"/>
                  </a:cubicBezTo>
                  <a:cubicBezTo>
                    <a:pt x="1464" y="2169"/>
                    <a:pt x="1518" y="2145"/>
                    <a:pt x="1518" y="2097"/>
                  </a:cubicBezTo>
                  <a:cubicBezTo>
                    <a:pt x="1518" y="2001"/>
                    <a:pt x="916" y="1808"/>
                    <a:pt x="603" y="1205"/>
                  </a:cubicBezTo>
                  <a:cubicBezTo>
                    <a:pt x="193" y="603"/>
                    <a:pt x="506" y="0"/>
                    <a:pt x="41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1"/>
            <p:cNvSpPr/>
            <p:nvPr/>
          </p:nvSpPr>
          <p:spPr>
            <a:xfrm>
              <a:off x="5125104" y="2112834"/>
              <a:ext cx="47771" cy="20103"/>
            </a:xfrm>
            <a:custGeom>
              <a:avLst/>
              <a:gdLst/>
              <a:ahLst/>
              <a:cxnLst/>
              <a:rect l="l" t="t" r="r" b="b"/>
              <a:pathLst>
                <a:path w="2507" h="1055" extrusionOk="0">
                  <a:moveTo>
                    <a:pt x="743" y="1"/>
                  </a:moveTo>
                  <a:cubicBezTo>
                    <a:pt x="625" y="1"/>
                    <a:pt x="506" y="9"/>
                    <a:pt x="386" y="25"/>
                  </a:cubicBezTo>
                  <a:cubicBezTo>
                    <a:pt x="97" y="121"/>
                    <a:pt x="1" y="218"/>
                    <a:pt x="1" y="218"/>
                  </a:cubicBezTo>
                  <a:cubicBezTo>
                    <a:pt x="1" y="435"/>
                    <a:pt x="603" y="531"/>
                    <a:pt x="1206" y="627"/>
                  </a:cubicBezTo>
                  <a:cubicBezTo>
                    <a:pt x="1815" y="795"/>
                    <a:pt x="2278" y="1055"/>
                    <a:pt x="2450" y="1055"/>
                  </a:cubicBezTo>
                  <a:cubicBezTo>
                    <a:pt x="2475" y="1055"/>
                    <a:pt x="2495" y="1049"/>
                    <a:pt x="2507" y="1037"/>
                  </a:cubicBezTo>
                  <a:cubicBezTo>
                    <a:pt x="2507" y="941"/>
                    <a:pt x="2507" y="820"/>
                    <a:pt x="2314" y="627"/>
                  </a:cubicBezTo>
                  <a:cubicBezTo>
                    <a:pt x="1892" y="205"/>
                    <a:pt x="1335" y="1"/>
                    <a:pt x="7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1"/>
            <p:cNvSpPr/>
            <p:nvPr/>
          </p:nvSpPr>
          <p:spPr>
            <a:xfrm>
              <a:off x="5228421" y="2160720"/>
              <a:ext cx="34470" cy="20008"/>
            </a:xfrm>
            <a:custGeom>
              <a:avLst/>
              <a:gdLst/>
              <a:ahLst/>
              <a:cxnLst/>
              <a:rect l="l" t="t" r="r" b="b"/>
              <a:pathLst>
                <a:path w="1809" h="1050" extrusionOk="0">
                  <a:moveTo>
                    <a:pt x="509" y="0"/>
                  </a:moveTo>
                  <a:cubicBezTo>
                    <a:pt x="438" y="0"/>
                    <a:pt x="365" y="6"/>
                    <a:pt x="290" y="18"/>
                  </a:cubicBezTo>
                  <a:cubicBezTo>
                    <a:pt x="97" y="18"/>
                    <a:pt x="1" y="114"/>
                    <a:pt x="1" y="235"/>
                  </a:cubicBezTo>
                  <a:cubicBezTo>
                    <a:pt x="1" y="428"/>
                    <a:pt x="386" y="428"/>
                    <a:pt x="892" y="620"/>
                  </a:cubicBezTo>
                  <a:cubicBezTo>
                    <a:pt x="1246" y="808"/>
                    <a:pt x="1510" y="1049"/>
                    <a:pt x="1716" y="1049"/>
                  </a:cubicBezTo>
                  <a:cubicBezTo>
                    <a:pt x="1748" y="1049"/>
                    <a:pt x="1779" y="1043"/>
                    <a:pt x="1808" y="1030"/>
                  </a:cubicBezTo>
                  <a:cubicBezTo>
                    <a:pt x="1808" y="1030"/>
                    <a:pt x="1808" y="837"/>
                    <a:pt x="1712" y="620"/>
                  </a:cubicBezTo>
                  <a:cubicBezTo>
                    <a:pt x="1437" y="283"/>
                    <a:pt x="1015" y="0"/>
                    <a:pt x="5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1"/>
            <p:cNvSpPr/>
            <p:nvPr/>
          </p:nvSpPr>
          <p:spPr>
            <a:xfrm>
              <a:off x="5098027" y="2144066"/>
              <a:ext cx="82661" cy="73781"/>
            </a:xfrm>
            <a:custGeom>
              <a:avLst/>
              <a:gdLst/>
              <a:ahLst/>
              <a:cxnLst/>
              <a:rect l="l" t="t" r="r" b="b"/>
              <a:pathLst>
                <a:path w="4338" h="3872" extrusionOk="0">
                  <a:moveTo>
                    <a:pt x="723" y="0"/>
                  </a:moveTo>
                  <a:lnTo>
                    <a:pt x="217" y="97"/>
                  </a:lnTo>
                  <a:cubicBezTo>
                    <a:pt x="121" y="603"/>
                    <a:pt x="0" y="1205"/>
                    <a:pt x="0" y="1711"/>
                  </a:cubicBezTo>
                  <a:cubicBezTo>
                    <a:pt x="0" y="2193"/>
                    <a:pt x="217" y="2603"/>
                    <a:pt x="410" y="3013"/>
                  </a:cubicBezTo>
                  <a:cubicBezTo>
                    <a:pt x="819" y="3398"/>
                    <a:pt x="1205" y="3711"/>
                    <a:pt x="1711" y="3808"/>
                  </a:cubicBezTo>
                  <a:cubicBezTo>
                    <a:pt x="1921" y="3848"/>
                    <a:pt x="2114" y="3871"/>
                    <a:pt x="2295" y="3871"/>
                  </a:cubicBezTo>
                  <a:cubicBezTo>
                    <a:pt x="2552" y="3871"/>
                    <a:pt x="2786" y="3824"/>
                    <a:pt x="3012" y="3711"/>
                  </a:cubicBezTo>
                  <a:cubicBezTo>
                    <a:pt x="3615" y="3398"/>
                    <a:pt x="3928" y="2699"/>
                    <a:pt x="4121" y="2097"/>
                  </a:cubicBezTo>
                  <a:cubicBezTo>
                    <a:pt x="4217" y="1808"/>
                    <a:pt x="4338" y="1494"/>
                    <a:pt x="4217" y="1302"/>
                  </a:cubicBezTo>
                  <a:cubicBezTo>
                    <a:pt x="4121" y="1109"/>
                    <a:pt x="3928" y="988"/>
                    <a:pt x="3735" y="892"/>
                  </a:cubicBezTo>
                  <a:lnTo>
                    <a:pt x="72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1"/>
            <p:cNvSpPr/>
            <p:nvPr/>
          </p:nvSpPr>
          <p:spPr>
            <a:xfrm>
              <a:off x="5103991" y="2153707"/>
              <a:ext cx="67055" cy="58785"/>
            </a:xfrm>
            <a:custGeom>
              <a:avLst/>
              <a:gdLst/>
              <a:ahLst/>
              <a:cxnLst/>
              <a:rect l="l" t="t" r="r" b="b"/>
              <a:pathLst>
                <a:path w="3519" h="3085" extrusionOk="0">
                  <a:moveTo>
                    <a:pt x="289" y="0"/>
                  </a:moveTo>
                  <a:cubicBezTo>
                    <a:pt x="193" y="386"/>
                    <a:pt x="97" y="892"/>
                    <a:pt x="97" y="1302"/>
                  </a:cubicBezTo>
                  <a:cubicBezTo>
                    <a:pt x="0" y="2193"/>
                    <a:pt x="603" y="2892"/>
                    <a:pt x="1494" y="3013"/>
                  </a:cubicBezTo>
                  <a:cubicBezTo>
                    <a:pt x="1651" y="3061"/>
                    <a:pt x="1802" y="3085"/>
                    <a:pt x="1964" y="3085"/>
                  </a:cubicBezTo>
                  <a:cubicBezTo>
                    <a:pt x="2127" y="3085"/>
                    <a:pt x="2302" y="3061"/>
                    <a:pt x="2506" y="3013"/>
                  </a:cubicBezTo>
                  <a:cubicBezTo>
                    <a:pt x="3013" y="2699"/>
                    <a:pt x="3205" y="2193"/>
                    <a:pt x="3422" y="1687"/>
                  </a:cubicBezTo>
                  <a:cubicBezTo>
                    <a:pt x="3519" y="1495"/>
                    <a:pt x="3519" y="1205"/>
                    <a:pt x="3422" y="988"/>
                  </a:cubicBezTo>
                  <a:cubicBezTo>
                    <a:pt x="3422" y="892"/>
                    <a:pt x="3205" y="796"/>
                    <a:pt x="3109" y="796"/>
                  </a:cubicBezTo>
                  <a:cubicBezTo>
                    <a:pt x="2314" y="386"/>
                    <a:pt x="1494" y="193"/>
                    <a:pt x="60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1"/>
            <p:cNvSpPr/>
            <p:nvPr/>
          </p:nvSpPr>
          <p:spPr>
            <a:xfrm>
              <a:off x="5195818" y="2180346"/>
              <a:ext cx="82222" cy="73762"/>
            </a:xfrm>
            <a:custGeom>
              <a:avLst/>
              <a:gdLst/>
              <a:ahLst/>
              <a:cxnLst/>
              <a:rect l="l" t="t" r="r" b="b"/>
              <a:pathLst>
                <a:path w="4315" h="3871" extrusionOk="0">
                  <a:moveTo>
                    <a:pt x="603" y="0"/>
                  </a:moveTo>
                  <a:lnTo>
                    <a:pt x="290" y="97"/>
                  </a:lnTo>
                  <a:cubicBezTo>
                    <a:pt x="194" y="603"/>
                    <a:pt x="97" y="1205"/>
                    <a:pt x="97" y="1711"/>
                  </a:cubicBezTo>
                  <a:cubicBezTo>
                    <a:pt x="1" y="2820"/>
                    <a:pt x="796" y="3711"/>
                    <a:pt x="1808" y="3808"/>
                  </a:cubicBezTo>
                  <a:cubicBezTo>
                    <a:pt x="2018" y="3847"/>
                    <a:pt x="2207" y="3871"/>
                    <a:pt x="2385" y="3871"/>
                  </a:cubicBezTo>
                  <a:cubicBezTo>
                    <a:pt x="2638" y="3871"/>
                    <a:pt x="2869" y="3824"/>
                    <a:pt x="3109" y="3711"/>
                  </a:cubicBezTo>
                  <a:cubicBezTo>
                    <a:pt x="3712" y="3422"/>
                    <a:pt x="4025" y="2699"/>
                    <a:pt x="4218" y="2097"/>
                  </a:cubicBezTo>
                  <a:cubicBezTo>
                    <a:pt x="4314" y="1807"/>
                    <a:pt x="4314" y="1494"/>
                    <a:pt x="4218" y="1301"/>
                  </a:cubicBezTo>
                  <a:cubicBezTo>
                    <a:pt x="4122" y="1109"/>
                    <a:pt x="4025" y="1012"/>
                    <a:pt x="3808" y="892"/>
                  </a:cubicBezTo>
                  <a:cubicBezTo>
                    <a:pt x="2917" y="603"/>
                    <a:pt x="1905" y="289"/>
                    <a:pt x="8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1"/>
            <p:cNvSpPr/>
            <p:nvPr/>
          </p:nvSpPr>
          <p:spPr>
            <a:xfrm>
              <a:off x="5205459" y="2188140"/>
              <a:ext cx="64768" cy="58804"/>
            </a:xfrm>
            <a:custGeom>
              <a:avLst/>
              <a:gdLst/>
              <a:ahLst/>
              <a:cxnLst/>
              <a:rect l="l" t="t" r="r" b="b"/>
              <a:pathLst>
                <a:path w="3399" h="3086" extrusionOk="0">
                  <a:moveTo>
                    <a:pt x="194" y="1"/>
                  </a:moveTo>
                  <a:cubicBezTo>
                    <a:pt x="97" y="386"/>
                    <a:pt x="1" y="892"/>
                    <a:pt x="1" y="1302"/>
                  </a:cubicBezTo>
                  <a:cubicBezTo>
                    <a:pt x="1" y="1688"/>
                    <a:pt x="97" y="2097"/>
                    <a:pt x="290" y="2411"/>
                  </a:cubicBezTo>
                  <a:cubicBezTo>
                    <a:pt x="603" y="2700"/>
                    <a:pt x="989" y="2893"/>
                    <a:pt x="1399" y="3013"/>
                  </a:cubicBezTo>
                  <a:cubicBezTo>
                    <a:pt x="1555" y="3061"/>
                    <a:pt x="1706" y="3085"/>
                    <a:pt x="1868" y="3085"/>
                  </a:cubicBezTo>
                  <a:cubicBezTo>
                    <a:pt x="2031" y="3085"/>
                    <a:pt x="2206" y="3061"/>
                    <a:pt x="2411" y="3013"/>
                  </a:cubicBezTo>
                  <a:cubicBezTo>
                    <a:pt x="2917" y="2700"/>
                    <a:pt x="3110" y="2194"/>
                    <a:pt x="3302" y="1688"/>
                  </a:cubicBezTo>
                  <a:cubicBezTo>
                    <a:pt x="3399" y="1495"/>
                    <a:pt x="3399" y="1206"/>
                    <a:pt x="3302" y="989"/>
                  </a:cubicBezTo>
                  <a:cubicBezTo>
                    <a:pt x="3206" y="892"/>
                    <a:pt x="3110" y="796"/>
                    <a:pt x="3013" y="796"/>
                  </a:cubicBezTo>
                  <a:cubicBezTo>
                    <a:pt x="2194" y="483"/>
                    <a:pt x="1399" y="194"/>
                    <a:pt x="50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1"/>
            <p:cNvSpPr/>
            <p:nvPr/>
          </p:nvSpPr>
          <p:spPr>
            <a:xfrm>
              <a:off x="5025466" y="2144066"/>
              <a:ext cx="86338" cy="11490"/>
            </a:xfrm>
            <a:custGeom>
              <a:avLst/>
              <a:gdLst/>
              <a:ahLst/>
              <a:cxnLst/>
              <a:rect l="l" t="t" r="r" b="b"/>
              <a:pathLst>
                <a:path w="4531" h="603" extrusionOk="0">
                  <a:moveTo>
                    <a:pt x="193" y="0"/>
                  </a:moveTo>
                  <a:lnTo>
                    <a:pt x="1" y="603"/>
                  </a:lnTo>
                  <a:lnTo>
                    <a:pt x="4314" y="603"/>
                  </a:lnTo>
                  <a:lnTo>
                    <a:pt x="453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1"/>
            <p:cNvSpPr/>
            <p:nvPr/>
          </p:nvSpPr>
          <p:spPr>
            <a:xfrm>
              <a:off x="5176534" y="2168856"/>
              <a:ext cx="34470" cy="21151"/>
            </a:xfrm>
            <a:custGeom>
              <a:avLst/>
              <a:gdLst/>
              <a:ahLst/>
              <a:cxnLst/>
              <a:rect l="l" t="t" r="r" b="b"/>
              <a:pathLst>
                <a:path w="1809" h="1110" extrusionOk="0">
                  <a:moveTo>
                    <a:pt x="97" y="1"/>
                  </a:moveTo>
                  <a:lnTo>
                    <a:pt x="1" y="603"/>
                  </a:lnTo>
                  <a:lnTo>
                    <a:pt x="1302" y="1109"/>
                  </a:lnTo>
                  <a:lnTo>
                    <a:pt x="1808" y="700"/>
                  </a:lnTo>
                  <a:lnTo>
                    <a:pt x="9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1"/>
            <p:cNvSpPr/>
            <p:nvPr/>
          </p:nvSpPr>
          <p:spPr>
            <a:xfrm>
              <a:off x="4998827" y="1964110"/>
              <a:ext cx="403642" cy="183652"/>
            </a:xfrm>
            <a:custGeom>
              <a:avLst/>
              <a:gdLst/>
              <a:ahLst/>
              <a:cxnLst/>
              <a:rect l="l" t="t" r="r" b="b"/>
              <a:pathLst>
                <a:path w="21183" h="9638" extrusionOk="0">
                  <a:moveTo>
                    <a:pt x="10875" y="1"/>
                  </a:moveTo>
                  <a:cubicBezTo>
                    <a:pt x="9815" y="1"/>
                    <a:pt x="8292" y="240"/>
                    <a:pt x="6025" y="793"/>
                  </a:cubicBezTo>
                  <a:cubicBezTo>
                    <a:pt x="1" y="2312"/>
                    <a:pt x="893" y="9637"/>
                    <a:pt x="893" y="9637"/>
                  </a:cubicBezTo>
                  <a:lnTo>
                    <a:pt x="4411" y="7324"/>
                  </a:lnTo>
                  <a:cubicBezTo>
                    <a:pt x="4507" y="7324"/>
                    <a:pt x="4507" y="7324"/>
                    <a:pt x="4604" y="7227"/>
                  </a:cubicBezTo>
                  <a:cubicBezTo>
                    <a:pt x="5352" y="7014"/>
                    <a:pt x="6101" y="6892"/>
                    <a:pt x="6889" y="6892"/>
                  </a:cubicBezTo>
                  <a:cubicBezTo>
                    <a:pt x="7166" y="6892"/>
                    <a:pt x="7448" y="6907"/>
                    <a:pt x="7736" y="6938"/>
                  </a:cubicBezTo>
                  <a:cubicBezTo>
                    <a:pt x="9640" y="6938"/>
                    <a:pt x="12652" y="7035"/>
                    <a:pt x="13954" y="7227"/>
                  </a:cubicBezTo>
                  <a:cubicBezTo>
                    <a:pt x="15062" y="7324"/>
                    <a:pt x="16170" y="7637"/>
                    <a:pt x="17158" y="8023"/>
                  </a:cubicBezTo>
                  <a:cubicBezTo>
                    <a:pt x="17158" y="8023"/>
                    <a:pt x="21183" y="6818"/>
                    <a:pt x="21086" y="6023"/>
                  </a:cubicBezTo>
                  <a:cubicBezTo>
                    <a:pt x="20994" y="5643"/>
                    <a:pt x="19960" y="5534"/>
                    <a:pt x="18803" y="5534"/>
                  </a:cubicBezTo>
                  <a:cubicBezTo>
                    <a:pt x="17238" y="5534"/>
                    <a:pt x="15448" y="5733"/>
                    <a:pt x="15448" y="5733"/>
                  </a:cubicBezTo>
                  <a:cubicBezTo>
                    <a:pt x="15448" y="5733"/>
                    <a:pt x="14556" y="3324"/>
                    <a:pt x="13640" y="1709"/>
                  </a:cubicBezTo>
                  <a:cubicBezTo>
                    <a:pt x="13140" y="693"/>
                    <a:pt x="12677" y="1"/>
                    <a:pt x="10875" y="1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1"/>
            <p:cNvSpPr/>
            <p:nvPr/>
          </p:nvSpPr>
          <p:spPr>
            <a:xfrm>
              <a:off x="4971750" y="2121352"/>
              <a:ext cx="74867" cy="78297"/>
            </a:xfrm>
            <a:custGeom>
              <a:avLst/>
              <a:gdLst/>
              <a:ahLst/>
              <a:cxnLst/>
              <a:rect l="l" t="t" r="r" b="b"/>
              <a:pathLst>
                <a:path w="3929" h="4109" extrusionOk="0">
                  <a:moveTo>
                    <a:pt x="2466" y="1"/>
                  </a:moveTo>
                  <a:cubicBezTo>
                    <a:pt x="1921" y="1"/>
                    <a:pt x="1334" y="293"/>
                    <a:pt x="916" y="1289"/>
                  </a:cubicBezTo>
                  <a:cubicBezTo>
                    <a:pt x="0" y="3699"/>
                    <a:pt x="2627" y="4108"/>
                    <a:pt x="2627" y="4108"/>
                  </a:cubicBezTo>
                  <a:cubicBezTo>
                    <a:pt x="2627" y="3988"/>
                    <a:pt x="3928" y="590"/>
                    <a:pt x="3928" y="590"/>
                  </a:cubicBezTo>
                  <a:cubicBezTo>
                    <a:pt x="3928" y="590"/>
                    <a:pt x="3239" y="1"/>
                    <a:pt x="2466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1"/>
            <p:cNvSpPr/>
            <p:nvPr/>
          </p:nvSpPr>
          <p:spPr>
            <a:xfrm>
              <a:off x="4996998" y="2135529"/>
              <a:ext cx="28487" cy="41978"/>
            </a:xfrm>
            <a:custGeom>
              <a:avLst/>
              <a:gdLst/>
              <a:ahLst/>
              <a:cxnLst/>
              <a:rect l="l" t="t" r="r" b="b"/>
              <a:pathLst>
                <a:path w="1495" h="2203" extrusionOk="0">
                  <a:moveTo>
                    <a:pt x="1398" y="352"/>
                  </a:moveTo>
                  <a:cubicBezTo>
                    <a:pt x="1398" y="448"/>
                    <a:pt x="1302" y="448"/>
                    <a:pt x="1398" y="448"/>
                  </a:cubicBezTo>
                  <a:lnTo>
                    <a:pt x="1398" y="352"/>
                  </a:lnTo>
                  <a:close/>
                  <a:moveTo>
                    <a:pt x="1036" y="1"/>
                  </a:moveTo>
                  <a:cubicBezTo>
                    <a:pt x="885" y="1"/>
                    <a:pt x="744" y="90"/>
                    <a:pt x="603" y="232"/>
                  </a:cubicBezTo>
                  <a:cubicBezTo>
                    <a:pt x="386" y="352"/>
                    <a:pt x="290" y="545"/>
                    <a:pt x="193" y="834"/>
                  </a:cubicBezTo>
                  <a:cubicBezTo>
                    <a:pt x="1" y="1244"/>
                    <a:pt x="97" y="1750"/>
                    <a:pt x="386" y="2159"/>
                  </a:cubicBezTo>
                  <a:cubicBezTo>
                    <a:pt x="450" y="2159"/>
                    <a:pt x="568" y="2202"/>
                    <a:pt x="668" y="2202"/>
                  </a:cubicBezTo>
                  <a:cubicBezTo>
                    <a:pt x="718" y="2202"/>
                    <a:pt x="764" y="2191"/>
                    <a:pt x="796" y="2159"/>
                  </a:cubicBezTo>
                  <a:cubicBezTo>
                    <a:pt x="699" y="2159"/>
                    <a:pt x="603" y="2039"/>
                    <a:pt x="483" y="2039"/>
                  </a:cubicBezTo>
                  <a:cubicBezTo>
                    <a:pt x="290" y="1653"/>
                    <a:pt x="193" y="1244"/>
                    <a:pt x="386" y="834"/>
                  </a:cubicBezTo>
                  <a:cubicBezTo>
                    <a:pt x="483" y="641"/>
                    <a:pt x="603" y="448"/>
                    <a:pt x="699" y="352"/>
                  </a:cubicBezTo>
                  <a:cubicBezTo>
                    <a:pt x="796" y="232"/>
                    <a:pt x="989" y="135"/>
                    <a:pt x="1205" y="135"/>
                  </a:cubicBezTo>
                  <a:cubicBezTo>
                    <a:pt x="1302" y="135"/>
                    <a:pt x="1398" y="232"/>
                    <a:pt x="1398" y="352"/>
                  </a:cubicBezTo>
                  <a:cubicBezTo>
                    <a:pt x="1495" y="232"/>
                    <a:pt x="1398" y="232"/>
                    <a:pt x="1398" y="135"/>
                  </a:cubicBezTo>
                  <a:cubicBezTo>
                    <a:pt x="1398" y="135"/>
                    <a:pt x="1302" y="39"/>
                    <a:pt x="1205" y="39"/>
                  </a:cubicBezTo>
                  <a:cubicBezTo>
                    <a:pt x="1147" y="13"/>
                    <a:pt x="1091" y="1"/>
                    <a:pt x="1036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1"/>
            <p:cNvSpPr/>
            <p:nvPr/>
          </p:nvSpPr>
          <p:spPr>
            <a:xfrm>
              <a:off x="5006182" y="2099991"/>
              <a:ext cx="84509" cy="89959"/>
            </a:xfrm>
            <a:custGeom>
              <a:avLst/>
              <a:gdLst/>
              <a:ahLst/>
              <a:cxnLst/>
              <a:rect l="l" t="t" r="r" b="b"/>
              <a:pathLst>
                <a:path w="4435" h="4721" extrusionOk="0">
                  <a:moveTo>
                    <a:pt x="4434" y="0"/>
                  </a:moveTo>
                  <a:lnTo>
                    <a:pt x="4121" y="96"/>
                  </a:lnTo>
                  <a:cubicBezTo>
                    <a:pt x="3150" y="738"/>
                    <a:pt x="2507" y="1191"/>
                    <a:pt x="1714" y="1191"/>
                  </a:cubicBezTo>
                  <a:cubicBezTo>
                    <a:pt x="1523" y="1191"/>
                    <a:pt x="1324" y="1165"/>
                    <a:pt x="1109" y="1109"/>
                  </a:cubicBezTo>
                  <a:cubicBezTo>
                    <a:pt x="916" y="1109"/>
                    <a:pt x="723" y="1109"/>
                    <a:pt x="603" y="1301"/>
                  </a:cubicBezTo>
                  <a:cubicBezTo>
                    <a:pt x="410" y="1494"/>
                    <a:pt x="410" y="1711"/>
                    <a:pt x="603" y="1904"/>
                  </a:cubicBezTo>
                  <a:lnTo>
                    <a:pt x="723" y="1904"/>
                  </a:lnTo>
                  <a:cubicBezTo>
                    <a:pt x="916" y="2097"/>
                    <a:pt x="1205" y="2217"/>
                    <a:pt x="1519" y="2217"/>
                  </a:cubicBezTo>
                  <a:cubicBezTo>
                    <a:pt x="1615" y="2217"/>
                    <a:pt x="1711" y="2217"/>
                    <a:pt x="1711" y="2313"/>
                  </a:cubicBezTo>
                  <a:cubicBezTo>
                    <a:pt x="1808" y="2410"/>
                    <a:pt x="1711" y="2506"/>
                    <a:pt x="1615" y="2603"/>
                  </a:cubicBezTo>
                  <a:lnTo>
                    <a:pt x="507" y="3615"/>
                  </a:lnTo>
                  <a:cubicBezTo>
                    <a:pt x="314" y="3711"/>
                    <a:pt x="217" y="3904"/>
                    <a:pt x="121" y="4024"/>
                  </a:cubicBezTo>
                  <a:cubicBezTo>
                    <a:pt x="1" y="4121"/>
                    <a:pt x="1" y="4314"/>
                    <a:pt x="121" y="4506"/>
                  </a:cubicBezTo>
                  <a:cubicBezTo>
                    <a:pt x="220" y="4668"/>
                    <a:pt x="377" y="4720"/>
                    <a:pt x="545" y="4720"/>
                  </a:cubicBezTo>
                  <a:cubicBezTo>
                    <a:pt x="704" y="4720"/>
                    <a:pt x="872" y="4674"/>
                    <a:pt x="1013" y="4627"/>
                  </a:cubicBezTo>
                  <a:cubicBezTo>
                    <a:pt x="1928" y="4217"/>
                    <a:pt x="2627" y="3615"/>
                    <a:pt x="3133" y="2699"/>
                  </a:cubicBezTo>
                  <a:cubicBezTo>
                    <a:pt x="3736" y="1904"/>
                    <a:pt x="4121" y="1012"/>
                    <a:pt x="44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1"/>
            <p:cNvSpPr/>
            <p:nvPr/>
          </p:nvSpPr>
          <p:spPr>
            <a:xfrm>
              <a:off x="5084708" y="2071047"/>
              <a:ext cx="219952" cy="31155"/>
            </a:xfrm>
            <a:custGeom>
              <a:avLst/>
              <a:gdLst/>
              <a:ahLst/>
              <a:cxnLst/>
              <a:rect l="l" t="t" r="r" b="b"/>
              <a:pathLst>
                <a:path w="11543" h="1635" extrusionOk="0">
                  <a:moveTo>
                    <a:pt x="9856" y="1"/>
                  </a:moveTo>
                  <a:cubicBezTo>
                    <a:pt x="8434" y="1"/>
                    <a:pt x="7037" y="121"/>
                    <a:pt x="5735" y="218"/>
                  </a:cubicBezTo>
                  <a:cubicBezTo>
                    <a:pt x="4314" y="411"/>
                    <a:pt x="2916" y="603"/>
                    <a:pt x="1615" y="1013"/>
                  </a:cubicBezTo>
                  <a:cubicBezTo>
                    <a:pt x="1205" y="1109"/>
                    <a:pt x="820" y="1326"/>
                    <a:pt x="410" y="1423"/>
                  </a:cubicBezTo>
                  <a:cubicBezTo>
                    <a:pt x="313" y="1519"/>
                    <a:pt x="217" y="1615"/>
                    <a:pt x="0" y="1615"/>
                  </a:cubicBezTo>
                  <a:cubicBezTo>
                    <a:pt x="13" y="1628"/>
                    <a:pt x="35" y="1634"/>
                    <a:pt x="66" y="1634"/>
                  </a:cubicBezTo>
                  <a:cubicBezTo>
                    <a:pt x="265" y="1634"/>
                    <a:pt x="834" y="1381"/>
                    <a:pt x="1711" y="1109"/>
                  </a:cubicBezTo>
                  <a:cubicBezTo>
                    <a:pt x="3012" y="820"/>
                    <a:pt x="4314" y="507"/>
                    <a:pt x="5735" y="411"/>
                  </a:cubicBezTo>
                  <a:cubicBezTo>
                    <a:pt x="7326" y="218"/>
                    <a:pt x="8844" y="218"/>
                    <a:pt x="9856" y="121"/>
                  </a:cubicBezTo>
                  <a:lnTo>
                    <a:pt x="11061" y="121"/>
                  </a:lnTo>
                  <a:cubicBezTo>
                    <a:pt x="11254" y="121"/>
                    <a:pt x="11447" y="121"/>
                    <a:pt x="115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1"/>
            <p:cNvSpPr/>
            <p:nvPr/>
          </p:nvSpPr>
          <p:spPr>
            <a:xfrm>
              <a:off x="5155421" y="2096314"/>
              <a:ext cx="124448" cy="7355"/>
            </a:xfrm>
            <a:custGeom>
              <a:avLst/>
              <a:gdLst/>
              <a:ahLst/>
              <a:cxnLst/>
              <a:rect l="l" t="t" r="r" b="b"/>
              <a:pathLst>
                <a:path w="6531" h="386" extrusionOk="0">
                  <a:moveTo>
                    <a:pt x="0" y="0"/>
                  </a:moveTo>
                  <a:cubicBezTo>
                    <a:pt x="1205" y="0"/>
                    <a:pt x="2217" y="97"/>
                    <a:pt x="3422" y="97"/>
                  </a:cubicBezTo>
                  <a:cubicBezTo>
                    <a:pt x="4423" y="184"/>
                    <a:pt x="5345" y="271"/>
                    <a:pt x="6242" y="358"/>
                  </a:cubicBezTo>
                  <a:lnTo>
                    <a:pt x="6242" y="358"/>
                  </a:lnTo>
                  <a:cubicBezTo>
                    <a:pt x="6077" y="329"/>
                    <a:pt x="5921" y="289"/>
                    <a:pt x="5736" y="289"/>
                  </a:cubicBezTo>
                  <a:cubicBezTo>
                    <a:pt x="4531" y="97"/>
                    <a:pt x="2024" y="0"/>
                    <a:pt x="0" y="0"/>
                  </a:cubicBezTo>
                  <a:close/>
                  <a:moveTo>
                    <a:pt x="6242" y="358"/>
                  </a:moveTo>
                  <a:cubicBezTo>
                    <a:pt x="6333" y="374"/>
                    <a:pt x="6427" y="386"/>
                    <a:pt x="6531" y="386"/>
                  </a:cubicBezTo>
                  <a:cubicBezTo>
                    <a:pt x="6435" y="376"/>
                    <a:pt x="6339" y="367"/>
                    <a:pt x="6242" y="358"/>
                  </a:cubicBezTo>
                  <a:close/>
                </a:path>
              </a:pathLst>
            </a:custGeom>
            <a:solidFill>
              <a:srgbClr val="B28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1"/>
            <p:cNvSpPr/>
            <p:nvPr/>
          </p:nvSpPr>
          <p:spPr>
            <a:xfrm>
              <a:off x="5335414" y="2105498"/>
              <a:ext cx="21151" cy="7813"/>
            </a:xfrm>
            <a:custGeom>
              <a:avLst/>
              <a:gdLst/>
              <a:ahLst/>
              <a:cxnLst/>
              <a:rect l="l" t="t" r="r" b="b"/>
              <a:pathLst>
                <a:path w="1110" h="410" extrusionOk="0">
                  <a:moveTo>
                    <a:pt x="1109" y="0"/>
                  </a:moveTo>
                  <a:lnTo>
                    <a:pt x="1109" y="0"/>
                  </a:lnTo>
                  <a:cubicBezTo>
                    <a:pt x="699" y="217"/>
                    <a:pt x="314" y="314"/>
                    <a:pt x="1" y="410"/>
                  </a:cubicBezTo>
                  <a:cubicBezTo>
                    <a:pt x="410" y="410"/>
                    <a:pt x="796" y="217"/>
                    <a:pt x="1109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1"/>
            <p:cNvSpPr/>
            <p:nvPr/>
          </p:nvSpPr>
          <p:spPr>
            <a:xfrm>
              <a:off x="5126953" y="2077030"/>
              <a:ext cx="250726" cy="38129"/>
            </a:xfrm>
            <a:custGeom>
              <a:avLst/>
              <a:gdLst/>
              <a:ahLst/>
              <a:cxnLst/>
              <a:rect l="l" t="t" r="r" b="b"/>
              <a:pathLst>
                <a:path w="13158" h="2001" extrusionOk="0">
                  <a:moveTo>
                    <a:pt x="9446" y="0"/>
                  </a:moveTo>
                  <a:cubicBezTo>
                    <a:pt x="6314" y="0"/>
                    <a:pt x="3109" y="289"/>
                    <a:pt x="0" y="892"/>
                  </a:cubicBezTo>
                  <a:cubicBezTo>
                    <a:pt x="506" y="892"/>
                    <a:pt x="1012" y="1012"/>
                    <a:pt x="1494" y="1012"/>
                  </a:cubicBezTo>
                  <a:cubicBezTo>
                    <a:pt x="3518" y="1012"/>
                    <a:pt x="6025" y="1109"/>
                    <a:pt x="7230" y="1301"/>
                  </a:cubicBezTo>
                  <a:cubicBezTo>
                    <a:pt x="7519" y="1301"/>
                    <a:pt x="7736" y="1398"/>
                    <a:pt x="8025" y="1398"/>
                  </a:cubicBezTo>
                  <a:cubicBezTo>
                    <a:pt x="8940" y="1615"/>
                    <a:pt x="9736" y="1711"/>
                    <a:pt x="10434" y="2000"/>
                  </a:cubicBezTo>
                  <a:cubicBezTo>
                    <a:pt x="10651" y="2000"/>
                    <a:pt x="10748" y="2000"/>
                    <a:pt x="10941" y="1904"/>
                  </a:cubicBezTo>
                  <a:cubicBezTo>
                    <a:pt x="11254" y="1808"/>
                    <a:pt x="11639" y="1711"/>
                    <a:pt x="12049" y="1494"/>
                  </a:cubicBezTo>
                  <a:cubicBezTo>
                    <a:pt x="12242" y="1398"/>
                    <a:pt x="12459" y="1301"/>
                    <a:pt x="12651" y="1205"/>
                  </a:cubicBezTo>
                  <a:cubicBezTo>
                    <a:pt x="12844" y="1109"/>
                    <a:pt x="12941" y="892"/>
                    <a:pt x="13061" y="795"/>
                  </a:cubicBezTo>
                  <a:cubicBezTo>
                    <a:pt x="13158" y="699"/>
                    <a:pt x="13158" y="506"/>
                    <a:pt x="13061" y="289"/>
                  </a:cubicBezTo>
                  <a:cubicBezTo>
                    <a:pt x="12941" y="97"/>
                    <a:pt x="12748" y="97"/>
                    <a:pt x="12555" y="97"/>
                  </a:cubicBezTo>
                  <a:lnTo>
                    <a:pt x="12459" y="97"/>
                  </a:lnTo>
                  <a:cubicBezTo>
                    <a:pt x="11447" y="0"/>
                    <a:pt x="10434" y="0"/>
                    <a:pt x="9446" y="0"/>
                  </a:cubicBezTo>
                  <a:close/>
                </a:path>
              </a:pathLst>
            </a:custGeom>
            <a:solidFill>
              <a:srgbClr val="A0B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1"/>
            <p:cNvSpPr/>
            <p:nvPr/>
          </p:nvSpPr>
          <p:spPr>
            <a:xfrm>
              <a:off x="5212815" y="2086672"/>
              <a:ext cx="143751" cy="84528"/>
            </a:xfrm>
            <a:custGeom>
              <a:avLst/>
              <a:gdLst/>
              <a:ahLst/>
              <a:cxnLst/>
              <a:rect l="l" t="t" r="r" b="b"/>
              <a:pathLst>
                <a:path w="7544" h="4436" extrusionOk="0">
                  <a:moveTo>
                    <a:pt x="1205" y="0"/>
                  </a:moveTo>
                  <a:cubicBezTo>
                    <a:pt x="723" y="0"/>
                    <a:pt x="314" y="289"/>
                    <a:pt x="0" y="603"/>
                  </a:cubicBezTo>
                  <a:cubicBezTo>
                    <a:pt x="314" y="699"/>
                    <a:pt x="603" y="795"/>
                    <a:pt x="916" y="892"/>
                  </a:cubicBezTo>
                  <a:cubicBezTo>
                    <a:pt x="1326" y="988"/>
                    <a:pt x="1615" y="1109"/>
                    <a:pt x="1928" y="1398"/>
                  </a:cubicBezTo>
                  <a:cubicBezTo>
                    <a:pt x="2724" y="2000"/>
                    <a:pt x="2410" y="3302"/>
                    <a:pt x="3133" y="4000"/>
                  </a:cubicBezTo>
                  <a:cubicBezTo>
                    <a:pt x="3400" y="4281"/>
                    <a:pt x="3771" y="4436"/>
                    <a:pt x="4151" y="4436"/>
                  </a:cubicBezTo>
                  <a:cubicBezTo>
                    <a:pt x="4457" y="4436"/>
                    <a:pt x="4768" y="4336"/>
                    <a:pt x="5037" y="4121"/>
                  </a:cubicBezTo>
                  <a:cubicBezTo>
                    <a:pt x="5230" y="3904"/>
                    <a:pt x="5422" y="3615"/>
                    <a:pt x="5422" y="3302"/>
                  </a:cubicBezTo>
                  <a:cubicBezTo>
                    <a:pt x="5646" y="3473"/>
                    <a:pt x="5927" y="3550"/>
                    <a:pt x="6203" y="3550"/>
                  </a:cubicBezTo>
                  <a:cubicBezTo>
                    <a:pt x="6432" y="3550"/>
                    <a:pt x="6658" y="3496"/>
                    <a:pt x="6844" y="3398"/>
                  </a:cubicBezTo>
                  <a:cubicBezTo>
                    <a:pt x="7133" y="3302"/>
                    <a:pt x="7350" y="3012"/>
                    <a:pt x="7230" y="2699"/>
                  </a:cubicBezTo>
                  <a:cubicBezTo>
                    <a:pt x="7133" y="2314"/>
                    <a:pt x="6531" y="2193"/>
                    <a:pt x="6338" y="1711"/>
                  </a:cubicBezTo>
                  <a:cubicBezTo>
                    <a:pt x="6844" y="1711"/>
                    <a:pt x="7350" y="1302"/>
                    <a:pt x="7543" y="795"/>
                  </a:cubicBezTo>
                  <a:lnTo>
                    <a:pt x="7543" y="795"/>
                  </a:lnTo>
                  <a:cubicBezTo>
                    <a:pt x="7242" y="844"/>
                    <a:pt x="6941" y="868"/>
                    <a:pt x="6639" y="868"/>
                  </a:cubicBezTo>
                  <a:cubicBezTo>
                    <a:pt x="6338" y="868"/>
                    <a:pt x="6037" y="844"/>
                    <a:pt x="5736" y="795"/>
                  </a:cubicBezTo>
                  <a:cubicBezTo>
                    <a:pt x="6242" y="795"/>
                    <a:pt x="6531" y="506"/>
                    <a:pt x="6844" y="193"/>
                  </a:cubicBezTo>
                  <a:lnTo>
                    <a:pt x="6844" y="193"/>
                  </a:lnTo>
                  <a:cubicBezTo>
                    <a:pt x="6301" y="364"/>
                    <a:pt x="5720" y="426"/>
                    <a:pt x="5133" y="426"/>
                  </a:cubicBezTo>
                  <a:cubicBezTo>
                    <a:pt x="4313" y="426"/>
                    <a:pt x="3482" y="305"/>
                    <a:pt x="2724" y="193"/>
                  </a:cubicBezTo>
                  <a:cubicBezTo>
                    <a:pt x="2217" y="97"/>
                    <a:pt x="1711" y="0"/>
                    <a:pt x="120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1"/>
            <p:cNvSpPr/>
            <p:nvPr/>
          </p:nvSpPr>
          <p:spPr>
            <a:xfrm>
              <a:off x="5069540" y="1977391"/>
              <a:ext cx="57432" cy="103316"/>
            </a:xfrm>
            <a:custGeom>
              <a:avLst/>
              <a:gdLst/>
              <a:ahLst/>
              <a:cxnLst/>
              <a:rect l="l" t="t" r="r" b="b"/>
              <a:pathLst>
                <a:path w="3014" h="5422" extrusionOk="0">
                  <a:moveTo>
                    <a:pt x="3013" y="0"/>
                  </a:moveTo>
                  <a:lnTo>
                    <a:pt x="3013" y="0"/>
                  </a:lnTo>
                  <a:cubicBezTo>
                    <a:pt x="2700" y="96"/>
                    <a:pt x="2411" y="217"/>
                    <a:pt x="2097" y="410"/>
                  </a:cubicBezTo>
                  <a:cubicBezTo>
                    <a:pt x="1495" y="916"/>
                    <a:pt x="1013" y="1518"/>
                    <a:pt x="700" y="2217"/>
                  </a:cubicBezTo>
                  <a:cubicBezTo>
                    <a:pt x="411" y="3012"/>
                    <a:pt x="194" y="3711"/>
                    <a:pt x="97" y="4530"/>
                  </a:cubicBezTo>
                  <a:cubicBezTo>
                    <a:pt x="1" y="4820"/>
                    <a:pt x="1" y="5133"/>
                    <a:pt x="1" y="5422"/>
                  </a:cubicBezTo>
                  <a:cubicBezTo>
                    <a:pt x="97" y="5133"/>
                    <a:pt x="194" y="4820"/>
                    <a:pt x="194" y="4530"/>
                  </a:cubicBezTo>
                  <a:cubicBezTo>
                    <a:pt x="411" y="3832"/>
                    <a:pt x="603" y="3012"/>
                    <a:pt x="893" y="2313"/>
                  </a:cubicBezTo>
                  <a:cubicBezTo>
                    <a:pt x="1206" y="1615"/>
                    <a:pt x="1616" y="1012"/>
                    <a:pt x="2218" y="506"/>
                  </a:cubicBezTo>
                  <a:cubicBezTo>
                    <a:pt x="2700" y="217"/>
                    <a:pt x="3013" y="0"/>
                    <a:pt x="301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1"/>
            <p:cNvSpPr/>
            <p:nvPr/>
          </p:nvSpPr>
          <p:spPr>
            <a:xfrm>
              <a:off x="5155421" y="1970036"/>
              <a:ext cx="51906" cy="82203"/>
            </a:xfrm>
            <a:custGeom>
              <a:avLst/>
              <a:gdLst/>
              <a:ahLst/>
              <a:cxnLst/>
              <a:rect l="l" t="t" r="r" b="b"/>
              <a:pathLst>
                <a:path w="2724" h="4314" extrusionOk="0">
                  <a:moveTo>
                    <a:pt x="0" y="0"/>
                  </a:moveTo>
                  <a:cubicBezTo>
                    <a:pt x="0" y="0"/>
                    <a:pt x="314" y="97"/>
                    <a:pt x="723" y="386"/>
                  </a:cubicBezTo>
                  <a:cubicBezTo>
                    <a:pt x="1205" y="796"/>
                    <a:pt x="1615" y="1302"/>
                    <a:pt x="1808" y="1808"/>
                  </a:cubicBezTo>
                  <a:cubicBezTo>
                    <a:pt x="2121" y="2410"/>
                    <a:pt x="2314" y="3013"/>
                    <a:pt x="2410" y="3615"/>
                  </a:cubicBezTo>
                  <a:cubicBezTo>
                    <a:pt x="2531" y="3808"/>
                    <a:pt x="2627" y="4097"/>
                    <a:pt x="2723" y="4314"/>
                  </a:cubicBezTo>
                  <a:cubicBezTo>
                    <a:pt x="2723" y="4097"/>
                    <a:pt x="2627" y="3808"/>
                    <a:pt x="2627" y="3615"/>
                  </a:cubicBezTo>
                  <a:cubicBezTo>
                    <a:pt x="2531" y="2892"/>
                    <a:pt x="2314" y="2290"/>
                    <a:pt x="2024" y="1687"/>
                  </a:cubicBezTo>
                  <a:cubicBezTo>
                    <a:pt x="1711" y="1205"/>
                    <a:pt x="1326" y="699"/>
                    <a:pt x="820" y="290"/>
                  </a:cubicBezTo>
                  <a:cubicBezTo>
                    <a:pt x="506" y="97"/>
                    <a:pt x="314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1"/>
            <p:cNvSpPr/>
            <p:nvPr/>
          </p:nvSpPr>
          <p:spPr>
            <a:xfrm>
              <a:off x="5119140" y="2182176"/>
              <a:ext cx="30793" cy="7832"/>
            </a:xfrm>
            <a:custGeom>
              <a:avLst/>
              <a:gdLst/>
              <a:ahLst/>
              <a:cxnLst/>
              <a:rect l="l" t="t" r="r" b="b"/>
              <a:pathLst>
                <a:path w="1616" h="411" extrusionOk="0">
                  <a:moveTo>
                    <a:pt x="1615" y="1"/>
                  </a:moveTo>
                  <a:cubicBezTo>
                    <a:pt x="1109" y="1"/>
                    <a:pt x="507" y="97"/>
                    <a:pt x="1" y="410"/>
                  </a:cubicBezTo>
                  <a:cubicBezTo>
                    <a:pt x="603" y="410"/>
                    <a:pt x="1109" y="314"/>
                    <a:pt x="161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1"/>
            <p:cNvSpPr/>
            <p:nvPr/>
          </p:nvSpPr>
          <p:spPr>
            <a:xfrm>
              <a:off x="5126953" y="2174935"/>
              <a:ext cx="32622" cy="7260"/>
            </a:xfrm>
            <a:custGeom>
              <a:avLst/>
              <a:gdLst/>
              <a:ahLst/>
              <a:cxnLst/>
              <a:rect l="l" t="t" r="r" b="b"/>
              <a:pathLst>
                <a:path w="1712" h="381" extrusionOk="0">
                  <a:moveTo>
                    <a:pt x="1253" y="1"/>
                  </a:moveTo>
                  <a:cubicBezTo>
                    <a:pt x="1103" y="1"/>
                    <a:pt x="952" y="31"/>
                    <a:pt x="795" y="91"/>
                  </a:cubicBezTo>
                  <a:cubicBezTo>
                    <a:pt x="410" y="188"/>
                    <a:pt x="0" y="284"/>
                    <a:pt x="0" y="381"/>
                  </a:cubicBezTo>
                  <a:cubicBezTo>
                    <a:pt x="289" y="381"/>
                    <a:pt x="603" y="381"/>
                    <a:pt x="892" y="284"/>
                  </a:cubicBezTo>
                  <a:cubicBezTo>
                    <a:pt x="1301" y="188"/>
                    <a:pt x="1711" y="91"/>
                    <a:pt x="1711" y="91"/>
                  </a:cubicBezTo>
                  <a:cubicBezTo>
                    <a:pt x="1555" y="31"/>
                    <a:pt x="1404" y="1"/>
                    <a:pt x="125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1"/>
            <p:cNvSpPr/>
            <p:nvPr/>
          </p:nvSpPr>
          <p:spPr>
            <a:xfrm>
              <a:off x="5224286" y="2220857"/>
              <a:ext cx="25286" cy="5412"/>
            </a:xfrm>
            <a:custGeom>
              <a:avLst/>
              <a:gdLst/>
              <a:ahLst/>
              <a:cxnLst/>
              <a:rect l="l" t="t" r="r" b="b"/>
              <a:pathLst>
                <a:path w="1327" h="284" extrusionOk="0">
                  <a:moveTo>
                    <a:pt x="1133" y="1"/>
                  </a:moveTo>
                  <a:cubicBezTo>
                    <a:pt x="1019" y="1"/>
                    <a:pt x="868" y="31"/>
                    <a:pt x="724" y="91"/>
                  </a:cubicBezTo>
                  <a:cubicBezTo>
                    <a:pt x="314" y="91"/>
                    <a:pt x="1" y="188"/>
                    <a:pt x="121" y="284"/>
                  </a:cubicBezTo>
                  <a:lnTo>
                    <a:pt x="724" y="284"/>
                  </a:lnTo>
                  <a:cubicBezTo>
                    <a:pt x="1109" y="188"/>
                    <a:pt x="1326" y="91"/>
                    <a:pt x="1326" y="91"/>
                  </a:cubicBezTo>
                  <a:cubicBezTo>
                    <a:pt x="1326" y="31"/>
                    <a:pt x="1248" y="1"/>
                    <a:pt x="113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1"/>
            <p:cNvSpPr/>
            <p:nvPr/>
          </p:nvSpPr>
          <p:spPr>
            <a:xfrm>
              <a:off x="5218779" y="2212187"/>
              <a:ext cx="39977" cy="5831"/>
            </a:xfrm>
            <a:custGeom>
              <a:avLst/>
              <a:gdLst/>
              <a:ahLst/>
              <a:cxnLst/>
              <a:rect l="l" t="t" r="r" b="b"/>
              <a:pathLst>
                <a:path w="2098" h="306" extrusionOk="0">
                  <a:moveTo>
                    <a:pt x="1818" y="0"/>
                  </a:moveTo>
                  <a:cubicBezTo>
                    <a:pt x="1578" y="0"/>
                    <a:pt x="1314" y="68"/>
                    <a:pt x="1109" y="136"/>
                  </a:cubicBezTo>
                  <a:cubicBezTo>
                    <a:pt x="700" y="136"/>
                    <a:pt x="410" y="136"/>
                    <a:pt x="1" y="233"/>
                  </a:cubicBezTo>
                  <a:cubicBezTo>
                    <a:pt x="206" y="281"/>
                    <a:pt x="380" y="305"/>
                    <a:pt x="555" y="305"/>
                  </a:cubicBezTo>
                  <a:cubicBezTo>
                    <a:pt x="730" y="305"/>
                    <a:pt x="904" y="281"/>
                    <a:pt x="1109" y="233"/>
                  </a:cubicBezTo>
                  <a:cubicBezTo>
                    <a:pt x="1495" y="233"/>
                    <a:pt x="1808" y="136"/>
                    <a:pt x="2097" y="40"/>
                  </a:cubicBezTo>
                  <a:cubicBezTo>
                    <a:pt x="2013" y="12"/>
                    <a:pt x="1918" y="0"/>
                    <a:pt x="181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1"/>
            <p:cNvSpPr/>
            <p:nvPr/>
          </p:nvSpPr>
          <p:spPr>
            <a:xfrm>
              <a:off x="5199495" y="2191817"/>
              <a:ext cx="32622" cy="53735"/>
            </a:xfrm>
            <a:custGeom>
              <a:avLst/>
              <a:gdLst/>
              <a:ahLst/>
              <a:cxnLst/>
              <a:rect l="l" t="t" r="r" b="b"/>
              <a:pathLst>
                <a:path w="1712" h="2820" extrusionOk="0">
                  <a:moveTo>
                    <a:pt x="507" y="1"/>
                  </a:moveTo>
                  <a:cubicBezTo>
                    <a:pt x="410" y="97"/>
                    <a:pt x="314" y="290"/>
                    <a:pt x="314" y="507"/>
                  </a:cubicBezTo>
                  <a:cubicBezTo>
                    <a:pt x="1" y="1302"/>
                    <a:pt x="410" y="2218"/>
                    <a:pt x="1206" y="2700"/>
                  </a:cubicBezTo>
                  <a:cubicBezTo>
                    <a:pt x="1302" y="2700"/>
                    <a:pt x="1519" y="2820"/>
                    <a:pt x="1712" y="2820"/>
                  </a:cubicBezTo>
                  <a:cubicBezTo>
                    <a:pt x="1712" y="2820"/>
                    <a:pt x="1519" y="2700"/>
                    <a:pt x="1206" y="2603"/>
                  </a:cubicBezTo>
                  <a:cubicBezTo>
                    <a:pt x="916" y="2410"/>
                    <a:pt x="603" y="2097"/>
                    <a:pt x="507" y="1712"/>
                  </a:cubicBezTo>
                  <a:cubicBezTo>
                    <a:pt x="314" y="1302"/>
                    <a:pt x="314" y="892"/>
                    <a:pt x="410" y="507"/>
                  </a:cubicBezTo>
                  <a:cubicBezTo>
                    <a:pt x="410" y="193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1"/>
            <p:cNvSpPr/>
            <p:nvPr/>
          </p:nvSpPr>
          <p:spPr>
            <a:xfrm>
              <a:off x="5103991" y="2159214"/>
              <a:ext cx="9661" cy="38129"/>
            </a:xfrm>
            <a:custGeom>
              <a:avLst/>
              <a:gdLst/>
              <a:ahLst/>
              <a:cxnLst/>
              <a:rect l="l" t="t" r="r" b="b"/>
              <a:pathLst>
                <a:path w="507" h="2001" extrusionOk="0">
                  <a:moveTo>
                    <a:pt x="289" y="1"/>
                  </a:moveTo>
                  <a:lnTo>
                    <a:pt x="289" y="1"/>
                  </a:lnTo>
                  <a:cubicBezTo>
                    <a:pt x="0" y="603"/>
                    <a:pt x="0" y="1398"/>
                    <a:pt x="506" y="2001"/>
                  </a:cubicBezTo>
                  <a:cubicBezTo>
                    <a:pt x="410" y="1712"/>
                    <a:pt x="289" y="1302"/>
                    <a:pt x="193" y="1013"/>
                  </a:cubicBezTo>
                  <a:cubicBezTo>
                    <a:pt x="193" y="699"/>
                    <a:pt x="289" y="314"/>
                    <a:pt x="2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1"/>
            <p:cNvSpPr/>
            <p:nvPr/>
          </p:nvSpPr>
          <p:spPr>
            <a:xfrm>
              <a:off x="4805514" y="2639515"/>
              <a:ext cx="227783" cy="164407"/>
            </a:xfrm>
            <a:custGeom>
              <a:avLst/>
              <a:gdLst/>
              <a:ahLst/>
              <a:cxnLst/>
              <a:rect l="l" t="t" r="r" b="b"/>
              <a:pathLst>
                <a:path w="11954" h="8628" extrusionOk="0">
                  <a:moveTo>
                    <a:pt x="11953" y="1"/>
                  </a:moveTo>
                  <a:lnTo>
                    <a:pt x="892" y="3615"/>
                  </a:lnTo>
                  <a:lnTo>
                    <a:pt x="1" y="6917"/>
                  </a:lnTo>
                  <a:lnTo>
                    <a:pt x="10146" y="8628"/>
                  </a:lnTo>
                  <a:lnTo>
                    <a:pt x="11953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1"/>
            <p:cNvSpPr/>
            <p:nvPr/>
          </p:nvSpPr>
          <p:spPr>
            <a:xfrm>
              <a:off x="4158997" y="2256147"/>
              <a:ext cx="883942" cy="714448"/>
            </a:xfrm>
            <a:custGeom>
              <a:avLst/>
              <a:gdLst/>
              <a:ahLst/>
              <a:cxnLst/>
              <a:rect l="l" t="t" r="r" b="b"/>
              <a:pathLst>
                <a:path w="46389" h="37494" extrusionOk="0">
                  <a:moveTo>
                    <a:pt x="37491" y="0"/>
                  </a:moveTo>
                  <a:cubicBezTo>
                    <a:pt x="36807" y="0"/>
                    <a:pt x="36340" y="46"/>
                    <a:pt x="36340" y="46"/>
                  </a:cubicBezTo>
                  <a:cubicBezTo>
                    <a:pt x="28918" y="46"/>
                    <a:pt x="17664" y="8481"/>
                    <a:pt x="16869" y="9565"/>
                  </a:cubicBezTo>
                  <a:cubicBezTo>
                    <a:pt x="16049" y="10770"/>
                    <a:pt x="13254" y="12577"/>
                    <a:pt x="10844" y="15806"/>
                  </a:cubicBezTo>
                  <a:cubicBezTo>
                    <a:pt x="8435" y="19108"/>
                    <a:pt x="0" y="26939"/>
                    <a:pt x="0" y="26939"/>
                  </a:cubicBezTo>
                  <a:cubicBezTo>
                    <a:pt x="0" y="26939"/>
                    <a:pt x="4217" y="32674"/>
                    <a:pt x="6724" y="34385"/>
                  </a:cubicBezTo>
                  <a:cubicBezTo>
                    <a:pt x="9133" y="35976"/>
                    <a:pt x="22580" y="37494"/>
                    <a:pt x="22580" y="37494"/>
                  </a:cubicBezTo>
                  <a:lnTo>
                    <a:pt x="30604" y="28241"/>
                  </a:lnTo>
                  <a:lnTo>
                    <a:pt x="45882" y="20120"/>
                  </a:lnTo>
                  <a:cubicBezTo>
                    <a:pt x="45882" y="20120"/>
                    <a:pt x="46388" y="12481"/>
                    <a:pt x="46171" y="11975"/>
                  </a:cubicBezTo>
                  <a:cubicBezTo>
                    <a:pt x="45882" y="11589"/>
                    <a:pt x="42171" y="1251"/>
                    <a:pt x="42171" y="1251"/>
                  </a:cubicBezTo>
                  <a:cubicBezTo>
                    <a:pt x="41036" y="180"/>
                    <a:pt x="38841" y="0"/>
                    <a:pt x="3749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1"/>
            <p:cNvSpPr/>
            <p:nvPr/>
          </p:nvSpPr>
          <p:spPr>
            <a:xfrm>
              <a:off x="4499243" y="2415447"/>
              <a:ext cx="334758" cy="296648"/>
            </a:xfrm>
            <a:custGeom>
              <a:avLst/>
              <a:gdLst/>
              <a:ahLst/>
              <a:cxnLst/>
              <a:rect l="l" t="t" r="r" b="b"/>
              <a:pathLst>
                <a:path w="17568" h="15568" extrusionOk="0">
                  <a:moveTo>
                    <a:pt x="17568" y="0"/>
                  </a:moveTo>
                  <a:lnTo>
                    <a:pt x="10845" y="1711"/>
                  </a:lnTo>
                  <a:cubicBezTo>
                    <a:pt x="10652" y="1807"/>
                    <a:pt x="10459" y="1807"/>
                    <a:pt x="10146" y="1807"/>
                  </a:cubicBezTo>
                  <a:lnTo>
                    <a:pt x="9857" y="1807"/>
                  </a:lnTo>
                  <a:cubicBezTo>
                    <a:pt x="9447" y="1615"/>
                    <a:pt x="9134" y="1422"/>
                    <a:pt x="8748" y="1109"/>
                  </a:cubicBezTo>
                  <a:cubicBezTo>
                    <a:pt x="8146" y="723"/>
                    <a:pt x="7543" y="506"/>
                    <a:pt x="6844" y="506"/>
                  </a:cubicBezTo>
                  <a:cubicBezTo>
                    <a:pt x="5929" y="506"/>
                    <a:pt x="5037" y="723"/>
                    <a:pt x="4218" y="1012"/>
                  </a:cubicBezTo>
                  <a:cubicBezTo>
                    <a:pt x="3013" y="1325"/>
                    <a:pt x="1615" y="1711"/>
                    <a:pt x="1013" y="2819"/>
                  </a:cubicBezTo>
                  <a:cubicBezTo>
                    <a:pt x="410" y="3615"/>
                    <a:pt x="507" y="4723"/>
                    <a:pt x="507" y="5735"/>
                  </a:cubicBezTo>
                  <a:cubicBezTo>
                    <a:pt x="507" y="8844"/>
                    <a:pt x="410" y="11856"/>
                    <a:pt x="1" y="14868"/>
                  </a:cubicBezTo>
                  <a:lnTo>
                    <a:pt x="1" y="15567"/>
                  </a:lnTo>
                  <a:cubicBezTo>
                    <a:pt x="2218" y="13061"/>
                    <a:pt x="1519" y="8940"/>
                    <a:pt x="3615" y="6338"/>
                  </a:cubicBezTo>
                  <a:cubicBezTo>
                    <a:pt x="4627" y="5036"/>
                    <a:pt x="6122" y="4217"/>
                    <a:pt x="7736" y="3832"/>
                  </a:cubicBezTo>
                  <a:cubicBezTo>
                    <a:pt x="9351" y="3326"/>
                    <a:pt x="10941" y="3012"/>
                    <a:pt x="12556" y="2627"/>
                  </a:cubicBezTo>
                  <a:cubicBezTo>
                    <a:pt x="14363" y="2024"/>
                    <a:pt x="16074" y="1109"/>
                    <a:pt x="17568" y="0"/>
                  </a:cubicBezTo>
                  <a:close/>
                </a:path>
              </a:pathLst>
            </a:custGeom>
            <a:solidFill>
              <a:srgbClr val="303F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41"/>
            <p:cNvSpPr/>
            <p:nvPr/>
          </p:nvSpPr>
          <p:spPr>
            <a:xfrm>
              <a:off x="4654446" y="2235587"/>
              <a:ext cx="315475" cy="231766"/>
            </a:xfrm>
            <a:custGeom>
              <a:avLst/>
              <a:gdLst/>
              <a:ahLst/>
              <a:cxnLst/>
              <a:rect l="l" t="t" r="r" b="b"/>
              <a:pathLst>
                <a:path w="16556" h="12163" extrusionOk="0">
                  <a:moveTo>
                    <a:pt x="10918" y="1"/>
                  </a:moveTo>
                  <a:cubicBezTo>
                    <a:pt x="7946" y="1"/>
                    <a:pt x="1" y="1824"/>
                    <a:pt x="1" y="1824"/>
                  </a:cubicBezTo>
                  <a:lnTo>
                    <a:pt x="1398" y="12162"/>
                  </a:lnTo>
                  <a:lnTo>
                    <a:pt x="16556" y="9054"/>
                  </a:lnTo>
                  <a:lnTo>
                    <a:pt x="16556" y="3222"/>
                  </a:lnTo>
                  <a:cubicBezTo>
                    <a:pt x="16556" y="3222"/>
                    <a:pt x="14556" y="113"/>
                    <a:pt x="11351" y="17"/>
                  </a:cubicBezTo>
                  <a:cubicBezTo>
                    <a:pt x="11222" y="6"/>
                    <a:pt x="11077" y="1"/>
                    <a:pt x="1091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1"/>
            <p:cNvSpPr/>
            <p:nvPr/>
          </p:nvSpPr>
          <p:spPr>
            <a:xfrm>
              <a:off x="4910679" y="2257024"/>
              <a:ext cx="36281" cy="126297"/>
            </a:xfrm>
            <a:custGeom>
              <a:avLst/>
              <a:gdLst/>
              <a:ahLst/>
              <a:cxnLst/>
              <a:rect l="l" t="t" r="r" b="b"/>
              <a:pathLst>
                <a:path w="1904" h="6628" extrusionOk="0">
                  <a:moveTo>
                    <a:pt x="97" y="0"/>
                  </a:moveTo>
                  <a:cubicBezTo>
                    <a:pt x="0" y="0"/>
                    <a:pt x="313" y="290"/>
                    <a:pt x="603" y="892"/>
                  </a:cubicBezTo>
                  <a:cubicBezTo>
                    <a:pt x="1301" y="2290"/>
                    <a:pt x="1615" y="4001"/>
                    <a:pt x="1398" y="5615"/>
                  </a:cubicBezTo>
                  <a:cubicBezTo>
                    <a:pt x="1301" y="6218"/>
                    <a:pt x="1205" y="6627"/>
                    <a:pt x="1205" y="6627"/>
                  </a:cubicBezTo>
                  <a:cubicBezTo>
                    <a:pt x="1398" y="6314"/>
                    <a:pt x="1518" y="6025"/>
                    <a:pt x="1615" y="5615"/>
                  </a:cubicBezTo>
                  <a:cubicBezTo>
                    <a:pt x="1904" y="4001"/>
                    <a:pt x="1615" y="2193"/>
                    <a:pt x="699" y="796"/>
                  </a:cubicBezTo>
                  <a:cubicBezTo>
                    <a:pt x="506" y="482"/>
                    <a:pt x="313" y="193"/>
                    <a:pt x="9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1"/>
            <p:cNvSpPr/>
            <p:nvPr/>
          </p:nvSpPr>
          <p:spPr>
            <a:xfrm>
              <a:off x="4091961" y="2740239"/>
              <a:ext cx="95523" cy="73324"/>
            </a:xfrm>
            <a:custGeom>
              <a:avLst/>
              <a:gdLst/>
              <a:ahLst/>
              <a:cxnLst/>
              <a:rect l="l" t="t" r="r" b="b"/>
              <a:pathLst>
                <a:path w="5013" h="3848" extrusionOk="0">
                  <a:moveTo>
                    <a:pt x="96" y="1438"/>
                  </a:moveTo>
                  <a:cubicBezTo>
                    <a:pt x="0" y="1534"/>
                    <a:pt x="0" y="1631"/>
                    <a:pt x="0" y="1751"/>
                  </a:cubicBezTo>
                  <a:cubicBezTo>
                    <a:pt x="96" y="1631"/>
                    <a:pt x="96" y="1534"/>
                    <a:pt x="96" y="1438"/>
                  </a:cubicBezTo>
                  <a:close/>
                  <a:moveTo>
                    <a:pt x="1744" y="0"/>
                  </a:moveTo>
                  <a:cubicBezTo>
                    <a:pt x="1667" y="0"/>
                    <a:pt x="1586" y="12"/>
                    <a:pt x="1494" y="40"/>
                  </a:cubicBezTo>
                  <a:cubicBezTo>
                    <a:pt x="1109" y="40"/>
                    <a:pt x="699" y="329"/>
                    <a:pt x="506" y="643"/>
                  </a:cubicBezTo>
                  <a:cubicBezTo>
                    <a:pt x="289" y="932"/>
                    <a:pt x="193" y="1149"/>
                    <a:pt x="96" y="1438"/>
                  </a:cubicBezTo>
                  <a:cubicBezTo>
                    <a:pt x="289" y="1245"/>
                    <a:pt x="386" y="932"/>
                    <a:pt x="603" y="739"/>
                  </a:cubicBezTo>
                  <a:cubicBezTo>
                    <a:pt x="795" y="426"/>
                    <a:pt x="1109" y="233"/>
                    <a:pt x="1494" y="233"/>
                  </a:cubicBezTo>
                  <a:cubicBezTo>
                    <a:pt x="1558" y="205"/>
                    <a:pt x="1627" y="193"/>
                    <a:pt x="1697" y="193"/>
                  </a:cubicBezTo>
                  <a:cubicBezTo>
                    <a:pt x="1864" y="193"/>
                    <a:pt x="2028" y="261"/>
                    <a:pt x="2097" y="329"/>
                  </a:cubicBezTo>
                  <a:cubicBezTo>
                    <a:pt x="2313" y="426"/>
                    <a:pt x="2506" y="643"/>
                    <a:pt x="2699" y="835"/>
                  </a:cubicBezTo>
                  <a:cubicBezTo>
                    <a:pt x="3301" y="1751"/>
                    <a:pt x="3904" y="2450"/>
                    <a:pt x="4314" y="3052"/>
                  </a:cubicBezTo>
                  <a:cubicBezTo>
                    <a:pt x="4506" y="3342"/>
                    <a:pt x="4723" y="3655"/>
                    <a:pt x="5012" y="3848"/>
                  </a:cubicBezTo>
                  <a:cubicBezTo>
                    <a:pt x="4820" y="3558"/>
                    <a:pt x="4603" y="3245"/>
                    <a:pt x="4410" y="2956"/>
                  </a:cubicBezTo>
                  <a:cubicBezTo>
                    <a:pt x="4000" y="2354"/>
                    <a:pt x="3518" y="1534"/>
                    <a:pt x="2795" y="739"/>
                  </a:cubicBezTo>
                  <a:cubicBezTo>
                    <a:pt x="2699" y="546"/>
                    <a:pt x="2506" y="329"/>
                    <a:pt x="2313" y="137"/>
                  </a:cubicBezTo>
                  <a:cubicBezTo>
                    <a:pt x="2092" y="68"/>
                    <a:pt x="1931" y="0"/>
                    <a:pt x="17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1"/>
            <p:cNvSpPr/>
            <p:nvPr/>
          </p:nvSpPr>
          <p:spPr>
            <a:xfrm>
              <a:off x="4681085" y="2438389"/>
              <a:ext cx="141445" cy="28964"/>
            </a:xfrm>
            <a:custGeom>
              <a:avLst/>
              <a:gdLst/>
              <a:ahLst/>
              <a:cxnLst/>
              <a:rect l="l" t="t" r="r" b="b"/>
              <a:pathLst>
                <a:path w="7423" h="1520" extrusionOk="0">
                  <a:moveTo>
                    <a:pt x="7422" y="1"/>
                  </a:moveTo>
                  <a:cubicBezTo>
                    <a:pt x="6121" y="218"/>
                    <a:pt x="4916" y="411"/>
                    <a:pt x="3711" y="724"/>
                  </a:cubicBezTo>
                  <a:cubicBezTo>
                    <a:pt x="2410" y="917"/>
                    <a:pt x="1205" y="1206"/>
                    <a:pt x="0" y="1519"/>
                  </a:cubicBezTo>
                  <a:cubicBezTo>
                    <a:pt x="1302" y="1423"/>
                    <a:pt x="2507" y="1109"/>
                    <a:pt x="3711" y="917"/>
                  </a:cubicBezTo>
                  <a:cubicBezTo>
                    <a:pt x="5013" y="603"/>
                    <a:pt x="6218" y="411"/>
                    <a:pt x="742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41"/>
            <p:cNvSpPr/>
            <p:nvPr/>
          </p:nvSpPr>
          <p:spPr>
            <a:xfrm>
              <a:off x="4765117" y="2652739"/>
              <a:ext cx="252555" cy="124543"/>
            </a:xfrm>
            <a:custGeom>
              <a:avLst/>
              <a:gdLst/>
              <a:ahLst/>
              <a:cxnLst/>
              <a:rect l="l" t="t" r="r" b="b"/>
              <a:pathLst>
                <a:path w="13254" h="6536" extrusionOk="0">
                  <a:moveTo>
                    <a:pt x="13236" y="1"/>
                  </a:moveTo>
                  <a:cubicBezTo>
                    <a:pt x="12966" y="1"/>
                    <a:pt x="10121" y="1366"/>
                    <a:pt x="6531" y="3114"/>
                  </a:cubicBezTo>
                  <a:cubicBezTo>
                    <a:pt x="2916" y="4921"/>
                    <a:pt x="0" y="6536"/>
                    <a:pt x="0" y="6536"/>
                  </a:cubicBezTo>
                  <a:cubicBezTo>
                    <a:pt x="0" y="6536"/>
                    <a:pt x="3012" y="5138"/>
                    <a:pt x="6627" y="3331"/>
                  </a:cubicBezTo>
                  <a:cubicBezTo>
                    <a:pt x="10362" y="1524"/>
                    <a:pt x="13254" y="5"/>
                    <a:pt x="13254" y="5"/>
                  </a:cubicBezTo>
                  <a:cubicBezTo>
                    <a:pt x="13251" y="2"/>
                    <a:pt x="13245" y="1"/>
                    <a:pt x="132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41"/>
            <p:cNvSpPr/>
            <p:nvPr/>
          </p:nvSpPr>
          <p:spPr>
            <a:xfrm>
              <a:off x="4392249" y="2279985"/>
              <a:ext cx="287006" cy="510617"/>
            </a:xfrm>
            <a:custGeom>
              <a:avLst/>
              <a:gdLst/>
              <a:ahLst/>
              <a:cxnLst/>
              <a:rect l="l" t="t" r="r" b="b"/>
              <a:pathLst>
                <a:path w="15062" h="26797" extrusionOk="0">
                  <a:moveTo>
                    <a:pt x="13857" y="0"/>
                  </a:moveTo>
                  <a:cubicBezTo>
                    <a:pt x="13857" y="0"/>
                    <a:pt x="2097" y="2410"/>
                    <a:pt x="1302" y="4097"/>
                  </a:cubicBezTo>
                  <a:cubicBezTo>
                    <a:pt x="411" y="5904"/>
                    <a:pt x="1" y="26604"/>
                    <a:pt x="1" y="26604"/>
                  </a:cubicBezTo>
                  <a:lnTo>
                    <a:pt x="4820" y="26797"/>
                  </a:lnTo>
                  <a:cubicBezTo>
                    <a:pt x="4820" y="26797"/>
                    <a:pt x="7929" y="10435"/>
                    <a:pt x="7929" y="10242"/>
                  </a:cubicBezTo>
                  <a:lnTo>
                    <a:pt x="15062" y="8724"/>
                  </a:lnTo>
                  <a:lnTo>
                    <a:pt x="13857" y="0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41"/>
            <p:cNvSpPr/>
            <p:nvPr/>
          </p:nvSpPr>
          <p:spPr>
            <a:xfrm>
              <a:off x="4369307" y="2777263"/>
              <a:ext cx="181842" cy="250878"/>
            </a:xfrm>
            <a:custGeom>
              <a:avLst/>
              <a:gdLst/>
              <a:ahLst/>
              <a:cxnLst/>
              <a:rect l="l" t="t" r="r" b="b"/>
              <a:pathLst>
                <a:path w="9543" h="13166" extrusionOk="0">
                  <a:moveTo>
                    <a:pt x="1205" y="1"/>
                  </a:moveTo>
                  <a:cubicBezTo>
                    <a:pt x="1205" y="1"/>
                    <a:pt x="506" y="4314"/>
                    <a:pt x="603" y="4724"/>
                  </a:cubicBezTo>
                  <a:cubicBezTo>
                    <a:pt x="795" y="5230"/>
                    <a:pt x="0" y="9640"/>
                    <a:pt x="603" y="9833"/>
                  </a:cubicBezTo>
                  <a:cubicBezTo>
                    <a:pt x="679" y="9845"/>
                    <a:pt x="742" y="9851"/>
                    <a:pt x="795" y="9851"/>
                  </a:cubicBezTo>
                  <a:cubicBezTo>
                    <a:pt x="1162" y="9851"/>
                    <a:pt x="1037" y="9564"/>
                    <a:pt x="1205" y="9037"/>
                  </a:cubicBezTo>
                  <a:cubicBezTo>
                    <a:pt x="1398" y="8339"/>
                    <a:pt x="1494" y="6628"/>
                    <a:pt x="1807" y="6628"/>
                  </a:cubicBezTo>
                  <a:cubicBezTo>
                    <a:pt x="2097" y="6724"/>
                    <a:pt x="1711" y="12050"/>
                    <a:pt x="1904" y="12242"/>
                  </a:cubicBezTo>
                  <a:cubicBezTo>
                    <a:pt x="2028" y="12382"/>
                    <a:pt x="2122" y="12631"/>
                    <a:pt x="2250" y="12631"/>
                  </a:cubicBezTo>
                  <a:cubicBezTo>
                    <a:pt x="2321" y="12631"/>
                    <a:pt x="2403" y="12554"/>
                    <a:pt x="2506" y="12339"/>
                  </a:cubicBezTo>
                  <a:cubicBezTo>
                    <a:pt x="2506" y="12339"/>
                    <a:pt x="2680" y="13165"/>
                    <a:pt x="3131" y="13165"/>
                  </a:cubicBezTo>
                  <a:cubicBezTo>
                    <a:pt x="3155" y="13165"/>
                    <a:pt x="3180" y="13163"/>
                    <a:pt x="3205" y="13158"/>
                  </a:cubicBezTo>
                  <a:cubicBezTo>
                    <a:pt x="3711" y="13158"/>
                    <a:pt x="4121" y="12845"/>
                    <a:pt x="4314" y="12339"/>
                  </a:cubicBezTo>
                  <a:cubicBezTo>
                    <a:pt x="4314" y="11953"/>
                    <a:pt x="5108" y="8027"/>
                    <a:pt x="5109" y="8025"/>
                  </a:cubicBezTo>
                  <a:lnTo>
                    <a:pt x="5109" y="8025"/>
                  </a:lnTo>
                  <a:cubicBezTo>
                    <a:pt x="5108" y="8028"/>
                    <a:pt x="4314" y="12339"/>
                    <a:pt x="4723" y="12339"/>
                  </a:cubicBezTo>
                  <a:cubicBezTo>
                    <a:pt x="4976" y="12399"/>
                    <a:pt x="5073" y="12477"/>
                    <a:pt x="5157" y="12477"/>
                  </a:cubicBezTo>
                  <a:cubicBezTo>
                    <a:pt x="5241" y="12477"/>
                    <a:pt x="5314" y="12399"/>
                    <a:pt x="5518" y="12146"/>
                  </a:cubicBezTo>
                  <a:cubicBezTo>
                    <a:pt x="5928" y="11736"/>
                    <a:pt x="6627" y="8941"/>
                    <a:pt x="6627" y="8941"/>
                  </a:cubicBezTo>
                  <a:lnTo>
                    <a:pt x="6723" y="5616"/>
                  </a:lnTo>
                  <a:cubicBezTo>
                    <a:pt x="6723" y="5616"/>
                    <a:pt x="7229" y="8122"/>
                    <a:pt x="7639" y="8531"/>
                  </a:cubicBezTo>
                  <a:cubicBezTo>
                    <a:pt x="7909" y="8751"/>
                    <a:pt x="8393" y="9006"/>
                    <a:pt x="8758" y="9006"/>
                  </a:cubicBezTo>
                  <a:cubicBezTo>
                    <a:pt x="8913" y="9006"/>
                    <a:pt x="9047" y="8960"/>
                    <a:pt x="9133" y="8845"/>
                  </a:cubicBezTo>
                  <a:cubicBezTo>
                    <a:pt x="9543" y="8435"/>
                    <a:pt x="9229" y="8242"/>
                    <a:pt x="8940" y="7833"/>
                  </a:cubicBezTo>
                  <a:cubicBezTo>
                    <a:pt x="8627" y="7423"/>
                    <a:pt x="7928" y="4314"/>
                    <a:pt x="7735" y="3712"/>
                  </a:cubicBezTo>
                  <a:cubicBezTo>
                    <a:pt x="7519" y="3109"/>
                    <a:pt x="5711" y="97"/>
                    <a:pt x="5711" y="97"/>
                  </a:cubicBezTo>
                  <a:lnTo>
                    <a:pt x="1205" y="1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41"/>
            <p:cNvSpPr/>
            <p:nvPr/>
          </p:nvSpPr>
          <p:spPr>
            <a:xfrm>
              <a:off x="3500532" y="4085332"/>
              <a:ext cx="1530917" cy="84833"/>
            </a:xfrm>
            <a:custGeom>
              <a:avLst/>
              <a:gdLst/>
              <a:ahLst/>
              <a:cxnLst/>
              <a:rect l="l" t="t" r="r" b="b"/>
              <a:pathLst>
                <a:path w="80342" h="4452" extrusionOk="0">
                  <a:moveTo>
                    <a:pt x="813" y="0"/>
                  </a:moveTo>
                  <a:cubicBezTo>
                    <a:pt x="715" y="0"/>
                    <a:pt x="644" y="10"/>
                    <a:pt x="603" y="32"/>
                  </a:cubicBezTo>
                  <a:cubicBezTo>
                    <a:pt x="0" y="441"/>
                    <a:pt x="5133" y="3550"/>
                    <a:pt x="10242" y="4249"/>
                  </a:cubicBezTo>
                  <a:cubicBezTo>
                    <a:pt x="11254" y="4399"/>
                    <a:pt x="17484" y="4451"/>
                    <a:pt x="25756" y="4451"/>
                  </a:cubicBezTo>
                  <a:cubicBezTo>
                    <a:pt x="45452" y="4451"/>
                    <a:pt x="76727" y="4153"/>
                    <a:pt x="76727" y="4153"/>
                  </a:cubicBezTo>
                  <a:cubicBezTo>
                    <a:pt x="76727" y="4153"/>
                    <a:pt x="80342" y="4153"/>
                    <a:pt x="79836" y="3237"/>
                  </a:cubicBezTo>
                  <a:cubicBezTo>
                    <a:pt x="79400" y="2551"/>
                    <a:pt x="77477" y="2224"/>
                    <a:pt x="75796" y="2224"/>
                  </a:cubicBezTo>
                  <a:cubicBezTo>
                    <a:pt x="75528" y="2224"/>
                    <a:pt x="75265" y="2232"/>
                    <a:pt x="75016" y="2249"/>
                  </a:cubicBezTo>
                  <a:cubicBezTo>
                    <a:pt x="74277" y="2249"/>
                    <a:pt x="47920" y="2334"/>
                    <a:pt x="29573" y="2334"/>
                  </a:cubicBezTo>
                  <a:cubicBezTo>
                    <a:pt x="20400" y="2334"/>
                    <a:pt x="13230" y="2313"/>
                    <a:pt x="12266" y="2249"/>
                  </a:cubicBezTo>
                  <a:cubicBezTo>
                    <a:pt x="8517" y="1867"/>
                    <a:pt x="2153" y="0"/>
                    <a:pt x="813" y="0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41"/>
            <p:cNvSpPr/>
            <p:nvPr/>
          </p:nvSpPr>
          <p:spPr>
            <a:xfrm>
              <a:off x="3516138" y="4084093"/>
              <a:ext cx="1442311" cy="61090"/>
            </a:xfrm>
            <a:custGeom>
              <a:avLst/>
              <a:gdLst/>
              <a:ahLst/>
              <a:cxnLst/>
              <a:rect l="l" t="t" r="r" b="b"/>
              <a:pathLst>
                <a:path w="75692" h="3206" extrusionOk="0">
                  <a:moveTo>
                    <a:pt x="1" y="0"/>
                  </a:moveTo>
                  <a:lnTo>
                    <a:pt x="97" y="97"/>
                  </a:lnTo>
                  <a:lnTo>
                    <a:pt x="258" y="158"/>
                  </a:lnTo>
                  <a:lnTo>
                    <a:pt x="258" y="158"/>
                  </a:lnTo>
                  <a:cubicBezTo>
                    <a:pt x="171" y="107"/>
                    <a:pt x="85" y="54"/>
                    <a:pt x="1" y="0"/>
                  </a:cubicBezTo>
                  <a:close/>
                  <a:moveTo>
                    <a:pt x="258" y="158"/>
                  </a:moveTo>
                  <a:cubicBezTo>
                    <a:pt x="986" y="588"/>
                    <a:pt x="1785" y="925"/>
                    <a:pt x="2603" y="1205"/>
                  </a:cubicBezTo>
                  <a:cubicBezTo>
                    <a:pt x="1808" y="796"/>
                    <a:pt x="1085" y="506"/>
                    <a:pt x="603" y="290"/>
                  </a:cubicBezTo>
                  <a:lnTo>
                    <a:pt x="258" y="158"/>
                  </a:lnTo>
                  <a:close/>
                  <a:moveTo>
                    <a:pt x="2603" y="1205"/>
                  </a:moveTo>
                  <a:lnTo>
                    <a:pt x="2603" y="1205"/>
                  </a:lnTo>
                  <a:cubicBezTo>
                    <a:pt x="5109" y="2314"/>
                    <a:pt x="7712" y="2916"/>
                    <a:pt x="10435" y="3109"/>
                  </a:cubicBezTo>
                  <a:lnTo>
                    <a:pt x="39159" y="3205"/>
                  </a:lnTo>
                  <a:lnTo>
                    <a:pt x="67161" y="3205"/>
                  </a:lnTo>
                  <a:lnTo>
                    <a:pt x="75691" y="3109"/>
                  </a:lnTo>
                  <a:lnTo>
                    <a:pt x="67257" y="3013"/>
                  </a:lnTo>
                  <a:lnTo>
                    <a:pt x="10435" y="3013"/>
                  </a:lnTo>
                  <a:cubicBezTo>
                    <a:pt x="7832" y="2796"/>
                    <a:pt x="5109" y="2193"/>
                    <a:pt x="2603" y="120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41"/>
            <p:cNvSpPr/>
            <p:nvPr/>
          </p:nvSpPr>
          <p:spPr>
            <a:xfrm>
              <a:off x="4610372" y="4169955"/>
              <a:ext cx="118484" cy="118941"/>
            </a:xfrm>
            <a:custGeom>
              <a:avLst/>
              <a:gdLst/>
              <a:ahLst/>
              <a:cxnLst/>
              <a:rect l="l" t="t" r="r" b="b"/>
              <a:pathLst>
                <a:path w="6218" h="6242" extrusionOk="0">
                  <a:moveTo>
                    <a:pt x="3109" y="1"/>
                  </a:moveTo>
                  <a:cubicBezTo>
                    <a:pt x="1398" y="1"/>
                    <a:pt x="0" y="1422"/>
                    <a:pt x="0" y="3109"/>
                  </a:cubicBezTo>
                  <a:cubicBezTo>
                    <a:pt x="0" y="4820"/>
                    <a:pt x="1398" y="6242"/>
                    <a:pt x="3109" y="6242"/>
                  </a:cubicBezTo>
                  <a:cubicBezTo>
                    <a:pt x="4820" y="6242"/>
                    <a:pt x="6218" y="4820"/>
                    <a:pt x="6218" y="3109"/>
                  </a:cubicBezTo>
                  <a:cubicBezTo>
                    <a:pt x="6218" y="1422"/>
                    <a:pt x="4820" y="1"/>
                    <a:pt x="310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1"/>
            <p:cNvSpPr/>
            <p:nvPr/>
          </p:nvSpPr>
          <p:spPr>
            <a:xfrm>
              <a:off x="4610372" y="4175462"/>
              <a:ext cx="112977" cy="110062"/>
            </a:xfrm>
            <a:custGeom>
              <a:avLst/>
              <a:gdLst/>
              <a:ahLst/>
              <a:cxnLst/>
              <a:rect l="l" t="t" r="r" b="b"/>
              <a:pathLst>
                <a:path w="5929" h="5776" extrusionOk="0">
                  <a:moveTo>
                    <a:pt x="4820" y="627"/>
                  </a:moveTo>
                  <a:lnTo>
                    <a:pt x="4820" y="627"/>
                  </a:lnTo>
                  <a:cubicBezTo>
                    <a:pt x="5326" y="1013"/>
                    <a:pt x="5615" y="1519"/>
                    <a:pt x="5832" y="2121"/>
                  </a:cubicBezTo>
                  <a:cubicBezTo>
                    <a:pt x="5928" y="2627"/>
                    <a:pt x="5928" y="2820"/>
                    <a:pt x="5928" y="2820"/>
                  </a:cubicBezTo>
                  <a:lnTo>
                    <a:pt x="5928" y="2724"/>
                  </a:lnTo>
                  <a:lnTo>
                    <a:pt x="5928" y="2218"/>
                  </a:lnTo>
                  <a:cubicBezTo>
                    <a:pt x="5711" y="1519"/>
                    <a:pt x="5422" y="1013"/>
                    <a:pt x="4820" y="627"/>
                  </a:cubicBezTo>
                  <a:close/>
                  <a:moveTo>
                    <a:pt x="3132" y="0"/>
                  </a:moveTo>
                  <a:cubicBezTo>
                    <a:pt x="2233" y="0"/>
                    <a:pt x="1351" y="403"/>
                    <a:pt x="796" y="1133"/>
                  </a:cubicBezTo>
                  <a:cubicBezTo>
                    <a:pt x="0" y="2218"/>
                    <a:pt x="0" y="3543"/>
                    <a:pt x="796" y="4628"/>
                  </a:cubicBezTo>
                  <a:cubicBezTo>
                    <a:pt x="1109" y="5037"/>
                    <a:pt x="1615" y="5447"/>
                    <a:pt x="2097" y="5640"/>
                  </a:cubicBezTo>
                  <a:cubicBezTo>
                    <a:pt x="2455" y="5708"/>
                    <a:pt x="2813" y="5776"/>
                    <a:pt x="3170" y="5776"/>
                  </a:cubicBezTo>
                  <a:cubicBezTo>
                    <a:pt x="3319" y="5776"/>
                    <a:pt x="3467" y="5764"/>
                    <a:pt x="3615" y="5736"/>
                  </a:cubicBezTo>
                  <a:cubicBezTo>
                    <a:pt x="4121" y="5640"/>
                    <a:pt x="4507" y="5447"/>
                    <a:pt x="4820" y="5134"/>
                  </a:cubicBezTo>
                  <a:cubicBezTo>
                    <a:pt x="5422" y="4748"/>
                    <a:pt x="5711" y="4242"/>
                    <a:pt x="5928" y="3543"/>
                  </a:cubicBezTo>
                  <a:lnTo>
                    <a:pt x="5928" y="3037"/>
                  </a:lnTo>
                  <a:lnTo>
                    <a:pt x="5928" y="2820"/>
                  </a:lnTo>
                  <a:cubicBezTo>
                    <a:pt x="5928" y="2820"/>
                    <a:pt x="5928" y="3134"/>
                    <a:pt x="5832" y="3543"/>
                  </a:cubicBezTo>
                  <a:cubicBezTo>
                    <a:pt x="5615" y="4146"/>
                    <a:pt x="5326" y="4628"/>
                    <a:pt x="4820" y="5037"/>
                  </a:cubicBezTo>
                  <a:cubicBezTo>
                    <a:pt x="4410" y="5230"/>
                    <a:pt x="4025" y="5447"/>
                    <a:pt x="3615" y="5543"/>
                  </a:cubicBezTo>
                  <a:cubicBezTo>
                    <a:pt x="3495" y="5572"/>
                    <a:pt x="3367" y="5583"/>
                    <a:pt x="3233" y="5583"/>
                  </a:cubicBezTo>
                  <a:cubicBezTo>
                    <a:pt x="2911" y="5583"/>
                    <a:pt x="2558" y="5515"/>
                    <a:pt x="2217" y="5447"/>
                  </a:cubicBezTo>
                  <a:cubicBezTo>
                    <a:pt x="1711" y="5230"/>
                    <a:pt x="1302" y="4844"/>
                    <a:pt x="1012" y="4435"/>
                  </a:cubicBezTo>
                  <a:cubicBezTo>
                    <a:pt x="603" y="4025"/>
                    <a:pt x="410" y="3423"/>
                    <a:pt x="410" y="2820"/>
                  </a:cubicBezTo>
                  <a:cubicBezTo>
                    <a:pt x="410" y="2218"/>
                    <a:pt x="603" y="1736"/>
                    <a:pt x="1012" y="1230"/>
                  </a:cubicBezTo>
                  <a:cubicBezTo>
                    <a:pt x="1302" y="820"/>
                    <a:pt x="1711" y="531"/>
                    <a:pt x="2217" y="314"/>
                  </a:cubicBezTo>
                  <a:cubicBezTo>
                    <a:pt x="2548" y="207"/>
                    <a:pt x="2882" y="153"/>
                    <a:pt x="3211" y="153"/>
                  </a:cubicBezTo>
                  <a:cubicBezTo>
                    <a:pt x="3771" y="153"/>
                    <a:pt x="4319" y="309"/>
                    <a:pt x="4820" y="627"/>
                  </a:cubicBezTo>
                  <a:lnTo>
                    <a:pt x="4820" y="531"/>
                  </a:lnTo>
                  <a:cubicBezTo>
                    <a:pt x="4307" y="170"/>
                    <a:pt x="3716" y="0"/>
                    <a:pt x="31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41"/>
            <p:cNvSpPr/>
            <p:nvPr/>
          </p:nvSpPr>
          <p:spPr>
            <a:xfrm>
              <a:off x="3766388" y="4169955"/>
              <a:ext cx="118960" cy="118941"/>
            </a:xfrm>
            <a:custGeom>
              <a:avLst/>
              <a:gdLst/>
              <a:ahLst/>
              <a:cxnLst/>
              <a:rect l="l" t="t" r="r" b="b"/>
              <a:pathLst>
                <a:path w="6243" h="6242" extrusionOk="0">
                  <a:moveTo>
                    <a:pt x="3134" y="1"/>
                  </a:moveTo>
                  <a:cubicBezTo>
                    <a:pt x="1423" y="1"/>
                    <a:pt x="1" y="1422"/>
                    <a:pt x="1" y="3109"/>
                  </a:cubicBezTo>
                  <a:cubicBezTo>
                    <a:pt x="1" y="4820"/>
                    <a:pt x="1423" y="6242"/>
                    <a:pt x="3134" y="6242"/>
                  </a:cubicBezTo>
                  <a:cubicBezTo>
                    <a:pt x="4820" y="6242"/>
                    <a:pt x="6242" y="4820"/>
                    <a:pt x="6242" y="3109"/>
                  </a:cubicBezTo>
                  <a:cubicBezTo>
                    <a:pt x="6242" y="1422"/>
                    <a:pt x="4820" y="1"/>
                    <a:pt x="313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41"/>
            <p:cNvSpPr/>
            <p:nvPr/>
          </p:nvSpPr>
          <p:spPr>
            <a:xfrm>
              <a:off x="3766388" y="4174852"/>
              <a:ext cx="112977" cy="109280"/>
            </a:xfrm>
            <a:custGeom>
              <a:avLst/>
              <a:gdLst/>
              <a:ahLst/>
              <a:cxnLst/>
              <a:rect l="l" t="t" r="r" b="b"/>
              <a:pathLst>
                <a:path w="5929" h="5735" extrusionOk="0">
                  <a:moveTo>
                    <a:pt x="5832" y="2153"/>
                  </a:moveTo>
                  <a:lnTo>
                    <a:pt x="5832" y="2153"/>
                  </a:lnTo>
                  <a:cubicBezTo>
                    <a:pt x="5929" y="2659"/>
                    <a:pt x="5929" y="2852"/>
                    <a:pt x="5929" y="2852"/>
                  </a:cubicBezTo>
                  <a:lnTo>
                    <a:pt x="5929" y="2659"/>
                  </a:lnTo>
                  <a:cubicBezTo>
                    <a:pt x="5929" y="2563"/>
                    <a:pt x="5929" y="2370"/>
                    <a:pt x="5832" y="2153"/>
                  </a:cubicBezTo>
                  <a:close/>
                  <a:moveTo>
                    <a:pt x="5929" y="2852"/>
                  </a:moveTo>
                  <a:cubicBezTo>
                    <a:pt x="5929" y="2852"/>
                    <a:pt x="5929" y="3069"/>
                    <a:pt x="5832" y="3575"/>
                  </a:cubicBezTo>
                  <a:cubicBezTo>
                    <a:pt x="5929" y="3358"/>
                    <a:pt x="5929" y="3262"/>
                    <a:pt x="5929" y="3069"/>
                  </a:cubicBezTo>
                  <a:lnTo>
                    <a:pt x="5929" y="2852"/>
                  </a:lnTo>
                  <a:close/>
                  <a:moveTo>
                    <a:pt x="3043" y="0"/>
                  </a:moveTo>
                  <a:cubicBezTo>
                    <a:pt x="2156" y="0"/>
                    <a:pt x="1317" y="411"/>
                    <a:pt x="820" y="1165"/>
                  </a:cubicBezTo>
                  <a:cubicBezTo>
                    <a:pt x="1" y="2153"/>
                    <a:pt x="1" y="3575"/>
                    <a:pt x="820" y="4563"/>
                  </a:cubicBezTo>
                  <a:cubicBezTo>
                    <a:pt x="1109" y="5069"/>
                    <a:pt x="1615" y="5383"/>
                    <a:pt x="2121" y="5575"/>
                  </a:cubicBezTo>
                  <a:cubicBezTo>
                    <a:pt x="2418" y="5688"/>
                    <a:pt x="2714" y="5735"/>
                    <a:pt x="3006" y="5735"/>
                  </a:cubicBezTo>
                  <a:cubicBezTo>
                    <a:pt x="3212" y="5735"/>
                    <a:pt x="3416" y="5712"/>
                    <a:pt x="3615" y="5672"/>
                  </a:cubicBezTo>
                  <a:cubicBezTo>
                    <a:pt x="4122" y="5672"/>
                    <a:pt x="4531" y="5479"/>
                    <a:pt x="4820" y="5166"/>
                  </a:cubicBezTo>
                  <a:cubicBezTo>
                    <a:pt x="5326" y="4780"/>
                    <a:pt x="5736" y="4178"/>
                    <a:pt x="5832" y="3575"/>
                  </a:cubicBezTo>
                  <a:lnTo>
                    <a:pt x="5832" y="3575"/>
                  </a:lnTo>
                  <a:cubicBezTo>
                    <a:pt x="5640" y="4178"/>
                    <a:pt x="5326" y="4660"/>
                    <a:pt x="4820" y="5069"/>
                  </a:cubicBezTo>
                  <a:cubicBezTo>
                    <a:pt x="4435" y="5262"/>
                    <a:pt x="4025" y="5479"/>
                    <a:pt x="3615" y="5479"/>
                  </a:cubicBezTo>
                  <a:cubicBezTo>
                    <a:pt x="3416" y="5519"/>
                    <a:pt x="3229" y="5542"/>
                    <a:pt x="3042" y="5542"/>
                  </a:cubicBezTo>
                  <a:cubicBezTo>
                    <a:pt x="2778" y="5542"/>
                    <a:pt x="2514" y="5495"/>
                    <a:pt x="2218" y="5383"/>
                  </a:cubicBezTo>
                  <a:cubicBezTo>
                    <a:pt x="1712" y="5166"/>
                    <a:pt x="1326" y="4876"/>
                    <a:pt x="1013" y="4467"/>
                  </a:cubicBezTo>
                  <a:cubicBezTo>
                    <a:pt x="314" y="3455"/>
                    <a:pt x="314" y="2250"/>
                    <a:pt x="1013" y="1262"/>
                  </a:cubicBezTo>
                  <a:cubicBezTo>
                    <a:pt x="1326" y="852"/>
                    <a:pt x="1712" y="563"/>
                    <a:pt x="2218" y="346"/>
                  </a:cubicBezTo>
                  <a:cubicBezTo>
                    <a:pt x="2557" y="239"/>
                    <a:pt x="2893" y="185"/>
                    <a:pt x="3223" y="185"/>
                  </a:cubicBezTo>
                  <a:cubicBezTo>
                    <a:pt x="3781" y="185"/>
                    <a:pt x="4320" y="341"/>
                    <a:pt x="4820" y="659"/>
                  </a:cubicBezTo>
                  <a:cubicBezTo>
                    <a:pt x="5326" y="1045"/>
                    <a:pt x="5640" y="1551"/>
                    <a:pt x="5832" y="2153"/>
                  </a:cubicBezTo>
                  <a:cubicBezTo>
                    <a:pt x="5640" y="1045"/>
                    <a:pt x="4724" y="250"/>
                    <a:pt x="3615" y="57"/>
                  </a:cubicBezTo>
                  <a:cubicBezTo>
                    <a:pt x="3425" y="19"/>
                    <a:pt x="3233" y="0"/>
                    <a:pt x="304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0" name="Google Shape;1730;p41"/>
          <p:cNvGrpSpPr/>
          <p:nvPr/>
        </p:nvGrpSpPr>
        <p:grpSpPr>
          <a:xfrm>
            <a:off x="1487346" y="1997106"/>
            <a:ext cx="1383503" cy="119761"/>
            <a:chOff x="3465975" y="2270258"/>
            <a:chExt cx="1986364" cy="171947"/>
          </a:xfrm>
        </p:grpSpPr>
        <p:sp>
          <p:nvSpPr>
            <p:cNvPr id="1731" name="Google Shape;1731;p41"/>
            <p:cNvSpPr/>
            <p:nvPr/>
          </p:nvSpPr>
          <p:spPr>
            <a:xfrm rot="-5400000">
              <a:off x="3725184" y="2270305"/>
              <a:ext cx="171900" cy="1719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41"/>
            <p:cNvSpPr/>
            <p:nvPr/>
          </p:nvSpPr>
          <p:spPr>
            <a:xfrm rot="-5400000">
              <a:off x="3984394" y="2270305"/>
              <a:ext cx="171900" cy="1719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41"/>
            <p:cNvSpPr/>
            <p:nvPr/>
          </p:nvSpPr>
          <p:spPr>
            <a:xfrm rot="-5400000">
              <a:off x="4243603" y="2270305"/>
              <a:ext cx="171900" cy="171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41"/>
            <p:cNvSpPr/>
            <p:nvPr/>
          </p:nvSpPr>
          <p:spPr>
            <a:xfrm rot="-5400000">
              <a:off x="4502812" y="2270305"/>
              <a:ext cx="171900" cy="171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1"/>
            <p:cNvSpPr/>
            <p:nvPr/>
          </p:nvSpPr>
          <p:spPr>
            <a:xfrm rot="-5400000">
              <a:off x="4762021" y="2270305"/>
              <a:ext cx="171900" cy="171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1"/>
            <p:cNvSpPr/>
            <p:nvPr/>
          </p:nvSpPr>
          <p:spPr>
            <a:xfrm rot="-5400000">
              <a:off x="3465975" y="2270305"/>
              <a:ext cx="171900" cy="1719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1"/>
            <p:cNvSpPr/>
            <p:nvPr/>
          </p:nvSpPr>
          <p:spPr>
            <a:xfrm rot="-5400000">
              <a:off x="5021230" y="2270258"/>
              <a:ext cx="171900" cy="171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1"/>
            <p:cNvSpPr/>
            <p:nvPr/>
          </p:nvSpPr>
          <p:spPr>
            <a:xfrm rot="-5400000">
              <a:off x="5280440" y="2270258"/>
              <a:ext cx="171900" cy="171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9" name="Google Shape;1739;p41"/>
          <p:cNvGrpSpPr/>
          <p:nvPr/>
        </p:nvGrpSpPr>
        <p:grpSpPr>
          <a:xfrm>
            <a:off x="1487346" y="2510531"/>
            <a:ext cx="1383503" cy="119761"/>
            <a:chOff x="3465975" y="2270258"/>
            <a:chExt cx="1986364" cy="171947"/>
          </a:xfrm>
        </p:grpSpPr>
        <p:sp>
          <p:nvSpPr>
            <p:cNvPr id="1740" name="Google Shape;1740;p41"/>
            <p:cNvSpPr/>
            <p:nvPr/>
          </p:nvSpPr>
          <p:spPr>
            <a:xfrm rot="-5400000">
              <a:off x="3725184" y="2270305"/>
              <a:ext cx="171900" cy="1719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41"/>
            <p:cNvSpPr/>
            <p:nvPr/>
          </p:nvSpPr>
          <p:spPr>
            <a:xfrm rot="-5400000">
              <a:off x="3984394" y="2270305"/>
              <a:ext cx="171900" cy="1719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1"/>
            <p:cNvSpPr/>
            <p:nvPr/>
          </p:nvSpPr>
          <p:spPr>
            <a:xfrm rot="-5400000">
              <a:off x="4243603" y="2270305"/>
              <a:ext cx="171900" cy="1719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1"/>
            <p:cNvSpPr/>
            <p:nvPr/>
          </p:nvSpPr>
          <p:spPr>
            <a:xfrm rot="-5400000">
              <a:off x="4502812" y="2270305"/>
              <a:ext cx="171900" cy="1719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1"/>
            <p:cNvSpPr/>
            <p:nvPr/>
          </p:nvSpPr>
          <p:spPr>
            <a:xfrm rot="-5400000">
              <a:off x="4762021" y="2270305"/>
              <a:ext cx="171900" cy="171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1"/>
            <p:cNvSpPr/>
            <p:nvPr/>
          </p:nvSpPr>
          <p:spPr>
            <a:xfrm rot="-5400000">
              <a:off x="3465975" y="2270305"/>
              <a:ext cx="171900" cy="1719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1"/>
            <p:cNvSpPr/>
            <p:nvPr/>
          </p:nvSpPr>
          <p:spPr>
            <a:xfrm rot="-5400000">
              <a:off x="5021230" y="2270258"/>
              <a:ext cx="171900" cy="171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1"/>
            <p:cNvSpPr/>
            <p:nvPr/>
          </p:nvSpPr>
          <p:spPr>
            <a:xfrm rot="-5400000">
              <a:off x="5280440" y="2270258"/>
              <a:ext cx="171900" cy="171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8" name="Google Shape;1748;p41"/>
          <p:cNvGrpSpPr/>
          <p:nvPr/>
        </p:nvGrpSpPr>
        <p:grpSpPr>
          <a:xfrm>
            <a:off x="880786" y="1886812"/>
            <a:ext cx="341579" cy="340348"/>
            <a:chOff x="-13947000" y="3212800"/>
            <a:chExt cx="353675" cy="352400"/>
          </a:xfrm>
        </p:grpSpPr>
        <p:sp>
          <p:nvSpPr>
            <p:cNvPr id="1749" name="Google Shape;1749;p41"/>
            <p:cNvSpPr/>
            <p:nvPr/>
          </p:nvSpPr>
          <p:spPr>
            <a:xfrm>
              <a:off x="-13947000" y="3212800"/>
              <a:ext cx="229225" cy="268125"/>
            </a:xfrm>
            <a:custGeom>
              <a:avLst/>
              <a:gdLst/>
              <a:ahLst/>
              <a:cxnLst/>
              <a:rect l="l" t="t" r="r" b="b"/>
              <a:pathLst>
                <a:path w="9169" h="10725" extrusionOk="0">
                  <a:moveTo>
                    <a:pt x="2959" y="2501"/>
                  </a:moveTo>
                  <a:cubicBezTo>
                    <a:pt x="3099" y="2501"/>
                    <a:pt x="3225" y="2585"/>
                    <a:pt x="3309" y="2753"/>
                  </a:cubicBezTo>
                  <a:cubicBezTo>
                    <a:pt x="3435" y="2942"/>
                    <a:pt x="3309" y="3194"/>
                    <a:pt x="3120" y="3289"/>
                  </a:cubicBezTo>
                  <a:lnTo>
                    <a:pt x="1450" y="4140"/>
                  </a:lnTo>
                  <a:cubicBezTo>
                    <a:pt x="1404" y="4155"/>
                    <a:pt x="1354" y="4163"/>
                    <a:pt x="1304" y="4163"/>
                  </a:cubicBezTo>
                  <a:cubicBezTo>
                    <a:pt x="1148" y="4163"/>
                    <a:pt x="986" y="4086"/>
                    <a:pt x="914" y="3919"/>
                  </a:cubicBezTo>
                  <a:cubicBezTo>
                    <a:pt x="788" y="3730"/>
                    <a:pt x="914" y="3509"/>
                    <a:pt x="1103" y="3383"/>
                  </a:cubicBezTo>
                  <a:lnTo>
                    <a:pt x="2742" y="2564"/>
                  </a:lnTo>
                  <a:cubicBezTo>
                    <a:pt x="2815" y="2522"/>
                    <a:pt x="2889" y="2501"/>
                    <a:pt x="2959" y="2501"/>
                  </a:cubicBezTo>
                  <a:close/>
                  <a:moveTo>
                    <a:pt x="416" y="0"/>
                  </a:moveTo>
                  <a:cubicBezTo>
                    <a:pt x="338" y="0"/>
                    <a:pt x="259" y="23"/>
                    <a:pt x="190" y="75"/>
                  </a:cubicBezTo>
                  <a:cubicBezTo>
                    <a:pt x="64" y="138"/>
                    <a:pt x="1" y="264"/>
                    <a:pt x="1" y="422"/>
                  </a:cubicBezTo>
                  <a:lnTo>
                    <a:pt x="1" y="5337"/>
                  </a:lnTo>
                  <a:cubicBezTo>
                    <a:pt x="32" y="7952"/>
                    <a:pt x="1922" y="10220"/>
                    <a:pt x="4537" y="10724"/>
                  </a:cubicBezTo>
                  <a:lnTo>
                    <a:pt x="4569" y="10724"/>
                  </a:lnTo>
                  <a:cubicBezTo>
                    <a:pt x="4317" y="10062"/>
                    <a:pt x="4159" y="9369"/>
                    <a:pt x="4159" y="8613"/>
                  </a:cubicBezTo>
                  <a:lnTo>
                    <a:pt x="4159" y="7511"/>
                  </a:lnTo>
                  <a:cubicBezTo>
                    <a:pt x="3813" y="7574"/>
                    <a:pt x="3498" y="7763"/>
                    <a:pt x="3214" y="8015"/>
                  </a:cubicBezTo>
                  <a:cubicBezTo>
                    <a:pt x="3135" y="8093"/>
                    <a:pt x="3033" y="8133"/>
                    <a:pt x="2931" y="8133"/>
                  </a:cubicBezTo>
                  <a:cubicBezTo>
                    <a:pt x="2828" y="8133"/>
                    <a:pt x="2726" y="8093"/>
                    <a:pt x="2647" y="8015"/>
                  </a:cubicBezTo>
                  <a:cubicBezTo>
                    <a:pt x="2490" y="7857"/>
                    <a:pt x="2490" y="7574"/>
                    <a:pt x="2647" y="7448"/>
                  </a:cubicBezTo>
                  <a:cubicBezTo>
                    <a:pt x="3057" y="7006"/>
                    <a:pt x="3592" y="6754"/>
                    <a:pt x="4159" y="6691"/>
                  </a:cubicBezTo>
                  <a:lnTo>
                    <a:pt x="4159" y="3761"/>
                  </a:lnTo>
                  <a:cubicBezTo>
                    <a:pt x="4159" y="3068"/>
                    <a:pt x="4726" y="2564"/>
                    <a:pt x="5420" y="2564"/>
                  </a:cubicBezTo>
                  <a:cubicBezTo>
                    <a:pt x="5577" y="2564"/>
                    <a:pt x="5735" y="2596"/>
                    <a:pt x="5892" y="2627"/>
                  </a:cubicBezTo>
                  <a:cubicBezTo>
                    <a:pt x="6932" y="3068"/>
                    <a:pt x="8066" y="3257"/>
                    <a:pt x="9169" y="3289"/>
                  </a:cubicBezTo>
                  <a:lnTo>
                    <a:pt x="9169" y="422"/>
                  </a:lnTo>
                  <a:cubicBezTo>
                    <a:pt x="9169" y="296"/>
                    <a:pt x="9106" y="138"/>
                    <a:pt x="8980" y="75"/>
                  </a:cubicBezTo>
                  <a:cubicBezTo>
                    <a:pt x="8910" y="23"/>
                    <a:pt x="8831" y="0"/>
                    <a:pt x="8753" y="0"/>
                  </a:cubicBezTo>
                  <a:cubicBezTo>
                    <a:pt x="8690" y="0"/>
                    <a:pt x="8627" y="16"/>
                    <a:pt x="8570" y="44"/>
                  </a:cubicBezTo>
                  <a:cubicBezTo>
                    <a:pt x="7294" y="548"/>
                    <a:pt x="5939" y="800"/>
                    <a:pt x="4585" y="800"/>
                  </a:cubicBezTo>
                  <a:cubicBezTo>
                    <a:pt x="3230" y="800"/>
                    <a:pt x="1875" y="548"/>
                    <a:pt x="599" y="44"/>
                  </a:cubicBezTo>
                  <a:cubicBezTo>
                    <a:pt x="543" y="16"/>
                    <a:pt x="480" y="0"/>
                    <a:pt x="4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1"/>
            <p:cNvSpPr/>
            <p:nvPr/>
          </p:nvSpPr>
          <p:spPr>
            <a:xfrm>
              <a:off x="-13821775" y="3295600"/>
              <a:ext cx="228450" cy="269600"/>
            </a:xfrm>
            <a:custGeom>
              <a:avLst/>
              <a:gdLst/>
              <a:ahLst/>
              <a:cxnLst/>
              <a:rect l="l" t="t" r="r" b="b"/>
              <a:pathLst>
                <a:path w="9138" h="10784" extrusionOk="0">
                  <a:moveTo>
                    <a:pt x="2108" y="3311"/>
                  </a:moveTo>
                  <a:cubicBezTo>
                    <a:pt x="2163" y="3311"/>
                    <a:pt x="2219" y="3323"/>
                    <a:pt x="2269" y="3348"/>
                  </a:cubicBezTo>
                  <a:lnTo>
                    <a:pt x="3939" y="4167"/>
                  </a:lnTo>
                  <a:cubicBezTo>
                    <a:pt x="4128" y="4293"/>
                    <a:pt x="4191" y="4514"/>
                    <a:pt x="4128" y="4703"/>
                  </a:cubicBezTo>
                  <a:cubicBezTo>
                    <a:pt x="4033" y="4870"/>
                    <a:pt x="3883" y="4946"/>
                    <a:pt x="3720" y="4946"/>
                  </a:cubicBezTo>
                  <a:cubicBezTo>
                    <a:pt x="3668" y="4946"/>
                    <a:pt x="3615" y="4938"/>
                    <a:pt x="3561" y="4923"/>
                  </a:cubicBezTo>
                  <a:lnTo>
                    <a:pt x="1923" y="4073"/>
                  </a:lnTo>
                  <a:cubicBezTo>
                    <a:pt x="1734" y="4010"/>
                    <a:pt x="1639" y="3726"/>
                    <a:pt x="1734" y="3537"/>
                  </a:cubicBezTo>
                  <a:cubicBezTo>
                    <a:pt x="1803" y="3399"/>
                    <a:pt x="1957" y="3311"/>
                    <a:pt x="2108" y="3311"/>
                  </a:cubicBezTo>
                  <a:close/>
                  <a:moveTo>
                    <a:pt x="7086" y="3316"/>
                  </a:moveTo>
                  <a:cubicBezTo>
                    <a:pt x="7226" y="3316"/>
                    <a:pt x="7352" y="3400"/>
                    <a:pt x="7436" y="3568"/>
                  </a:cubicBezTo>
                  <a:cubicBezTo>
                    <a:pt x="7562" y="3758"/>
                    <a:pt x="7436" y="4010"/>
                    <a:pt x="7247" y="4104"/>
                  </a:cubicBezTo>
                  <a:lnTo>
                    <a:pt x="5577" y="4955"/>
                  </a:lnTo>
                  <a:cubicBezTo>
                    <a:pt x="5528" y="4979"/>
                    <a:pt x="5472" y="4991"/>
                    <a:pt x="5415" y="4991"/>
                  </a:cubicBezTo>
                  <a:cubicBezTo>
                    <a:pt x="5255" y="4991"/>
                    <a:pt x="5088" y="4897"/>
                    <a:pt x="5042" y="4734"/>
                  </a:cubicBezTo>
                  <a:cubicBezTo>
                    <a:pt x="4947" y="4514"/>
                    <a:pt x="5042" y="4262"/>
                    <a:pt x="5231" y="4199"/>
                  </a:cubicBezTo>
                  <a:lnTo>
                    <a:pt x="6869" y="3379"/>
                  </a:lnTo>
                  <a:cubicBezTo>
                    <a:pt x="6943" y="3337"/>
                    <a:pt x="7016" y="3316"/>
                    <a:pt x="7086" y="3316"/>
                  </a:cubicBezTo>
                  <a:close/>
                  <a:moveTo>
                    <a:pt x="6223" y="6632"/>
                  </a:moveTo>
                  <a:cubicBezTo>
                    <a:pt x="6333" y="6632"/>
                    <a:pt x="6444" y="6672"/>
                    <a:pt x="6522" y="6750"/>
                  </a:cubicBezTo>
                  <a:cubicBezTo>
                    <a:pt x="6680" y="6908"/>
                    <a:pt x="6680" y="7192"/>
                    <a:pt x="6522" y="7349"/>
                  </a:cubicBezTo>
                  <a:cubicBezTo>
                    <a:pt x="5987" y="7885"/>
                    <a:pt x="5262" y="8137"/>
                    <a:pt x="4601" y="8137"/>
                  </a:cubicBezTo>
                  <a:cubicBezTo>
                    <a:pt x="3939" y="8137"/>
                    <a:pt x="3183" y="7853"/>
                    <a:pt x="2679" y="7349"/>
                  </a:cubicBezTo>
                  <a:cubicBezTo>
                    <a:pt x="2521" y="7192"/>
                    <a:pt x="2521" y="6908"/>
                    <a:pt x="2679" y="6750"/>
                  </a:cubicBezTo>
                  <a:cubicBezTo>
                    <a:pt x="2758" y="6672"/>
                    <a:pt x="2860" y="6632"/>
                    <a:pt x="2962" y="6632"/>
                  </a:cubicBezTo>
                  <a:cubicBezTo>
                    <a:pt x="3065" y="6632"/>
                    <a:pt x="3167" y="6672"/>
                    <a:pt x="3246" y="6750"/>
                  </a:cubicBezTo>
                  <a:cubicBezTo>
                    <a:pt x="3608" y="7129"/>
                    <a:pt x="4097" y="7318"/>
                    <a:pt x="4585" y="7318"/>
                  </a:cubicBezTo>
                  <a:cubicBezTo>
                    <a:pt x="5073" y="7318"/>
                    <a:pt x="5562" y="7129"/>
                    <a:pt x="5924" y="6750"/>
                  </a:cubicBezTo>
                  <a:cubicBezTo>
                    <a:pt x="6003" y="6672"/>
                    <a:pt x="6113" y="6632"/>
                    <a:pt x="6223" y="6632"/>
                  </a:cubicBezTo>
                  <a:close/>
                  <a:moveTo>
                    <a:pt x="8737" y="0"/>
                  </a:moveTo>
                  <a:cubicBezTo>
                    <a:pt x="8681" y="0"/>
                    <a:pt x="8624" y="13"/>
                    <a:pt x="8570" y="40"/>
                  </a:cubicBezTo>
                  <a:cubicBezTo>
                    <a:pt x="7294" y="544"/>
                    <a:pt x="5932" y="796"/>
                    <a:pt x="4565" y="796"/>
                  </a:cubicBezTo>
                  <a:cubicBezTo>
                    <a:pt x="3199" y="796"/>
                    <a:pt x="1828" y="544"/>
                    <a:pt x="537" y="40"/>
                  </a:cubicBezTo>
                  <a:cubicBezTo>
                    <a:pt x="494" y="22"/>
                    <a:pt x="447" y="13"/>
                    <a:pt x="400" y="13"/>
                  </a:cubicBezTo>
                  <a:cubicBezTo>
                    <a:pt x="205" y="13"/>
                    <a:pt x="1" y="164"/>
                    <a:pt x="1" y="418"/>
                  </a:cubicBezTo>
                  <a:lnTo>
                    <a:pt x="1" y="5301"/>
                  </a:lnTo>
                  <a:cubicBezTo>
                    <a:pt x="1" y="7948"/>
                    <a:pt x="1891" y="10279"/>
                    <a:pt x="4475" y="10783"/>
                  </a:cubicBezTo>
                  <a:lnTo>
                    <a:pt x="4632" y="10783"/>
                  </a:lnTo>
                  <a:cubicBezTo>
                    <a:pt x="7247" y="10247"/>
                    <a:pt x="9137" y="7948"/>
                    <a:pt x="9137" y="5301"/>
                  </a:cubicBezTo>
                  <a:lnTo>
                    <a:pt x="9137" y="418"/>
                  </a:lnTo>
                  <a:cubicBezTo>
                    <a:pt x="9137" y="170"/>
                    <a:pt x="8943" y="0"/>
                    <a:pt x="87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1" name="Google Shape;1751;p41"/>
          <p:cNvGrpSpPr/>
          <p:nvPr/>
        </p:nvGrpSpPr>
        <p:grpSpPr>
          <a:xfrm>
            <a:off x="1487346" y="3084621"/>
            <a:ext cx="1383503" cy="119761"/>
            <a:chOff x="3465975" y="2270258"/>
            <a:chExt cx="1986364" cy="171947"/>
          </a:xfrm>
        </p:grpSpPr>
        <p:sp>
          <p:nvSpPr>
            <p:cNvPr id="1752" name="Google Shape;1752;p41"/>
            <p:cNvSpPr/>
            <p:nvPr/>
          </p:nvSpPr>
          <p:spPr>
            <a:xfrm rot="-5400000">
              <a:off x="3725184" y="2270305"/>
              <a:ext cx="171900" cy="1719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1"/>
            <p:cNvSpPr/>
            <p:nvPr/>
          </p:nvSpPr>
          <p:spPr>
            <a:xfrm rot="-5400000">
              <a:off x="3984394" y="2270305"/>
              <a:ext cx="171900" cy="1719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1"/>
            <p:cNvSpPr/>
            <p:nvPr/>
          </p:nvSpPr>
          <p:spPr>
            <a:xfrm rot="-5400000">
              <a:off x="4243603" y="2270305"/>
              <a:ext cx="171900" cy="1719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1"/>
            <p:cNvSpPr/>
            <p:nvPr/>
          </p:nvSpPr>
          <p:spPr>
            <a:xfrm rot="-5400000">
              <a:off x="4502812" y="2270305"/>
              <a:ext cx="171900" cy="1719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1"/>
            <p:cNvSpPr/>
            <p:nvPr/>
          </p:nvSpPr>
          <p:spPr>
            <a:xfrm rot="-5400000">
              <a:off x="4762021" y="2270305"/>
              <a:ext cx="171900" cy="1719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1"/>
            <p:cNvSpPr/>
            <p:nvPr/>
          </p:nvSpPr>
          <p:spPr>
            <a:xfrm rot="-5400000">
              <a:off x="3465975" y="2270305"/>
              <a:ext cx="171900" cy="1719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1"/>
            <p:cNvSpPr/>
            <p:nvPr/>
          </p:nvSpPr>
          <p:spPr>
            <a:xfrm rot="-5400000">
              <a:off x="5021230" y="2270258"/>
              <a:ext cx="171900" cy="171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1"/>
            <p:cNvSpPr/>
            <p:nvPr/>
          </p:nvSpPr>
          <p:spPr>
            <a:xfrm rot="-5400000">
              <a:off x="5280440" y="2270258"/>
              <a:ext cx="171900" cy="171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0" name="Google Shape;1760;p41"/>
          <p:cNvGrpSpPr/>
          <p:nvPr/>
        </p:nvGrpSpPr>
        <p:grpSpPr>
          <a:xfrm>
            <a:off x="880786" y="2399622"/>
            <a:ext cx="341579" cy="341579"/>
            <a:chOff x="-13512225" y="3211525"/>
            <a:chExt cx="353675" cy="353675"/>
          </a:xfrm>
        </p:grpSpPr>
        <p:sp>
          <p:nvSpPr>
            <p:cNvPr id="1761" name="Google Shape;1761;p41"/>
            <p:cNvSpPr/>
            <p:nvPr/>
          </p:nvSpPr>
          <p:spPr>
            <a:xfrm>
              <a:off x="-13283825" y="3482475"/>
              <a:ext cx="125275" cy="82725"/>
            </a:xfrm>
            <a:custGeom>
              <a:avLst/>
              <a:gdLst/>
              <a:ahLst/>
              <a:cxnLst/>
              <a:rect l="l" t="t" r="r" b="b"/>
              <a:pathLst>
                <a:path w="5011" h="3309" extrusionOk="0">
                  <a:moveTo>
                    <a:pt x="1671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1" y="3308"/>
                  </a:cubicBezTo>
                  <a:cubicBezTo>
                    <a:pt x="2269" y="3308"/>
                    <a:pt x="2584" y="3056"/>
                    <a:pt x="4790" y="1985"/>
                  </a:cubicBezTo>
                  <a:cubicBezTo>
                    <a:pt x="4884" y="1953"/>
                    <a:pt x="5010" y="1796"/>
                    <a:pt x="5010" y="1638"/>
                  </a:cubicBezTo>
                  <a:cubicBezTo>
                    <a:pt x="5010" y="1481"/>
                    <a:pt x="4947" y="1323"/>
                    <a:pt x="4790" y="1292"/>
                  </a:cubicBezTo>
                  <a:cubicBezTo>
                    <a:pt x="2584" y="221"/>
                    <a:pt x="2269" y="0"/>
                    <a:pt x="16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1"/>
            <p:cNvSpPr/>
            <p:nvPr/>
          </p:nvSpPr>
          <p:spPr>
            <a:xfrm>
              <a:off x="-13512225" y="3211525"/>
              <a:ext cx="353675" cy="249700"/>
            </a:xfrm>
            <a:custGeom>
              <a:avLst/>
              <a:gdLst/>
              <a:ahLst/>
              <a:cxnLst/>
              <a:rect l="l" t="t" r="r" b="b"/>
              <a:pathLst>
                <a:path w="14147" h="9988" extrusionOk="0">
                  <a:moveTo>
                    <a:pt x="6679" y="1702"/>
                  </a:moveTo>
                  <a:cubicBezTo>
                    <a:pt x="7152" y="1702"/>
                    <a:pt x="7499" y="2048"/>
                    <a:pt x="7499" y="2521"/>
                  </a:cubicBezTo>
                  <a:cubicBezTo>
                    <a:pt x="7499" y="2993"/>
                    <a:pt x="7152" y="3340"/>
                    <a:pt x="6679" y="3340"/>
                  </a:cubicBezTo>
                  <a:cubicBezTo>
                    <a:pt x="6207" y="3340"/>
                    <a:pt x="5829" y="2993"/>
                    <a:pt x="5829" y="2521"/>
                  </a:cubicBezTo>
                  <a:cubicBezTo>
                    <a:pt x="5829" y="2048"/>
                    <a:pt x="6207" y="1702"/>
                    <a:pt x="6679" y="1702"/>
                  </a:cubicBezTo>
                  <a:close/>
                  <a:moveTo>
                    <a:pt x="4191" y="2143"/>
                  </a:moveTo>
                  <a:cubicBezTo>
                    <a:pt x="4663" y="2143"/>
                    <a:pt x="5010" y="2489"/>
                    <a:pt x="5010" y="2962"/>
                  </a:cubicBezTo>
                  <a:cubicBezTo>
                    <a:pt x="5010" y="3434"/>
                    <a:pt x="4663" y="3781"/>
                    <a:pt x="4191" y="3781"/>
                  </a:cubicBezTo>
                  <a:cubicBezTo>
                    <a:pt x="3718" y="3781"/>
                    <a:pt x="3371" y="3434"/>
                    <a:pt x="3371" y="2962"/>
                  </a:cubicBezTo>
                  <a:cubicBezTo>
                    <a:pt x="3371" y="2489"/>
                    <a:pt x="3718" y="2143"/>
                    <a:pt x="4191" y="2143"/>
                  </a:cubicBezTo>
                  <a:close/>
                  <a:moveTo>
                    <a:pt x="2521" y="4191"/>
                  </a:moveTo>
                  <a:cubicBezTo>
                    <a:pt x="2993" y="4191"/>
                    <a:pt x="3371" y="4537"/>
                    <a:pt x="3371" y="5010"/>
                  </a:cubicBezTo>
                  <a:cubicBezTo>
                    <a:pt x="3371" y="5482"/>
                    <a:pt x="2993" y="5829"/>
                    <a:pt x="2521" y="5829"/>
                  </a:cubicBezTo>
                  <a:cubicBezTo>
                    <a:pt x="2048" y="5829"/>
                    <a:pt x="1702" y="5482"/>
                    <a:pt x="1702" y="5010"/>
                  </a:cubicBezTo>
                  <a:cubicBezTo>
                    <a:pt x="1702" y="4537"/>
                    <a:pt x="2048" y="4191"/>
                    <a:pt x="2521" y="4191"/>
                  </a:cubicBezTo>
                  <a:close/>
                  <a:moveTo>
                    <a:pt x="10397" y="3340"/>
                  </a:moveTo>
                  <a:cubicBezTo>
                    <a:pt x="11563" y="3340"/>
                    <a:pt x="12508" y="4096"/>
                    <a:pt x="12508" y="5010"/>
                  </a:cubicBezTo>
                  <a:cubicBezTo>
                    <a:pt x="12508" y="5923"/>
                    <a:pt x="11563" y="6648"/>
                    <a:pt x="10397" y="6648"/>
                  </a:cubicBezTo>
                  <a:cubicBezTo>
                    <a:pt x="9263" y="6648"/>
                    <a:pt x="8318" y="5892"/>
                    <a:pt x="8318" y="5010"/>
                  </a:cubicBezTo>
                  <a:cubicBezTo>
                    <a:pt x="8318" y="4096"/>
                    <a:pt x="9263" y="3340"/>
                    <a:pt x="10397" y="3340"/>
                  </a:cubicBezTo>
                  <a:close/>
                  <a:moveTo>
                    <a:pt x="4191" y="6270"/>
                  </a:moveTo>
                  <a:cubicBezTo>
                    <a:pt x="4663" y="6270"/>
                    <a:pt x="5010" y="6616"/>
                    <a:pt x="5010" y="7089"/>
                  </a:cubicBezTo>
                  <a:cubicBezTo>
                    <a:pt x="5010" y="7562"/>
                    <a:pt x="4663" y="7908"/>
                    <a:pt x="4191" y="7908"/>
                  </a:cubicBezTo>
                  <a:cubicBezTo>
                    <a:pt x="3718" y="7908"/>
                    <a:pt x="3371" y="7562"/>
                    <a:pt x="3371" y="7089"/>
                  </a:cubicBezTo>
                  <a:cubicBezTo>
                    <a:pt x="3371" y="6616"/>
                    <a:pt x="3718" y="6270"/>
                    <a:pt x="4191" y="6270"/>
                  </a:cubicBezTo>
                  <a:close/>
                  <a:moveTo>
                    <a:pt x="6679" y="6648"/>
                  </a:moveTo>
                  <a:cubicBezTo>
                    <a:pt x="7152" y="6648"/>
                    <a:pt x="7499" y="6994"/>
                    <a:pt x="7499" y="7499"/>
                  </a:cubicBezTo>
                  <a:cubicBezTo>
                    <a:pt x="7499" y="7971"/>
                    <a:pt x="7152" y="8318"/>
                    <a:pt x="6679" y="8318"/>
                  </a:cubicBezTo>
                  <a:cubicBezTo>
                    <a:pt x="6207" y="8318"/>
                    <a:pt x="5829" y="7971"/>
                    <a:pt x="5829" y="7499"/>
                  </a:cubicBezTo>
                  <a:cubicBezTo>
                    <a:pt x="5829" y="7057"/>
                    <a:pt x="6207" y="6648"/>
                    <a:pt x="6679" y="6648"/>
                  </a:cubicBezTo>
                  <a:close/>
                  <a:moveTo>
                    <a:pt x="7089" y="0"/>
                  </a:moveTo>
                  <a:cubicBezTo>
                    <a:pt x="3245" y="0"/>
                    <a:pt x="63" y="2237"/>
                    <a:pt x="63" y="5010"/>
                  </a:cubicBezTo>
                  <a:cubicBezTo>
                    <a:pt x="0" y="7751"/>
                    <a:pt x="3214" y="9987"/>
                    <a:pt x="7089" y="9987"/>
                  </a:cubicBezTo>
                  <a:cubicBezTo>
                    <a:pt x="10964" y="9987"/>
                    <a:pt x="14146" y="7751"/>
                    <a:pt x="14146" y="5010"/>
                  </a:cubicBezTo>
                  <a:cubicBezTo>
                    <a:pt x="14146" y="2300"/>
                    <a:pt x="10964" y="0"/>
                    <a:pt x="70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1"/>
            <p:cNvSpPr/>
            <p:nvPr/>
          </p:nvSpPr>
          <p:spPr>
            <a:xfrm>
              <a:off x="-13512225" y="3483250"/>
              <a:ext cx="100050" cy="81150"/>
            </a:xfrm>
            <a:custGeom>
              <a:avLst/>
              <a:gdLst/>
              <a:ahLst/>
              <a:cxnLst/>
              <a:rect l="l" t="t" r="r" b="b"/>
              <a:pathLst>
                <a:path w="4002" h="3246" extrusionOk="0">
                  <a:moveTo>
                    <a:pt x="4002" y="1"/>
                  </a:moveTo>
                  <a:cubicBezTo>
                    <a:pt x="2206" y="127"/>
                    <a:pt x="63" y="536"/>
                    <a:pt x="63" y="1607"/>
                  </a:cubicBezTo>
                  <a:cubicBezTo>
                    <a:pt x="0" y="2710"/>
                    <a:pt x="2174" y="3120"/>
                    <a:pt x="4002" y="3246"/>
                  </a:cubicBezTo>
                  <a:cubicBezTo>
                    <a:pt x="3592" y="2805"/>
                    <a:pt x="3371" y="2206"/>
                    <a:pt x="3371" y="1607"/>
                  </a:cubicBezTo>
                  <a:cubicBezTo>
                    <a:pt x="3371" y="1040"/>
                    <a:pt x="3592" y="442"/>
                    <a:pt x="40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1"/>
            <p:cNvSpPr/>
            <p:nvPr/>
          </p:nvSpPr>
          <p:spPr>
            <a:xfrm>
              <a:off x="-13407475" y="3483250"/>
              <a:ext cx="36250" cy="81150"/>
            </a:xfrm>
            <a:custGeom>
              <a:avLst/>
              <a:gdLst/>
              <a:ahLst/>
              <a:cxnLst/>
              <a:rect l="l" t="t" r="r" b="b"/>
              <a:pathLst>
                <a:path w="1450" h="3246" extrusionOk="0">
                  <a:moveTo>
                    <a:pt x="1418" y="1"/>
                  </a:moveTo>
                  <a:lnTo>
                    <a:pt x="1418" y="1"/>
                  </a:lnTo>
                  <a:cubicBezTo>
                    <a:pt x="1103" y="32"/>
                    <a:pt x="788" y="190"/>
                    <a:pt x="505" y="442"/>
                  </a:cubicBezTo>
                  <a:cubicBezTo>
                    <a:pt x="190" y="757"/>
                    <a:pt x="1" y="1166"/>
                    <a:pt x="1" y="1607"/>
                  </a:cubicBezTo>
                  <a:cubicBezTo>
                    <a:pt x="1" y="2048"/>
                    <a:pt x="158" y="2489"/>
                    <a:pt x="505" y="2805"/>
                  </a:cubicBezTo>
                  <a:cubicBezTo>
                    <a:pt x="788" y="3025"/>
                    <a:pt x="1103" y="3183"/>
                    <a:pt x="1450" y="3246"/>
                  </a:cubicBezTo>
                  <a:cubicBezTo>
                    <a:pt x="1072" y="2805"/>
                    <a:pt x="820" y="2206"/>
                    <a:pt x="820" y="1607"/>
                  </a:cubicBezTo>
                  <a:cubicBezTo>
                    <a:pt x="820" y="977"/>
                    <a:pt x="1072" y="442"/>
                    <a:pt x="1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1"/>
            <p:cNvSpPr/>
            <p:nvPr/>
          </p:nvSpPr>
          <p:spPr>
            <a:xfrm>
              <a:off x="-13366525" y="3485625"/>
              <a:ext cx="70125" cy="76425"/>
            </a:xfrm>
            <a:custGeom>
              <a:avLst/>
              <a:gdLst/>
              <a:ahLst/>
              <a:cxnLst/>
              <a:rect l="l" t="t" r="r" b="b"/>
              <a:pathLst>
                <a:path w="2805" h="3057" extrusionOk="0">
                  <a:moveTo>
                    <a:pt x="1072" y="0"/>
                  </a:moveTo>
                  <a:cubicBezTo>
                    <a:pt x="442" y="221"/>
                    <a:pt x="1" y="819"/>
                    <a:pt x="1" y="1512"/>
                  </a:cubicBezTo>
                  <a:cubicBezTo>
                    <a:pt x="1" y="2237"/>
                    <a:pt x="442" y="2836"/>
                    <a:pt x="1072" y="3056"/>
                  </a:cubicBezTo>
                  <a:cubicBezTo>
                    <a:pt x="1702" y="2962"/>
                    <a:pt x="2301" y="2867"/>
                    <a:pt x="2805" y="2710"/>
                  </a:cubicBezTo>
                  <a:cubicBezTo>
                    <a:pt x="2616" y="2363"/>
                    <a:pt x="2490" y="1953"/>
                    <a:pt x="2490" y="1512"/>
                  </a:cubicBezTo>
                  <a:cubicBezTo>
                    <a:pt x="2490" y="1071"/>
                    <a:pt x="2616" y="693"/>
                    <a:pt x="2805" y="347"/>
                  </a:cubicBezTo>
                  <a:cubicBezTo>
                    <a:pt x="2301" y="189"/>
                    <a:pt x="1702" y="63"/>
                    <a:pt x="10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6" name="Google Shape;1766;p41"/>
          <p:cNvGrpSpPr/>
          <p:nvPr/>
        </p:nvGrpSpPr>
        <p:grpSpPr>
          <a:xfrm>
            <a:off x="880786" y="2921711"/>
            <a:ext cx="341579" cy="340807"/>
            <a:chOff x="-13512225" y="4080275"/>
            <a:chExt cx="353675" cy="352875"/>
          </a:xfrm>
        </p:grpSpPr>
        <p:sp>
          <p:nvSpPr>
            <p:cNvPr id="1767" name="Google Shape;1767;p41"/>
            <p:cNvSpPr/>
            <p:nvPr/>
          </p:nvSpPr>
          <p:spPr>
            <a:xfrm>
              <a:off x="-13512225" y="4203925"/>
              <a:ext cx="353675" cy="229225"/>
            </a:xfrm>
            <a:custGeom>
              <a:avLst/>
              <a:gdLst/>
              <a:ahLst/>
              <a:cxnLst/>
              <a:rect l="l" t="t" r="r" b="b"/>
              <a:pathLst>
                <a:path w="14147" h="9169" extrusionOk="0">
                  <a:moveTo>
                    <a:pt x="5407" y="1717"/>
                  </a:moveTo>
                  <a:cubicBezTo>
                    <a:pt x="5482" y="1717"/>
                    <a:pt x="5561" y="1733"/>
                    <a:pt x="5640" y="1765"/>
                  </a:cubicBezTo>
                  <a:lnTo>
                    <a:pt x="9767" y="4254"/>
                  </a:lnTo>
                  <a:cubicBezTo>
                    <a:pt x="9893" y="4348"/>
                    <a:pt x="9987" y="4443"/>
                    <a:pt x="9987" y="4600"/>
                  </a:cubicBezTo>
                  <a:cubicBezTo>
                    <a:pt x="9987" y="4758"/>
                    <a:pt x="9893" y="4915"/>
                    <a:pt x="9767" y="5010"/>
                  </a:cubicBezTo>
                  <a:lnTo>
                    <a:pt x="5640" y="7499"/>
                  </a:lnTo>
                  <a:cubicBezTo>
                    <a:pt x="5577" y="7530"/>
                    <a:pt x="5506" y="7546"/>
                    <a:pt x="5431" y="7546"/>
                  </a:cubicBezTo>
                  <a:cubicBezTo>
                    <a:pt x="5356" y="7546"/>
                    <a:pt x="5277" y="7530"/>
                    <a:pt x="5199" y="7499"/>
                  </a:cubicBezTo>
                  <a:cubicBezTo>
                    <a:pt x="5104" y="7404"/>
                    <a:pt x="5010" y="7278"/>
                    <a:pt x="5010" y="7121"/>
                  </a:cubicBezTo>
                  <a:lnTo>
                    <a:pt x="5010" y="2143"/>
                  </a:lnTo>
                  <a:cubicBezTo>
                    <a:pt x="5010" y="1985"/>
                    <a:pt x="5104" y="1859"/>
                    <a:pt x="5199" y="1765"/>
                  </a:cubicBezTo>
                  <a:cubicBezTo>
                    <a:pt x="5262" y="1733"/>
                    <a:pt x="5333" y="1717"/>
                    <a:pt x="5407" y="1717"/>
                  </a:cubicBezTo>
                  <a:close/>
                  <a:moveTo>
                    <a:pt x="63" y="0"/>
                  </a:moveTo>
                  <a:lnTo>
                    <a:pt x="63" y="7971"/>
                  </a:lnTo>
                  <a:cubicBezTo>
                    <a:pt x="0" y="8633"/>
                    <a:pt x="568" y="9168"/>
                    <a:pt x="1261" y="9168"/>
                  </a:cubicBezTo>
                  <a:lnTo>
                    <a:pt x="12886" y="9168"/>
                  </a:lnTo>
                  <a:cubicBezTo>
                    <a:pt x="13548" y="9168"/>
                    <a:pt x="14146" y="8633"/>
                    <a:pt x="14146" y="7908"/>
                  </a:cubicBezTo>
                  <a:lnTo>
                    <a:pt x="141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1"/>
            <p:cNvSpPr/>
            <p:nvPr/>
          </p:nvSpPr>
          <p:spPr>
            <a:xfrm>
              <a:off x="-13366525" y="4275600"/>
              <a:ext cx="73275" cy="88225"/>
            </a:xfrm>
            <a:custGeom>
              <a:avLst/>
              <a:gdLst/>
              <a:ahLst/>
              <a:cxnLst/>
              <a:rect l="l" t="t" r="r" b="b"/>
              <a:pathLst>
                <a:path w="2931" h="3529" extrusionOk="0">
                  <a:moveTo>
                    <a:pt x="1" y="0"/>
                  </a:moveTo>
                  <a:lnTo>
                    <a:pt x="1" y="3529"/>
                  </a:lnTo>
                  <a:lnTo>
                    <a:pt x="2931" y="17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1"/>
            <p:cNvSpPr/>
            <p:nvPr/>
          </p:nvSpPr>
          <p:spPr>
            <a:xfrm>
              <a:off x="-13398800" y="4143275"/>
              <a:ext cx="65375" cy="40975"/>
            </a:xfrm>
            <a:custGeom>
              <a:avLst/>
              <a:gdLst/>
              <a:ahLst/>
              <a:cxnLst/>
              <a:rect l="l" t="t" r="r" b="b"/>
              <a:pathLst>
                <a:path w="2615" h="1639" extrusionOk="0">
                  <a:moveTo>
                    <a:pt x="1103" y="1"/>
                  </a:moveTo>
                  <a:lnTo>
                    <a:pt x="0" y="1639"/>
                  </a:lnTo>
                  <a:lnTo>
                    <a:pt x="1512" y="1639"/>
                  </a:lnTo>
                  <a:lnTo>
                    <a:pt x="261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1"/>
            <p:cNvSpPr/>
            <p:nvPr/>
          </p:nvSpPr>
          <p:spPr>
            <a:xfrm>
              <a:off x="-13336575" y="4143275"/>
              <a:ext cx="64600" cy="40975"/>
            </a:xfrm>
            <a:custGeom>
              <a:avLst/>
              <a:gdLst/>
              <a:ahLst/>
              <a:cxnLst/>
              <a:rect l="l" t="t" r="r" b="b"/>
              <a:pathLst>
                <a:path w="2584" h="1639" extrusionOk="0">
                  <a:moveTo>
                    <a:pt x="1103" y="1"/>
                  </a:moveTo>
                  <a:lnTo>
                    <a:pt x="0" y="1639"/>
                  </a:lnTo>
                  <a:lnTo>
                    <a:pt x="1481" y="1639"/>
                  </a:lnTo>
                  <a:lnTo>
                    <a:pt x="25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1"/>
            <p:cNvSpPr/>
            <p:nvPr/>
          </p:nvSpPr>
          <p:spPr>
            <a:xfrm>
              <a:off x="-13398800" y="4081050"/>
              <a:ext cx="65375" cy="40975"/>
            </a:xfrm>
            <a:custGeom>
              <a:avLst/>
              <a:gdLst/>
              <a:ahLst/>
              <a:cxnLst/>
              <a:rect l="l" t="t" r="r" b="b"/>
              <a:pathLst>
                <a:path w="2615" h="1639" extrusionOk="0">
                  <a:moveTo>
                    <a:pt x="0" y="1"/>
                  </a:moveTo>
                  <a:lnTo>
                    <a:pt x="1103" y="1639"/>
                  </a:lnTo>
                  <a:lnTo>
                    <a:pt x="2615" y="1639"/>
                  </a:lnTo>
                  <a:lnTo>
                    <a:pt x="15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1"/>
            <p:cNvSpPr/>
            <p:nvPr/>
          </p:nvSpPr>
          <p:spPr>
            <a:xfrm>
              <a:off x="-13274375" y="4143275"/>
              <a:ext cx="64625" cy="40975"/>
            </a:xfrm>
            <a:custGeom>
              <a:avLst/>
              <a:gdLst/>
              <a:ahLst/>
              <a:cxnLst/>
              <a:rect l="l" t="t" r="r" b="b"/>
              <a:pathLst>
                <a:path w="2585" h="1639" extrusionOk="0">
                  <a:moveTo>
                    <a:pt x="1104" y="1"/>
                  </a:moveTo>
                  <a:lnTo>
                    <a:pt x="1" y="1639"/>
                  </a:lnTo>
                  <a:lnTo>
                    <a:pt x="1482" y="1639"/>
                  </a:lnTo>
                  <a:lnTo>
                    <a:pt x="2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1"/>
            <p:cNvSpPr/>
            <p:nvPr/>
          </p:nvSpPr>
          <p:spPr>
            <a:xfrm>
              <a:off x="-13212925" y="4081050"/>
              <a:ext cx="54375" cy="40975"/>
            </a:xfrm>
            <a:custGeom>
              <a:avLst/>
              <a:gdLst/>
              <a:ahLst/>
              <a:cxnLst/>
              <a:rect l="l" t="t" r="r" b="b"/>
              <a:pathLst>
                <a:path w="2175" h="1639" extrusionOk="0">
                  <a:moveTo>
                    <a:pt x="0" y="1"/>
                  </a:moveTo>
                  <a:lnTo>
                    <a:pt x="1103" y="1639"/>
                  </a:lnTo>
                  <a:lnTo>
                    <a:pt x="2174" y="1639"/>
                  </a:lnTo>
                  <a:lnTo>
                    <a:pt x="2174" y="820"/>
                  </a:lnTo>
                  <a:cubicBezTo>
                    <a:pt x="2174" y="347"/>
                    <a:pt x="1796" y="1"/>
                    <a:pt x="13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1"/>
            <p:cNvSpPr/>
            <p:nvPr/>
          </p:nvSpPr>
          <p:spPr>
            <a:xfrm>
              <a:off x="-13212925" y="4143275"/>
              <a:ext cx="54375" cy="40975"/>
            </a:xfrm>
            <a:custGeom>
              <a:avLst/>
              <a:gdLst/>
              <a:ahLst/>
              <a:cxnLst/>
              <a:rect l="l" t="t" r="r" b="b"/>
              <a:pathLst>
                <a:path w="2175" h="1639" extrusionOk="0">
                  <a:moveTo>
                    <a:pt x="1103" y="1"/>
                  </a:moveTo>
                  <a:lnTo>
                    <a:pt x="0" y="1639"/>
                  </a:lnTo>
                  <a:lnTo>
                    <a:pt x="2174" y="1639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1"/>
            <p:cNvSpPr/>
            <p:nvPr/>
          </p:nvSpPr>
          <p:spPr>
            <a:xfrm>
              <a:off x="-13274375" y="4081050"/>
              <a:ext cx="64625" cy="40975"/>
            </a:xfrm>
            <a:custGeom>
              <a:avLst/>
              <a:gdLst/>
              <a:ahLst/>
              <a:cxnLst/>
              <a:rect l="l" t="t" r="r" b="b"/>
              <a:pathLst>
                <a:path w="2585" h="1639" extrusionOk="0">
                  <a:moveTo>
                    <a:pt x="1" y="1"/>
                  </a:moveTo>
                  <a:lnTo>
                    <a:pt x="1104" y="1639"/>
                  </a:lnTo>
                  <a:lnTo>
                    <a:pt x="2584" y="1639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1"/>
            <p:cNvSpPr/>
            <p:nvPr/>
          </p:nvSpPr>
          <p:spPr>
            <a:xfrm>
              <a:off x="-13336575" y="4081050"/>
              <a:ext cx="64600" cy="40975"/>
            </a:xfrm>
            <a:custGeom>
              <a:avLst/>
              <a:gdLst/>
              <a:ahLst/>
              <a:cxnLst/>
              <a:rect l="l" t="t" r="r" b="b"/>
              <a:pathLst>
                <a:path w="2584" h="1639" extrusionOk="0">
                  <a:moveTo>
                    <a:pt x="0" y="1"/>
                  </a:moveTo>
                  <a:lnTo>
                    <a:pt x="1103" y="1639"/>
                  </a:lnTo>
                  <a:lnTo>
                    <a:pt x="2583" y="1639"/>
                  </a:lnTo>
                  <a:lnTo>
                    <a:pt x="148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1"/>
            <p:cNvSpPr/>
            <p:nvPr/>
          </p:nvSpPr>
          <p:spPr>
            <a:xfrm>
              <a:off x="-13512225" y="4080275"/>
              <a:ext cx="123675" cy="103200"/>
            </a:xfrm>
            <a:custGeom>
              <a:avLst/>
              <a:gdLst/>
              <a:ahLst/>
              <a:cxnLst/>
              <a:rect l="l" t="t" r="r" b="b"/>
              <a:pathLst>
                <a:path w="4947" h="4128" extrusionOk="0">
                  <a:moveTo>
                    <a:pt x="2489" y="1260"/>
                  </a:moveTo>
                  <a:cubicBezTo>
                    <a:pt x="2962" y="1260"/>
                    <a:pt x="3371" y="1607"/>
                    <a:pt x="3371" y="2080"/>
                  </a:cubicBezTo>
                  <a:cubicBezTo>
                    <a:pt x="3371" y="2552"/>
                    <a:pt x="2962" y="2899"/>
                    <a:pt x="2489" y="2899"/>
                  </a:cubicBezTo>
                  <a:cubicBezTo>
                    <a:pt x="2017" y="2899"/>
                    <a:pt x="1670" y="2552"/>
                    <a:pt x="1670" y="2080"/>
                  </a:cubicBezTo>
                  <a:cubicBezTo>
                    <a:pt x="1670" y="1607"/>
                    <a:pt x="2017" y="1260"/>
                    <a:pt x="2489" y="1260"/>
                  </a:cubicBezTo>
                  <a:close/>
                  <a:moveTo>
                    <a:pt x="1261" y="0"/>
                  </a:moveTo>
                  <a:cubicBezTo>
                    <a:pt x="599" y="0"/>
                    <a:pt x="0" y="536"/>
                    <a:pt x="0" y="1260"/>
                  </a:cubicBezTo>
                  <a:lnTo>
                    <a:pt x="0" y="4127"/>
                  </a:lnTo>
                  <a:lnTo>
                    <a:pt x="3560" y="4127"/>
                  </a:lnTo>
                  <a:lnTo>
                    <a:pt x="4947" y="2080"/>
                  </a:lnTo>
                  <a:lnTo>
                    <a:pt x="35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42"/>
          <p:cNvSpPr txBox="1">
            <a:spLocks noGrp="1"/>
          </p:cNvSpPr>
          <p:nvPr>
            <p:ph type="title"/>
          </p:nvPr>
        </p:nvSpPr>
        <p:spPr>
          <a:xfrm>
            <a:off x="866100" y="488975"/>
            <a:ext cx="741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MAIN PROBLEMS</a:t>
            </a:r>
            <a:endParaRPr/>
          </a:p>
        </p:txBody>
      </p:sp>
      <p:sp>
        <p:nvSpPr>
          <p:cNvPr id="1783" name="Google Shape;1783;p42"/>
          <p:cNvSpPr txBox="1">
            <a:spLocks noGrp="1"/>
          </p:cNvSpPr>
          <p:nvPr>
            <p:ph type="subTitle" idx="1"/>
          </p:nvPr>
        </p:nvSpPr>
        <p:spPr>
          <a:xfrm>
            <a:off x="2285500" y="1980100"/>
            <a:ext cx="1952400" cy="8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mpv was sending sound out the wrong HDMI port</a:t>
            </a:r>
            <a:endParaRPr sz="1400"/>
          </a:p>
        </p:txBody>
      </p:sp>
      <p:sp>
        <p:nvSpPr>
          <p:cNvPr id="1784" name="Google Shape;1784;p42"/>
          <p:cNvSpPr txBox="1">
            <a:spLocks noGrp="1"/>
          </p:cNvSpPr>
          <p:nvPr>
            <p:ph type="subTitle" idx="2"/>
          </p:nvPr>
        </p:nvSpPr>
        <p:spPr>
          <a:xfrm>
            <a:off x="2285500" y="1660300"/>
            <a:ext cx="1577100" cy="40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AUDIO ROUTING</a:t>
            </a:r>
            <a:endParaRPr/>
          </a:p>
        </p:txBody>
      </p:sp>
      <p:sp>
        <p:nvSpPr>
          <p:cNvPr id="1785" name="Google Shape;1785;p42"/>
          <p:cNvSpPr txBox="1">
            <a:spLocks noGrp="1"/>
          </p:cNvSpPr>
          <p:nvPr>
            <p:ph type="subTitle" idx="3"/>
          </p:nvPr>
        </p:nvSpPr>
        <p:spPr>
          <a:xfrm>
            <a:off x="4914500" y="1980100"/>
            <a:ext cx="1944000" cy="7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knob changed app and system volume together</a:t>
            </a:r>
            <a:endParaRPr/>
          </a:p>
        </p:txBody>
      </p:sp>
      <p:sp>
        <p:nvSpPr>
          <p:cNvPr id="1786" name="Google Shape;1786;p42"/>
          <p:cNvSpPr txBox="1">
            <a:spLocks noGrp="1"/>
          </p:cNvSpPr>
          <p:nvPr>
            <p:ph type="subTitle" idx="4"/>
          </p:nvPr>
        </p:nvSpPr>
        <p:spPr>
          <a:xfrm>
            <a:off x="5281400" y="1660300"/>
            <a:ext cx="1577100" cy="40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VOLUME CONTROL</a:t>
            </a:r>
            <a:endParaRPr/>
          </a:p>
        </p:txBody>
      </p:sp>
      <p:sp>
        <p:nvSpPr>
          <p:cNvPr id="1787" name="Google Shape;1787;p42"/>
          <p:cNvSpPr txBox="1">
            <a:spLocks noGrp="1"/>
          </p:cNvSpPr>
          <p:nvPr>
            <p:ph type="subTitle" idx="5"/>
          </p:nvPr>
        </p:nvSpPr>
        <p:spPr>
          <a:xfrm>
            <a:off x="2285500" y="3637850"/>
            <a:ext cx="1952400" cy="7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connector latch snapped during repair</a:t>
            </a:r>
            <a:endParaRPr/>
          </a:p>
        </p:txBody>
      </p:sp>
      <p:sp>
        <p:nvSpPr>
          <p:cNvPr id="1788" name="Google Shape;1788;p42"/>
          <p:cNvSpPr txBox="1">
            <a:spLocks noGrp="1"/>
          </p:cNvSpPr>
          <p:nvPr>
            <p:ph type="subTitle" idx="6"/>
          </p:nvPr>
        </p:nvSpPr>
        <p:spPr>
          <a:xfrm>
            <a:off x="2285500" y="3318050"/>
            <a:ext cx="1577100" cy="40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 CONNECTOR</a:t>
            </a:r>
            <a:endParaRPr/>
          </a:p>
        </p:txBody>
      </p:sp>
      <p:sp>
        <p:nvSpPr>
          <p:cNvPr id="1789" name="Google Shape;1789;p42"/>
          <p:cNvSpPr txBox="1">
            <a:spLocks noGrp="1"/>
          </p:cNvSpPr>
          <p:nvPr>
            <p:ph type="subTitle" idx="7"/>
          </p:nvPr>
        </p:nvSpPr>
        <p:spPr>
          <a:xfrm>
            <a:off x="4914400" y="3637850"/>
            <a:ext cx="1944000" cy="8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Joystick hole ended up wider than its screws</a:t>
            </a:r>
            <a:endParaRPr/>
          </a:p>
        </p:txBody>
      </p:sp>
      <p:sp>
        <p:nvSpPr>
          <p:cNvPr id="1790" name="Google Shape;1790;p42"/>
          <p:cNvSpPr txBox="1">
            <a:spLocks noGrp="1"/>
          </p:cNvSpPr>
          <p:nvPr>
            <p:ph type="subTitle" idx="8"/>
          </p:nvPr>
        </p:nvSpPr>
        <p:spPr>
          <a:xfrm>
            <a:off x="5281400" y="3318050"/>
            <a:ext cx="1577100" cy="40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HOLE VS SCREWS</a:t>
            </a:r>
            <a:endParaRPr/>
          </a:p>
        </p:txBody>
      </p:sp>
      <p:grpSp>
        <p:nvGrpSpPr>
          <p:cNvPr id="1791" name="Google Shape;1791;p42"/>
          <p:cNvGrpSpPr/>
          <p:nvPr/>
        </p:nvGrpSpPr>
        <p:grpSpPr>
          <a:xfrm>
            <a:off x="1400886" y="1786627"/>
            <a:ext cx="656609" cy="795542"/>
            <a:chOff x="5480817" y="1464175"/>
            <a:chExt cx="891648" cy="1080312"/>
          </a:xfrm>
        </p:grpSpPr>
        <p:sp>
          <p:nvSpPr>
            <p:cNvPr id="1792" name="Google Shape;1792;p42"/>
            <p:cNvSpPr/>
            <p:nvPr/>
          </p:nvSpPr>
          <p:spPr>
            <a:xfrm>
              <a:off x="5480817" y="1464175"/>
              <a:ext cx="891648" cy="1080312"/>
            </a:xfrm>
            <a:custGeom>
              <a:avLst/>
              <a:gdLst/>
              <a:ahLst/>
              <a:cxnLst/>
              <a:rect l="l" t="t" r="r" b="b"/>
              <a:pathLst>
                <a:path w="38721" h="46914" extrusionOk="0">
                  <a:moveTo>
                    <a:pt x="25806" y="0"/>
                  </a:moveTo>
                  <a:cubicBezTo>
                    <a:pt x="25327" y="0"/>
                    <a:pt x="24876" y="285"/>
                    <a:pt x="24726" y="711"/>
                  </a:cubicBezTo>
                  <a:lnTo>
                    <a:pt x="19775" y="14565"/>
                  </a:lnTo>
                  <a:lnTo>
                    <a:pt x="14448" y="1492"/>
                  </a:lnTo>
                  <a:cubicBezTo>
                    <a:pt x="14247" y="1088"/>
                    <a:pt x="13819" y="811"/>
                    <a:pt x="13399" y="811"/>
                  </a:cubicBezTo>
                  <a:cubicBezTo>
                    <a:pt x="13267" y="811"/>
                    <a:pt x="13135" y="838"/>
                    <a:pt x="13011" y="898"/>
                  </a:cubicBezTo>
                  <a:cubicBezTo>
                    <a:pt x="12418" y="1164"/>
                    <a:pt x="12168" y="1742"/>
                    <a:pt x="12355" y="2335"/>
                  </a:cubicBezTo>
                  <a:lnTo>
                    <a:pt x="17572" y="14893"/>
                  </a:lnTo>
                  <a:cubicBezTo>
                    <a:pt x="8841" y="17299"/>
                    <a:pt x="1" y="33965"/>
                    <a:pt x="3187" y="38526"/>
                  </a:cubicBezTo>
                  <a:cubicBezTo>
                    <a:pt x="4030" y="39697"/>
                    <a:pt x="6108" y="40603"/>
                    <a:pt x="8904" y="41181"/>
                  </a:cubicBezTo>
                  <a:lnTo>
                    <a:pt x="7545" y="46398"/>
                  </a:lnTo>
                  <a:cubicBezTo>
                    <a:pt x="7482" y="46648"/>
                    <a:pt x="7670" y="46913"/>
                    <a:pt x="7998" y="46913"/>
                  </a:cubicBezTo>
                  <a:lnTo>
                    <a:pt x="9685" y="46913"/>
                  </a:lnTo>
                  <a:cubicBezTo>
                    <a:pt x="10013" y="46913"/>
                    <a:pt x="10341" y="46648"/>
                    <a:pt x="10403" y="46398"/>
                  </a:cubicBezTo>
                  <a:cubicBezTo>
                    <a:pt x="10403" y="46398"/>
                    <a:pt x="11246" y="43211"/>
                    <a:pt x="11637" y="41649"/>
                  </a:cubicBezTo>
                  <a:cubicBezTo>
                    <a:pt x="13881" y="41915"/>
                    <a:pt x="16354" y="42045"/>
                    <a:pt x="18847" y="42045"/>
                  </a:cubicBezTo>
                  <a:cubicBezTo>
                    <a:pt x="21786" y="42045"/>
                    <a:pt x="24752" y="41864"/>
                    <a:pt x="27397" y="41509"/>
                  </a:cubicBezTo>
                  <a:cubicBezTo>
                    <a:pt x="27787" y="43071"/>
                    <a:pt x="28631" y="46398"/>
                    <a:pt x="28631" y="46398"/>
                  </a:cubicBezTo>
                  <a:cubicBezTo>
                    <a:pt x="28693" y="46648"/>
                    <a:pt x="29021" y="46913"/>
                    <a:pt x="29349" y="46913"/>
                  </a:cubicBezTo>
                  <a:lnTo>
                    <a:pt x="31036" y="46913"/>
                  </a:lnTo>
                  <a:cubicBezTo>
                    <a:pt x="31364" y="46913"/>
                    <a:pt x="31552" y="46648"/>
                    <a:pt x="31489" y="46398"/>
                  </a:cubicBezTo>
                  <a:lnTo>
                    <a:pt x="30130" y="41181"/>
                  </a:lnTo>
                  <a:cubicBezTo>
                    <a:pt x="30130" y="41118"/>
                    <a:pt x="30130" y="41118"/>
                    <a:pt x="30068" y="41056"/>
                  </a:cubicBezTo>
                  <a:cubicBezTo>
                    <a:pt x="33051" y="40400"/>
                    <a:pt x="35269" y="39494"/>
                    <a:pt x="36050" y="38260"/>
                  </a:cubicBezTo>
                  <a:cubicBezTo>
                    <a:pt x="38721" y="33902"/>
                    <a:pt x="30521" y="17689"/>
                    <a:pt x="21993" y="15018"/>
                  </a:cubicBezTo>
                  <a:lnTo>
                    <a:pt x="26803" y="1492"/>
                  </a:lnTo>
                  <a:cubicBezTo>
                    <a:pt x="27006" y="898"/>
                    <a:pt x="26678" y="258"/>
                    <a:pt x="26163" y="55"/>
                  </a:cubicBezTo>
                  <a:cubicBezTo>
                    <a:pt x="26045" y="18"/>
                    <a:pt x="25925" y="0"/>
                    <a:pt x="258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2"/>
            <p:cNvSpPr/>
            <p:nvPr/>
          </p:nvSpPr>
          <p:spPr>
            <a:xfrm>
              <a:off x="5727914" y="2297327"/>
              <a:ext cx="78063" cy="77718"/>
            </a:xfrm>
            <a:custGeom>
              <a:avLst/>
              <a:gdLst/>
              <a:ahLst/>
              <a:cxnLst/>
              <a:rect l="l" t="t" r="r" b="b"/>
              <a:pathLst>
                <a:path w="3390" h="3375" extrusionOk="0">
                  <a:moveTo>
                    <a:pt x="1687" y="1"/>
                  </a:moveTo>
                  <a:cubicBezTo>
                    <a:pt x="781" y="1"/>
                    <a:pt x="0" y="782"/>
                    <a:pt x="0" y="1687"/>
                  </a:cubicBezTo>
                  <a:cubicBezTo>
                    <a:pt x="0" y="2656"/>
                    <a:pt x="781" y="3374"/>
                    <a:pt x="1687" y="3374"/>
                  </a:cubicBezTo>
                  <a:cubicBezTo>
                    <a:pt x="2671" y="3374"/>
                    <a:pt x="3389" y="2656"/>
                    <a:pt x="3389" y="1687"/>
                  </a:cubicBezTo>
                  <a:cubicBezTo>
                    <a:pt x="3389" y="782"/>
                    <a:pt x="2671" y="1"/>
                    <a:pt x="16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2"/>
            <p:cNvSpPr/>
            <p:nvPr/>
          </p:nvSpPr>
          <p:spPr>
            <a:xfrm>
              <a:off x="5832915" y="2297327"/>
              <a:ext cx="77718" cy="77718"/>
            </a:xfrm>
            <a:custGeom>
              <a:avLst/>
              <a:gdLst/>
              <a:ahLst/>
              <a:cxnLst/>
              <a:rect l="l" t="t" r="r" b="b"/>
              <a:pathLst>
                <a:path w="3375" h="3375" extrusionOk="0">
                  <a:moveTo>
                    <a:pt x="1688" y="1"/>
                  </a:moveTo>
                  <a:cubicBezTo>
                    <a:pt x="719" y="1"/>
                    <a:pt x="1" y="782"/>
                    <a:pt x="1" y="1687"/>
                  </a:cubicBezTo>
                  <a:cubicBezTo>
                    <a:pt x="1" y="2656"/>
                    <a:pt x="719" y="3374"/>
                    <a:pt x="1688" y="3374"/>
                  </a:cubicBezTo>
                  <a:cubicBezTo>
                    <a:pt x="2594" y="3374"/>
                    <a:pt x="3375" y="2656"/>
                    <a:pt x="3375" y="1687"/>
                  </a:cubicBezTo>
                  <a:cubicBezTo>
                    <a:pt x="3375" y="782"/>
                    <a:pt x="2594" y="1"/>
                    <a:pt x="16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2"/>
            <p:cNvSpPr/>
            <p:nvPr/>
          </p:nvSpPr>
          <p:spPr>
            <a:xfrm>
              <a:off x="5963129" y="2297327"/>
              <a:ext cx="78063" cy="77718"/>
            </a:xfrm>
            <a:custGeom>
              <a:avLst/>
              <a:gdLst/>
              <a:ahLst/>
              <a:cxnLst/>
              <a:rect l="l" t="t" r="r" b="b"/>
              <a:pathLst>
                <a:path w="3390" h="3375" extrusionOk="0">
                  <a:moveTo>
                    <a:pt x="1703" y="1"/>
                  </a:moveTo>
                  <a:cubicBezTo>
                    <a:pt x="781" y="1"/>
                    <a:pt x="0" y="782"/>
                    <a:pt x="0" y="1687"/>
                  </a:cubicBezTo>
                  <a:cubicBezTo>
                    <a:pt x="0" y="2656"/>
                    <a:pt x="781" y="3374"/>
                    <a:pt x="1703" y="3374"/>
                  </a:cubicBezTo>
                  <a:cubicBezTo>
                    <a:pt x="2671" y="3374"/>
                    <a:pt x="3389" y="2656"/>
                    <a:pt x="3389" y="1687"/>
                  </a:cubicBezTo>
                  <a:cubicBezTo>
                    <a:pt x="3389" y="782"/>
                    <a:pt x="2671" y="1"/>
                    <a:pt x="1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2"/>
            <p:cNvSpPr/>
            <p:nvPr/>
          </p:nvSpPr>
          <p:spPr>
            <a:xfrm>
              <a:off x="6068130" y="2297327"/>
              <a:ext cx="78086" cy="77718"/>
            </a:xfrm>
            <a:custGeom>
              <a:avLst/>
              <a:gdLst/>
              <a:ahLst/>
              <a:cxnLst/>
              <a:rect l="l" t="t" r="r" b="b"/>
              <a:pathLst>
                <a:path w="3391" h="3375" extrusionOk="0">
                  <a:moveTo>
                    <a:pt x="1688" y="1"/>
                  </a:moveTo>
                  <a:cubicBezTo>
                    <a:pt x="719" y="1"/>
                    <a:pt x="1" y="782"/>
                    <a:pt x="1" y="1687"/>
                  </a:cubicBezTo>
                  <a:cubicBezTo>
                    <a:pt x="1" y="2656"/>
                    <a:pt x="719" y="3374"/>
                    <a:pt x="1688" y="3374"/>
                  </a:cubicBezTo>
                  <a:cubicBezTo>
                    <a:pt x="2609" y="3374"/>
                    <a:pt x="3390" y="2656"/>
                    <a:pt x="3390" y="1687"/>
                  </a:cubicBezTo>
                  <a:cubicBezTo>
                    <a:pt x="3390" y="782"/>
                    <a:pt x="2609" y="1"/>
                    <a:pt x="16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42"/>
            <p:cNvSpPr/>
            <p:nvPr/>
          </p:nvSpPr>
          <p:spPr>
            <a:xfrm>
              <a:off x="5642670" y="1862491"/>
              <a:ext cx="588813" cy="396165"/>
            </a:xfrm>
            <a:custGeom>
              <a:avLst/>
              <a:gdLst/>
              <a:ahLst/>
              <a:cxnLst/>
              <a:rect l="l" t="t" r="r" b="b"/>
              <a:pathLst>
                <a:path w="25570" h="17204" extrusionOk="0">
                  <a:moveTo>
                    <a:pt x="12683" y="1"/>
                  </a:moveTo>
                  <a:cubicBezTo>
                    <a:pt x="7482" y="1"/>
                    <a:pt x="0" y="11325"/>
                    <a:pt x="2343" y="14714"/>
                  </a:cubicBezTo>
                  <a:cubicBezTo>
                    <a:pt x="3533" y="16391"/>
                    <a:pt x="8244" y="17204"/>
                    <a:pt x="12944" y="17204"/>
                  </a:cubicBezTo>
                  <a:cubicBezTo>
                    <a:pt x="17745" y="17204"/>
                    <a:pt x="22536" y="16356"/>
                    <a:pt x="23554" y="14714"/>
                  </a:cubicBezTo>
                  <a:cubicBezTo>
                    <a:pt x="25569" y="11387"/>
                    <a:pt x="17884" y="1"/>
                    <a:pt x="126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8" name="Google Shape;1798;p42"/>
          <p:cNvGrpSpPr/>
          <p:nvPr/>
        </p:nvGrpSpPr>
        <p:grpSpPr>
          <a:xfrm>
            <a:off x="7121559" y="1786625"/>
            <a:ext cx="624931" cy="795549"/>
            <a:chOff x="1302975" y="1786625"/>
            <a:chExt cx="624931" cy="795549"/>
          </a:xfrm>
        </p:grpSpPr>
        <p:grpSp>
          <p:nvGrpSpPr>
            <p:cNvPr id="1799" name="Google Shape;1799;p42"/>
            <p:cNvGrpSpPr/>
            <p:nvPr/>
          </p:nvGrpSpPr>
          <p:grpSpPr>
            <a:xfrm>
              <a:off x="1302975" y="1786625"/>
              <a:ext cx="624931" cy="795549"/>
              <a:chOff x="1302975" y="1786625"/>
              <a:chExt cx="624931" cy="795549"/>
            </a:xfrm>
          </p:grpSpPr>
          <p:sp>
            <p:nvSpPr>
              <p:cNvPr id="1800" name="Google Shape;1800;p42"/>
              <p:cNvSpPr/>
              <p:nvPr/>
            </p:nvSpPr>
            <p:spPr>
              <a:xfrm>
                <a:off x="1387703" y="1786625"/>
                <a:ext cx="389918" cy="265969"/>
              </a:xfrm>
              <a:custGeom>
                <a:avLst/>
                <a:gdLst/>
                <a:ahLst/>
                <a:cxnLst/>
                <a:rect l="l" t="t" r="r" b="b"/>
                <a:pathLst>
                  <a:path w="21275" h="14512" extrusionOk="0">
                    <a:moveTo>
                      <a:pt x="19775" y="1"/>
                    </a:moveTo>
                    <a:cubicBezTo>
                      <a:pt x="18869" y="1"/>
                      <a:pt x="18213" y="641"/>
                      <a:pt x="18213" y="1500"/>
                    </a:cubicBezTo>
                    <a:cubicBezTo>
                      <a:pt x="18213" y="1813"/>
                      <a:pt x="18275" y="2141"/>
                      <a:pt x="18478" y="2406"/>
                    </a:cubicBezTo>
                    <a:lnTo>
                      <a:pt x="12356" y="10669"/>
                    </a:lnTo>
                    <a:cubicBezTo>
                      <a:pt x="11903" y="10669"/>
                      <a:pt x="11450" y="10606"/>
                      <a:pt x="10997" y="10606"/>
                    </a:cubicBezTo>
                    <a:cubicBezTo>
                      <a:pt x="10794" y="10606"/>
                      <a:pt x="10606" y="10606"/>
                      <a:pt x="10466" y="10669"/>
                    </a:cubicBezTo>
                    <a:lnTo>
                      <a:pt x="3046" y="3453"/>
                    </a:lnTo>
                    <a:lnTo>
                      <a:pt x="3046" y="3312"/>
                    </a:lnTo>
                    <a:cubicBezTo>
                      <a:pt x="3046" y="2469"/>
                      <a:pt x="2406" y="1750"/>
                      <a:pt x="1563" y="1750"/>
                    </a:cubicBezTo>
                    <a:cubicBezTo>
                      <a:pt x="641" y="1750"/>
                      <a:pt x="1" y="2469"/>
                      <a:pt x="1" y="3312"/>
                    </a:cubicBezTo>
                    <a:cubicBezTo>
                      <a:pt x="1" y="4156"/>
                      <a:pt x="641" y="4874"/>
                      <a:pt x="1563" y="4874"/>
                    </a:cubicBezTo>
                    <a:cubicBezTo>
                      <a:pt x="1625" y="4874"/>
                      <a:pt x="1688" y="4874"/>
                      <a:pt x="1750" y="4812"/>
                    </a:cubicBezTo>
                    <a:lnTo>
                      <a:pt x="8263" y="10872"/>
                    </a:lnTo>
                    <a:cubicBezTo>
                      <a:pt x="5858" y="11325"/>
                      <a:pt x="4218" y="12293"/>
                      <a:pt x="4218" y="13402"/>
                    </a:cubicBezTo>
                    <a:cubicBezTo>
                      <a:pt x="4218" y="14183"/>
                      <a:pt x="4983" y="14378"/>
                      <a:pt x="6213" y="14378"/>
                    </a:cubicBezTo>
                    <a:cubicBezTo>
                      <a:pt x="7443" y="14378"/>
                      <a:pt x="9138" y="14183"/>
                      <a:pt x="10997" y="14183"/>
                    </a:cubicBezTo>
                    <a:lnTo>
                      <a:pt x="11778" y="14183"/>
                    </a:lnTo>
                    <a:lnTo>
                      <a:pt x="12168" y="14511"/>
                    </a:lnTo>
                    <a:lnTo>
                      <a:pt x="12356" y="14246"/>
                    </a:lnTo>
                    <a:cubicBezTo>
                      <a:pt x="13655" y="14304"/>
                      <a:pt x="14819" y="14406"/>
                      <a:pt x="15735" y="14406"/>
                    </a:cubicBezTo>
                    <a:cubicBezTo>
                      <a:pt x="17023" y="14406"/>
                      <a:pt x="17822" y="14205"/>
                      <a:pt x="17822" y="13402"/>
                    </a:cubicBezTo>
                    <a:cubicBezTo>
                      <a:pt x="17822" y="12434"/>
                      <a:pt x="16526" y="11512"/>
                      <a:pt x="14636" y="11059"/>
                    </a:cubicBezTo>
                    <a:lnTo>
                      <a:pt x="20306" y="2922"/>
                    </a:lnTo>
                    <a:cubicBezTo>
                      <a:pt x="20884" y="2734"/>
                      <a:pt x="21274" y="2141"/>
                      <a:pt x="21274" y="1500"/>
                    </a:cubicBezTo>
                    <a:cubicBezTo>
                      <a:pt x="21274" y="641"/>
                      <a:pt x="20618" y="1"/>
                      <a:pt x="197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42"/>
              <p:cNvSpPr/>
              <p:nvPr/>
            </p:nvSpPr>
            <p:spPr>
              <a:xfrm>
                <a:off x="1302975" y="2014487"/>
                <a:ext cx="624931" cy="491250"/>
              </a:xfrm>
              <a:custGeom>
                <a:avLst/>
                <a:gdLst/>
                <a:ahLst/>
                <a:cxnLst/>
                <a:rect l="l" t="t" r="r" b="b"/>
                <a:pathLst>
                  <a:path w="34098" h="26804" extrusionOk="0">
                    <a:moveTo>
                      <a:pt x="17041" y="1"/>
                    </a:moveTo>
                    <a:cubicBezTo>
                      <a:pt x="0" y="1"/>
                      <a:pt x="0" y="6046"/>
                      <a:pt x="0" y="13402"/>
                    </a:cubicBezTo>
                    <a:cubicBezTo>
                      <a:pt x="0" y="20822"/>
                      <a:pt x="3249" y="26804"/>
                      <a:pt x="17041" y="26804"/>
                    </a:cubicBezTo>
                    <a:cubicBezTo>
                      <a:pt x="30786" y="26804"/>
                      <a:pt x="34097" y="20822"/>
                      <a:pt x="34097" y="13402"/>
                    </a:cubicBezTo>
                    <a:cubicBezTo>
                      <a:pt x="34097" y="6046"/>
                      <a:pt x="34097" y="1"/>
                      <a:pt x="170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42"/>
              <p:cNvSpPr/>
              <p:nvPr/>
            </p:nvSpPr>
            <p:spPr>
              <a:xfrm>
                <a:off x="1386274" y="2468782"/>
                <a:ext cx="81026" cy="113392"/>
              </a:xfrm>
              <a:custGeom>
                <a:avLst/>
                <a:gdLst/>
                <a:ahLst/>
                <a:cxnLst/>
                <a:rect l="l" t="t" r="r" b="b"/>
                <a:pathLst>
                  <a:path w="4421" h="6187" extrusionOk="0">
                    <a:moveTo>
                      <a:pt x="4375" y="0"/>
                    </a:moveTo>
                    <a:lnTo>
                      <a:pt x="4375" y="0"/>
                    </a:lnTo>
                    <a:cubicBezTo>
                      <a:pt x="4375" y="0"/>
                      <a:pt x="4374" y="1"/>
                      <a:pt x="4374" y="1"/>
                    </a:cubicBezTo>
                    <a:cubicBezTo>
                      <a:pt x="4296" y="126"/>
                      <a:pt x="4046" y="204"/>
                      <a:pt x="3718" y="204"/>
                    </a:cubicBezTo>
                    <a:lnTo>
                      <a:pt x="2094" y="204"/>
                    </a:lnTo>
                    <a:cubicBezTo>
                      <a:pt x="1766" y="204"/>
                      <a:pt x="1563" y="63"/>
                      <a:pt x="1563" y="1"/>
                    </a:cubicBezTo>
                    <a:cubicBezTo>
                      <a:pt x="1563" y="1"/>
                      <a:pt x="1500" y="204"/>
                      <a:pt x="1438" y="516"/>
                    </a:cubicBezTo>
                    <a:lnTo>
                      <a:pt x="79" y="5671"/>
                    </a:lnTo>
                    <a:cubicBezTo>
                      <a:pt x="1" y="5921"/>
                      <a:pt x="204" y="6186"/>
                      <a:pt x="469" y="6186"/>
                    </a:cubicBezTo>
                    <a:lnTo>
                      <a:pt x="2219" y="6186"/>
                    </a:lnTo>
                    <a:cubicBezTo>
                      <a:pt x="2547" y="6186"/>
                      <a:pt x="2812" y="5983"/>
                      <a:pt x="2937" y="5671"/>
                    </a:cubicBezTo>
                    <a:cubicBezTo>
                      <a:pt x="2937" y="5671"/>
                      <a:pt x="4420" y="0"/>
                      <a:pt x="43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42"/>
              <p:cNvSpPr/>
              <p:nvPr/>
            </p:nvSpPr>
            <p:spPr>
              <a:xfrm>
                <a:off x="1746980" y="2468782"/>
                <a:ext cx="80733" cy="113392"/>
              </a:xfrm>
              <a:custGeom>
                <a:avLst/>
                <a:gdLst/>
                <a:ahLst/>
                <a:cxnLst/>
                <a:rect l="l" t="t" r="r" b="b"/>
                <a:pathLst>
                  <a:path w="4405" h="6187" extrusionOk="0">
                    <a:moveTo>
                      <a:pt x="46" y="0"/>
                    </a:moveTo>
                    <a:lnTo>
                      <a:pt x="46" y="0"/>
                    </a:lnTo>
                    <a:cubicBezTo>
                      <a:pt x="1" y="0"/>
                      <a:pt x="1484" y="5671"/>
                      <a:pt x="1484" y="5671"/>
                    </a:cubicBezTo>
                    <a:cubicBezTo>
                      <a:pt x="1546" y="5983"/>
                      <a:pt x="1874" y="6186"/>
                      <a:pt x="2187" y="6186"/>
                    </a:cubicBezTo>
                    <a:lnTo>
                      <a:pt x="3889" y="6186"/>
                    </a:lnTo>
                    <a:cubicBezTo>
                      <a:pt x="4217" y="6186"/>
                      <a:pt x="4405" y="5921"/>
                      <a:pt x="4280" y="5671"/>
                    </a:cubicBezTo>
                    <a:lnTo>
                      <a:pt x="2968" y="516"/>
                    </a:lnTo>
                    <a:cubicBezTo>
                      <a:pt x="2905" y="204"/>
                      <a:pt x="2843" y="1"/>
                      <a:pt x="2843" y="1"/>
                    </a:cubicBezTo>
                    <a:cubicBezTo>
                      <a:pt x="2843" y="63"/>
                      <a:pt x="2577" y="204"/>
                      <a:pt x="2327" y="204"/>
                    </a:cubicBezTo>
                    <a:lnTo>
                      <a:pt x="625" y="204"/>
                    </a:lnTo>
                    <a:cubicBezTo>
                      <a:pt x="375" y="204"/>
                      <a:pt x="47" y="126"/>
                      <a:pt x="47" y="1"/>
                    </a:cubicBezTo>
                    <a:cubicBezTo>
                      <a:pt x="46" y="1"/>
                      <a:pt x="46" y="0"/>
                      <a:pt x="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04" name="Google Shape;1804;p42"/>
            <p:cNvSpPr/>
            <p:nvPr/>
          </p:nvSpPr>
          <p:spPr>
            <a:xfrm>
              <a:off x="1370824" y="2068021"/>
              <a:ext cx="489234" cy="384181"/>
            </a:xfrm>
            <a:custGeom>
              <a:avLst/>
              <a:gdLst/>
              <a:ahLst/>
              <a:cxnLst/>
              <a:rect l="l" t="t" r="r" b="b"/>
              <a:pathLst>
                <a:path w="26694" h="20962" extrusionOk="0">
                  <a:moveTo>
                    <a:pt x="13339" y="1"/>
                  </a:moveTo>
                  <a:cubicBezTo>
                    <a:pt x="0" y="1"/>
                    <a:pt x="0" y="4687"/>
                    <a:pt x="0" y="10481"/>
                  </a:cubicBezTo>
                  <a:cubicBezTo>
                    <a:pt x="0" y="16276"/>
                    <a:pt x="2609" y="20962"/>
                    <a:pt x="13339" y="20962"/>
                  </a:cubicBezTo>
                  <a:cubicBezTo>
                    <a:pt x="24085" y="20962"/>
                    <a:pt x="26694" y="16276"/>
                    <a:pt x="26694" y="10481"/>
                  </a:cubicBezTo>
                  <a:cubicBezTo>
                    <a:pt x="26694" y="4687"/>
                    <a:pt x="26694" y="1"/>
                    <a:pt x="133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5" name="Google Shape;1805;p42"/>
          <p:cNvGrpSpPr/>
          <p:nvPr/>
        </p:nvGrpSpPr>
        <p:grpSpPr>
          <a:xfrm>
            <a:off x="1480647" y="3444570"/>
            <a:ext cx="540565" cy="795545"/>
            <a:chOff x="1477075" y="1786625"/>
            <a:chExt cx="540565" cy="795545"/>
          </a:xfrm>
        </p:grpSpPr>
        <p:sp>
          <p:nvSpPr>
            <p:cNvPr id="1806" name="Google Shape;1806;p42"/>
            <p:cNvSpPr/>
            <p:nvPr/>
          </p:nvSpPr>
          <p:spPr>
            <a:xfrm>
              <a:off x="1620864" y="2426592"/>
              <a:ext cx="244584" cy="155577"/>
            </a:xfrm>
            <a:custGeom>
              <a:avLst/>
              <a:gdLst/>
              <a:ahLst/>
              <a:cxnLst/>
              <a:rect l="l" t="t" r="r" b="b"/>
              <a:pathLst>
                <a:path w="13605" h="8654" extrusionOk="0">
                  <a:moveTo>
                    <a:pt x="4686" y="0"/>
                  </a:moveTo>
                  <a:lnTo>
                    <a:pt x="4686" y="5857"/>
                  </a:lnTo>
                  <a:lnTo>
                    <a:pt x="1890" y="5857"/>
                  </a:lnTo>
                  <a:cubicBezTo>
                    <a:pt x="843" y="5857"/>
                    <a:pt x="0" y="6498"/>
                    <a:pt x="0" y="7279"/>
                  </a:cubicBezTo>
                  <a:cubicBezTo>
                    <a:pt x="0" y="7997"/>
                    <a:pt x="843" y="8653"/>
                    <a:pt x="1890" y="8653"/>
                  </a:cubicBezTo>
                  <a:lnTo>
                    <a:pt x="11715" y="8653"/>
                  </a:lnTo>
                  <a:cubicBezTo>
                    <a:pt x="12761" y="8653"/>
                    <a:pt x="13605" y="7997"/>
                    <a:pt x="13605" y="7279"/>
                  </a:cubicBezTo>
                  <a:cubicBezTo>
                    <a:pt x="13605" y="6498"/>
                    <a:pt x="12761" y="5857"/>
                    <a:pt x="11715" y="5857"/>
                  </a:cubicBezTo>
                  <a:lnTo>
                    <a:pt x="8856" y="5857"/>
                  </a:lnTo>
                  <a:lnTo>
                    <a:pt x="8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2"/>
            <p:cNvSpPr/>
            <p:nvPr/>
          </p:nvSpPr>
          <p:spPr>
            <a:xfrm>
              <a:off x="1477075" y="2060414"/>
              <a:ext cx="540565" cy="431604"/>
            </a:xfrm>
            <a:custGeom>
              <a:avLst/>
              <a:gdLst/>
              <a:ahLst/>
              <a:cxnLst/>
              <a:rect l="l" t="t" r="r" b="b"/>
              <a:pathLst>
                <a:path w="30069" h="24008" extrusionOk="0">
                  <a:moveTo>
                    <a:pt x="3062" y="0"/>
                  </a:moveTo>
                  <a:cubicBezTo>
                    <a:pt x="1688" y="0"/>
                    <a:pt x="844" y="1031"/>
                    <a:pt x="579" y="2468"/>
                  </a:cubicBezTo>
                  <a:cubicBezTo>
                    <a:pt x="329" y="3827"/>
                    <a:pt x="1" y="4358"/>
                    <a:pt x="1" y="12230"/>
                  </a:cubicBezTo>
                  <a:cubicBezTo>
                    <a:pt x="1" y="20102"/>
                    <a:pt x="391" y="20368"/>
                    <a:pt x="579" y="21602"/>
                  </a:cubicBezTo>
                  <a:cubicBezTo>
                    <a:pt x="844" y="22773"/>
                    <a:pt x="1688" y="24007"/>
                    <a:pt x="3062" y="24007"/>
                  </a:cubicBezTo>
                  <a:lnTo>
                    <a:pt x="27069" y="24007"/>
                  </a:lnTo>
                  <a:cubicBezTo>
                    <a:pt x="28444" y="24007"/>
                    <a:pt x="29287" y="22773"/>
                    <a:pt x="29537" y="21602"/>
                  </a:cubicBezTo>
                  <a:cubicBezTo>
                    <a:pt x="29740" y="20368"/>
                    <a:pt x="30068" y="20102"/>
                    <a:pt x="30068" y="12230"/>
                  </a:cubicBezTo>
                  <a:cubicBezTo>
                    <a:pt x="30068" y="4358"/>
                    <a:pt x="29803" y="3827"/>
                    <a:pt x="29537" y="2468"/>
                  </a:cubicBezTo>
                  <a:cubicBezTo>
                    <a:pt x="29225" y="1031"/>
                    <a:pt x="28444" y="0"/>
                    <a:pt x="270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2"/>
            <p:cNvSpPr/>
            <p:nvPr/>
          </p:nvSpPr>
          <p:spPr>
            <a:xfrm>
              <a:off x="1618617" y="2014642"/>
              <a:ext cx="244584" cy="67829"/>
            </a:xfrm>
            <a:custGeom>
              <a:avLst/>
              <a:gdLst/>
              <a:ahLst/>
              <a:cxnLst/>
              <a:rect l="l" t="t" r="r" b="b"/>
              <a:pathLst>
                <a:path w="13605" h="3773" extrusionOk="0">
                  <a:moveTo>
                    <a:pt x="6763" y="0"/>
                  </a:moveTo>
                  <a:cubicBezTo>
                    <a:pt x="2999" y="0"/>
                    <a:pt x="0" y="1297"/>
                    <a:pt x="0" y="2796"/>
                  </a:cubicBezTo>
                  <a:cubicBezTo>
                    <a:pt x="0" y="3577"/>
                    <a:pt x="750" y="3772"/>
                    <a:pt x="1970" y="3772"/>
                  </a:cubicBezTo>
                  <a:cubicBezTo>
                    <a:pt x="3190" y="3772"/>
                    <a:pt x="4881" y="3577"/>
                    <a:pt x="6763" y="3577"/>
                  </a:cubicBezTo>
                  <a:cubicBezTo>
                    <a:pt x="8653" y="3577"/>
                    <a:pt x="10364" y="3772"/>
                    <a:pt x="11601" y="3772"/>
                  </a:cubicBezTo>
                  <a:cubicBezTo>
                    <a:pt x="12839" y="3772"/>
                    <a:pt x="13605" y="3577"/>
                    <a:pt x="13605" y="2796"/>
                  </a:cubicBezTo>
                  <a:cubicBezTo>
                    <a:pt x="13605" y="1297"/>
                    <a:pt x="10543" y="0"/>
                    <a:pt x="67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42"/>
            <p:cNvSpPr/>
            <p:nvPr/>
          </p:nvSpPr>
          <p:spPr>
            <a:xfrm>
              <a:off x="1542515" y="1786625"/>
              <a:ext cx="307775" cy="299343"/>
            </a:xfrm>
            <a:custGeom>
              <a:avLst/>
              <a:gdLst/>
              <a:ahLst/>
              <a:cxnLst/>
              <a:rect l="l" t="t" r="r" b="b"/>
              <a:pathLst>
                <a:path w="17120" h="16651" extrusionOk="0">
                  <a:moveTo>
                    <a:pt x="15620" y="0"/>
                  </a:moveTo>
                  <a:cubicBezTo>
                    <a:pt x="14776" y="0"/>
                    <a:pt x="14058" y="703"/>
                    <a:pt x="14058" y="1562"/>
                  </a:cubicBezTo>
                  <a:cubicBezTo>
                    <a:pt x="14058" y="1875"/>
                    <a:pt x="14183" y="2203"/>
                    <a:pt x="14323" y="2468"/>
                  </a:cubicBezTo>
                  <a:lnTo>
                    <a:pt x="11199" y="13074"/>
                  </a:lnTo>
                  <a:lnTo>
                    <a:pt x="3062" y="5530"/>
                  </a:lnTo>
                  <a:lnTo>
                    <a:pt x="3062" y="5389"/>
                  </a:lnTo>
                  <a:cubicBezTo>
                    <a:pt x="3062" y="4546"/>
                    <a:pt x="2343" y="3905"/>
                    <a:pt x="1500" y="3905"/>
                  </a:cubicBezTo>
                  <a:cubicBezTo>
                    <a:pt x="656" y="3905"/>
                    <a:pt x="0" y="4546"/>
                    <a:pt x="0" y="5389"/>
                  </a:cubicBezTo>
                  <a:cubicBezTo>
                    <a:pt x="0" y="6248"/>
                    <a:pt x="656" y="6951"/>
                    <a:pt x="1500" y="6951"/>
                  </a:cubicBezTo>
                  <a:lnTo>
                    <a:pt x="1765" y="6951"/>
                  </a:lnTo>
                  <a:lnTo>
                    <a:pt x="12168" y="16651"/>
                  </a:lnTo>
                  <a:lnTo>
                    <a:pt x="16213" y="2984"/>
                  </a:lnTo>
                  <a:cubicBezTo>
                    <a:pt x="16729" y="2734"/>
                    <a:pt x="17119" y="2203"/>
                    <a:pt x="17119" y="1562"/>
                  </a:cubicBezTo>
                  <a:cubicBezTo>
                    <a:pt x="17119" y="703"/>
                    <a:pt x="16463" y="0"/>
                    <a:pt x="1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42"/>
            <p:cNvSpPr/>
            <p:nvPr/>
          </p:nvSpPr>
          <p:spPr>
            <a:xfrm>
              <a:off x="1534371" y="2105899"/>
              <a:ext cx="425977" cy="340620"/>
            </a:xfrm>
            <a:custGeom>
              <a:avLst/>
              <a:gdLst/>
              <a:ahLst/>
              <a:cxnLst/>
              <a:rect l="l" t="t" r="r" b="b"/>
              <a:pathLst>
                <a:path w="23695" h="18947" extrusionOk="0">
                  <a:moveTo>
                    <a:pt x="2406" y="1"/>
                  </a:moveTo>
                  <a:cubicBezTo>
                    <a:pt x="1359" y="1"/>
                    <a:pt x="719" y="844"/>
                    <a:pt x="453" y="1953"/>
                  </a:cubicBezTo>
                  <a:cubicBezTo>
                    <a:pt x="266" y="3062"/>
                    <a:pt x="0" y="3453"/>
                    <a:pt x="0" y="9638"/>
                  </a:cubicBezTo>
                  <a:cubicBezTo>
                    <a:pt x="0" y="15823"/>
                    <a:pt x="328" y="16073"/>
                    <a:pt x="453" y="16995"/>
                  </a:cubicBezTo>
                  <a:cubicBezTo>
                    <a:pt x="656" y="17963"/>
                    <a:pt x="1359" y="18947"/>
                    <a:pt x="2406" y="18947"/>
                  </a:cubicBezTo>
                  <a:lnTo>
                    <a:pt x="21352" y="18947"/>
                  </a:lnTo>
                  <a:cubicBezTo>
                    <a:pt x="22383" y="18947"/>
                    <a:pt x="23101" y="17963"/>
                    <a:pt x="23226" y="16995"/>
                  </a:cubicBezTo>
                  <a:cubicBezTo>
                    <a:pt x="23429" y="16073"/>
                    <a:pt x="23695" y="15823"/>
                    <a:pt x="23695" y="9638"/>
                  </a:cubicBezTo>
                  <a:cubicBezTo>
                    <a:pt x="23695" y="3453"/>
                    <a:pt x="23492" y="3062"/>
                    <a:pt x="23226" y="1953"/>
                  </a:cubicBezTo>
                  <a:cubicBezTo>
                    <a:pt x="23039" y="844"/>
                    <a:pt x="22383" y="1"/>
                    <a:pt x="213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1" name="Google Shape;1811;p42"/>
          <p:cNvGrpSpPr/>
          <p:nvPr/>
        </p:nvGrpSpPr>
        <p:grpSpPr>
          <a:xfrm>
            <a:off x="7121550" y="3444200"/>
            <a:ext cx="663143" cy="795556"/>
            <a:chOff x="7121550" y="3444200"/>
            <a:chExt cx="663143" cy="795556"/>
          </a:xfrm>
        </p:grpSpPr>
        <p:sp>
          <p:nvSpPr>
            <p:cNvPr id="1812" name="Google Shape;1812;p42"/>
            <p:cNvSpPr/>
            <p:nvPr/>
          </p:nvSpPr>
          <p:spPr>
            <a:xfrm>
              <a:off x="7121550" y="3444200"/>
              <a:ext cx="663143" cy="691486"/>
            </a:xfrm>
            <a:custGeom>
              <a:avLst/>
              <a:gdLst/>
              <a:ahLst/>
              <a:cxnLst/>
              <a:rect l="l" t="t" r="r" b="b"/>
              <a:pathLst>
                <a:path w="33645" h="35083" extrusionOk="0">
                  <a:moveTo>
                    <a:pt x="17901" y="1"/>
                  </a:moveTo>
                  <a:cubicBezTo>
                    <a:pt x="17057" y="1"/>
                    <a:pt x="16401" y="719"/>
                    <a:pt x="16401" y="1563"/>
                  </a:cubicBezTo>
                  <a:cubicBezTo>
                    <a:pt x="16401" y="1891"/>
                    <a:pt x="16464" y="2219"/>
                    <a:pt x="16667" y="2406"/>
                  </a:cubicBezTo>
                  <a:lnTo>
                    <a:pt x="13605" y="12699"/>
                  </a:lnTo>
                  <a:lnTo>
                    <a:pt x="13090" y="12699"/>
                  </a:lnTo>
                  <a:lnTo>
                    <a:pt x="5405" y="5468"/>
                  </a:lnTo>
                  <a:lnTo>
                    <a:pt x="5405" y="5405"/>
                  </a:lnTo>
                  <a:cubicBezTo>
                    <a:pt x="5405" y="4562"/>
                    <a:pt x="4687" y="3843"/>
                    <a:pt x="3843" y="3843"/>
                  </a:cubicBezTo>
                  <a:cubicBezTo>
                    <a:pt x="3000" y="3843"/>
                    <a:pt x="2281" y="4562"/>
                    <a:pt x="2281" y="5405"/>
                  </a:cubicBezTo>
                  <a:cubicBezTo>
                    <a:pt x="2281" y="6249"/>
                    <a:pt x="3000" y="6967"/>
                    <a:pt x="3843" y="6967"/>
                  </a:cubicBezTo>
                  <a:cubicBezTo>
                    <a:pt x="3906" y="6967"/>
                    <a:pt x="4031" y="6967"/>
                    <a:pt x="4109" y="6905"/>
                  </a:cubicBezTo>
                  <a:lnTo>
                    <a:pt x="10544" y="12949"/>
                  </a:lnTo>
                  <a:cubicBezTo>
                    <a:pt x="8404" y="13340"/>
                    <a:pt x="6842" y="14199"/>
                    <a:pt x="6577" y="15167"/>
                  </a:cubicBezTo>
                  <a:cubicBezTo>
                    <a:pt x="1" y="16604"/>
                    <a:pt x="329" y="19978"/>
                    <a:pt x="329" y="24023"/>
                  </a:cubicBezTo>
                  <a:cubicBezTo>
                    <a:pt x="329" y="33395"/>
                    <a:pt x="63" y="35082"/>
                    <a:pt x="17635" y="35082"/>
                  </a:cubicBezTo>
                  <a:cubicBezTo>
                    <a:pt x="33067" y="35082"/>
                    <a:pt x="33645" y="33786"/>
                    <a:pt x="33645" y="24023"/>
                  </a:cubicBezTo>
                  <a:cubicBezTo>
                    <a:pt x="33645" y="15230"/>
                    <a:pt x="31240" y="14511"/>
                    <a:pt x="19650" y="14511"/>
                  </a:cubicBezTo>
                  <a:cubicBezTo>
                    <a:pt x="18947" y="13730"/>
                    <a:pt x="17448" y="13152"/>
                    <a:pt x="15558" y="12887"/>
                  </a:cubicBezTo>
                  <a:lnTo>
                    <a:pt x="18479" y="3000"/>
                  </a:lnTo>
                  <a:cubicBezTo>
                    <a:pt x="19072" y="2734"/>
                    <a:pt x="19463" y="2219"/>
                    <a:pt x="19463" y="1563"/>
                  </a:cubicBezTo>
                  <a:cubicBezTo>
                    <a:pt x="19463" y="719"/>
                    <a:pt x="18744" y="1"/>
                    <a:pt x="179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2"/>
            <p:cNvSpPr/>
            <p:nvPr/>
          </p:nvSpPr>
          <p:spPr>
            <a:xfrm>
              <a:off x="7219155" y="4117810"/>
              <a:ext cx="86823" cy="121946"/>
            </a:xfrm>
            <a:custGeom>
              <a:avLst/>
              <a:gdLst/>
              <a:ahLst/>
              <a:cxnLst/>
              <a:rect l="l" t="t" r="r" b="b"/>
              <a:pathLst>
                <a:path w="4405" h="6187" extrusionOk="0">
                  <a:moveTo>
                    <a:pt x="4359" y="1"/>
                  </a:moveTo>
                  <a:cubicBezTo>
                    <a:pt x="4359" y="1"/>
                    <a:pt x="4358" y="1"/>
                    <a:pt x="4358" y="1"/>
                  </a:cubicBezTo>
                  <a:cubicBezTo>
                    <a:pt x="4358" y="126"/>
                    <a:pt x="4030" y="189"/>
                    <a:pt x="3764" y="189"/>
                  </a:cubicBezTo>
                  <a:lnTo>
                    <a:pt x="2078" y="189"/>
                  </a:lnTo>
                  <a:cubicBezTo>
                    <a:pt x="1812" y="189"/>
                    <a:pt x="1562" y="64"/>
                    <a:pt x="1562" y="1"/>
                  </a:cubicBezTo>
                  <a:cubicBezTo>
                    <a:pt x="1562" y="1"/>
                    <a:pt x="1500" y="189"/>
                    <a:pt x="1422" y="517"/>
                  </a:cubicBezTo>
                  <a:lnTo>
                    <a:pt x="63" y="5655"/>
                  </a:lnTo>
                  <a:cubicBezTo>
                    <a:pt x="0" y="5921"/>
                    <a:pt x="188" y="6186"/>
                    <a:pt x="516" y="6186"/>
                  </a:cubicBezTo>
                  <a:lnTo>
                    <a:pt x="2203" y="6186"/>
                  </a:lnTo>
                  <a:cubicBezTo>
                    <a:pt x="2531" y="6186"/>
                    <a:pt x="2859" y="5921"/>
                    <a:pt x="2921" y="5655"/>
                  </a:cubicBezTo>
                  <a:cubicBezTo>
                    <a:pt x="2921" y="5655"/>
                    <a:pt x="4404" y="1"/>
                    <a:pt x="43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42"/>
            <p:cNvSpPr/>
            <p:nvPr/>
          </p:nvSpPr>
          <p:spPr>
            <a:xfrm>
              <a:off x="7606757" y="4117810"/>
              <a:ext cx="86823" cy="121946"/>
            </a:xfrm>
            <a:custGeom>
              <a:avLst/>
              <a:gdLst/>
              <a:ahLst/>
              <a:cxnLst/>
              <a:rect l="l" t="t" r="r" b="b"/>
              <a:pathLst>
                <a:path w="4405" h="6187" extrusionOk="0">
                  <a:moveTo>
                    <a:pt x="46" y="1"/>
                  </a:moveTo>
                  <a:cubicBezTo>
                    <a:pt x="1" y="1"/>
                    <a:pt x="1484" y="5655"/>
                    <a:pt x="1484" y="5655"/>
                  </a:cubicBezTo>
                  <a:cubicBezTo>
                    <a:pt x="1546" y="5921"/>
                    <a:pt x="1874" y="6186"/>
                    <a:pt x="2202" y="6186"/>
                  </a:cubicBezTo>
                  <a:lnTo>
                    <a:pt x="3889" y="6186"/>
                  </a:lnTo>
                  <a:cubicBezTo>
                    <a:pt x="4217" y="6186"/>
                    <a:pt x="4405" y="5921"/>
                    <a:pt x="4342" y="5655"/>
                  </a:cubicBezTo>
                  <a:lnTo>
                    <a:pt x="2983" y="517"/>
                  </a:lnTo>
                  <a:cubicBezTo>
                    <a:pt x="2921" y="189"/>
                    <a:pt x="2843" y="1"/>
                    <a:pt x="2843" y="1"/>
                  </a:cubicBezTo>
                  <a:cubicBezTo>
                    <a:pt x="2843" y="64"/>
                    <a:pt x="2655" y="189"/>
                    <a:pt x="2327" y="189"/>
                  </a:cubicBezTo>
                  <a:lnTo>
                    <a:pt x="703" y="189"/>
                  </a:lnTo>
                  <a:cubicBezTo>
                    <a:pt x="375" y="189"/>
                    <a:pt x="109" y="126"/>
                    <a:pt x="47" y="1"/>
                  </a:cubicBezTo>
                  <a:cubicBezTo>
                    <a:pt x="46" y="1"/>
                    <a:pt x="46" y="1"/>
                    <a:pt x="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42"/>
            <p:cNvSpPr/>
            <p:nvPr/>
          </p:nvSpPr>
          <p:spPr>
            <a:xfrm>
              <a:off x="7204984" y="3784090"/>
              <a:ext cx="432260" cy="266933"/>
            </a:xfrm>
            <a:custGeom>
              <a:avLst/>
              <a:gdLst/>
              <a:ahLst/>
              <a:cxnLst/>
              <a:rect l="l" t="t" r="r" b="b"/>
              <a:pathLst>
                <a:path w="21931" h="13543" extrusionOk="0">
                  <a:moveTo>
                    <a:pt x="10997" y="1"/>
                  </a:moveTo>
                  <a:cubicBezTo>
                    <a:pt x="1" y="1"/>
                    <a:pt x="391" y="3000"/>
                    <a:pt x="391" y="6779"/>
                  </a:cubicBezTo>
                  <a:cubicBezTo>
                    <a:pt x="391" y="10481"/>
                    <a:pt x="1172" y="13543"/>
                    <a:pt x="10997" y="13543"/>
                  </a:cubicBezTo>
                  <a:cubicBezTo>
                    <a:pt x="20759" y="13543"/>
                    <a:pt x="21602" y="10481"/>
                    <a:pt x="21602" y="6779"/>
                  </a:cubicBezTo>
                  <a:cubicBezTo>
                    <a:pt x="21602" y="3000"/>
                    <a:pt x="21930" y="1"/>
                    <a:pt x="109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2"/>
            <p:cNvSpPr/>
            <p:nvPr/>
          </p:nvSpPr>
          <p:spPr>
            <a:xfrm>
              <a:off x="7672018" y="3847203"/>
              <a:ext cx="81895" cy="70522"/>
            </a:xfrm>
            <a:custGeom>
              <a:avLst/>
              <a:gdLst/>
              <a:ahLst/>
              <a:cxnLst/>
              <a:rect l="l" t="t" r="r" b="b"/>
              <a:pathLst>
                <a:path w="4155" h="3578" extrusionOk="0">
                  <a:moveTo>
                    <a:pt x="2078" y="1"/>
                  </a:moveTo>
                  <a:cubicBezTo>
                    <a:pt x="453" y="1"/>
                    <a:pt x="0" y="782"/>
                    <a:pt x="0" y="1750"/>
                  </a:cubicBezTo>
                  <a:cubicBezTo>
                    <a:pt x="0" y="2734"/>
                    <a:pt x="844" y="3577"/>
                    <a:pt x="2078" y="3577"/>
                  </a:cubicBezTo>
                  <a:cubicBezTo>
                    <a:pt x="3374" y="3577"/>
                    <a:pt x="4155" y="2734"/>
                    <a:pt x="4155" y="1750"/>
                  </a:cubicBezTo>
                  <a:cubicBezTo>
                    <a:pt x="4155" y="782"/>
                    <a:pt x="3702" y="1"/>
                    <a:pt x="20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2"/>
            <p:cNvSpPr/>
            <p:nvPr/>
          </p:nvSpPr>
          <p:spPr>
            <a:xfrm>
              <a:off x="7672018" y="3947254"/>
              <a:ext cx="81895" cy="69300"/>
            </a:xfrm>
            <a:custGeom>
              <a:avLst/>
              <a:gdLst/>
              <a:ahLst/>
              <a:cxnLst/>
              <a:rect l="l" t="t" r="r" b="b"/>
              <a:pathLst>
                <a:path w="4155" h="3516" extrusionOk="0">
                  <a:moveTo>
                    <a:pt x="2078" y="1"/>
                  </a:moveTo>
                  <a:cubicBezTo>
                    <a:pt x="453" y="1"/>
                    <a:pt x="0" y="782"/>
                    <a:pt x="0" y="1750"/>
                  </a:cubicBezTo>
                  <a:cubicBezTo>
                    <a:pt x="0" y="2734"/>
                    <a:pt x="844" y="3515"/>
                    <a:pt x="2078" y="3515"/>
                  </a:cubicBezTo>
                  <a:cubicBezTo>
                    <a:pt x="3374" y="3515"/>
                    <a:pt x="4155" y="2734"/>
                    <a:pt x="4155" y="1750"/>
                  </a:cubicBezTo>
                  <a:cubicBezTo>
                    <a:pt x="4155" y="782"/>
                    <a:pt x="3702" y="1"/>
                    <a:pt x="20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42"/>
            <p:cNvSpPr/>
            <p:nvPr/>
          </p:nvSpPr>
          <p:spPr>
            <a:xfrm>
              <a:off x="7310276" y="4071648"/>
              <a:ext cx="51128" cy="43421"/>
            </a:xfrm>
            <a:custGeom>
              <a:avLst/>
              <a:gdLst/>
              <a:ahLst/>
              <a:cxnLst/>
              <a:rect l="l" t="t" r="r" b="b"/>
              <a:pathLst>
                <a:path w="2594" h="2203" extrusionOk="0">
                  <a:moveTo>
                    <a:pt x="1297" y="0"/>
                  </a:moveTo>
                  <a:cubicBezTo>
                    <a:pt x="313" y="0"/>
                    <a:pt x="1" y="453"/>
                    <a:pt x="1" y="1109"/>
                  </a:cubicBezTo>
                  <a:cubicBezTo>
                    <a:pt x="1" y="1687"/>
                    <a:pt x="516" y="2203"/>
                    <a:pt x="1297" y="2203"/>
                  </a:cubicBezTo>
                  <a:cubicBezTo>
                    <a:pt x="2078" y="2203"/>
                    <a:pt x="2593" y="1687"/>
                    <a:pt x="2593" y="1109"/>
                  </a:cubicBezTo>
                  <a:cubicBezTo>
                    <a:pt x="2593" y="453"/>
                    <a:pt x="2343" y="0"/>
                    <a:pt x="1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42"/>
            <p:cNvSpPr/>
            <p:nvPr/>
          </p:nvSpPr>
          <p:spPr>
            <a:xfrm>
              <a:off x="7396173" y="4071648"/>
              <a:ext cx="51128" cy="43421"/>
            </a:xfrm>
            <a:custGeom>
              <a:avLst/>
              <a:gdLst/>
              <a:ahLst/>
              <a:cxnLst/>
              <a:rect l="l" t="t" r="r" b="b"/>
              <a:pathLst>
                <a:path w="2594" h="2203" extrusionOk="0">
                  <a:moveTo>
                    <a:pt x="1297" y="0"/>
                  </a:moveTo>
                  <a:cubicBezTo>
                    <a:pt x="250" y="0"/>
                    <a:pt x="0" y="453"/>
                    <a:pt x="0" y="1109"/>
                  </a:cubicBezTo>
                  <a:cubicBezTo>
                    <a:pt x="0" y="1687"/>
                    <a:pt x="453" y="2203"/>
                    <a:pt x="1297" y="2203"/>
                  </a:cubicBezTo>
                  <a:cubicBezTo>
                    <a:pt x="2078" y="2203"/>
                    <a:pt x="2593" y="1687"/>
                    <a:pt x="2593" y="1109"/>
                  </a:cubicBezTo>
                  <a:cubicBezTo>
                    <a:pt x="2593" y="453"/>
                    <a:pt x="2281" y="0"/>
                    <a:pt x="1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42"/>
            <p:cNvSpPr/>
            <p:nvPr/>
          </p:nvSpPr>
          <p:spPr>
            <a:xfrm>
              <a:off x="7480829" y="4071648"/>
              <a:ext cx="51128" cy="43421"/>
            </a:xfrm>
            <a:custGeom>
              <a:avLst/>
              <a:gdLst/>
              <a:ahLst/>
              <a:cxnLst/>
              <a:rect l="l" t="t" r="r" b="b"/>
              <a:pathLst>
                <a:path w="2594" h="2203" extrusionOk="0">
                  <a:moveTo>
                    <a:pt x="1297" y="0"/>
                  </a:moveTo>
                  <a:cubicBezTo>
                    <a:pt x="329" y="0"/>
                    <a:pt x="1" y="453"/>
                    <a:pt x="1" y="1109"/>
                  </a:cubicBezTo>
                  <a:cubicBezTo>
                    <a:pt x="1" y="1687"/>
                    <a:pt x="516" y="2203"/>
                    <a:pt x="1297" y="2203"/>
                  </a:cubicBezTo>
                  <a:cubicBezTo>
                    <a:pt x="2078" y="2203"/>
                    <a:pt x="2593" y="1687"/>
                    <a:pt x="2593" y="1109"/>
                  </a:cubicBezTo>
                  <a:cubicBezTo>
                    <a:pt x="2593" y="453"/>
                    <a:pt x="2344" y="0"/>
                    <a:pt x="1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42"/>
            <p:cNvSpPr/>
            <p:nvPr/>
          </p:nvSpPr>
          <p:spPr>
            <a:xfrm>
              <a:off x="7565484" y="4071648"/>
              <a:ext cx="52665" cy="43421"/>
            </a:xfrm>
            <a:custGeom>
              <a:avLst/>
              <a:gdLst/>
              <a:ahLst/>
              <a:cxnLst/>
              <a:rect l="l" t="t" r="r" b="b"/>
              <a:pathLst>
                <a:path w="2672" h="2203" extrusionOk="0">
                  <a:moveTo>
                    <a:pt x="1360" y="0"/>
                  </a:moveTo>
                  <a:cubicBezTo>
                    <a:pt x="329" y="0"/>
                    <a:pt x="1" y="453"/>
                    <a:pt x="1" y="1109"/>
                  </a:cubicBezTo>
                  <a:cubicBezTo>
                    <a:pt x="1" y="1687"/>
                    <a:pt x="516" y="2203"/>
                    <a:pt x="1360" y="2203"/>
                  </a:cubicBezTo>
                  <a:cubicBezTo>
                    <a:pt x="2141" y="2203"/>
                    <a:pt x="2672" y="1687"/>
                    <a:pt x="2672" y="1109"/>
                  </a:cubicBezTo>
                  <a:cubicBezTo>
                    <a:pt x="2672" y="453"/>
                    <a:pt x="2344" y="0"/>
                    <a:pt x="13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43"/>
          <p:cNvSpPr txBox="1">
            <a:spLocks noGrp="1"/>
          </p:cNvSpPr>
          <p:nvPr>
            <p:ph type="title" idx="2"/>
          </p:nvPr>
        </p:nvSpPr>
        <p:spPr>
          <a:xfrm>
            <a:off x="1457725" y="2812000"/>
            <a:ext cx="360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Solution of Problems</a:t>
            </a:r>
            <a:endParaRPr lang="en-US" dirty="0">
              <a:effectLst/>
            </a:endParaRPr>
          </a:p>
        </p:txBody>
      </p:sp>
      <p:sp>
        <p:nvSpPr>
          <p:cNvPr id="1827" name="Google Shape;1827;p43"/>
          <p:cNvSpPr txBox="1">
            <a:spLocks noGrp="1"/>
          </p:cNvSpPr>
          <p:nvPr>
            <p:ph type="title"/>
          </p:nvPr>
        </p:nvSpPr>
        <p:spPr>
          <a:xfrm>
            <a:off x="1457725" y="1259507"/>
            <a:ext cx="3738900" cy="10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828" name="Google Shape;1828;p43"/>
          <p:cNvSpPr txBox="1">
            <a:spLocks noGrp="1"/>
          </p:cNvSpPr>
          <p:nvPr>
            <p:ph type="subTitle" idx="1"/>
          </p:nvPr>
        </p:nvSpPr>
        <p:spPr>
          <a:xfrm>
            <a:off x="1457725" y="3401725"/>
            <a:ext cx="26286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How I solved these problems</a:t>
            </a:r>
            <a:endParaRPr lang="en-US" dirty="0">
              <a:effectLst/>
            </a:endParaRPr>
          </a:p>
        </p:txBody>
      </p:sp>
      <p:grpSp>
        <p:nvGrpSpPr>
          <p:cNvPr id="1829" name="Google Shape;1829;p43"/>
          <p:cNvGrpSpPr/>
          <p:nvPr/>
        </p:nvGrpSpPr>
        <p:grpSpPr>
          <a:xfrm rot="-574160">
            <a:off x="5185608" y="1003808"/>
            <a:ext cx="2096256" cy="3342702"/>
            <a:chOff x="-3499275" y="1185725"/>
            <a:chExt cx="2184850" cy="3483975"/>
          </a:xfrm>
        </p:grpSpPr>
        <p:sp>
          <p:nvSpPr>
            <p:cNvPr id="1830" name="Google Shape;1830;p43"/>
            <p:cNvSpPr/>
            <p:nvPr/>
          </p:nvSpPr>
          <p:spPr>
            <a:xfrm>
              <a:off x="-2280125" y="2515800"/>
              <a:ext cx="443625" cy="1185275"/>
            </a:xfrm>
            <a:custGeom>
              <a:avLst/>
              <a:gdLst/>
              <a:ahLst/>
              <a:cxnLst/>
              <a:rect l="l" t="t" r="r" b="b"/>
              <a:pathLst>
                <a:path w="17745" h="47411" extrusionOk="0">
                  <a:moveTo>
                    <a:pt x="6941" y="0"/>
                  </a:moveTo>
                  <a:lnTo>
                    <a:pt x="0" y="7424"/>
                  </a:lnTo>
                  <a:lnTo>
                    <a:pt x="7424" y="16205"/>
                  </a:lnTo>
                  <a:cubicBezTo>
                    <a:pt x="7816" y="18106"/>
                    <a:pt x="10080" y="37963"/>
                    <a:pt x="10080" y="37963"/>
                  </a:cubicBezTo>
                  <a:cubicBezTo>
                    <a:pt x="9959" y="38084"/>
                    <a:pt x="9808" y="38355"/>
                    <a:pt x="9687" y="38597"/>
                  </a:cubicBezTo>
                  <a:cubicBezTo>
                    <a:pt x="9446" y="38989"/>
                    <a:pt x="9204" y="39351"/>
                    <a:pt x="8933" y="39593"/>
                  </a:cubicBezTo>
                  <a:cubicBezTo>
                    <a:pt x="8571" y="39985"/>
                    <a:pt x="8058" y="40347"/>
                    <a:pt x="7696" y="40619"/>
                  </a:cubicBezTo>
                  <a:cubicBezTo>
                    <a:pt x="7424" y="40739"/>
                    <a:pt x="7303" y="40981"/>
                    <a:pt x="7303" y="41252"/>
                  </a:cubicBezTo>
                  <a:cubicBezTo>
                    <a:pt x="7424" y="41373"/>
                    <a:pt x="7545" y="41494"/>
                    <a:pt x="7696" y="41494"/>
                  </a:cubicBezTo>
                  <a:cubicBezTo>
                    <a:pt x="7730" y="41505"/>
                    <a:pt x="7773" y="41511"/>
                    <a:pt x="7823" y="41511"/>
                  </a:cubicBezTo>
                  <a:cubicBezTo>
                    <a:pt x="8298" y="41511"/>
                    <a:pt x="9432" y="40995"/>
                    <a:pt x="10442" y="39985"/>
                  </a:cubicBezTo>
                  <a:cubicBezTo>
                    <a:pt x="10631" y="39773"/>
                    <a:pt x="10781" y="39682"/>
                    <a:pt x="10899" y="39682"/>
                  </a:cubicBezTo>
                  <a:cubicBezTo>
                    <a:pt x="11417" y="39682"/>
                    <a:pt x="11317" y="41436"/>
                    <a:pt x="11317" y="42248"/>
                  </a:cubicBezTo>
                  <a:cubicBezTo>
                    <a:pt x="11196" y="43123"/>
                    <a:pt x="11317" y="45900"/>
                    <a:pt x="11588" y="46141"/>
                  </a:cubicBezTo>
                  <a:cubicBezTo>
                    <a:pt x="11684" y="46244"/>
                    <a:pt x="11781" y="46293"/>
                    <a:pt x="11873" y="46293"/>
                  </a:cubicBezTo>
                  <a:cubicBezTo>
                    <a:pt x="12130" y="46293"/>
                    <a:pt x="12343" y="45910"/>
                    <a:pt x="12343" y="45266"/>
                  </a:cubicBezTo>
                  <a:cubicBezTo>
                    <a:pt x="12464" y="44270"/>
                    <a:pt x="12705" y="41614"/>
                    <a:pt x="13097" y="41614"/>
                  </a:cubicBezTo>
                  <a:cubicBezTo>
                    <a:pt x="13580" y="41735"/>
                    <a:pt x="13339" y="46262"/>
                    <a:pt x="13339" y="46262"/>
                  </a:cubicBezTo>
                  <a:cubicBezTo>
                    <a:pt x="13339" y="46262"/>
                    <a:pt x="13097" y="47288"/>
                    <a:pt x="13731" y="47408"/>
                  </a:cubicBezTo>
                  <a:cubicBezTo>
                    <a:pt x="13743" y="47410"/>
                    <a:pt x="13754" y="47411"/>
                    <a:pt x="13766" y="47411"/>
                  </a:cubicBezTo>
                  <a:cubicBezTo>
                    <a:pt x="14724" y="47411"/>
                    <a:pt x="14606" y="42485"/>
                    <a:pt x="14606" y="42127"/>
                  </a:cubicBezTo>
                  <a:cubicBezTo>
                    <a:pt x="14606" y="41931"/>
                    <a:pt x="14727" y="41833"/>
                    <a:pt x="14848" y="41833"/>
                  </a:cubicBezTo>
                  <a:cubicBezTo>
                    <a:pt x="14968" y="41833"/>
                    <a:pt x="15089" y="41931"/>
                    <a:pt x="15089" y="42127"/>
                  </a:cubicBezTo>
                  <a:cubicBezTo>
                    <a:pt x="15089" y="42490"/>
                    <a:pt x="14727" y="46775"/>
                    <a:pt x="15723" y="46895"/>
                  </a:cubicBezTo>
                  <a:cubicBezTo>
                    <a:pt x="15733" y="46897"/>
                    <a:pt x="15743" y="46898"/>
                    <a:pt x="15753" y="46898"/>
                  </a:cubicBezTo>
                  <a:cubicBezTo>
                    <a:pt x="16456" y="46898"/>
                    <a:pt x="15730" y="42751"/>
                    <a:pt x="16236" y="42007"/>
                  </a:cubicBezTo>
                  <a:cubicBezTo>
                    <a:pt x="16287" y="41916"/>
                    <a:pt x="16331" y="41875"/>
                    <a:pt x="16368" y="41875"/>
                  </a:cubicBezTo>
                  <a:cubicBezTo>
                    <a:pt x="16704" y="41875"/>
                    <a:pt x="16553" y="45157"/>
                    <a:pt x="17231" y="45266"/>
                  </a:cubicBezTo>
                  <a:cubicBezTo>
                    <a:pt x="17624" y="45266"/>
                    <a:pt x="17745" y="45266"/>
                    <a:pt x="17624" y="42882"/>
                  </a:cubicBezTo>
                  <a:cubicBezTo>
                    <a:pt x="17352" y="40981"/>
                    <a:pt x="16990" y="38989"/>
                    <a:pt x="16477" y="37088"/>
                  </a:cubicBezTo>
                  <a:cubicBezTo>
                    <a:pt x="16598" y="34825"/>
                    <a:pt x="16869" y="12584"/>
                    <a:pt x="14848" y="10170"/>
                  </a:cubicBezTo>
                  <a:lnTo>
                    <a:pt x="6941" y="0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3"/>
            <p:cNvSpPr/>
            <p:nvPr/>
          </p:nvSpPr>
          <p:spPr>
            <a:xfrm>
              <a:off x="-1968550" y="2775625"/>
              <a:ext cx="62650" cy="54775"/>
            </a:xfrm>
            <a:custGeom>
              <a:avLst/>
              <a:gdLst/>
              <a:ahLst/>
              <a:cxnLst/>
              <a:rect l="l" t="t" r="r" b="b"/>
              <a:pathLst>
                <a:path w="2506" h="2191" extrusionOk="0">
                  <a:moveTo>
                    <a:pt x="1200" y="1"/>
                  </a:moveTo>
                  <a:cubicBezTo>
                    <a:pt x="990" y="1"/>
                    <a:pt x="797" y="61"/>
                    <a:pt x="634" y="169"/>
                  </a:cubicBezTo>
                  <a:cubicBezTo>
                    <a:pt x="363" y="290"/>
                    <a:pt x="242" y="411"/>
                    <a:pt x="121" y="682"/>
                  </a:cubicBezTo>
                  <a:cubicBezTo>
                    <a:pt x="1" y="924"/>
                    <a:pt x="1" y="1165"/>
                    <a:pt x="121" y="1437"/>
                  </a:cubicBezTo>
                  <a:cubicBezTo>
                    <a:pt x="199" y="1670"/>
                    <a:pt x="441" y="1804"/>
                    <a:pt x="700" y="1804"/>
                  </a:cubicBezTo>
                  <a:cubicBezTo>
                    <a:pt x="842" y="1804"/>
                    <a:pt x="989" y="1763"/>
                    <a:pt x="1117" y="1678"/>
                  </a:cubicBezTo>
                  <a:cubicBezTo>
                    <a:pt x="1389" y="1557"/>
                    <a:pt x="1509" y="1286"/>
                    <a:pt x="1389" y="1044"/>
                  </a:cubicBezTo>
                  <a:lnTo>
                    <a:pt x="1268" y="803"/>
                  </a:lnTo>
                  <a:lnTo>
                    <a:pt x="1268" y="1044"/>
                  </a:lnTo>
                  <a:cubicBezTo>
                    <a:pt x="1389" y="1286"/>
                    <a:pt x="1268" y="1437"/>
                    <a:pt x="996" y="1557"/>
                  </a:cubicBezTo>
                  <a:cubicBezTo>
                    <a:pt x="933" y="1589"/>
                    <a:pt x="859" y="1604"/>
                    <a:pt x="782" y="1604"/>
                  </a:cubicBezTo>
                  <a:cubicBezTo>
                    <a:pt x="567" y="1604"/>
                    <a:pt x="331" y="1486"/>
                    <a:pt x="242" y="1286"/>
                  </a:cubicBezTo>
                  <a:lnTo>
                    <a:pt x="242" y="803"/>
                  </a:lnTo>
                  <a:cubicBezTo>
                    <a:pt x="363" y="531"/>
                    <a:pt x="514" y="411"/>
                    <a:pt x="755" y="290"/>
                  </a:cubicBezTo>
                  <a:cubicBezTo>
                    <a:pt x="886" y="228"/>
                    <a:pt x="1024" y="198"/>
                    <a:pt x="1162" y="198"/>
                  </a:cubicBezTo>
                  <a:cubicBezTo>
                    <a:pt x="1563" y="198"/>
                    <a:pt x="1972" y="452"/>
                    <a:pt x="2264" y="924"/>
                  </a:cubicBezTo>
                  <a:lnTo>
                    <a:pt x="2264" y="1286"/>
                  </a:lnTo>
                  <a:cubicBezTo>
                    <a:pt x="2264" y="1493"/>
                    <a:pt x="2264" y="1754"/>
                    <a:pt x="2210" y="1986"/>
                  </a:cubicBezTo>
                  <a:lnTo>
                    <a:pt x="2210" y="1986"/>
                  </a:lnTo>
                  <a:cubicBezTo>
                    <a:pt x="2225" y="1963"/>
                    <a:pt x="2242" y="1941"/>
                    <a:pt x="2264" y="1919"/>
                  </a:cubicBezTo>
                  <a:cubicBezTo>
                    <a:pt x="2385" y="1678"/>
                    <a:pt x="2505" y="1437"/>
                    <a:pt x="2505" y="1165"/>
                  </a:cubicBezTo>
                  <a:cubicBezTo>
                    <a:pt x="2505" y="803"/>
                    <a:pt x="2264" y="531"/>
                    <a:pt x="2022" y="290"/>
                  </a:cubicBezTo>
                  <a:cubicBezTo>
                    <a:pt x="1740" y="90"/>
                    <a:pt x="1458" y="1"/>
                    <a:pt x="1200" y="1"/>
                  </a:cubicBezTo>
                  <a:close/>
                  <a:moveTo>
                    <a:pt x="2210" y="1986"/>
                  </a:moveTo>
                  <a:lnTo>
                    <a:pt x="2210" y="1986"/>
                  </a:lnTo>
                  <a:cubicBezTo>
                    <a:pt x="2143" y="2089"/>
                    <a:pt x="2143" y="2191"/>
                    <a:pt x="2143" y="2191"/>
                  </a:cubicBezTo>
                  <a:cubicBezTo>
                    <a:pt x="2172" y="2127"/>
                    <a:pt x="2193" y="2058"/>
                    <a:pt x="2210" y="1986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3"/>
            <p:cNvSpPr/>
            <p:nvPr/>
          </p:nvSpPr>
          <p:spPr>
            <a:xfrm>
              <a:off x="-3499275" y="1185725"/>
              <a:ext cx="550000" cy="1154300"/>
            </a:xfrm>
            <a:custGeom>
              <a:avLst/>
              <a:gdLst/>
              <a:ahLst/>
              <a:cxnLst/>
              <a:rect l="l" t="t" r="r" b="b"/>
              <a:pathLst>
                <a:path w="22000" h="46172" extrusionOk="0">
                  <a:moveTo>
                    <a:pt x="3772" y="1"/>
                  </a:moveTo>
                  <a:cubicBezTo>
                    <a:pt x="2746" y="1"/>
                    <a:pt x="3501" y="4799"/>
                    <a:pt x="3501" y="5282"/>
                  </a:cubicBezTo>
                  <a:cubicBezTo>
                    <a:pt x="3576" y="5478"/>
                    <a:pt x="3455" y="5576"/>
                    <a:pt x="3316" y="5576"/>
                  </a:cubicBezTo>
                  <a:cubicBezTo>
                    <a:pt x="3176" y="5576"/>
                    <a:pt x="3018" y="5478"/>
                    <a:pt x="3018" y="5282"/>
                  </a:cubicBezTo>
                  <a:cubicBezTo>
                    <a:pt x="3018" y="4920"/>
                    <a:pt x="2897" y="635"/>
                    <a:pt x="1871" y="635"/>
                  </a:cubicBezTo>
                  <a:cubicBezTo>
                    <a:pt x="996" y="635"/>
                    <a:pt x="2384" y="4678"/>
                    <a:pt x="1871" y="5553"/>
                  </a:cubicBezTo>
                  <a:cubicBezTo>
                    <a:pt x="1819" y="5660"/>
                    <a:pt x="1771" y="5708"/>
                    <a:pt x="1726" y="5708"/>
                  </a:cubicBezTo>
                  <a:cubicBezTo>
                    <a:pt x="1349" y="5708"/>
                    <a:pt x="1156" y="2415"/>
                    <a:pt x="483" y="2415"/>
                  </a:cubicBezTo>
                  <a:cubicBezTo>
                    <a:pt x="242" y="2415"/>
                    <a:pt x="0" y="2536"/>
                    <a:pt x="362" y="4799"/>
                  </a:cubicBezTo>
                  <a:cubicBezTo>
                    <a:pt x="875" y="6791"/>
                    <a:pt x="1509" y="8692"/>
                    <a:pt x="2143" y="10563"/>
                  </a:cubicBezTo>
                  <a:cubicBezTo>
                    <a:pt x="2384" y="12705"/>
                    <a:pt x="4647" y="34855"/>
                    <a:pt x="6911" y="36968"/>
                  </a:cubicBezTo>
                  <a:lnTo>
                    <a:pt x="15964" y="46172"/>
                  </a:lnTo>
                  <a:lnTo>
                    <a:pt x="21999" y="37994"/>
                  </a:lnTo>
                  <a:lnTo>
                    <a:pt x="13580" y="30178"/>
                  </a:lnTo>
                  <a:cubicBezTo>
                    <a:pt x="12946" y="28428"/>
                    <a:pt x="8540" y="8933"/>
                    <a:pt x="8540" y="8933"/>
                  </a:cubicBezTo>
                  <a:lnTo>
                    <a:pt x="8420" y="8933"/>
                  </a:lnTo>
                  <a:cubicBezTo>
                    <a:pt x="8540" y="8692"/>
                    <a:pt x="8661" y="8450"/>
                    <a:pt x="8782" y="8179"/>
                  </a:cubicBezTo>
                  <a:cubicBezTo>
                    <a:pt x="8933" y="7817"/>
                    <a:pt x="9174" y="7424"/>
                    <a:pt x="9415" y="7062"/>
                  </a:cubicBezTo>
                  <a:cubicBezTo>
                    <a:pt x="9808" y="6670"/>
                    <a:pt x="10170" y="6308"/>
                    <a:pt x="10562" y="6036"/>
                  </a:cubicBezTo>
                  <a:cubicBezTo>
                    <a:pt x="10804" y="5916"/>
                    <a:pt x="10924" y="5553"/>
                    <a:pt x="10804" y="5282"/>
                  </a:cubicBezTo>
                  <a:cubicBezTo>
                    <a:pt x="10683" y="5161"/>
                    <a:pt x="10562" y="5040"/>
                    <a:pt x="10441" y="5040"/>
                  </a:cubicBezTo>
                  <a:cubicBezTo>
                    <a:pt x="10049" y="5040"/>
                    <a:pt x="8782" y="5674"/>
                    <a:pt x="7907" y="6942"/>
                  </a:cubicBezTo>
                  <a:cubicBezTo>
                    <a:pt x="7739" y="7179"/>
                    <a:pt x="7594" y="7278"/>
                    <a:pt x="7470" y="7278"/>
                  </a:cubicBezTo>
                  <a:cubicBezTo>
                    <a:pt x="6948" y="7278"/>
                    <a:pt x="6790" y="5506"/>
                    <a:pt x="6790" y="4799"/>
                  </a:cubicBezTo>
                  <a:cubicBezTo>
                    <a:pt x="6669" y="3924"/>
                    <a:pt x="6398" y="1148"/>
                    <a:pt x="6036" y="906"/>
                  </a:cubicBezTo>
                  <a:cubicBezTo>
                    <a:pt x="5953" y="849"/>
                    <a:pt x="5872" y="821"/>
                    <a:pt x="5795" y="821"/>
                  </a:cubicBezTo>
                  <a:cubicBezTo>
                    <a:pt x="5507" y="821"/>
                    <a:pt x="5281" y="1211"/>
                    <a:pt x="5281" y="1902"/>
                  </a:cubicBezTo>
                  <a:cubicBezTo>
                    <a:pt x="5402" y="2777"/>
                    <a:pt x="5523" y="5553"/>
                    <a:pt x="5010" y="5553"/>
                  </a:cubicBezTo>
                  <a:cubicBezTo>
                    <a:pt x="4527" y="5553"/>
                    <a:pt x="4255" y="1027"/>
                    <a:pt x="4255" y="1027"/>
                  </a:cubicBezTo>
                  <a:cubicBezTo>
                    <a:pt x="4255" y="1027"/>
                    <a:pt x="4406" y="1"/>
                    <a:pt x="3772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43"/>
            <p:cNvSpPr/>
            <p:nvPr/>
          </p:nvSpPr>
          <p:spPr>
            <a:xfrm>
              <a:off x="-3336325" y="2053325"/>
              <a:ext cx="66400" cy="49075"/>
            </a:xfrm>
            <a:custGeom>
              <a:avLst/>
              <a:gdLst/>
              <a:ahLst/>
              <a:cxnLst/>
              <a:rect l="l" t="t" r="r" b="b"/>
              <a:pathLst>
                <a:path w="2656" h="1963" extrusionOk="0">
                  <a:moveTo>
                    <a:pt x="1268" y="1027"/>
                  </a:moveTo>
                  <a:cubicBezTo>
                    <a:pt x="1268" y="1112"/>
                    <a:pt x="1328" y="1197"/>
                    <a:pt x="1364" y="1197"/>
                  </a:cubicBezTo>
                  <a:cubicBezTo>
                    <a:pt x="1378" y="1197"/>
                    <a:pt x="1389" y="1183"/>
                    <a:pt x="1389" y="1147"/>
                  </a:cubicBezTo>
                  <a:lnTo>
                    <a:pt x="1268" y="1027"/>
                  </a:lnTo>
                  <a:close/>
                  <a:moveTo>
                    <a:pt x="393" y="1"/>
                  </a:moveTo>
                  <a:cubicBezTo>
                    <a:pt x="393" y="1"/>
                    <a:pt x="272" y="1"/>
                    <a:pt x="272" y="151"/>
                  </a:cubicBezTo>
                  <a:cubicBezTo>
                    <a:pt x="0" y="755"/>
                    <a:pt x="151" y="1509"/>
                    <a:pt x="755" y="1781"/>
                  </a:cubicBezTo>
                  <a:cubicBezTo>
                    <a:pt x="951" y="1902"/>
                    <a:pt x="1177" y="1962"/>
                    <a:pt x="1415" y="1962"/>
                  </a:cubicBezTo>
                  <a:cubicBezTo>
                    <a:pt x="1653" y="1962"/>
                    <a:pt x="1902" y="1902"/>
                    <a:pt x="2143" y="1781"/>
                  </a:cubicBezTo>
                  <a:cubicBezTo>
                    <a:pt x="2264" y="1660"/>
                    <a:pt x="2535" y="1389"/>
                    <a:pt x="2535" y="1147"/>
                  </a:cubicBezTo>
                  <a:cubicBezTo>
                    <a:pt x="2656" y="906"/>
                    <a:pt x="2535" y="755"/>
                    <a:pt x="2415" y="514"/>
                  </a:cubicBezTo>
                  <a:cubicBezTo>
                    <a:pt x="2317" y="279"/>
                    <a:pt x="2080" y="133"/>
                    <a:pt x="1819" y="133"/>
                  </a:cubicBezTo>
                  <a:cubicBezTo>
                    <a:pt x="1676" y="133"/>
                    <a:pt x="1527" y="176"/>
                    <a:pt x="1389" y="272"/>
                  </a:cubicBezTo>
                  <a:cubicBezTo>
                    <a:pt x="1147" y="514"/>
                    <a:pt x="1147" y="755"/>
                    <a:pt x="1268" y="1027"/>
                  </a:cubicBezTo>
                  <a:cubicBezTo>
                    <a:pt x="1268" y="755"/>
                    <a:pt x="1268" y="514"/>
                    <a:pt x="1509" y="393"/>
                  </a:cubicBezTo>
                  <a:cubicBezTo>
                    <a:pt x="1609" y="349"/>
                    <a:pt x="1720" y="321"/>
                    <a:pt x="1828" y="321"/>
                  </a:cubicBezTo>
                  <a:cubicBezTo>
                    <a:pt x="2014" y="321"/>
                    <a:pt x="2187" y="405"/>
                    <a:pt x="2264" y="634"/>
                  </a:cubicBezTo>
                  <a:cubicBezTo>
                    <a:pt x="2415" y="755"/>
                    <a:pt x="2415" y="906"/>
                    <a:pt x="2264" y="1147"/>
                  </a:cubicBezTo>
                  <a:cubicBezTo>
                    <a:pt x="2264" y="1268"/>
                    <a:pt x="2143" y="1509"/>
                    <a:pt x="2022" y="1660"/>
                  </a:cubicBezTo>
                  <a:cubicBezTo>
                    <a:pt x="1841" y="1721"/>
                    <a:pt x="1653" y="1751"/>
                    <a:pt x="1464" y="1751"/>
                  </a:cubicBezTo>
                  <a:cubicBezTo>
                    <a:pt x="1275" y="1751"/>
                    <a:pt x="1087" y="1721"/>
                    <a:pt x="906" y="1660"/>
                  </a:cubicBezTo>
                  <a:cubicBezTo>
                    <a:pt x="513" y="1509"/>
                    <a:pt x="393" y="1147"/>
                    <a:pt x="272" y="906"/>
                  </a:cubicBezTo>
                  <a:cubicBezTo>
                    <a:pt x="272" y="514"/>
                    <a:pt x="272" y="272"/>
                    <a:pt x="393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43"/>
            <p:cNvSpPr/>
            <p:nvPr/>
          </p:nvSpPr>
          <p:spPr>
            <a:xfrm>
              <a:off x="-2386500" y="4307550"/>
              <a:ext cx="175800" cy="362150"/>
            </a:xfrm>
            <a:custGeom>
              <a:avLst/>
              <a:gdLst/>
              <a:ahLst/>
              <a:cxnLst/>
              <a:rect l="l" t="t" r="r" b="b"/>
              <a:pathLst>
                <a:path w="7032" h="14486" extrusionOk="0">
                  <a:moveTo>
                    <a:pt x="483" y="1"/>
                  </a:moveTo>
                  <a:lnTo>
                    <a:pt x="0" y="8300"/>
                  </a:lnTo>
                  <a:lnTo>
                    <a:pt x="4406" y="8662"/>
                  </a:lnTo>
                  <a:cubicBezTo>
                    <a:pt x="4406" y="8662"/>
                    <a:pt x="5200" y="14485"/>
                    <a:pt x="5908" y="14485"/>
                  </a:cubicBezTo>
                  <a:cubicBezTo>
                    <a:pt x="5992" y="14485"/>
                    <a:pt x="6076" y="14402"/>
                    <a:pt x="6157" y="14214"/>
                  </a:cubicBezTo>
                  <a:cubicBezTo>
                    <a:pt x="6790" y="12705"/>
                    <a:pt x="7032" y="3260"/>
                    <a:pt x="7032" y="997"/>
                  </a:cubicBezTo>
                  <a:lnTo>
                    <a:pt x="7032" y="514"/>
                  </a:lnTo>
                  <a:lnTo>
                    <a:pt x="483" y="1"/>
                  </a:ln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43"/>
            <p:cNvSpPr/>
            <p:nvPr/>
          </p:nvSpPr>
          <p:spPr>
            <a:xfrm>
              <a:off x="-2270325" y="4313600"/>
              <a:ext cx="56600" cy="6800"/>
            </a:xfrm>
            <a:custGeom>
              <a:avLst/>
              <a:gdLst/>
              <a:ahLst/>
              <a:cxnLst/>
              <a:rect l="l" t="t" r="r" b="b"/>
              <a:pathLst>
                <a:path w="2264" h="272" extrusionOk="0">
                  <a:moveTo>
                    <a:pt x="1" y="0"/>
                  </a:moveTo>
                  <a:lnTo>
                    <a:pt x="1" y="0"/>
                  </a:lnTo>
                  <a:lnTo>
                    <a:pt x="2264" y="272"/>
                  </a:lnTo>
                  <a:lnTo>
                    <a:pt x="2264" y="272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43"/>
            <p:cNvSpPr/>
            <p:nvPr/>
          </p:nvSpPr>
          <p:spPr>
            <a:xfrm>
              <a:off x="-2273350" y="4313600"/>
              <a:ext cx="59625" cy="82250"/>
            </a:xfrm>
            <a:custGeom>
              <a:avLst/>
              <a:gdLst/>
              <a:ahLst/>
              <a:cxnLst/>
              <a:rect l="l" t="t" r="r" b="b"/>
              <a:pathLst>
                <a:path w="2385" h="3290" extrusionOk="0">
                  <a:moveTo>
                    <a:pt x="122" y="0"/>
                  </a:moveTo>
                  <a:lnTo>
                    <a:pt x="122" y="0"/>
                  </a:lnTo>
                  <a:cubicBezTo>
                    <a:pt x="1" y="755"/>
                    <a:pt x="122" y="1509"/>
                    <a:pt x="484" y="2022"/>
                  </a:cubicBezTo>
                  <a:cubicBezTo>
                    <a:pt x="876" y="2656"/>
                    <a:pt x="1510" y="3018"/>
                    <a:pt x="2144" y="3290"/>
                  </a:cubicBezTo>
                  <a:lnTo>
                    <a:pt x="2385" y="272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89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43"/>
            <p:cNvSpPr/>
            <p:nvPr/>
          </p:nvSpPr>
          <p:spPr>
            <a:xfrm>
              <a:off x="-2261275" y="4612350"/>
              <a:ext cx="25675" cy="56600"/>
            </a:xfrm>
            <a:custGeom>
              <a:avLst/>
              <a:gdLst/>
              <a:ahLst/>
              <a:cxnLst/>
              <a:rect l="l" t="t" r="r" b="b"/>
              <a:pathLst>
                <a:path w="1027" h="2264" extrusionOk="0">
                  <a:moveTo>
                    <a:pt x="1" y="0"/>
                  </a:moveTo>
                  <a:lnTo>
                    <a:pt x="1" y="0"/>
                  </a:lnTo>
                  <a:cubicBezTo>
                    <a:pt x="272" y="1268"/>
                    <a:pt x="635" y="2264"/>
                    <a:pt x="906" y="2264"/>
                  </a:cubicBezTo>
                  <a:cubicBezTo>
                    <a:pt x="514" y="2264"/>
                    <a:pt x="1" y="2"/>
                    <a:pt x="1" y="0"/>
                  </a:cubicBezTo>
                  <a:close/>
                  <a:moveTo>
                    <a:pt x="1027" y="2143"/>
                  </a:moveTo>
                  <a:cubicBezTo>
                    <a:pt x="1027" y="2264"/>
                    <a:pt x="1027" y="2264"/>
                    <a:pt x="906" y="2264"/>
                  </a:cubicBezTo>
                  <a:lnTo>
                    <a:pt x="1027" y="2264"/>
                  </a:lnTo>
                  <a:lnTo>
                    <a:pt x="1027" y="214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43"/>
            <p:cNvSpPr/>
            <p:nvPr/>
          </p:nvSpPr>
          <p:spPr>
            <a:xfrm>
              <a:off x="-2261275" y="4320375"/>
              <a:ext cx="53600" cy="348575"/>
            </a:xfrm>
            <a:custGeom>
              <a:avLst/>
              <a:gdLst/>
              <a:ahLst/>
              <a:cxnLst/>
              <a:rect l="l" t="t" r="r" b="b"/>
              <a:pathLst>
                <a:path w="2144" h="13943" extrusionOk="0">
                  <a:moveTo>
                    <a:pt x="1902" y="1"/>
                  </a:moveTo>
                  <a:lnTo>
                    <a:pt x="1781" y="3019"/>
                  </a:lnTo>
                  <a:lnTo>
                    <a:pt x="1661" y="3019"/>
                  </a:lnTo>
                  <a:lnTo>
                    <a:pt x="1148" y="11046"/>
                  </a:lnTo>
                  <a:cubicBezTo>
                    <a:pt x="1148" y="11046"/>
                    <a:pt x="152" y="11166"/>
                    <a:pt x="1" y="11679"/>
                  </a:cubicBezTo>
                  <a:cubicBezTo>
                    <a:pt x="272" y="12947"/>
                    <a:pt x="635" y="13943"/>
                    <a:pt x="906" y="13943"/>
                  </a:cubicBezTo>
                  <a:cubicBezTo>
                    <a:pt x="1027" y="13943"/>
                    <a:pt x="1027" y="13943"/>
                    <a:pt x="1027" y="13822"/>
                  </a:cubicBezTo>
                  <a:cubicBezTo>
                    <a:pt x="1510" y="12675"/>
                    <a:pt x="2143" y="3894"/>
                    <a:pt x="2023" y="1"/>
                  </a:cubicBezTo>
                  <a:close/>
                </a:path>
              </a:pathLst>
            </a:custGeom>
            <a:solidFill>
              <a:srgbClr val="89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43"/>
            <p:cNvSpPr/>
            <p:nvPr/>
          </p:nvSpPr>
          <p:spPr>
            <a:xfrm>
              <a:off x="-2219775" y="4320375"/>
              <a:ext cx="6050" cy="75475"/>
            </a:xfrm>
            <a:custGeom>
              <a:avLst/>
              <a:gdLst/>
              <a:ahLst/>
              <a:cxnLst/>
              <a:rect l="l" t="t" r="r" b="b"/>
              <a:pathLst>
                <a:path w="242" h="3019" extrusionOk="0">
                  <a:moveTo>
                    <a:pt x="242" y="1"/>
                  </a:moveTo>
                  <a:lnTo>
                    <a:pt x="1" y="3019"/>
                  </a:lnTo>
                  <a:lnTo>
                    <a:pt x="121" y="3019"/>
                  </a:lnTo>
                  <a:lnTo>
                    <a:pt x="242" y="1"/>
                  </a:lnTo>
                  <a:close/>
                </a:path>
              </a:pathLst>
            </a:custGeom>
            <a:solidFill>
              <a:srgbClr val="525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43"/>
            <p:cNvSpPr/>
            <p:nvPr/>
          </p:nvSpPr>
          <p:spPr>
            <a:xfrm>
              <a:off x="-2238625" y="4320375"/>
              <a:ext cx="24900" cy="335750"/>
            </a:xfrm>
            <a:custGeom>
              <a:avLst/>
              <a:gdLst/>
              <a:ahLst/>
              <a:cxnLst/>
              <a:rect l="l" t="t" r="r" b="b"/>
              <a:pathLst>
                <a:path w="996" h="13430" extrusionOk="0">
                  <a:moveTo>
                    <a:pt x="996" y="1"/>
                  </a:moveTo>
                  <a:cubicBezTo>
                    <a:pt x="875" y="122"/>
                    <a:pt x="875" y="242"/>
                    <a:pt x="875" y="363"/>
                  </a:cubicBezTo>
                  <a:lnTo>
                    <a:pt x="875" y="1872"/>
                  </a:lnTo>
                  <a:cubicBezTo>
                    <a:pt x="875" y="1238"/>
                    <a:pt x="996" y="755"/>
                    <a:pt x="996" y="363"/>
                  </a:cubicBezTo>
                  <a:lnTo>
                    <a:pt x="996" y="1"/>
                  </a:lnTo>
                  <a:close/>
                  <a:moveTo>
                    <a:pt x="875" y="1872"/>
                  </a:moveTo>
                  <a:lnTo>
                    <a:pt x="875" y="1872"/>
                  </a:lnTo>
                  <a:cubicBezTo>
                    <a:pt x="755" y="3139"/>
                    <a:pt x="604" y="4890"/>
                    <a:pt x="483" y="6911"/>
                  </a:cubicBezTo>
                  <a:cubicBezTo>
                    <a:pt x="362" y="8903"/>
                    <a:pt x="242" y="10684"/>
                    <a:pt x="121" y="11921"/>
                  </a:cubicBezTo>
                  <a:cubicBezTo>
                    <a:pt x="121" y="12434"/>
                    <a:pt x="0" y="13068"/>
                    <a:pt x="0" y="13430"/>
                  </a:cubicBezTo>
                  <a:cubicBezTo>
                    <a:pt x="121" y="13068"/>
                    <a:pt x="121" y="12555"/>
                    <a:pt x="242" y="11921"/>
                  </a:cubicBezTo>
                  <a:cubicBezTo>
                    <a:pt x="362" y="10684"/>
                    <a:pt x="483" y="8903"/>
                    <a:pt x="604" y="6911"/>
                  </a:cubicBezTo>
                  <a:cubicBezTo>
                    <a:pt x="755" y="4890"/>
                    <a:pt x="875" y="3139"/>
                    <a:pt x="875" y="187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43"/>
            <p:cNvSpPr/>
            <p:nvPr/>
          </p:nvSpPr>
          <p:spPr>
            <a:xfrm>
              <a:off x="-2264275" y="4596500"/>
              <a:ext cx="34725" cy="18900"/>
            </a:xfrm>
            <a:custGeom>
              <a:avLst/>
              <a:gdLst/>
              <a:ahLst/>
              <a:cxnLst/>
              <a:rect l="l" t="t" r="r" b="b"/>
              <a:pathLst>
                <a:path w="1389" h="756" extrusionOk="0">
                  <a:moveTo>
                    <a:pt x="1388" y="1"/>
                  </a:moveTo>
                  <a:cubicBezTo>
                    <a:pt x="875" y="1"/>
                    <a:pt x="272" y="272"/>
                    <a:pt x="0" y="755"/>
                  </a:cubicBezTo>
                  <a:cubicBezTo>
                    <a:pt x="272" y="514"/>
                    <a:pt x="392" y="393"/>
                    <a:pt x="634" y="272"/>
                  </a:cubicBezTo>
                  <a:cubicBezTo>
                    <a:pt x="875" y="121"/>
                    <a:pt x="1147" y="121"/>
                    <a:pt x="138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43"/>
            <p:cNvSpPr/>
            <p:nvPr/>
          </p:nvSpPr>
          <p:spPr>
            <a:xfrm>
              <a:off x="-2273350" y="4533875"/>
              <a:ext cx="18900" cy="9100"/>
            </a:xfrm>
            <a:custGeom>
              <a:avLst/>
              <a:gdLst/>
              <a:ahLst/>
              <a:cxnLst/>
              <a:rect l="l" t="t" r="r" b="b"/>
              <a:pathLst>
                <a:path w="756" h="364" extrusionOk="0">
                  <a:moveTo>
                    <a:pt x="755" y="1"/>
                  </a:moveTo>
                  <a:cubicBezTo>
                    <a:pt x="635" y="1"/>
                    <a:pt x="484" y="1"/>
                    <a:pt x="242" y="122"/>
                  </a:cubicBezTo>
                  <a:lnTo>
                    <a:pt x="1" y="363"/>
                  </a:lnTo>
                  <a:cubicBezTo>
                    <a:pt x="1" y="363"/>
                    <a:pt x="122" y="363"/>
                    <a:pt x="363" y="242"/>
                  </a:cubicBezTo>
                  <a:cubicBezTo>
                    <a:pt x="484" y="122"/>
                    <a:pt x="755" y="1"/>
                    <a:pt x="7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43"/>
            <p:cNvSpPr/>
            <p:nvPr/>
          </p:nvSpPr>
          <p:spPr>
            <a:xfrm>
              <a:off x="-2276350" y="4515025"/>
              <a:ext cx="12100" cy="12850"/>
            </a:xfrm>
            <a:custGeom>
              <a:avLst/>
              <a:gdLst/>
              <a:ahLst/>
              <a:cxnLst/>
              <a:rect l="l" t="t" r="r" b="b"/>
              <a:pathLst>
                <a:path w="484" h="514" extrusionOk="0">
                  <a:moveTo>
                    <a:pt x="483" y="1"/>
                  </a:moveTo>
                  <a:lnTo>
                    <a:pt x="242" y="242"/>
                  </a:lnTo>
                  <a:lnTo>
                    <a:pt x="0" y="514"/>
                  </a:lnTo>
                  <a:cubicBezTo>
                    <a:pt x="0" y="514"/>
                    <a:pt x="121" y="514"/>
                    <a:pt x="242" y="363"/>
                  </a:cubicBezTo>
                  <a:cubicBezTo>
                    <a:pt x="362" y="122"/>
                    <a:pt x="482" y="2"/>
                    <a:pt x="4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43"/>
            <p:cNvSpPr/>
            <p:nvPr/>
          </p:nvSpPr>
          <p:spPr>
            <a:xfrm>
              <a:off x="-2286175" y="4502200"/>
              <a:ext cx="3050" cy="21900"/>
            </a:xfrm>
            <a:custGeom>
              <a:avLst/>
              <a:gdLst/>
              <a:ahLst/>
              <a:cxnLst/>
              <a:rect l="l" t="t" r="r" b="b"/>
              <a:pathLst>
                <a:path w="122" h="876" extrusionOk="0">
                  <a:moveTo>
                    <a:pt x="122" y="1"/>
                  </a:moveTo>
                  <a:cubicBezTo>
                    <a:pt x="122" y="272"/>
                    <a:pt x="1" y="393"/>
                    <a:pt x="1" y="514"/>
                  </a:cubicBezTo>
                  <a:lnTo>
                    <a:pt x="1" y="876"/>
                  </a:lnTo>
                  <a:cubicBezTo>
                    <a:pt x="122" y="755"/>
                    <a:pt x="122" y="634"/>
                    <a:pt x="122" y="514"/>
                  </a:cubicBezTo>
                  <a:lnTo>
                    <a:pt x="12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3"/>
            <p:cNvSpPr/>
            <p:nvPr/>
          </p:nvSpPr>
          <p:spPr>
            <a:xfrm>
              <a:off x="-2295225" y="4499175"/>
              <a:ext cx="3050" cy="24925"/>
            </a:xfrm>
            <a:custGeom>
              <a:avLst/>
              <a:gdLst/>
              <a:ahLst/>
              <a:cxnLst/>
              <a:rect l="l" t="t" r="r" b="b"/>
              <a:pathLst>
                <a:path w="122" h="997" extrusionOk="0">
                  <a:moveTo>
                    <a:pt x="1" y="1"/>
                  </a:moveTo>
                  <a:lnTo>
                    <a:pt x="1" y="514"/>
                  </a:lnTo>
                  <a:lnTo>
                    <a:pt x="1" y="997"/>
                  </a:lnTo>
                  <a:cubicBezTo>
                    <a:pt x="1" y="876"/>
                    <a:pt x="122" y="635"/>
                    <a:pt x="122" y="514"/>
                  </a:cubicBezTo>
                  <a:cubicBezTo>
                    <a:pt x="122" y="393"/>
                    <a:pt x="1" y="122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3"/>
            <p:cNvSpPr/>
            <p:nvPr/>
          </p:nvSpPr>
          <p:spPr>
            <a:xfrm>
              <a:off x="-2299000" y="4539925"/>
              <a:ext cx="28700" cy="37750"/>
            </a:xfrm>
            <a:custGeom>
              <a:avLst/>
              <a:gdLst/>
              <a:ahLst/>
              <a:cxnLst/>
              <a:rect l="l" t="t" r="r" b="b"/>
              <a:pathLst>
                <a:path w="1148" h="1510" extrusionOk="0">
                  <a:moveTo>
                    <a:pt x="922" y="96"/>
                  </a:moveTo>
                  <a:cubicBezTo>
                    <a:pt x="903" y="103"/>
                    <a:pt x="884" y="110"/>
                    <a:pt x="867" y="116"/>
                  </a:cubicBezTo>
                  <a:lnTo>
                    <a:pt x="867" y="116"/>
                  </a:lnTo>
                  <a:cubicBezTo>
                    <a:pt x="888" y="113"/>
                    <a:pt x="904" y="107"/>
                    <a:pt x="922" y="96"/>
                  </a:cubicBezTo>
                  <a:close/>
                  <a:moveTo>
                    <a:pt x="1027" y="0"/>
                  </a:moveTo>
                  <a:cubicBezTo>
                    <a:pt x="971" y="0"/>
                    <a:pt x="941" y="26"/>
                    <a:pt x="925" y="94"/>
                  </a:cubicBezTo>
                  <a:lnTo>
                    <a:pt x="925" y="94"/>
                  </a:lnTo>
                  <a:cubicBezTo>
                    <a:pt x="924" y="94"/>
                    <a:pt x="923" y="95"/>
                    <a:pt x="922" y="96"/>
                  </a:cubicBezTo>
                  <a:lnTo>
                    <a:pt x="922" y="96"/>
                  </a:lnTo>
                  <a:cubicBezTo>
                    <a:pt x="923" y="95"/>
                    <a:pt x="924" y="95"/>
                    <a:pt x="925" y="94"/>
                  </a:cubicBezTo>
                  <a:lnTo>
                    <a:pt x="925" y="94"/>
                  </a:lnTo>
                  <a:cubicBezTo>
                    <a:pt x="906" y="172"/>
                    <a:pt x="906" y="304"/>
                    <a:pt x="906" y="513"/>
                  </a:cubicBezTo>
                  <a:cubicBezTo>
                    <a:pt x="1011" y="409"/>
                    <a:pt x="1025" y="190"/>
                    <a:pt x="1027" y="55"/>
                  </a:cubicBezTo>
                  <a:lnTo>
                    <a:pt x="1027" y="55"/>
                  </a:lnTo>
                  <a:cubicBezTo>
                    <a:pt x="1064" y="40"/>
                    <a:pt x="1105" y="22"/>
                    <a:pt x="1148" y="0"/>
                  </a:cubicBezTo>
                  <a:close/>
                  <a:moveTo>
                    <a:pt x="867" y="116"/>
                  </a:moveTo>
                  <a:cubicBezTo>
                    <a:pt x="840" y="121"/>
                    <a:pt x="806" y="121"/>
                    <a:pt x="755" y="121"/>
                  </a:cubicBezTo>
                  <a:cubicBezTo>
                    <a:pt x="273" y="272"/>
                    <a:pt x="1" y="875"/>
                    <a:pt x="273" y="1389"/>
                  </a:cubicBezTo>
                  <a:lnTo>
                    <a:pt x="273" y="755"/>
                  </a:lnTo>
                  <a:cubicBezTo>
                    <a:pt x="393" y="513"/>
                    <a:pt x="514" y="393"/>
                    <a:pt x="635" y="272"/>
                  </a:cubicBezTo>
                  <a:cubicBezTo>
                    <a:pt x="700" y="190"/>
                    <a:pt x="774" y="153"/>
                    <a:pt x="867" y="116"/>
                  </a:cubicBezTo>
                  <a:close/>
                  <a:moveTo>
                    <a:pt x="906" y="513"/>
                  </a:moveTo>
                  <a:lnTo>
                    <a:pt x="906" y="513"/>
                  </a:lnTo>
                  <a:cubicBezTo>
                    <a:pt x="755" y="634"/>
                    <a:pt x="755" y="875"/>
                    <a:pt x="635" y="1026"/>
                  </a:cubicBezTo>
                  <a:cubicBezTo>
                    <a:pt x="635" y="1147"/>
                    <a:pt x="635" y="1268"/>
                    <a:pt x="514" y="1268"/>
                  </a:cubicBezTo>
                  <a:cubicBezTo>
                    <a:pt x="514" y="1389"/>
                    <a:pt x="393" y="1389"/>
                    <a:pt x="273" y="1389"/>
                  </a:cubicBezTo>
                  <a:cubicBezTo>
                    <a:pt x="273" y="1509"/>
                    <a:pt x="393" y="1509"/>
                    <a:pt x="393" y="1509"/>
                  </a:cubicBezTo>
                  <a:cubicBezTo>
                    <a:pt x="514" y="1509"/>
                    <a:pt x="514" y="1389"/>
                    <a:pt x="635" y="1389"/>
                  </a:cubicBezTo>
                  <a:cubicBezTo>
                    <a:pt x="635" y="1268"/>
                    <a:pt x="755" y="1147"/>
                    <a:pt x="755" y="1026"/>
                  </a:cubicBezTo>
                  <a:cubicBezTo>
                    <a:pt x="906" y="875"/>
                    <a:pt x="906" y="634"/>
                    <a:pt x="906" y="5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3"/>
            <p:cNvSpPr/>
            <p:nvPr/>
          </p:nvSpPr>
          <p:spPr>
            <a:xfrm>
              <a:off x="-2299000" y="4524075"/>
              <a:ext cx="25675" cy="20575"/>
            </a:xfrm>
            <a:custGeom>
              <a:avLst/>
              <a:gdLst/>
              <a:ahLst/>
              <a:cxnLst/>
              <a:rect l="l" t="t" r="r" b="b"/>
              <a:pathLst>
                <a:path w="1027" h="823" extrusionOk="0">
                  <a:moveTo>
                    <a:pt x="273" y="1"/>
                  </a:moveTo>
                  <a:cubicBezTo>
                    <a:pt x="152" y="1"/>
                    <a:pt x="1" y="1"/>
                    <a:pt x="1" y="152"/>
                  </a:cubicBezTo>
                  <a:cubicBezTo>
                    <a:pt x="1" y="393"/>
                    <a:pt x="1" y="514"/>
                    <a:pt x="273" y="634"/>
                  </a:cubicBezTo>
                  <a:cubicBezTo>
                    <a:pt x="393" y="755"/>
                    <a:pt x="514" y="755"/>
                    <a:pt x="635" y="755"/>
                  </a:cubicBezTo>
                  <a:cubicBezTo>
                    <a:pt x="514" y="755"/>
                    <a:pt x="393" y="634"/>
                    <a:pt x="273" y="514"/>
                  </a:cubicBezTo>
                  <a:cubicBezTo>
                    <a:pt x="152" y="514"/>
                    <a:pt x="1" y="393"/>
                    <a:pt x="152" y="152"/>
                  </a:cubicBezTo>
                  <a:cubicBezTo>
                    <a:pt x="152" y="101"/>
                    <a:pt x="165" y="84"/>
                    <a:pt x="188" y="84"/>
                  </a:cubicBezTo>
                  <a:cubicBezTo>
                    <a:pt x="232" y="84"/>
                    <a:pt x="313" y="152"/>
                    <a:pt x="393" y="152"/>
                  </a:cubicBezTo>
                  <a:cubicBezTo>
                    <a:pt x="514" y="272"/>
                    <a:pt x="635" y="393"/>
                    <a:pt x="755" y="393"/>
                  </a:cubicBezTo>
                  <a:lnTo>
                    <a:pt x="514" y="152"/>
                  </a:lnTo>
                  <a:cubicBezTo>
                    <a:pt x="393" y="1"/>
                    <a:pt x="393" y="1"/>
                    <a:pt x="273" y="1"/>
                  </a:cubicBezTo>
                  <a:close/>
                  <a:moveTo>
                    <a:pt x="635" y="755"/>
                  </a:moveTo>
                  <a:cubicBezTo>
                    <a:pt x="675" y="805"/>
                    <a:pt x="718" y="822"/>
                    <a:pt x="763" y="822"/>
                  </a:cubicBezTo>
                  <a:cubicBezTo>
                    <a:pt x="853" y="822"/>
                    <a:pt x="946" y="755"/>
                    <a:pt x="1027" y="75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3"/>
            <p:cNvSpPr/>
            <p:nvPr/>
          </p:nvSpPr>
          <p:spPr>
            <a:xfrm>
              <a:off x="-2273350" y="4332450"/>
              <a:ext cx="56625" cy="63400"/>
            </a:xfrm>
            <a:custGeom>
              <a:avLst/>
              <a:gdLst/>
              <a:ahLst/>
              <a:cxnLst/>
              <a:rect l="l" t="t" r="r" b="b"/>
              <a:pathLst>
                <a:path w="2265" h="2536" extrusionOk="0">
                  <a:moveTo>
                    <a:pt x="1" y="1"/>
                  </a:moveTo>
                  <a:cubicBezTo>
                    <a:pt x="1" y="1027"/>
                    <a:pt x="635" y="2023"/>
                    <a:pt x="1631" y="2385"/>
                  </a:cubicBezTo>
                  <a:cubicBezTo>
                    <a:pt x="1751" y="2385"/>
                    <a:pt x="1872" y="2385"/>
                    <a:pt x="1993" y="2536"/>
                  </a:cubicBezTo>
                  <a:lnTo>
                    <a:pt x="2264" y="2536"/>
                  </a:lnTo>
                  <a:cubicBezTo>
                    <a:pt x="1993" y="2385"/>
                    <a:pt x="1872" y="2385"/>
                    <a:pt x="1631" y="2264"/>
                  </a:cubicBezTo>
                  <a:cubicBezTo>
                    <a:pt x="1118" y="2023"/>
                    <a:pt x="755" y="1781"/>
                    <a:pt x="484" y="1389"/>
                  </a:cubicBezTo>
                  <a:cubicBezTo>
                    <a:pt x="242" y="876"/>
                    <a:pt x="122" y="514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3"/>
            <p:cNvSpPr/>
            <p:nvPr/>
          </p:nvSpPr>
          <p:spPr>
            <a:xfrm>
              <a:off x="-2361600" y="4331125"/>
              <a:ext cx="88275" cy="4375"/>
            </a:xfrm>
            <a:custGeom>
              <a:avLst/>
              <a:gdLst/>
              <a:ahLst/>
              <a:cxnLst/>
              <a:rect l="l" t="t" r="r" b="b"/>
              <a:pathLst>
                <a:path w="3531" h="175" extrusionOk="0">
                  <a:moveTo>
                    <a:pt x="602" y="0"/>
                  </a:moveTo>
                  <a:cubicBezTo>
                    <a:pt x="409" y="0"/>
                    <a:pt x="211" y="13"/>
                    <a:pt x="0" y="54"/>
                  </a:cubicBezTo>
                  <a:cubicBezTo>
                    <a:pt x="634" y="54"/>
                    <a:pt x="1147" y="174"/>
                    <a:pt x="1751" y="174"/>
                  </a:cubicBezTo>
                  <a:lnTo>
                    <a:pt x="3531" y="174"/>
                  </a:lnTo>
                  <a:cubicBezTo>
                    <a:pt x="2897" y="174"/>
                    <a:pt x="2384" y="54"/>
                    <a:pt x="1751" y="54"/>
                  </a:cubicBezTo>
                  <a:cubicBezTo>
                    <a:pt x="1348" y="54"/>
                    <a:pt x="986" y="0"/>
                    <a:pt x="60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3"/>
            <p:cNvSpPr/>
            <p:nvPr/>
          </p:nvSpPr>
          <p:spPr>
            <a:xfrm>
              <a:off x="-2242400" y="4420725"/>
              <a:ext cx="6800" cy="59625"/>
            </a:xfrm>
            <a:custGeom>
              <a:avLst/>
              <a:gdLst/>
              <a:ahLst/>
              <a:cxnLst/>
              <a:rect l="l" t="t" r="r" b="b"/>
              <a:pathLst>
                <a:path w="272" h="2385" extrusionOk="0">
                  <a:moveTo>
                    <a:pt x="151" y="0"/>
                  </a:moveTo>
                  <a:cubicBezTo>
                    <a:pt x="151" y="0"/>
                    <a:pt x="151" y="513"/>
                    <a:pt x="0" y="1117"/>
                  </a:cubicBezTo>
                  <a:lnTo>
                    <a:pt x="0" y="2384"/>
                  </a:lnTo>
                  <a:cubicBezTo>
                    <a:pt x="151" y="2022"/>
                    <a:pt x="151" y="1630"/>
                    <a:pt x="151" y="1117"/>
                  </a:cubicBezTo>
                  <a:cubicBezTo>
                    <a:pt x="272" y="755"/>
                    <a:pt x="272" y="363"/>
                    <a:pt x="1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3"/>
            <p:cNvSpPr/>
            <p:nvPr/>
          </p:nvSpPr>
          <p:spPr>
            <a:xfrm>
              <a:off x="-2235625" y="4379975"/>
              <a:ext cx="9075" cy="6075"/>
            </a:xfrm>
            <a:custGeom>
              <a:avLst/>
              <a:gdLst/>
              <a:ahLst/>
              <a:cxnLst/>
              <a:rect l="l" t="t" r="r" b="b"/>
              <a:pathLst>
                <a:path w="363" h="243" extrusionOk="0">
                  <a:moveTo>
                    <a:pt x="1" y="1"/>
                  </a:moveTo>
                  <a:cubicBezTo>
                    <a:pt x="1" y="1"/>
                    <a:pt x="1" y="122"/>
                    <a:pt x="122" y="122"/>
                  </a:cubicBezTo>
                  <a:cubicBezTo>
                    <a:pt x="242" y="242"/>
                    <a:pt x="363" y="242"/>
                    <a:pt x="363" y="242"/>
                  </a:cubicBezTo>
                  <a:cubicBezTo>
                    <a:pt x="363" y="122"/>
                    <a:pt x="363" y="122"/>
                    <a:pt x="242" y="122"/>
                  </a:cubicBezTo>
                  <a:cubicBezTo>
                    <a:pt x="122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3"/>
            <p:cNvSpPr/>
            <p:nvPr/>
          </p:nvSpPr>
          <p:spPr>
            <a:xfrm>
              <a:off x="-2254475" y="4361125"/>
              <a:ext cx="9075" cy="9075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0" y="0"/>
                  </a:moveTo>
                  <a:cubicBezTo>
                    <a:pt x="0" y="0"/>
                    <a:pt x="0" y="121"/>
                    <a:pt x="121" y="242"/>
                  </a:cubicBezTo>
                  <a:lnTo>
                    <a:pt x="242" y="363"/>
                  </a:lnTo>
                  <a:cubicBezTo>
                    <a:pt x="363" y="363"/>
                    <a:pt x="242" y="242"/>
                    <a:pt x="121" y="1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3"/>
            <p:cNvSpPr/>
            <p:nvPr/>
          </p:nvSpPr>
          <p:spPr>
            <a:xfrm>
              <a:off x="-2264275" y="4339250"/>
              <a:ext cx="6800" cy="12100"/>
            </a:xfrm>
            <a:custGeom>
              <a:avLst/>
              <a:gdLst/>
              <a:ahLst/>
              <a:cxnLst/>
              <a:rect l="l" t="t" r="r" b="b"/>
              <a:pathLst>
                <a:path w="272" h="484" extrusionOk="0">
                  <a:moveTo>
                    <a:pt x="121" y="0"/>
                  </a:moveTo>
                  <a:cubicBezTo>
                    <a:pt x="121" y="0"/>
                    <a:pt x="0" y="121"/>
                    <a:pt x="0" y="242"/>
                  </a:cubicBezTo>
                  <a:cubicBezTo>
                    <a:pt x="121" y="362"/>
                    <a:pt x="272" y="483"/>
                    <a:pt x="272" y="483"/>
                  </a:cubicBezTo>
                  <a:cubicBezTo>
                    <a:pt x="272" y="483"/>
                    <a:pt x="272" y="362"/>
                    <a:pt x="121" y="242"/>
                  </a:cubicBezTo>
                  <a:lnTo>
                    <a:pt x="12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3"/>
            <p:cNvSpPr/>
            <p:nvPr/>
          </p:nvSpPr>
          <p:spPr>
            <a:xfrm>
              <a:off x="-2264275" y="4326425"/>
              <a:ext cx="3025" cy="3025"/>
            </a:xfrm>
            <a:custGeom>
              <a:avLst/>
              <a:gdLst/>
              <a:ahLst/>
              <a:cxnLst/>
              <a:rect l="l" t="t" r="r" b="b"/>
              <a:pathLst>
                <a:path w="121" h="121" extrusionOk="0">
                  <a:moveTo>
                    <a:pt x="0" y="0"/>
                  </a:moveTo>
                  <a:lnTo>
                    <a:pt x="0" y="121"/>
                  </a:lnTo>
                  <a:cubicBezTo>
                    <a:pt x="0" y="121"/>
                    <a:pt x="121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3"/>
            <p:cNvSpPr/>
            <p:nvPr/>
          </p:nvSpPr>
          <p:spPr>
            <a:xfrm>
              <a:off x="-1647925" y="3647425"/>
              <a:ext cx="331550" cy="294275"/>
            </a:xfrm>
            <a:custGeom>
              <a:avLst/>
              <a:gdLst/>
              <a:ahLst/>
              <a:cxnLst/>
              <a:rect l="l" t="t" r="r" b="b"/>
              <a:pathLst>
                <a:path w="13262" h="11771" extrusionOk="0">
                  <a:moveTo>
                    <a:pt x="5402" y="1"/>
                  </a:moveTo>
                  <a:lnTo>
                    <a:pt x="1" y="3773"/>
                  </a:lnTo>
                  <a:lnTo>
                    <a:pt x="4769" y="10684"/>
                  </a:lnTo>
                  <a:lnTo>
                    <a:pt x="8420" y="8179"/>
                  </a:lnTo>
                  <a:cubicBezTo>
                    <a:pt x="8420" y="8179"/>
                    <a:pt x="12300" y="11771"/>
                    <a:pt x="13086" y="11771"/>
                  </a:cubicBezTo>
                  <a:cubicBezTo>
                    <a:pt x="13217" y="11771"/>
                    <a:pt x="13261" y="11671"/>
                    <a:pt x="13188" y="11438"/>
                  </a:cubicBezTo>
                  <a:cubicBezTo>
                    <a:pt x="12705" y="9808"/>
                    <a:pt x="7032" y="2264"/>
                    <a:pt x="5644" y="363"/>
                  </a:cubicBezTo>
                  <a:lnTo>
                    <a:pt x="5402" y="1"/>
                  </a:ln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3"/>
            <p:cNvSpPr/>
            <p:nvPr/>
          </p:nvSpPr>
          <p:spPr>
            <a:xfrm>
              <a:off x="-1563425" y="3650450"/>
              <a:ext cx="88300" cy="66425"/>
            </a:xfrm>
            <a:custGeom>
              <a:avLst/>
              <a:gdLst/>
              <a:ahLst/>
              <a:cxnLst/>
              <a:rect l="l" t="t" r="r" b="b"/>
              <a:pathLst>
                <a:path w="3532" h="2657" extrusionOk="0">
                  <a:moveTo>
                    <a:pt x="1902" y="1"/>
                  </a:moveTo>
                  <a:lnTo>
                    <a:pt x="1" y="1268"/>
                  </a:lnTo>
                  <a:cubicBezTo>
                    <a:pt x="393" y="1902"/>
                    <a:pt x="906" y="2385"/>
                    <a:pt x="1660" y="2505"/>
                  </a:cubicBezTo>
                  <a:cubicBezTo>
                    <a:pt x="1902" y="2656"/>
                    <a:pt x="2143" y="2656"/>
                    <a:pt x="2415" y="2656"/>
                  </a:cubicBezTo>
                  <a:cubicBezTo>
                    <a:pt x="2777" y="2656"/>
                    <a:pt x="3169" y="2656"/>
                    <a:pt x="3531" y="2505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rgbClr val="89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3"/>
            <p:cNvSpPr/>
            <p:nvPr/>
          </p:nvSpPr>
          <p:spPr>
            <a:xfrm>
              <a:off x="-1512875" y="3647425"/>
              <a:ext cx="198450" cy="292000"/>
            </a:xfrm>
            <a:custGeom>
              <a:avLst/>
              <a:gdLst/>
              <a:ahLst/>
              <a:cxnLst/>
              <a:rect l="l" t="t" r="r" b="b"/>
              <a:pathLst>
                <a:path w="7938" h="11680" extrusionOk="0">
                  <a:moveTo>
                    <a:pt x="0" y="1"/>
                  </a:moveTo>
                  <a:lnTo>
                    <a:pt x="242" y="363"/>
                  </a:lnTo>
                  <a:cubicBezTo>
                    <a:pt x="996" y="1389"/>
                    <a:pt x="3139" y="4135"/>
                    <a:pt x="4919" y="6791"/>
                  </a:cubicBezTo>
                  <a:cubicBezTo>
                    <a:pt x="3260" y="4286"/>
                    <a:pt x="1268" y="1630"/>
                    <a:pt x="0" y="1"/>
                  </a:cubicBezTo>
                  <a:close/>
                  <a:moveTo>
                    <a:pt x="5794" y="10442"/>
                  </a:moveTo>
                  <a:cubicBezTo>
                    <a:pt x="5794" y="10563"/>
                    <a:pt x="5915" y="10684"/>
                    <a:pt x="6036" y="10684"/>
                  </a:cubicBezTo>
                  <a:cubicBezTo>
                    <a:pt x="5795" y="10563"/>
                    <a:pt x="5794" y="10443"/>
                    <a:pt x="5794" y="10442"/>
                  </a:cubicBezTo>
                  <a:close/>
                  <a:moveTo>
                    <a:pt x="7786" y="11197"/>
                  </a:moveTo>
                  <a:lnTo>
                    <a:pt x="7786" y="11438"/>
                  </a:lnTo>
                  <a:cubicBezTo>
                    <a:pt x="7937" y="11559"/>
                    <a:pt x="7786" y="11679"/>
                    <a:pt x="7665" y="11679"/>
                  </a:cubicBezTo>
                  <a:lnTo>
                    <a:pt x="7937" y="11679"/>
                  </a:lnTo>
                  <a:cubicBezTo>
                    <a:pt x="7937" y="11559"/>
                    <a:pt x="7786" y="11438"/>
                    <a:pt x="7786" y="11197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3"/>
            <p:cNvSpPr/>
            <p:nvPr/>
          </p:nvSpPr>
          <p:spPr>
            <a:xfrm>
              <a:off x="-1515900" y="3647425"/>
              <a:ext cx="201475" cy="292000"/>
            </a:xfrm>
            <a:custGeom>
              <a:avLst/>
              <a:gdLst/>
              <a:ahLst/>
              <a:cxnLst/>
              <a:rect l="l" t="t" r="r" b="b"/>
              <a:pathLst>
                <a:path w="8059" h="11680" extrusionOk="0">
                  <a:moveTo>
                    <a:pt x="121" y="1"/>
                  </a:moveTo>
                  <a:lnTo>
                    <a:pt x="1" y="122"/>
                  </a:lnTo>
                  <a:lnTo>
                    <a:pt x="1751" y="2506"/>
                  </a:lnTo>
                  <a:cubicBezTo>
                    <a:pt x="1751" y="2506"/>
                    <a:pt x="1751" y="2626"/>
                    <a:pt x="1630" y="2626"/>
                  </a:cubicBezTo>
                  <a:lnTo>
                    <a:pt x="6278" y="9295"/>
                  </a:lnTo>
                  <a:cubicBezTo>
                    <a:pt x="6278" y="9295"/>
                    <a:pt x="5644" y="10050"/>
                    <a:pt x="5915" y="10442"/>
                  </a:cubicBezTo>
                  <a:cubicBezTo>
                    <a:pt x="5915" y="10563"/>
                    <a:pt x="6036" y="10684"/>
                    <a:pt x="6157" y="10684"/>
                  </a:cubicBezTo>
                  <a:cubicBezTo>
                    <a:pt x="6549" y="11076"/>
                    <a:pt x="7424" y="11679"/>
                    <a:pt x="7786" y="11679"/>
                  </a:cubicBezTo>
                  <a:cubicBezTo>
                    <a:pt x="7907" y="11679"/>
                    <a:pt x="8058" y="11559"/>
                    <a:pt x="7907" y="11438"/>
                  </a:cubicBezTo>
                  <a:lnTo>
                    <a:pt x="7907" y="11197"/>
                  </a:lnTo>
                  <a:cubicBezTo>
                    <a:pt x="7424" y="10442"/>
                    <a:pt x="6398" y="8662"/>
                    <a:pt x="5040" y="6791"/>
                  </a:cubicBezTo>
                  <a:cubicBezTo>
                    <a:pt x="3260" y="4135"/>
                    <a:pt x="1117" y="1389"/>
                    <a:pt x="363" y="363"/>
                  </a:cubicBezTo>
                  <a:lnTo>
                    <a:pt x="121" y="1"/>
                  </a:lnTo>
                  <a:close/>
                </a:path>
              </a:pathLst>
            </a:custGeom>
            <a:solidFill>
              <a:srgbClr val="89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3"/>
            <p:cNvSpPr/>
            <p:nvPr/>
          </p:nvSpPr>
          <p:spPr>
            <a:xfrm>
              <a:off x="-1515900" y="3650450"/>
              <a:ext cx="43800" cy="62650"/>
            </a:xfrm>
            <a:custGeom>
              <a:avLst/>
              <a:gdLst/>
              <a:ahLst/>
              <a:cxnLst/>
              <a:rect l="l" t="t" r="r" b="b"/>
              <a:pathLst>
                <a:path w="1752" h="2506" extrusionOk="0">
                  <a:moveTo>
                    <a:pt x="1" y="1"/>
                  </a:moveTo>
                  <a:lnTo>
                    <a:pt x="1630" y="2505"/>
                  </a:lnTo>
                  <a:cubicBezTo>
                    <a:pt x="1751" y="2505"/>
                    <a:pt x="1751" y="2385"/>
                    <a:pt x="1751" y="238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525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3"/>
            <p:cNvSpPr/>
            <p:nvPr/>
          </p:nvSpPr>
          <p:spPr>
            <a:xfrm>
              <a:off x="-1515900" y="3650450"/>
              <a:ext cx="194675" cy="285950"/>
            </a:xfrm>
            <a:custGeom>
              <a:avLst/>
              <a:gdLst/>
              <a:ahLst/>
              <a:cxnLst/>
              <a:rect l="l" t="t" r="r" b="b"/>
              <a:pathLst>
                <a:path w="7787" h="11438" extrusionOk="0">
                  <a:moveTo>
                    <a:pt x="1" y="1"/>
                  </a:moveTo>
                  <a:cubicBezTo>
                    <a:pt x="1" y="121"/>
                    <a:pt x="121" y="242"/>
                    <a:pt x="242" y="393"/>
                  </a:cubicBezTo>
                  <a:lnTo>
                    <a:pt x="1" y="1"/>
                  </a:lnTo>
                  <a:close/>
                  <a:moveTo>
                    <a:pt x="242" y="393"/>
                  </a:moveTo>
                  <a:lnTo>
                    <a:pt x="1117" y="1630"/>
                  </a:lnTo>
                  <a:cubicBezTo>
                    <a:pt x="1872" y="2656"/>
                    <a:pt x="2898" y="4165"/>
                    <a:pt x="4014" y="5674"/>
                  </a:cubicBezTo>
                  <a:cubicBezTo>
                    <a:pt x="2898" y="4014"/>
                    <a:pt x="1872" y="2505"/>
                    <a:pt x="1117" y="1509"/>
                  </a:cubicBezTo>
                  <a:lnTo>
                    <a:pt x="242" y="393"/>
                  </a:lnTo>
                  <a:close/>
                  <a:moveTo>
                    <a:pt x="4014" y="5674"/>
                  </a:moveTo>
                  <a:lnTo>
                    <a:pt x="4014" y="5674"/>
                  </a:lnTo>
                  <a:cubicBezTo>
                    <a:pt x="5040" y="7303"/>
                    <a:pt x="6036" y="8812"/>
                    <a:pt x="6791" y="9929"/>
                  </a:cubicBezTo>
                  <a:lnTo>
                    <a:pt x="7545" y="11196"/>
                  </a:lnTo>
                  <a:lnTo>
                    <a:pt x="7786" y="11438"/>
                  </a:lnTo>
                  <a:lnTo>
                    <a:pt x="7666" y="11076"/>
                  </a:lnTo>
                  <a:lnTo>
                    <a:pt x="6791" y="9808"/>
                  </a:lnTo>
                  <a:cubicBezTo>
                    <a:pt x="6157" y="8812"/>
                    <a:pt x="5161" y="7303"/>
                    <a:pt x="4014" y="567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3"/>
            <p:cNvSpPr/>
            <p:nvPr/>
          </p:nvSpPr>
          <p:spPr>
            <a:xfrm>
              <a:off x="-1371050" y="3876775"/>
              <a:ext cx="15125" cy="34725"/>
            </a:xfrm>
            <a:custGeom>
              <a:avLst/>
              <a:gdLst/>
              <a:ahLst/>
              <a:cxnLst/>
              <a:rect l="l" t="t" r="r" b="b"/>
              <a:pathLst>
                <a:path w="605" h="1389" extrusionOk="0">
                  <a:moveTo>
                    <a:pt x="604" y="1"/>
                  </a:moveTo>
                  <a:cubicBezTo>
                    <a:pt x="363" y="121"/>
                    <a:pt x="242" y="393"/>
                    <a:pt x="121" y="634"/>
                  </a:cubicBezTo>
                  <a:cubicBezTo>
                    <a:pt x="1" y="876"/>
                    <a:pt x="1" y="1147"/>
                    <a:pt x="1" y="1389"/>
                  </a:cubicBezTo>
                  <a:cubicBezTo>
                    <a:pt x="1" y="1147"/>
                    <a:pt x="121" y="876"/>
                    <a:pt x="242" y="634"/>
                  </a:cubicBezTo>
                  <a:cubicBezTo>
                    <a:pt x="363" y="393"/>
                    <a:pt x="484" y="242"/>
                    <a:pt x="60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3"/>
            <p:cNvSpPr/>
            <p:nvPr/>
          </p:nvSpPr>
          <p:spPr>
            <a:xfrm>
              <a:off x="-1424600" y="3844325"/>
              <a:ext cx="9075" cy="19650"/>
            </a:xfrm>
            <a:custGeom>
              <a:avLst/>
              <a:gdLst/>
              <a:ahLst/>
              <a:cxnLst/>
              <a:rect l="l" t="t" r="r" b="b"/>
              <a:pathLst>
                <a:path w="363" h="786" extrusionOk="0">
                  <a:moveTo>
                    <a:pt x="352" y="1"/>
                  </a:moveTo>
                  <a:cubicBezTo>
                    <a:pt x="320" y="1"/>
                    <a:pt x="220" y="203"/>
                    <a:pt x="121" y="303"/>
                  </a:cubicBezTo>
                  <a:cubicBezTo>
                    <a:pt x="121" y="424"/>
                    <a:pt x="0" y="544"/>
                    <a:pt x="0" y="786"/>
                  </a:cubicBezTo>
                  <a:cubicBezTo>
                    <a:pt x="0" y="786"/>
                    <a:pt x="121" y="544"/>
                    <a:pt x="242" y="424"/>
                  </a:cubicBezTo>
                  <a:cubicBezTo>
                    <a:pt x="362" y="182"/>
                    <a:pt x="362" y="31"/>
                    <a:pt x="362" y="31"/>
                  </a:cubicBezTo>
                  <a:cubicBezTo>
                    <a:pt x="362" y="10"/>
                    <a:pt x="359" y="1"/>
                    <a:pt x="3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3"/>
            <p:cNvSpPr/>
            <p:nvPr/>
          </p:nvSpPr>
          <p:spPr>
            <a:xfrm>
              <a:off x="-1437425" y="3836050"/>
              <a:ext cx="6050" cy="15850"/>
            </a:xfrm>
            <a:custGeom>
              <a:avLst/>
              <a:gdLst/>
              <a:ahLst/>
              <a:cxnLst/>
              <a:rect l="l" t="t" r="r" b="b"/>
              <a:pathLst>
                <a:path w="242" h="634" extrusionOk="0">
                  <a:moveTo>
                    <a:pt x="121" y="0"/>
                  </a:moveTo>
                  <a:lnTo>
                    <a:pt x="121" y="242"/>
                  </a:lnTo>
                  <a:cubicBezTo>
                    <a:pt x="0" y="362"/>
                    <a:pt x="0" y="513"/>
                    <a:pt x="121" y="634"/>
                  </a:cubicBezTo>
                  <a:lnTo>
                    <a:pt x="121" y="362"/>
                  </a:lnTo>
                  <a:cubicBezTo>
                    <a:pt x="242" y="242"/>
                    <a:pt x="242" y="121"/>
                    <a:pt x="12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43"/>
            <p:cNvSpPr/>
            <p:nvPr/>
          </p:nvSpPr>
          <p:spPr>
            <a:xfrm>
              <a:off x="-1456300" y="3836050"/>
              <a:ext cx="12850" cy="18875"/>
            </a:xfrm>
            <a:custGeom>
              <a:avLst/>
              <a:gdLst/>
              <a:ahLst/>
              <a:cxnLst/>
              <a:rect l="l" t="t" r="r" b="b"/>
              <a:pathLst>
                <a:path w="514" h="755" extrusionOk="0">
                  <a:moveTo>
                    <a:pt x="1" y="0"/>
                  </a:moveTo>
                  <a:lnTo>
                    <a:pt x="1" y="0"/>
                  </a:lnTo>
                  <a:cubicBezTo>
                    <a:pt x="121" y="242"/>
                    <a:pt x="121" y="362"/>
                    <a:pt x="242" y="513"/>
                  </a:cubicBezTo>
                  <a:cubicBezTo>
                    <a:pt x="393" y="634"/>
                    <a:pt x="514" y="755"/>
                    <a:pt x="514" y="755"/>
                  </a:cubicBezTo>
                  <a:cubicBezTo>
                    <a:pt x="514" y="634"/>
                    <a:pt x="393" y="513"/>
                    <a:pt x="393" y="362"/>
                  </a:cubicBezTo>
                  <a:cubicBezTo>
                    <a:pt x="242" y="24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43"/>
            <p:cNvSpPr/>
            <p:nvPr/>
          </p:nvSpPr>
          <p:spPr>
            <a:xfrm>
              <a:off x="-1469125" y="3842075"/>
              <a:ext cx="15875" cy="18875"/>
            </a:xfrm>
            <a:custGeom>
              <a:avLst/>
              <a:gdLst/>
              <a:ahLst/>
              <a:cxnLst/>
              <a:rect l="l" t="t" r="r" b="b"/>
              <a:pathLst>
                <a:path w="635" h="755" extrusionOk="0">
                  <a:moveTo>
                    <a:pt x="1" y="1"/>
                  </a:moveTo>
                  <a:cubicBezTo>
                    <a:pt x="2" y="2"/>
                    <a:pt x="153" y="123"/>
                    <a:pt x="393" y="393"/>
                  </a:cubicBezTo>
                  <a:cubicBezTo>
                    <a:pt x="272" y="121"/>
                    <a:pt x="152" y="121"/>
                    <a:pt x="1" y="1"/>
                  </a:cubicBezTo>
                  <a:close/>
                  <a:moveTo>
                    <a:pt x="393" y="393"/>
                  </a:moveTo>
                  <a:lnTo>
                    <a:pt x="393" y="393"/>
                  </a:lnTo>
                  <a:cubicBezTo>
                    <a:pt x="514" y="634"/>
                    <a:pt x="634" y="755"/>
                    <a:pt x="634" y="755"/>
                  </a:cubicBezTo>
                  <a:cubicBezTo>
                    <a:pt x="634" y="634"/>
                    <a:pt x="514" y="514"/>
                    <a:pt x="393" y="39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43"/>
            <p:cNvSpPr/>
            <p:nvPr/>
          </p:nvSpPr>
          <p:spPr>
            <a:xfrm>
              <a:off x="-1434425" y="3860925"/>
              <a:ext cx="21925" cy="39100"/>
            </a:xfrm>
            <a:custGeom>
              <a:avLst/>
              <a:gdLst/>
              <a:ahLst/>
              <a:cxnLst/>
              <a:rect l="l" t="t" r="r" b="b"/>
              <a:pathLst>
                <a:path w="877" h="1564" extrusionOk="0">
                  <a:moveTo>
                    <a:pt x="393" y="1"/>
                  </a:moveTo>
                  <a:cubicBezTo>
                    <a:pt x="371" y="23"/>
                    <a:pt x="354" y="46"/>
                    <a:pt x="338" y="69"/>
                  </a:cubicBezTo>
                  <a:lnTo>
                    <a:pt x="338" y="69"/>
                  </a:lnTo>
                  <a:cubicBezTo>
                    <a:pt x="316" y="46"/>
                    <a:pt x="294" y="23"/>
                    <a:pt x="273" y="1"/>
                  </a:cubicBezTo>
                  <a:lnTo>
                    <a:pt x="273" y="1"/>
                  </a:lnTo>
                  <a:cubicBezTo>
                    <a:pt x="273" y="1"/>
                    <a:pt x="295" y="24"/>
                    <a:pt x="330" y="81"/>
                  </a:cubicBezTo>
                  <a:lnTo>
                    <a:pt x="330" y="81"/>
                  </a:lnTo>
                  <a:cubicBezTo>
                    <a:pt x="266" y="184"/>
                    <a:pt x="241" y="298"/>
                    <a:pt x="122" y="393"/>
                  </a:cubicBezTo>
                  <a:cubicBezTo>
                    <a:pt x="1" y="876"/>
                    <a:pt x="273" y="1389"/>
                    <a:pt x="635" y="1510"/>
                  </a:cubicBezTo>
                  <a:cubicBezTo>
                    <a:pt x="393" y="1389"/>
                    <a:pt x="273" y="1148"/>
                    <a:pt x="273" y="1027"/>
                  </a:cubicBezTo>
                  <a:cubicBezTo>
                    <a:pt x="122" y="755"/>
                    <a:pt x="122" y="635"/>
                    <a:pt x="273" y="393"/>
                  </a:cubicBezTo>
                  <a:cubicBezTo>
                    <a:pt x="273" y="322"/>
                    <a:pt x="315" y="240"/>
                    <a:pt x="375" y="159"/>
                  </a:cubicBezTo>
                  <a:lnTo>
                    <a:pt x="375" y="159"/>
                  </a:lnTo>
                  <a:cubicBezTo>
                    <a:pt x="416" y="239"/>
                    <a:pt x="465" y="354"/>
                    <a:pt x="514" y="514"/>
                  </a:cubicBezTo>
                  <a:cubicBezTo>
                    <a:pt x="635" y="635"/>
                    <a:pt x="635" y="755"/>
                    <a:pt x="755" y="1027"/>
                  </a:cubicBezTo>
                  <a:cubicBezTo>
                    <a:pt x="755" y="755"/>
                    <a:pt x="635" y="635"/>
                    <a:pt x="635" y="393"/>
                  </a:cubicBezTo>
                  <a:cubicBezTo>
                    <a:pt x="555" y="314"/>
                    <a:pt x="475" y="221"/>
                    <a:pt x="396" y="132"/>
                  </a:cubicBezTo>
                  <a:lnTo>
                    <a:pt x="396" y="132"/>
                  </a:lnTo>
                  <a:cubicBezTo>
                    <a:pt x="432" y="86"/>
                    <a:pt x="473" y="42"/>
                    <a:pt x="514" y="1"/>
                  </a:cubicBezTo>
                  <a:close/>
                  <a:moveTo>
                    <a:pt x="755" y="1027"/>
                  </a:moveTo>
                  <a:lnTo>
                    <a:pt x="755" y="1268"/>
                  </a:lnTo>
                  <a:cubicBezTo>
                    <a:pt x="755" y="1389"/>
                    <a:pt x="755" y="1510"/>
                    <a:pt x="635" y="1510"/>
                  </a:cubicBezTo>
                  <a:cubicBezTo>
                    <a:pt x="635" y="1550"/>
                    <a:pt x="648" y="1563"/>
                    <a:pt x="670" y="1563"/>
                  </a:cubicBezTo>
                  <a:cubicBezTo>
                    <a:pt x="715" y="1563"/>
                    <a:pt x="796" y="1510"/>
                    <a:pt x="876" y="1510"/>
                  </a:cubicBezTo>
                  <a:lnTo>
                    <a:pt x="876" y="1268"/>
                  </a:lnTo>
                  <a:cubicBezTo>
                    <a:pt x="876" y="1148"/>
                    <a:pt x="876" y="1027"/>
                    <a:pt x="755" y="102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43"/>
            <p:cNvSpPr/>
            <p:nvPr/>
          </p:nvSpPr>
          <p:spPr>
            <a:xfrm>
              <a:off x="-1456300" y="3857925"/>
              <a:ext cx="31725" cy="14100"/>
            </a:xfrm>
            <a:custGeom>
              <a:avLst/>
              <a:gdLst/>
              <a:ahLst/>
              <a:cxnLst/>
              <a:rect l="l" t="t" r="r" b="b"/>
              <a:pathLst>
                <a:path w="1269" h="564" extrusionOk="0">
                  <a:moveTo>
                    <a:pt x="1268" y="242"/>
                  </a:moveTo>
                  <a:cubicBezTo>
                    <a:pt x="1148" y="242"/>
                    <a:pt x="997" y="393"/>
                    <a:pt x="997" y="393"/>
                  </a:cubicBezTo>
                  <a:cubicBezTo>
                    <a:pt x="876" y="393"/>
                    <a:pt x="755" y="513"/>
                    <a:pt x="634" y="513"/>
                  </a:cubicBezTo>
                  <a:lnTo>
                    <a:pt x="997" y="513"/>
                  </a:lnTo>
                  <a:lnTo>
                    <a:pt x="1268" y="242"/>
                  </a:lnTo>
                  <a:close/>
                  <a:moveTo>
                    <a:pt x="242" y="0"/>
                  </a:moveTo>
                  <a:cubicBezTo>
                    <a:pt x="121" y="121"/>
                    <a:pt x="1" y="242"/>
                    <a:pt x="121" y="393"/>
                  </a:cubicBezTo>
                  <a:cubicBezTo>
                    <a:pt x="207" y="478"/>
                    <a:pt x="307" y="563"/>
                    <a:pt x="444" y="563"/>
                  </a:cubicBezTo>
                  <a:cubicBezTo>
                    <a:pt x="501" y="563"/>
                    <a:pt x="564" y="549"/>
                    <a:pt x="634" y="513"/>
                  </a:cubicBezTo>
                  <a:cubicBezTo>
                    <a:pt x="393" y="513"/>
                    <a:pt x="242" y="393"/>
                    <a:pt x="121" y="242"/>
                  </a:cubicBezTo>
                  <a:cubicBezTo>
                    <a:pt x="121" y="121"/>
                    <a:pt x="393" y="121"/>
                    <a:pt x="514" y="121"/>
                  </a:cubicBezTo>
                  <a:lnTo>
                    <a:pt x="1268" y="121"/>
                  </a:lnTo>
                  <a:cubicBezTo>
                    <a:pt x="1148" y="121"/>
                    <a:pt x="997" y="0"/>
                    <a:pt x="87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43"/>
            <p:cNvSpPr/>
            <p:nvPr/>
          </p:nvSpPr>
          <p:spPr>
            <a:xfrm>
              <a:off x="-1563425" y="3685150"/>
              <a:ext cx="91325" cy="36950"/>
            </a:xfrm>
            <a:custGeom>
              <a:avLst/>
              <a:gdLst/>
              <a:ahLst/>
              <a:cxnLst/>
              <a:rect l="l" t="t" r="r" b="b"/>
              <a:pathLst>
                <a:path w="3653" h="1478" extrusionOk="0">
                  <a:moveTo>
                    <a:pt x="1" y="1"/>
                  </a:moveTo>
                  <a:lnTo>
                    <a:pt x="1" y="121"/>
                  </a:lnTo>
                  <a:cubicBezTo>
                    <a:pt x="152" y="242"/>
                    <a:pt x="272" y="363"/>
                    <a:pt x="272" y="514"/>
                  </a:cubicBezTo>
                  <a:cubicBezTo>
                    <a:pt x="753" y="1178"/>
                    <a:pt x="1512" y="1477"/>
                    <a:pt x="2286" y="1477"/>
                  </a:cubicBezTo>
                  <a:cubicBezTo>
                    <a:pt x="2531" y="1477"/>
                    <a:pt x="2778" y="1447"/>
                    <a:pt x="3018" y="1389"/>
                  </a:cubicBezTo>
                  <a:cubicBezTo>
                    <a:pt x="3169" y="1268"/>
                    <a:pt x="3290" y="1268"/>
                    <a:pt x="3531" y="1117"/>
                  </a:cubicBezTo>
                  <a:lnTo>
                    <a:pt x="3652" y="1117"/>
                  </a:lnTo>
                  <a:cubicBezTo>
                    <a:pt x="3652" y="1083"/>
                    <a:pt x="3632" y="1068"/>
                    <a:pt x="3595" y="1068"/>
                  </a:cubicBezTo>
                  <a:cubicBezTo>
                    <a:pt x="3502" y="1068"/>
                    <a:pt x="3299" y="1160"/>
                    <a:pt x="3018" y="1268"/>
                  </a:cubicBezTo>
                  <a:cubicBezTo>
                    <a:pt x="2771" y="1328"/>
                    <a:pt x="2524" y="1358"/>
                    <a:pt x="2283" y="1358"/>
                  </a:cubicBezTo>
                  <a:cubicBezTo>
                    <a:pt x="1551" y="1358"/>
                    <a:pt x="869" y="1081"/>
                    <a:pt x="393" y="514"/>
                  </a:cubicBezTo>
                  <a:cubicBezTo>
                    <a:pt x="152" y="12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43"/>
            <p:cNvSpPr/>
            <p:nvPr/>
          </p:nvSpPr>
          <p:spPr>
            <a:xfrm>
              <a:off x="-1623025" y="3701000"/>
              <a:ext cx="69425" cy="49825"/>
            </a:xfrm>
            <a:custGeom>
              <a:avLst/>
              <a:gdLst/>
              <a:ahLst/>
              <a:cxnLst/>
              <a:rect l="l" t="t" r="r" b="b"/>
              <a:pathLst>
                <a:path w="2777" h="1993" extrusionOk="0">
                  <a:moveTo>
                    <a:pt x="2777" y="0"/>
                  </a:moveTo>
                  <a:lnTo>
                    <a:pt x="2777" y="0"/>
                  </a:lnTo>
                  <a:cubicBezTo>
                    <a:pt x="2264" y="363"/>
                    <a:pt x="1902" y="634"/>
                    <a:pt x="1389" y="996"/>
                  </a:cubicBezTo>
                  <a:cubicBezTo>
                    <a:pt x="1902" y="755"/>
                    <a:pt x="2385" y="363"/>
                    <a:pt x="2777" y="0"/>
                  </a:cubicBezTo>
                  <a:close/>
                  <a:moveTo>
                    <a:pt x="1389" y="996"/>
                  </a:moveTo>
                  <a:cubicBezTo>
                    <a:pt x="876" y="1238"/>
                    <a:pt x="393" y="1630"/>
                    <a:pt x="1" y="1992"/>
                  </a:cubicBezTo>
                  <a:cubicBezTo>
                    <a:pt x="514" y="1751"/>
                    <a:pt x="1027" y="1389"/>
                    <a:pt x="1389" y="99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43"/>
            <p:cNvSpPr/>
            <p:nvPr/>
          </p:nvSpPr>
          <p:spPr>
            <a:xfrm>
              <a:off x="-1475150" y="3744750"/>
              <a:ext cx="37750" cy="50575"/>
            </a:xfrm>
            <a:custGeom>
              <a:avLst/>
              <a:gdLst/>
              <a:ahLst/>
              <a:cxnLst/>
              <a:rect l="l" t="t" r="r" b="b"/>
              <a:pathLst>
                <a:path w="1510" h="2023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393" y="393"/>
                    <a:pt x="755" y="997"/>
                  </a:cubicBezTo>
                  <a:lnTo>
                    <a:pt x="1509" y="2023"/>
                  </a:lnTo>
                  <a:cubicBezTo>
                    <a:pt x="1268" y="1630"/>
                    <a:pt x="1147" y="1268"/>
                    <a:pt x="875" y="876"/>
                  </a:cubicBezTo>
                  <a:cubicBezTo>
                    <a:pt x="634" y="634"/>
                    <a:pt x="393" y="242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43"/>
            <p:cNvSpPr/>
            <p:nvPr/>
          </p:nvSpPr>
          <p:spPr>
            <a:xfrm>
              <a:off x="-1497025" y="3707025"/>
              <a:ext cx="12850" cy="6075"/>
            </a:xfrm>
            <a:custGeom>
              <a:avLst/>
              <a:gdLst/>
              <a:ahLst/>
              <a:cxnLst/>
              <a:rect l="l" t="t" r="r" b="b"/>
              <a:pathLst>
                <a:path w="514" h="243" extrusionOk="0">
                  <a:moveTo>
                    <a:pt x="513" y="1"/>
                  </a:moveTo>
                  <a:lnTo>
                    <a:pt x="513" y="1"/>
                  </a:lnTo>
                  <a:cubicBezTo>
                    <a:pt x="513" y="1"/>
                    <a:pt x="362" y="122"/>
                    <a:pt x="242" y="122"/>
                  </a:cubicBezTo>
                  <a:lnTo>
                    <a:pt x="0" y="122"/>
                  </a:lnTo>
                  <a:cubicBezTo>
                    <a:pt x="0" y="122"/>
                    <a:pt x="121" y="242"/>
                    <a:pt x="242" y="242"/>
                  </a:cubicBezTo>
                  <a:cubicBezTo>
                    <a:pt x="362" y="122"/>
                    <a:pt x="513" y="122"/>
                    <a:pt x="5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43"/>
            <p:cNvSpPr/>
            <p:nvPr/>
          </p:nvSpPr>
          <p:spPr>
            <a:xfrm>
              <a:off x="-1521925" y="3707775"/>
              <a:ext cx="12100" cy="3650"/>
            </a:xfrm>
            <a:custGeom>
              <a:avLst/>
              <a:gdLst/>
              <a:ahLst/>
              <a:cxnLst/>
              <a:rect l="l" t="t" r="r" b="b"/>
              <a:pathLst>
                <a:path w="484" h="146" extrusionOk="0">
                  <a:moveTo>
                    <a:pt x="76" y="1"/>
                  </a:moveTo>
                  <a:cubicBezTo>
                    <a:pt x="31" y="1"/>
                    <a:pt x="0" y="31"/>
                    <a:pt x="0" y="92"/>
                  </a:cubicBezTo>
                  <a:lnTo>
                    <a:pt x="242" y="92"/>
                  </a:lnTo>
                  <a:cubicBezTo>
                    <a:pt x="181" y="31"/>
                    <a:pt x="121" y="1"/>
                    <a:pt x="76" y="1"/>
                  </a:cubicBezTo>
                  <a:close/>
                  <a:moveTo>
                    <a:pt x="242" y="92"/>
                  </a:moveTo>
                  <a:cubicBezTo>
                    <a:pt x="282" y="132"/>
                    <a:pt x="322" y="145"/>
                    <a:pt x="358" y="145"/>
                  </a:cubicBezTo>
                  <a:cubicBezTo>
                    <a:pt x="430" y="145"/>
                    <a:pt x="483" y="92"/>
                    <a:pt x="483" y="9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3"/>
            <p:cNvSpPr/>
            <p:nvPr/>
          </p:nvSpPr>
          <p:spPr>
            <a:xfrm>
              <a:off x="-1540800" y="3694200"/>
              <a:ext cx="9100" cy="9850"/>
            </a:xfrm>
            <a:custGeom>
              <a:avLst/>
              <a:gdLst/>
              <a:ahLst/>
              <a:cxnLst/>
              <a:rect l="l" t="t" r="r" b="b"/>
              <a:pathLst>
                <a:path w="364" h="394" extrusionOk="0">
                  <a:moveTo>
                    <a:pt x="1" y="1"/>
                  </a:moveTo>
                  <a:cubicBezTo>
                    <a:pt x="1" y="1"/>
                    <a:pt x="1" y="152"/>
                    <a:pt x="122" y="272"/>
                  </a:cubicBezTo>
                  <a:cubicBezTo>
                    <a:pt x="122" y="152"/>
                    <a:pt x="1" y="1"/>
                    <a:pt x="1" y="1"/>
                  </a:cubicBezTo>
                  <a:close/>
                  <a:moveTo>
                    <a:pt x="122" y="272"/>
                  </a:moveTo>
                  <a:cubicBezTo>
                    <a:pt x="242" y="393"/>
                    <a:pt x="363" y="393"/>
                    <a:pt x="363" y="393"/>
                  </a:cubicBezTo>
                  <a:cubicBezTo>
                    <a:pt x="363" y="393"/>
                    <a:pt x="242" y="272"/>
                    <a:pt x="122" y="27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3"/>
            <p:cNvSpPr/>
            <p:nvPr/>
          </p:nvSpPr>
          <p:spPr>
            <a:xfrm>
              <a:off x="-1553625" y="3685150"/>
              <a:ext cx="6075" cy="3050"/>
            </a:xfrm>
            <a:custGeom>
              <a:avLst/>
              <a:gdLst/>
              <a:ahLst/>
              <a:cxnLst/>
              <a:rect l="l" t="t" r="r" b="b"/>
              <a:pathLst>
                <a:path w="243" h="122" extrusionOk="0">
                  <a:moveTo>
                    <a:pt x="1" y="1"/>
                  </a:moveTo>
                  <a:cubicBezTo>
                    <a:pt x="1" y="1"/>
                    <a:pt x="1" y="121"/>
                    <a:pt x="122" y="121"/>
                  </a:cubicBezTo>
                  <a:lnTo>
                    <a:pt x="242" y="121"/>
                  </a:lnTo>
                  <a:lnTo>
                    <a:pt x="12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3"/>
            <p:cNvSpPr/>
            <p:nvPr/>
          </p:nvSpPr>
          <p:spPr>
            <a:xfrm>
              <a:off x="-2789375" y="1656050"/>
              <a:ext cx="424775" cy="312800"/>
            </a:xfrm>
            <a:custGeom>
              <a:avLst/>
              <a:gdLst/>
              <a:ahLst/>
              <a:cxnLst/>
              <a:rect l="l" t="t" r="r" b="b"/>
              <a:pathLst>
                <a:path w="16991" h="12512" extrusionOk="0">
                  <a:moveTo>
                    <a:pt x="4044" y="0"/>
                  </a:moveTo>
                  <a:cubicBezTo>
                    <a:pt x="2674" y="0"/>
                    <a:pt x="1352" y="762"/>
                    <a:pt x="635" y="2070"/>
                  </a:cubicBezTo>
                  <a:cubicBezTo>
                    <a:pt x="1" y="3066"/>
                    <a:pt x="1" y="4334"/>
                    <a:pt x="514" y="5480"/>
                  </a:cubicBezTo>
                  <a:cubicBezTo>
                    <a:pt x="755" y="5963"/>
                    <a:pt x="1148" y="6476"/>
                    <a:pt x="1661" y="6718"/>
                  </a:cubicBezTo>
                  <a:lnTo>
                    <a:pt x="13581" y="11516"/>
                  </a:lnTo>
                  <a:cubicBezTo>
                    <a:pt x="13460" y="11878"/>
                    <a:pt x="13581" y="12270"/>
                    <a:pt x="13973" y="12512"/>
                  </a:cubicBezTo>
                  <a:lnTo>
                    <a:pt x="14607" y="12512"/>
                  </a:lnTo>
                  <a:cubicBezTo>
                    <a:pt x="15089" y="12270"/>
                    <a:pt x="15240" y="11516"/>
                    <a:pt x="15240" y="11003"/>
                  </a:cubicBezTo>
                  <a:cubicBezTo>
                    <a:pt x="15089" y="10369"/>
                    <a:pt x="14969" y="9735"/>
                    <a:pt x="15240" y="9253"/>
                  </a:cubicBezTo>
                  <a:cubicBezTo>
                    <a:pt x="15482" y="8860"/>
                    <a:pt x="15844" y="8619"/>
                    <a:pt x="16115" y="8347"/>
                  </a:cubicBezTo>
                  <a:cubicBezTo>
                    <a:pt x="16749" y="7864"/>
                    <a:pt x="16991" y="6989"/>
                    <a:pt x="16991" y="6235"/>
                  </a:cubicBezTo>
                  <a:cubicBezTo>
                    <a:pt x="16870" y="5480"/>
                    <a:pt x="16357" y="4847"/>
                    <a:pt x="15602" y="4575"/>
                  </a:cubicBezTo>
                  <a:cubicBezTo>
                    <a:pt x="14848" y="4334"/>
                    <a:pt x="13973" y="4454"/>
                    <a:pt x="13460" y="3821"/>
                  </a:cubicBezTo>
                  <a:cubicBezTo>
                    <a:pt x="12977" y="3459"/>
                    <a:pt x="13098" y="2825"/>
                    <a:pt x="12705" y="2312"/>
                  </a:cubicBezTo>
                  <a:cubicBezTo>
                    <a:pt x="12343" y="1557"/>
                    <a:pt x="11197" y="1437"/>
                    <a:pt x="10321" y="1437"/>
                  </a:cubicBezTo>
                  <a:cubicBezTo>
                    <a:pt x="9786" y="1511"/>
                    <a:pt x="9250" y="1641"/>
                    <a:pt x="8742" y="1641"/>
                  </a:cubicBezTo>
                  <a:cubicBezTo>
                    <a:pt x="8420" y="1641"/>
                    <a:pt x="8109" y="1589"/>
                    <a:pt x="7817" y="1437"/>
                  </a:cubicBezTo>
                  <a:cubicBezTo>
                    <a:pt x="7062" y="1316"/>
                    <a:pt x="6429" y="803"/>
                    <a:pt x="5795" y="441"/>
                  </a:cubicBezTo>
                  <a:cubicBezTo>
                    <a:pt x="5232" y="141"/>
                    <a:pt x="4633" y="0"/>
                    <a:pt x="404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3"/>
            <p:cNvSpPr/>
            <p:nvPr/>
          </p:nvSpPr>
          <p:spPr>
            <a:xfrm>
              <a:off x="-2770500" y="1772575"/>
              <a:ext cx="330450" cy="544825"/>
            </a:xfrm>
            <a:custGeom>
              <a:avLst/>
              <a:gdLst/>
              <a:ahLst/>
              <a:cxnLst/>
              <a:rect l="l" t="t" r="r" b="b"/>
              <a:pathLst>
                <a:path w="13218" h="21793" extrusionOk="0">
                  <a:moveTo>
                    <a:pt x="5448" y="1"/>
                  </a:moveTo>
                  <a:cubicBezTo>
                    <a:pt x="3825" y="1"/>
                    <a:pt x="2185" y="315"/>
                    <a:pt x="634" y="940"/>
                  </a:cubicBezTo>
                  <a:cubicBezTo>
                    <a:pt x="634" y="940"/>
                    <a:pt x="0" y="8847"/>
                    <a:pt x="151" y="12377"/>
                  </a:cubicBezTo>
                  <a:cubicBezTo>
                    <a:pt x="151" y="15908"/>
                    <a:pt x="3652" y="16391"/>
                    <a:pt x="3652" y="16391"/>
                  </a:cubicBezTo>
                  <a:cubicBezTo>
                    <a:pt x="3652" y="16391"/>
                    <a:pt x="3531" y="20163"/>
                    <a:pt x="3652" y="21189"/>
                  </a:cubicBezTo>
                  <a:lnTo>
                    <a:pt x="11950" y="21793"/>
                  </a:lnTo>
                  <a:lnTo>
                    <a:pt x="13218" y="2811"/>
                  </a:lnTo>
                  <a:lnTo>
                    <a:pt x="12705" y="2449"/>
                  </a:lnTo>
                  <a:cubicBezTo>
                    <a:pt x="10622" y="812"/>
                    <a:pt x="8057" y="1"/>
                    <a:pt x="5448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3"/>
            <p:cNvSpPr/>
            <p:nvPr/>
          </p:nvSpPr>
          <p:spPr>
            <a:xfrm>
              <a:off x="-2735800" y="1924275"/>
              <a:ext cx="25675" cy="24975"/>
            </a:xfrm>
            <a:custGeom>
              <a:avLst/>
              <a:gdLst/>
              <a:ahLst/>
              <a:cxnLst/>
              <a:rect l="l" t="t" r="r" b="b"/>
              <a:pathLst>
                <a:path w="1027" h="999" extrusionOk="0">
                  <a:moveTo>
                    <a:pt x="444" y="1"/>
                  </a:moveTo>
                  <a:cubicBezTo>
                    <a:pt x="340" y="1"/>
                    <a:pt x="233" y="41"/>
                    <a:pt x="121" y="153"/>
                  </a:cubicBezTo>
                  <a:cubicBezTo>
                    <a:pt x="0" y="274"/>
                    <a:pt x="0" y="636"/>
                    <a:pt x="121" y="908"/>
                  </a:cubicBezTo>
                  <a:cubicBezTo>
                    <a:pt x="197" y="968"/>
                    <a:pt x="325" y="998"/>
                    <a:pt x="464" y="998"/>
                  </a:cubicBezTo>
                  <a:cubicBezTo>
                    <a:pt x="604" y="998"/>
                    <a:pt x="755" y="968"/>
                    <a:pt x="876" y="908"/>
                  </a:cubicBezTo>
                  <a:cubicBezTo>
                    <a:pt x="1026" y="636"/>
                    <a:pt x="1026" y="395"/>
                    <a:pt x="876" y="153"/>
                  </a:cubicBezTo>
                  <a:cubicBezTo>
                    <a:pt x="734" y="82"/>
                    <a:pt x="592" y="1"/>
                    <a:pt x="4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3"/>
            <p:cNvSpPr/>
            <p:nvPr/>
          </p:nvSpPr>
          <p:spPr>
            <a:xfrm>
              <a:off x="-2754675" y="1915275"/>
              <a:ext cx="44550" cy="10600"/>
            </a:xfrm>
            <a:custGeom>
              <a:avLst/>
              <a:gdLst/>
              <a:ahLst/>
              <a:cxnLst/>
              <a:rect l="l" t="t" r="r" b="b"/>
              <a:pathLst>
                <a:path w="1782" h="424" extrusionOk="0">
                  <a:moveTo>
                    <a:pt x="876" y="0"/>
                  </a:moveTo>
                  <a:cubicBezTo>
                    <a:pt x="635" y="0"/>
                    <a:pt x="393" y="0"/>
                    <a:pt x="122" y="121"/>
                  </a:cubicBezTo>
                  <a:cubicBezTo>
                    <a:pt x="1" y="242"/>
                    <a:pt x="1" y="392"/>
                    <a:pt x="1" y="392"/>
                  </a:cubicBezTo>
                  <a:cubicBezTo>
                    <a:pt x="1" y="414"/>
                    <a:pt x="14" y="423"/>
                    <a:pt x="38" y="423"/>
                  </a:cubicBezTo>
                  <a:cubicBezTo>
                    <a:pt x="147" y="423"/>
                    <a:pt x="481" y="242"/>
                    <a:pt x="876" y="242"/>
                  </a:cubicBezTo>
                  <a:cubicBezTo>
                    <a:pt x="1296" y="242"/>
                    <a:pt x="1534" y="423"/>
                    <a:pt x="1689" y="423"/>
                  </a:cubicBezTo>
                  <a:cubicBezTo>
                    <a:pt x="1724" y="423"/>
                    <a:pt x="1754" y="414"/>
                    <a:pt x="1781" y="392"/>
                  </a:cubicBezTo>
                  <a:cubicBezTo>
                    <a:pt x="1781" y="392"/>
                    <a:pt x="1781" y="242"/>
                    <a:pt x="1510" y="121"/>
                  </a:cubicBezTo>
                  <a:cubicBezTo>
                    <a:pt x="1389" y="0"/>
                    <a:pt x="1148" y="0"/>
                    <a:pt x="87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3"/>
            <p:cNvSpPr/>
            <p:nvPr/>
          </p:nvSpPr>
          <p:spPr>
            <a:xfrm>
              <a:off x="-2612825" y="1935150"/>
              <a:ext cx="27925" cy="25400"/>
            </a:xfrm>
            <a:custGeom>
              <a:avLst/>
              <a:gdLst/>
              <a:ahLst/>
              <a:cxnLst/>
              <a:rect l="l" t="t" r="r" b="b"/>
              <a:pathLst>
                <a:path w="1117" h="1016" extrusionOk="0">
                  <a:moveTo>
                    <a:pt x="678" y="1"/>
                  </a:moveTo>
                  <a:cubicBezTo>
                    <a:pt x="582" y="1"/>
                    <a:pt x="475" y="30"/>
                    <a:pt x="362" y="80"/>
                  </a:cubicBezTo>
                  <a:cubicBezTo>
                    <a:pt x="121" y="201"/>
                    <a:pt x="0" y="473"/>
                    <a:pt x="121" y="714"/>
                  </a:cubicBezTo>
                  <a:cubicBezTo>
                    <a:pt x="296" y="889"/>
                    <a:pt x="486" y="1016"/>
                    <a:pt x="669" y="1016"/>
                  </a:cubicBezTo>
                  <a:cubicBezTo>
                    <a:pt x="739" y="1016"/>
                    <a:pt x="809" y="997"/>
                    <a:pt x="875" y="955"/>
                  </a:cubicBezTo>
                  <a:cubicBezTo>
                    <a:pt x="1117" y="714"/>
                    <a:pt x="1117" y="473"/>
                    <a:pt x="996" y="201"/>
                  </a:cubicBezTo>
                  <a:cubicBezTo>
                    <a:pt x="925" y="60"/>
                    <a:pt x="813" y="1"/>
                    <a:pt x="67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43"/>
            <p:cNvSpPr/>
            <p:nvPr/>
          </p:nvSpPr>
          <p:spPr>
            <a:xfrm>
              <a:off x="-2625650" y="1925075"/>
              <a:ext cx="47550" cy="12100"/>
            </a:xfrm>
            <a:custGeom>
              <a:avLst/>
              <a:gdLst/>
              <a:ahLst/>
              <a:cxnLst/>
              <a:rect l="l" t="t" r="r" b="b"/>
              <a:pathLst>
                <a:path w="1902" h="484" extrusionOk="0">
                  <a:moveTo>
                    <a:pt x="875" y="0"/>
                  </a:moveTo>
                  <a:cubicBezTo>
                    <a:pt x="634" y="0"/>
                    <a:pt x="393" y="121"/>
                    <a:pt x="242" y="242"/>
                  </a:cubicBezTo>
                  <a:cubicBezTo>
                    <a:pt x="0" y="363"/>
                    <a:pt x="0" y="483"/>
                    <a:pt x="0" y="483"/>
                  </a:cubicBezTo>
                  <a:cubicBezTo>
                    <a:pt x="121" y="483"/>
                    <a:pt x="393" y="242"/>
                    <a:pt x="875" y="242"/>
                  </a:cubicBezTo>
                  <a:cubicBezTo>
                    <a:pt x="1388" y="242"/>
                    <a:pt x="1751" y="483"/>
                    <a:pt x="1751" y="483"/>
                  </a:cubicBezTo>
                  <a:cubicBezTo>
                    <a:pt x="1901" y="363"/>
                    <a:pt x="1751" y="363"/>
                    <a:pt x="1630" y="242"/>
                  </a:cubicBezTo>
                  <a:cubicBezTo>
                    <a:pt x="1388" y="0"/>
                    <a:pt x="1147" y="0"/>
                    <a:pt x="8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43"/>
            <p:cNvSpPr/>
            <p:nvPr/>
          </p:nvSpPr>
          <p:spPr>
            <a:xfrm>
              <a:off x="-2704125" y="1931100"/>
              <a:ext cx="37750" cy="105075"/>
            </a:xfrm>
            <a:custGeom>
              <a:avLst/>
              <a:gdLst/>
              <a:ahLst/>
              <a:cxnLst/>
              <a:rect l="l" t="t" r="r" b="b"/>
              <a:pathLst>
                <a:path w="1510" h="4203" extrusionOk="0">
                  <a:moveTo>
                    <a:pt x="1510" y="1"/>
                  </a:moveTo>
                  <a:cubicBezTo>
                    <a:pt x="1117" y="755"/>
                    <a:pt x="755" y="1630"/>
                    <a:pt x="514" y="2506"/>
                  </a:cubicBezTo>
                  <a:cubicBezTo>
                    <a:pt x="363" y="2777"/>
                    <a:pt x="242" y="3139"/>
                    <a:pt x="122" y="3381"/>
                  </a:cubicBezTo>
                  <a:cubicBezTo>
                    <a:pt x="1" y="3652"/>
                    <a:pt x="1" y="3773"/>
                    <a:pt x="1" y="3894"/>
                  </a:cubicBezTo>
                  <a:cubicBezTo>
                    <a:pt x="122" y="4014"/>
                    <a:pt x="122" y="4135"/>
                    <a:pt x="242" y="4135"/>
                  </a:cubicBezTo>
                  <a:lnTo>
                    <a:pt x="514" y="4135"/>
                  </a:lnTo>
                  <a:cubicBezTo>
                    <a:pt x="594" y="4185"/>
                    <a:pt x="675" y="4202"/>
                    <a:pt x="756" y="4202"/>
                  </a:cubicBezTo>
                  <a:cubicBezTo>
                    <a:pt x="920" y="4202"/>
                    <a:pt x="1087" y="4135"/>
                    <a:pt x="1268" y="4135"/>
                  </a:cubicBezTo>
                  <a:cubicBezTo>
                    <a:pt x="997" y="4014"/>
                    <a:pt x="755" y="4014"/>
                    <a:pt x="514" y="4014"/>
                  </a:cubicBezTo>
                  <a:cubicBezTo>
                    <a:pt x="363" y="4014"/>
                    <a:pt x="242" y="3894"/>
                    <a:pt x="242" y="3894"/>
                  </a:cubicBezTo>
                  <a:cubicBezTo>
                    <a:pt x="242" y="3773"/>
                    <a:pt x="242" y="3652"/>
                    <a:pt x="363" y="3532"/>
                  </a:cubicBezTo>
                  <a:cubicBezTo>
                    <a:pt x="514" y="3260"/>
                    <a:pt x="635" y="2898"/>
                    <a:pt x="755" y="2506"/>
                  </a:cubicBezTo>
                  <a:cubicBezTo>
                    <a:pt x="1117" y="1751"/>
                    <a:pt x="1389" y="876"/>
                    <a:pt x="15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3"/>
            <p:cNvSpPr/>
            <p:nvPr/>
          </p:nvSpPr>
          <p:spPr>
            <a:xfrm>
              <a:off x="-2691300" y="2047300"/>
              <a:ext cx="62650" cy="32775"/>
            </a:xfrm>
            <a:custGeom>
              <a:avLst/>
              <a:gdLst/>
              <a:ahLst/>
              <a:cxnLst/>
              <a:rect l="l" t="t" r="r" b="b"/>
              <a:pathLst>
                <a:path w="2506" h="1311" extrusionOk="0">
                  <a:moveTo>
                    <a:pt x="2264" y="0"/>
                  </a:moveTo>
                  <a:cubicBezTo>
                    <a:pt x="1510" y="392"/>
                    <a:pt x="755" y="634"/>
                    <a:pt x="1" y="755"/>
                  </a:cubicBezTo>
                  <a:cubicBezTo>
                    <a:pt x="186" y="1148"/>
                    <a:pt x="673" y="1311"/>
                    <a:pt x="1121" y="1311"/>
                  </a:cubicBezTo>
                  <a:cubicBezTo>
                    <a:pt x="1257" y="1311"/>
                    <a:pt x="1390" y="1296"/>
                    <a:pt x="1510" y="1268"/>
                  </a:cubicBezTo>
                  <a:cubicBezTo>
                    <a:pt x="2506" y="875"/>
                    <a:pt x="2264" y="0"/>
                    <a:pt x="22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3"/>
            <p:cNvSpPr/>
            <p:nvPr/>
          </p:nvSpPr>
          <p:spPr>
            <a:xfrm>
              <a:off x="-2679225" y="2147625"/>
              <a:ext cx="113200" cy="57125"/>
            </a:xfrm>
            <a:custGeom>
              <a:avLst/>
              <a:gdLst/>
              <a:ahLst/>
              <a:cxnLst/>
              <a:rect l="l" t="t" r="r" b="b"/>
              <a:pathLst>
                <a:path w="4528" h="2285" extrusionOk="0">
                  <a:moveTo>
                    <a:pt x="4527" y="1"/>
                  </a:moveTo>
                  <a:lnTo>
                    <a:pt x="4527" y="1"/>
                  </a:lnTo>
                  <a:cubicBezTo>
                    <a:pt x="3139" y="906"/>
                    <a:pt x="1630" y="1389"/>
                    <a:pt x="1" y="1389"/>
                  </a:cubicBezTo>
                  <a:lnTo>
                    <a:pt x="1" y="2264"/>
                  </a:lnTo>
                  <a:cubicBezTo>
                    <a:pt x="180" y="2278"/>
                    <a:pt x="353" y="2284"/>
                    <a:pt x="520" y="2284"/>
                  </a:cubicBezTo>
                  <a:cubicBezTo>
                    <a:pt x="3630" y="2284"/>
                    <a:pt x="4527" y="1"/>
                    <a:pt x="4527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43"/>
            <p:cNvSpPr/>
            <p:nvPr/>
          </p:nvSpPr>
          <p:spPr>
            <a:xfrm>
              <a:off x="-2754675" y="1751550"/>
              <a:ext cx="346325" cy="211275"/>
            </a:xfrm>
            <a:custGeom>
              <a:avLst/>
              <a:gdLst/>
              <a:ahLst/>
              <a:cxnLst/>
              <a:rect l="l" t="t" r="r" b="b"/>
              <a:pathLst>
                <a:path w="13853" h="8451" extrusionOk="0">
                  <a:moveTo>
                    <a:pt x="6429" y="1"/>
                  </a:moveTo>
                  <a:lnTo>
                    <a:pt x="2777" y="272"/>
                  </a:lnTo>
                  <a:lnTo>
                    <a:pt x="1" y="755"/>
                  </a:lnTo>
                  <a:lnTo>
                    <a:pt x="1" y="2656"/>
                  </a:lnTo>
                  <a:cubicBezTo>
                    <a:pt x="1" y="2656"/>
                    <a:pt x="900" y="3220"/>
                    <a:pt x="2357" y="3220"/>
                  </a:cubicBezTo>
                  <a:cubicBezTo>
                    <a:pt x="3086" y="3220"/>
                    <a:pt x="3954" y="3079"/>
                    <a:pt x="4920" y="2656"/>
                  </a:cubicBezTo>
                  <a:cubicBezTo>
                    <a:pt x="6216" y="2134"/>
                    <a:pt x="7585" y="1857"/>
                    <a:pt x="8474" y="1857"/>
                  </a:cubicBezTo>
                  <a:cubicBezTo>
                    <a:pt x="8868" y="1857"/>
                    <a:pt x="9168" y="1911"/>
                    <a:pt x="9326" y="2023"/>
                  </a:cubicBezTo>
                  <a:cubicBezTo>
                    <a:pt x="9688" y="2415"/>
                    <a:pt x="9688" y="4286"/>
                    <a:pt x="11438" y="4920"/>
                  </a:cubicBezTo>
                  <a:cubicBezTo>
                    <a:pt x="11438" y="4920"/>
                    <a:pt x="11076" y="8450"/>
                    <a:pt x="12464" y="8450"/>
                  </a:cubicBezTo>
                  <a:cubicBezTo>
                    <a:pt x="13852" y="8450"/>
                    <a:pt x="13460" y="2898"/>
                    <a:pt x="13460" y="2898"/>
                  </a:cubicBezTo>
                  <a:lnTo>
                    <a:pt x="10080" y="1027"/>
                  </a:lnTo>
                  <a:lnTo>
                    <a:pt x="642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43"/>
            <p:cNvSpPr/>
            <p:nvPr/>
          </p:nvSpPr>
          <p:spPr>
            <a:xfrm>
              <a:off x="-2452900" y="1932075"/>
              <a:ext cx="63400" cy="90375"/>
            </a:xfrm>
            <a:custGeom>
              <a:avLst/>
              <a:gdLst/>
              <a:ahLst/>
              <a:cxnLst/>
              <a:rect l="l" t="t" r="r" b="b"/>
              <a:pathLst>
                <a:path w="2536" h="3615" extrusionOk="0">
                  <a:moveTo>
                    <a:pt x="898" y="1"/>
                  </a:moveTo>
                  <a:cubicBezTo>
                    <a:pt x="502" y="1"/>
                    <a:pt x="176" y="83"/>
                    <a:pt x="122" y="83"/>
                  </a:cubicBezTo>
                  <a:lnTo>
                    <a:pt x="1" y="3493"/>
                  </a:lnTo>
                  <a:cubicBezTo>
                    <a:pt x="1" y="3533"/>
                    <a:pt x="269" y="3614"/>
                    <a:pt x="632" y="3614"/>
                  </a:cubicBezTo>
                  <a:cubicBezTo>
                    <a:pt x="1350" y="3614"/>
                    <a:pt x="2435" y="3296"/>
                    <a:pt x="2536" y="1712"/>
                  </a:cubicBezTo>
                  <a:cubicBezTo>
                    <a:pt x="2536" y="261"/>
                    <a:pt x="1606" y="1"/>
                    <a:pt x="898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3"/>
            <p:cNvSpPr/>
            <p:nvPr/>
          </p:nvSpPr>
          <p:spPr>
            <a:xfrm>
              <a:off x="-2434025" y="1949975"/>
              <a:ext cx="28675" cy="53575"/>
            </a:xfrm>
            <a:custGeom>
              <a:avLst/>
              <a:gdLst/>
              <a:ahLst/>
              <a:cxnLst/>
              <a:rect l="l" t="t" r="r" b="b"/>
              <a:pathLst>
                <a:path w="1147" h="2143" extrusionOk="0">
                  <a:moveTo>
                    <a:pt x="0" y="1871"/>
                  </a:moveTo>
                  <a:cubicBezTo>
                    <a:pt x="0" y="1871"/>
                    <a:pt x="0" y="2022"/>
                    <a:pt x="121" y="2022"/>
                  </a:cubicBezTo>
                  <a:lnTo>
                    <a:pt x="0" y="1871"/>
                  </a:lnTo>
                  <a:close/>
                  <a:moveTo>
                    <a:pt x="634" y="0"/>
                  </a:moveTo>
                  <a:cubicBezTo>
                    <a:pt x="513" y="0"/>
                    <a:pt x="393" y="0"/>
                    <a:pt x="393" y="121"/>
                  </a:cubicBezTo>
                  <a:cubicBezTo>
                    <a:pt x="272" y="121"/>
                    <a:pt x="272" y="121"/>
                    <a:pt x="272" y="242"/>
                  </a:cubicBezTo>
                  <a:cubicBezTo>
                    <a:pt x="393" y="121"/>
                    <a:pt x="513" y="121"/>
                    <a:pt x="513" y="121"/>
                  </a:cubicBezTo>
                  <a:cubicBezTo>
                    <a:pt x="755" y="242"/>
                    <a:pt x="755" y="362"/>
                    <a:pt x="875" y="513"/>
                  </a:cubicBezTo>
                  <a:cubicBezTo>
                    <a:pt x="875" y="634"/>
                    <a:pt x="1026" y="875"/>
                    <a:pt x="1026" y="1117"/>
                  </a:cubicBezTo>
                  <a:cubicBezTo>
                    <a:pt x="1026" y="1509"/>
                    <a:pt x="755" y="1751"/>
                    <a:pt x="513" y="2022"/>
                  </a:cubicBezTo>
                  <a:lnTo>
                    <a:pt x="121" y="2022"/>
                  </a:lnTo>
                  <a:cubicBezTo>
                    <a:pt x="272" y="2143"/>
                    <a:pt x="393" y="2143"/>
                    <a:pt x="513" y="2143"/>
                  </a:cubicBezTo>
                  <a:cubicBezTo>
                    <a:pt x="875" y="1871"/>
                    <a:pt x="1147" y="1509"/>
                    <a:pt x="1147" y="1117"/>
                  </a:cubicBezTo>
                  <a:cubicBezTo>
                    <a:pt x="1147" y="875"/>
                    <a:pt x="1147" y="634"/>
                    <a:pt x="1026" y="362"/>
                  </a:cubicBezTo>
                  <a:cubicBezTo>
                    <a:pt x="875" y="242"/>
                    <a:pt x="755" y="121"/>
                    <a:pt x="634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43"/>
            <p:cNvSpPr/>
            <p:nvPr/>
          </p:nvSpPr>
          <p:spPr>
            <a:xfrm>
              <a:off x="-2446100" y="1747275"/>
              <a:ext cx="37750" cy="17125"/>
            </a:xfrm>
            <a:custGeom>
              <a:avLst/>
              <a:gdLst/>
              <a:ahLst/>
              <a:cxnLst/>
              <a:rect l="l" t="t" r="r" b="b"/>
              <a:pathLst>
                <a:path w="1510" h="685" extrusionOk="0">
                  <a:moveTo>
                    <a:pt x="1017" y="1"/>
                  </a:moveTo>
                  <a:cubicBezTo>
                    <a:pt x="894" y="1"/>
                    <a:pt x="754" y="16"/>
                    <a:pt x="604" y="51"/>
                  </a:cubicBezTo>
                  <a:cubicBezTo>
                    <a:pt x="242" y="172"/>
                    <a:pt x="0" y="564"/>
                    <a:pt x="0" y="685"/>
                  </a:cubicBezTo>
                  <a:cubicBezTo>
                    <a:pt x="121" y="685"/>
                    <a:pt x="363" y="443"/>
                    <a:pt x="755" y="323"/>
                  </a:cubicBezTo>
                  <a:cubicBezTo>
                    <a:pt x="936" y="247"/>
                    <a:pt x="1124" y="247"/>
                    <a:pt x="1268" y="247"/>
                  </a:cubicBezTo>
                  <a:cubicBezTo>
                    <a:pt x="1411" y="247"/>
                    <a:pt x="1509" y="247"/>
                    <a:pt x="1509" y="172"/>
                  </a:cubicBezTo>
                  <a:cubicBezTo>
                    <a:pt x="1509" y="86"/>
                    <a:pt x="1313" y="1"/>
                    <a:pt x="10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3"/>
            <p:cNvSpPr/>
            <p:nvPr/>
          </p:nvSpPr>
          <p:spPr>
            <a:xfrm>
              <a:off x="-2455900" y="1713825"/>
              <a:ext cx="18875" cy="53600"/>
            </a:xfrm>
            <a:custGeom>
              <a:avLst/>
              <a:gdLst/>
              <a:ahLst/>
              <a:cxnLst/>
              <a:rect l="l" t="t" r="r" b="b"/>
              <a:pathLst>
                <a:path w="755" h="2144" extrusionOk="0">
                  <a:moveTo>
                    <a:pt x="513" y="1"/>
                  </a:moveTo>
                  <a:cubicBezTo>
                    <a:pt x="513" y="1"/>
                    <a:pt x="513" y="514"/>
                    <a:pt x="392" y="1148"/>
                  </a:cubicBezTo>
                  <a:cubicBezTo>
                    <a:pt x="242" y="1661"/>
                    <a:pt x="0" y="2023"/>
                    <a:pt x="0" y="2143"/>
                  </a:cubicBezTo>
                  <a:cubicBezTo>
                    <a:pt x="121" y="2143"/>
                    <a:pt x="513" y="1781"/>
                    <a:pt x="634" y="1148"/>
                  </a:cubicBezTo>
                  <a:cubicBezTo>
                    <a:pt x="755" y="755"/>
                    <a:pt x="755" y="393"/>
                    <a:pt x="5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3"/>
            <p:cNvSpPr/>
            <p:nvPr/>
          </p:nvSpPr>
          <p:spPr>
            <a:xfrm>
              <a:off x="-2751650" y="1893375"/>
              <a:ext cx="56600" cy="14200"/>
            </a:xfrm>
            <a:custGeom>
              <a:avLst/>
              <a:gdLst/>
              <a:ahLst/>
              <a:cxnLst/>
              <a:rect l="l" t="t" r="r" b="b"/>
              <a:pathLst>
                <a:path w="2264" h="568" extrusionOk="0">
                  <a:moveTo>
                    <a:pt x="1147" y="1"/>
                  </a:moveTo>
                  <a:cubicBezTo>
                    <a:pt x="514" y="1"/>
                    <a:pt x="1" y="363"/>
                    <a:pt x="1" y="514"/>
                  </a:cubicBezTo>
                  <a:cubicBezTo>
                    <a:pt x="51" y="554"/>
                    <a:pt x="125" y="568"/>
                    <a:pt x="224" y="568"/>
                  </a:cubicBezTo>
                  <a:cubicBezTo>
                    <a:pt x="423" y="568"/>
                    <a:pt x="725" y="514"/>
                    <a:pt x="1147" y="514"/>
                  </a:cubicBezTo>
                  <a:cubicBezTo>
                    <a:pt x="1489" y="514"/>
                    <a:pt x="1818" y="568"/>
                    <a:pt x="1999" y="568"/>
                  </a:cubicBezTo>
                  <a:cubicBezTo>
                    <a:pt x="2090" y="568"/>
                    <a:pt x="2143" y="554"/>
                    <a:pt x="2143" y="514"/>
                  </a:cubicBezTo>
                  <a:cubicBezTo>
                    <a:pt x="2264" y="363"/>
                    <a:pt x="1902" y="1"/>
                    <a:pt x="114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43"/>
            <p:cNvSpPr/>
            <p:nvPr/>
          </p:nvSpPr>
          <p:spPr>
            <a:xfrm>
              <a:off x="-2619125" y="1883000"/>
              <a:ext cx="56100" cy="14775"/>
            </a:xfrm>
            <a:custGeom>
              <a:avLst/>
              <a:gdLst/>
              <a:ahLst/>
              <a:cxnLst/>
              <a:rect l="l" t="t" r="r" b="b"/>
              <a:pathLst>
                <a:path w="2244" h="591" extrusionOk="0">
                  <a:moveTo>
                    <a:pt x="886" y="1"/>
                  </a:moveTo>
                  <a:cubicBezTo>
                    <a:pt x="371" y="1"/>
                    <a:pt x="0" y="311"/>
                    <a:pt x="132" y="416"/>
                  </a:cubicBezTo>
                  <a:cubicBezTo>
                    <a:pt x="132" y="537"/>
                    <a:pt x="614" y="537"/>
                    <a:pt x="1127" y="537"/>
                  </a:cubicBezTo>
                  <a:cubicBezTo>
                    <a:pt x="1550" y="537"/>
                    <a:pt x="1852" y="590"/>
                    <a:pt x="2042" y="590"/>
                  </a:cubicBezTo>
                  <a:cubicBezTo>
                    <a:pt x="2137" y="590"/>
                    <a:pt x="2204" y="577"/>
                    <a:pt x="2244" y="537"/>
                  </a:cubicBezTo>
                  <a:cubicBezTo>
                    <a:pt x="2244" y="416"/>
                    <a:pt x="1882" y="24"/>
                    <a:pt x="1127" y="24"/>
                  </a:cubicBezTo>
                  <a:cubicBezTo>
                    <a:pt x="1045" y="8"/>
                    <a:pt x="964" y="1"/>
                    <a:pt x="88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43"/>
            <p:cNvSpPr/>
            <p:nvPr/>
          </p:nvSpPr>
          <p:spPr>
            <a:xfrm>
              <a:off x="-3150750" y="3172900"/>
              <a:ext cx="1697500" cy="1358000"/>
            </a:xfrm>
            <a:custGeom>
              <a:avLst/>
              <a:gdLst/>
              <a:ahLst/>
              <a:cxnLst/>
              <a:rect l="l" t="t" r="r" b="b"/>
              <a:pathLst>
                <a:path w="67900" h="54320" extrusionOk="0">
                  <a:moveTo>
                    <a:pt x="9175" y="0"/>
                  </a:moveTo>
                  <a:cubicBezTo>
                    <a:pt x="8933" y="363"/>
                    <a:pt x="3290" y="27522"/>
                    <a:pt x="755" y="42611"/>
                  </a:cubicBezTo>
                  <a:cubicBezTo>
                    <a:pt x="1" y="47016"/>
                    <a:pt x="3019" y="51181"/>
                    <a:pt x="7425" y="51935"/>
                  </a:cubicBezTo>
                  <a:cubicBezTo>
                    <a:pt x="7666" y="52056"/>
                    <a:pt x="7817" y="52056"/>
                    <a:pt x="8058" y="52056"/>
                  </a:cubicBezTo>
                  <a:lnTo>
                    <a:pt x="33196" y="54319"/>
                  </a:lnTo>
                  <a:lnTo>
                    <a:pt x="33830" y="44391"/>
                  </a:lnTo>
                  <a:lnTo>
                    <a:pt x="15482" y="41494"/>
                  </a:lnTo>
                  <a:lnTo>
                    <a:pt x="21246" y="15843"/>
                  </a:lnTo>
                  <a:lnTo>
                    <a:pt x="34825" y="39985"/>
                  </a:lnTo>
                  <a:cubicBezTo>
                    <a:pt x="36773" y="43272"/>
                    <a:pt x="40317" y="45154"/>
                    <a:pt x="43915" y="45154"/>
                  </a:cubicBezTo>
                  <a:cubicBezTo>
                    <a:pt x="45670" y="45154"/>
                    <a:pt x="47437" y="44707"/>
                    <a:pt x="49039" y="43757"/>
                  </a:cubicBezTo>
                  <a:cubicBezTo>
                    <a:pt x="49159" y="43637"/>
                    <a:pt x="49159" y="43637"/>
                    <a:pt x="49310" y="43637"/>
                  </a:cubicBezTo>
                  <a:lnTo>
                    <a:pt x="67899" y="29544"/>
                  </a:lnTo>
                  <a:lnTo>
                    <a:pt x="61743" y="20491"/>
                  </a:lnTo>
                  <a:lnTo>
                    <a:pt x="46021" y="30298"/>
                  </a:lnTo>
                  <a:lnTo>
                    <a:pt x="35851" y="12192"/>
                  </a:lnTo>
                  <a:cubicBezTo>
                    <a:pt x="35851" y="12192"/>
                    <a:pt x="35972" y="10170"/>
                    <a:pt x="35851" y="9054"/>
                  </a:cubicBezTo>
                  <a:cubicBezTo>
                    <a:pt x="35731" y="8420"/>
                    <a:pt x="33950" y="5281"/>
                    <a:pt x="33950" y="5281"/>
                  </a:cubicBezTo>
                  <a:lnTo>
                    <a:pt x="22513" y="6277"/>
                  </a:lnTo>
                  <a:lnTo>
                    <a:pt x="2326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43"/>
            <p:cNvSpPr/>
            <p:nvPr/>
          </p:nvSpPr>
          <p:spPr>
            <a:xfrm>
              <a:off x="-2641500" y="3361500"/>
              <a:ext cx="31700" cy="191650"/>
            </a:xfrm>
            <a:custGeom>
              <a:avLst/>
              <a:gdLst/>
              <a:ahLst/>
              <a:cxnLst/>
              <a:rect l="l" t="t" r="r" b="b"/>
              <a:pathLst>
                <a:path w="1268" h="7666" extrusionOk="0">
                  <a:moveTo>
                    <a:pt x="121" y="1"/>
                  </a:moveTo>
                  <a:cubicBezTo>
                    <a:pt x="1" y="363"/>
                    <a:pt x="1" y="755"/>
                    <a:pt x="1" y="1117"/>
                  </a:cubicBezTo>
                  <a:lnTo>
                    <a:pt x="1" y="4014"/>
                  </a:lnTo>
                  <a:lnTo>
                    <a:pt x="1" y="5644"/>
                  </a:lnTo>
                  <a:cubicBezTo>
                    <a:pt x="1" y="6036"/>
                    <a:pt x="121" y="6519"/>
                    <a:pt x="272" y="6911"/>
                  </a:cubicBezTo>
                  <a:cubicBezTo>
                    <a:pt x="393" y="7273"/>
                    <a:pt x="634" y="7545"/>
                    <a:pt x="876" y="7666"/>
                  </a:cubicBezTo>
                  <a:lnTo>
                    <a:pt x="1268" y="7666"/>
                  </a:lnTo>
                  <a:cubicBezTo>
                    <a:pt x="1268" y="7666"/>
                    <a:pt x="1147" y="7666"/>
                    <a:pt x="876" y="7545"/>
                  </a:cubicBezTo>
                  <a:cubicBezTo>
                    <a:pt x="634" y="7424"/>
                    <a:pt x="514" y="7153"/>
                    <a:pt x="393" y="6911"/>
                  </a:cubicBezTo>
                  <a:cubicBezTo>
                    <a:pt x="272" y="6519"/>
                    <a:pt x="272" y="6036"/>
                    <a:pt x="272" y="5644"/>
                  </a:cubicBezTo>
                  <a:lnTo>
                    <a:pt x="272" y="4014"/>
                  </a:lnTo>
                  <a:lnTo>
                    <a:pt x="272" y="1117"/>
                  </a:lnTo>
                  <a:cubicBezTo>
                    <a:pt x="272" y="755"/>
                    <a:pt x="272" y="363"/>
                    <a:pt x="121" y="1"/>
                  </a:cubicBezTo>
                  <a:close/>
                </a:path>
              </a:pathLst>
            </a:custGeom>
            <a:solidFill>
              <a:srgbClr val="394A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43"/>
            <p:cNvSpPr/>
            <p:nvPr/>
          </p:nvSpPr>
          <p:spPr>
            <a:xfrm>
              <a:off x="-2461950" y="3351700"/>
              <a:ext cx="156950" cy="66400"/>
            </a:xfrm>
            <a:custGeom>
              <a:avLst/>
              <a:gdLst/>
              <a:ahLst/>
              <a:cxnLst/>
              <a:rect l="l" t="t" r="r" b="b"/>
              <a:pathLst>
                <a:path w="6278" h="2656" extrusionOk="0">
                  <a:moveTo>
                    <a:pt x="121" y="0"/>
                  </a:moveTo>
                  <a:cubicBezTo>
                    <a:pt x="1" y="0"/>
                    <a:pt x="121" y="0"/>
                    <a:pt x="121" y="272"/>
                  </a:cubicBezTo>
                  <a:cubicBezTo>
                    <a:pt x="242" y="513"/>
                    <a:pt x="363" y="755"/>
                    <a:pt x="484" y="1026"/>
                  </a:cubicBezTo>
                  <a:cubicBezTo>
                    <a:pt x="634" y="1268"/>
                    <a:pt x="755" y="1389"/>
                    <a:pt x="876" y="1509"/>
                  </a:cubicBezTo>
                  <a:cubicBezTo>
                    <a:pt x="1510" y="2264"/>
                    <a:pt x="2385" y="2656"/>
                    <a:pt x="3381" y="2656"/>
                  </a:cubicBezTo>
                  <a:cubicBezTo>
                    <a:pt x="3894" y="2656"/>
                    <a:pt x="4527" y="2535"/>
                    <a:pt x="5161" y="2143"/>
                  </a:cubicBezTo>
                  <a:cubicBezTo>
                    <a:pt x="5282" y="2022"/>
                    <a:pt x="5523" y="1902"/>
                    <a:pt x="5644" y="1781"/>
                  </a:cubicBezTo>
                  <a:cubicBezTo>
                    <a:pt x="5915" y="1509"/>
                    <a:pt x="6036" y="1268"/>
                    <a:pt x="6157" y="1026"/>
                  </a:cubicBezTo>
                  <a:cubicBezTo>
                    <a:pt x="6278" y="1026"/>
                    <a:pt x="6278" y="876"/>
                    <a:pt x="6278" y="755"/>
                  </a:cubicBezTo>
                  <a:lnTo>
                    <a:pt x="6278" y="755"/>
                  </a:lnTo>
                  <a:cubicBezTo>
                    <a:pt x="6036" y="1026"/>
                    <a:pt x="5765" y="1389"/>
                    <a:pt x="5523" y="1630"/>
                  </a:cubicBezTo>
                  <a:cubicBezTo>
                    <a:pt x="5402" y="1630"/>
                    <a:pt x="5402" y="1781"/>
                    <a:pt x="5282" y="1781"/>
                  </a:cubicBezTo>
                  <a:cubicBezTo>
                    <a:pt x="5161" y="1902"/>
                    <a:pt x="5161" y="1902"/>
                    <a:pt x="5010" y="1902"/>
                  </a:cubicBezTo>
                  <a:cubicBezTo>
                    <a:pt x="4527" y="2264"/>
                    <a:pt x="3894" y="2384"/>
                    <a:pt x="3381" y="2384"/>
                  </a:cubicBezTo>
                  <a:cubicBezTo>
                    <a:pt x="2385" y="2384"/>
                    <a:pt x="1238" y="1902"/>
                    <a:pt x="634" y="1026"/>
                  </a:cubicBezTo>
                  <a:cubicBezTo>
                    <a:pt x="363" y="634"/>
                    <a:pt x="242" y="272"/>
                    <a:pt x="121" y="0"/>
                  </a:cubicBezTo>
                  <a:close/>
                </a:path>
              </a:pathLst>
            </a:custGeom>
            <a:solidFill>
              <a:srgbClr val="394A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3"/>
            <p:cNvSpPr/>
            <p:nvPr/>
          </p:nvSpPr>
          <p:spPr>
            <a:xfrm>
              <a:off x="-2984000" y="3458825"/>
              <a:ext cx="25" cy="3050"/>
            </a:xfrm>
            <a:custGeom>
              <a:avLst/>
              <a:gdLst/>
              <a:ahLst/>
              <a:cxnLst/>
              <a:rect l="l" t="t" r="r" b="b"/>
              <a:pathLst>
                <a:path w="1" h="122" extrusionOk="0">
                  <a:moveTo>
                    <a:pt x="0" y="1"/>
                  </a:moveTo>
                  <a:lnTo>
                    <a:pt x="0" y="121"/>
                  </a:lnTo>
                  <a:lnTo>
                    <a:pt x="0" y="12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F9C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3"/>
            <p:cNvSpPr/>
            <p:nvPr/>
          </p:nvSpPr>
          <p:spPr>
            <a:xfrm>
              <a:off x="-2984000" y="3389425"/>
              <a:ext cx="107150" cy="82250"/>
            </a:xfrm>
            <a:custGeom>
              <a:avLst/>
              <a:gdLst/>
              <a:ahLst/>
              <a:cxnLst/>
              <a:rect l="l" t="t" r="r" b="b"/>
              <a:pathLst>
                <a:path w="4286" h="3290" extrusionOk="0">
                  <a:moveTo>
                    <a:pt x="4285" y="0"/>
                  </a:moveTo>
                  <a:cubicBezTo>
                    <a:pt x="4165" y="0"/>
                    <a:pt x="4285" y="393"/>
                    <a:pt x="4014" y="875"/>
                  </a:cubicBezTo>
                  <a:cubicBezTo>
                    <a:pt x="3772" y="2143"/>
                    <a:pt x="2505" y="3018"/>
                    <a:pt x="1268" y="3018"/>
                  </a:cubicBezTo>
                  <a:lnTo>
                    <a:pt x="875" y="3018"/>
                  </a:lnTo>
                  <a:cubicBezTo>
                    <a:pt x="392" y="3018"/>
                    <a:pt x="121" y="2897"/>
                    <a:pt x="0" y="2777"/>
                  </a:cubicBezTo>
                  <a:lnTo>
                    <a:pt x="0" y="2897"/>
                  </a:lnTo>
                  <a:cubicBezTo>
                    <a:pt x="242" y="3018"/>
                    <a:pt x="513" y="3139"/>
                    <a:pt x="875" y="3139"/>
                  </a:cubicBezTo>
                  <a:lnTo>
                    <a:pt x="875" y="3290"/>
                  </a:lnTo>
                  <a:lnTo>
                    <a:pt x="1388" y="3290"/>
                  </a:lnTo>
                  <a:cubicBezTo>
                    <a:pt x="2776" y="3290"/>
                    <a:pt x="4014" y="2264"/>
                    <a:pt x="4285" y="875"/>
                  </a:cubicBezTo>
                  <a:lnTo>
                    <a:pt x="4285" y="0"/>
                  </a:lnTo>
                  <a:close/>
                </a:path>
              </a:pathLst>
            </a:custGeom>
            <a:solidFill>
              <a:srgbClr val="394A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3"/>
            <p:cNvSpPr/>
            <p:nvPr/>
          </p:nvSpPr>
          <p:spPr>
            <a:xfrm>
              <a:off x="-2308050" y="43234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85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3"/>
            <p:cNvSpPr/>
            <p:nvPr/>
          </p:nvSpPr>
          <p:spPr>
            <a:xfrm>
              <a:off x="-2833125" y="3562175"/>
              <a:ext cx="525100" cy="761250"/>
            </a:xfrm>
            <a:custGeom>
              <a:avLst/>
              <a:gdLst/>
              <a:ahLst/>
              <a:cxnLst/>
              <a:rect l="l" t="t" r="r" b="b"/>
              <a:pathLst>
                <a:path w="21004" h="30450" extrusionOk="0">
                  <a:moveTo>
                    <a:pt x="5795" y="1"/>
                  </a:moveTo>
                  <a:cubicBezTo>
                    <a:pt x="5795" y="152"/>
                    <a:pt x="5795" y="272"/>
                    <a:pt x="5674" y="393"/>
                  </a:cubicBezTo>
                  <a:lnTo>
                    <a:pt x="5402" y="1781"/>
                  </a:lnTo>
                  <a:lnTo>
                    <a:pt x="5795" y="393"/>
                  </a:lnTo>
                  <a:lnTo>
                    <a:pt x="5795" y="1"/>
                  </a:lnTo>
                  <a:close/>
                  <a:moveTo>
                    <a:pt x="5402" y="1781"/>
                  </a:moveTo>
                  <a:lnTo>
                    <a:pt x="5402" y="1781"/>
                  </a:lnTo>
                  <a:cubicBezTo>
                    <a:pt x="5040" y="3019"/>
                    <a:pt x="4648" y="4678"/>
                    <a:pt x="4165" y="6942"/>
                  </a:cubicBezTo>
                  <a:cubicBezTo>
                    <a:pt x="3139" y="11197"/>
                    <a:pt x="1902" y="17232"/>
                    <a:pt x="393" y="23780"/>
                  </a:cubicBezTo>
                  <a:lnTo>
                    <a:pt x="121" y="25048"/>
                  </a:lnTo>
                  <a:cubicBezTo>
                    <a:pt x="1" y="25410"/>
                    <a:pt x="1" y="25802"/>
                    <a:pt x="1" y="26285"/>
                  </a:cubicBezTo>
                  <a:cubicBezTo>
                    <a:pt x="1" y="26677"/>
                    <a:pt x="242" y="27160"/>
                    <a:pt x="514" y="27432"/>
                  </a:cubicBezTo>
                  <a:cubicBezTo>
                    <a:pt x="876" y="27673"/>
                    <a:pt x="1268" y="27915"/>
                    <a:pt x="1630" y="28066"/>
                  </a:cubicBezTo>
                  <a:cubicBezTo>
                    <a:pt x="2385" y="28307"/>
                    <a:pt x="3139" y="28428"/>
                    <a:pt x="3893" y="28548"/>
                  </a:cubicBezTo>
                  <a:lnTo>
                    <a:pt x="6157" y="28820"/>
                  </a:lnTo>
                  <a:lnTo>
                    <a:pt x="13973" y="29695"/>
                  </a:lnTo>
                  <a:lnTo>
                    <a:pt x="19103" y="30329"/>
                  </a:lnTo>
                  <a:lnTo>
                    <a:pt x="20491" y="30450"/>
                  </a:lnTo>
                  <a:lnTo>
                    <a:pt x="21004" y="30450"/>
                  </a:lnTo>
                  <a:lnTo>
                    <a:pt x="20612" y="30329"/>
                  </a:lnTo>
                  <a:lnTo>
                    <a:pt x="19103" y="30178"/>
                  </a:lnTo>
                  <a:lnTo>
                    <a:pt x="13973" y="29574"/>
                  </a:lnTo>
                  <a:lnTo>
                    <a:pt x="6157" y="28548"/>
                  </a:lnTo>
                  <a:cubicBezTo>
                    <a:pt x="4769" y="28428"/>
                    <a:pt x="3139" y="28307"/>
                    <a:pt x="1751" y="27794"/>
                  </a:cubicBezTo>
                  <a:cubicBezTo>
                    <a:pt x="1389" y="27673"/>
                    <a:pt x="996" y="27553"/>
                    <a:pt x="755" y="27311"/>
                  </a:cubicBezTo>
                  <a:cubicBezTo>
                    <a:pt x="393" y="27040"/>
                    <a:pt x="242" y="26677"/>
                    <a:pt x="242" y="26285"/>
                  </a:cubicBezTo>
                  <a:cubicBezTo>
                    <a:pt x="242" y="25410"/>
                    <a:pt x="393" y="24656"/>
                    <a:pt x="634" y="23780"/>
                  </a:cubicBezTo>
                  <a:cubicBezTo>
                    <a:pt x="2143" y="17232"/>
                    <a:pt x="3411" y="11197"/>
                    <a:pt x="4406" y="6942"/>
                  </a:cubicBezTo>
                  <a:cubicBezTo>
                    <a:pt x="4769" y="4799"/>
                    <a:pt x="5161" y="3019"/>
                    <a:pt x="5402" y="1781"/>
                  </a:cubicBezTo>
                  <a:close/>
                </a:path>
              </a:pathLst>
            </a:custGeom>
            <a:solidFill>
              <a:srgbClr val="394A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43"/>
            <p:cNvSpPr/>
            <p:nvPr/>
          </p:nvSpPr>
          <p:spPr>
            <a:xfrm>
              <a:off x="-1578500" y="3722875"/>
              <a:ext cx="3025" cy="25"/>
            </a:xfrm>
            <a:custGeom>
              <a:avLst/>
              <a:gdLst/>
              <a:ahLst/>
              <a:cxnLst/>
              <a:rect l="l" t="t" r="r" b="b"/>
              <a:pathLst>
                <a:path w="121" h="1" extrusionOk="0">
                  <a:moveTo>
                    <a:pt x="121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59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43"/>
            <p:cNvSpPr/>
            <p:nvPr/>
          </p:nvSpPr>
          <p:spPr>
            <a:xfrm>
              <a:off x="-2332950" y="3405250"/>
              <a:ext cx="719750" cy="590750"/>
            </a:xfrm>
            <a:custGeom>
              <a:avLst/>
              <a:gdLst/>
              <a:ahLst/>
              <a:cxnLst/>
              <a:rect l="l" t="t" r="r" b="b"/>
              <a:pathLst>
                <a:path w="28790" h="23630" extrusionOk="0">
                  <a:moveTo>
                    <a:pt x="1" y="1"/>
                  </a:moveTo>
                  <a:lnTo>
                    <a:pt x="1" y="242"/>
                  </a:lnTo>
                  <a:lnTo>
                    <a:pt x="605" y="1510"/>
                  </a:lnTo>
                  <a:cubicBezTo>
                    <a:pt x="1118" y="2657"/>
                    <a:pt x="1751" y="4286"/>
                    <a:pt x="2626" y="6278"/>
                  </a:cubicBezTo>
                  <a:lnTo>
                    <a:pt x="5765" y="13339"/>
                  </a:lnTo>
                  <a:cubicBezTo>
                    <a:pt x="6399" y="14577"/>
                    <a:pt x="7032" y="15965"/>
                    <a:pt x="7666" y="17474"/>
                  </a:cubicBezTo>
                  <a:cubicBezTo>
                    <a:pt x="8028" y="18107"/>
                    <a:pt x="8420" y="18862"/>
                    <a:pt x="8662" y="19616"/>
                  </a:cubicBezTo>
                  <a:lnTo>
                    <a:pt x="9809" y="21879"/>
                  </a:lnTo>
                  <a:cubicBezTo>
                    <a:pt x="10171" y="22634"/>
                    <a:pt x="10925" y="23268"/>
                    <a:pt x="11680" y="23509"/>
                  </a:cubicBezTo>
                  <a:cubicBezTo>
                    <a:pt x="12072" y="23630"/>
                    <a:pt x="12313" y="23630"/>
                    <a:pt x="12675" y="23630"/>
                  </a:cubicBezTo>
                  <a:cubicBezTo>
                    <a:pt x="13188" y="23630"/>
                    <a:pt x="13701" y="23509"/>
                    <a:pt x="14184" y="23268"/>
                  </a:cubicBezTo>
                  <a:cubicBezTo>
                    <a:pt x="14818" y="23026"/>
                    <a:pt x="15572" y="22634"/>
                    <a:pt x="16206" y="22121"/>
                  </a:cubicBezTo>
                  <a:lnTo>
                    <a:pt x="18107" y="21004"/>
                  </a:lnTo>
                  <a:lnTo>
                    <a:pt x="24505" y="16598"/>
                  </a:lnTo>
                  <a:lnTo>
                    <a:pt x="28790" y="13701"/>
                  </a:lnTo>
                  <a:lnTo>
                    <a:pt x="24384" y="16478"/>
                  </a:lnTo>
                  <a:lnTo>
                    <a:pt x="17956" y="20763"/>
                  </a:lnTo>
                  <a:lnTo>
                    <a:pt x="16085" y="22000"/>
                  </a:lnTo>
                  <a:cubicBezTo>
                    <a:pt x="15452" y="22392"/>
                    <a:pt x="14818" y="22755"/>
                    <a:pt x="14063" y="23147"/>
                  </a:cubicBezTo>
                  <a:cubicBezTo>
                    <a:pt x="13581" y="23268"/>
                    <a:pt x="13188" y="23388"/>
                    <a:pt x="12675" y="23388"/>
                  </a:cubicBezTo>
                  <a:cubicBezTo>
                    <a:pt x="12434" y="23388"/>
                    <a:pt x="12072" y="23388"/>
                    <a:pt x="11800" y="23268"/>
                  </a:cubicBezTo>
                  <a:cubicBezTo>
                    <a:pt x="11046" y="23026"/>
                    <a:pt x="10412" y="22513"/>
                    <a:pt x="10050" y="21759"/>
                  </a:cubicBezTo>
                  <a:cubicBezTo>
                    <a:pt x="9658" y="21004"/>
                    <a:pt x="9296" y="20371"/>
                    <a:pt x="8903" y="19616"/>
                  </a:cubicBezTo>
                  <a:lnTo>
                    <a:pt x="7907" y="17353"/>
                  </a:lnTo>
                  <a:lnTo>
                    <a:pt x="6036" y="13219"/>
                  </a:lnTo>
                  <a:lnTo>
                    <a:pt x="2868" y="6157"/>
                  </a:lnTo>
                  <a:cubicBezTo>
                    <a:pt x="1993" y="4286"/>
                    <a:pt x="1238" y="2657"/>
                    <a:pt x="755" y="1510"/>
                  </a:cubicBezTo>
                  <a:lnTo>
                    <a:pt x="122" y="24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94A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3"/>
            <p:cNvSpPr/>
            <p:nvPr/>
          </p:nvSpPr>
          <p:spPr>
            <a:xfrm>
              <a:off x="-2336700" y="3399225"/>
              <a:ext cx="3775" cy="6050"/>
            </a:xfrm>
            <a:custGeom>
              <a:avLst/>
              <a:gdLst/>
              <a:ahLst/>
              <a:cxnLst/>
              <a:rect l="l" t="t" r="r" b="b"/>
              <a:pathLst>
                <a:path w="151" h="242" extrusionOk="0">
                  <a:moveTo>
                    <a:pt x="0" y="1"/>
                  </a:moveTo>
                  <a:lnTo>
                    <a:pt x="0" y="1"/>
                  </a:lnTo>
                  <a:lnTo>
                    <a:pt x="0" y="121"/>
                  </a:lnTo>
                  <a:lnTo>
                    <a:pt x="151" y="242"/>
                  </a:lnTo>
                  <a:lnTo>
                    <a:pt x="151" y="242"/>
                  </a:lnTo>
                  <a:lnTo>
                    <a:pt x="0" y="121"/>
                  </a:lnTo>
                  <a:close/>
                </a:path>
              </a:pathLst>
            </a:custGeom>
            <a:solidFill>
              <a:srgbClr val="4054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3"/>
            <p:cNvSpPr/>
            <p:nvPr/>
          </p:nvSpPr>
          <p:spPr>
            <a:xfrm>
              <a:off x="-3172625" y="2066150"/>
              <a:ext cx="1188250" cy="1298400"/>
            </a:xfrm>
            <a:custGeom>
              <a:avLst/>
              <a:gdLst/>
              <a:ahLst/>
              <a:cxnLst/>
              <a:rect l="l" t="t" r="r" b="b"/>
              <a:pathLst>
                <a:path w="47530" h="51936" extrusionOk="0">
                  <a:moveTo>
                    <a:pt x="7666" y="1"/>
                  </a:moveTo>
                  <a:lnTo>
                    <a:pt x="1" y="10050"/>
                  </a:lnTo>
                  <a:lnTo>
                    <a:pt x="10050" y="18741"/>
                  </a:lnTo>
                  <a:cubicBezTo>
                    <a:pt x="10050" y="18741"/>
                    <a:pt x="7937" y="46534"/>
                    <a:pt x="7545" y="51935"/>
                  </a:cubicBezTo>
                  <a:lnTo>
                    <a:pt x="36093" y="50668"/>
                  </a:lnTo>
                  <a:lnTo>
                    <a:pt x="34584" y="37088"/>
                  </a:lnTo>
                  <a:lnTo>
                    <a:pt x="35700" y="26043"/>
                  </a:lnTo>
                  <a:lnTo>
                    <a:pt x="38990" y="30811"/>
                  </a:lnTo>
                  <a:lnTo>
                    <a:pt x="47530" y="21879"/>
                  </a:lnTo>
                  <a:lnTo>
                    <a:pt x="37843" y="12584"/>
                  </a:lnTo>
                  <a:cubicBezTo>
                    <a:pt x="36213" y="10804"/>
                    <a:pt x="34342" y="9567"/>
                    <a:pt x="32079" y="8812"/>
                  </a:cubicBezTo>
                  <a:cubicBezTo>
                    <a:pt x="30812" y="8299"/>
                    <a:pt x="29665" y="8179"/>
                    <a:pt x="28428" y="8058"/>
                  </a:cubicBezTo>
                  <a:cubicBezTo>
                    <a:pt x="27604" y="8297"/>
                    <a:pt x="26799" y="8396"/>
                    <a:pt x="26004" y="8396"/>
                  </a:cubicBezTo>
                  <a:cubicBezTo>
                    <a:pt x="23886" y="8396"/>
                    <a:pt x="21843" y="7690"/>
                    <a:pt x="19737" y="7032"/>
                  </a:cubicBezTo>
                  <a:cubicBezTo>
                    <a:pt x="18982" y="7032"/>
                    <a:pt x="7666" y="1"/>
                    <a:pt x="7666" y="1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3"/>
            <p:cNvSpPr/>
            <p:nvPr/>
          </p:nvSpPr>
          <p:spPr>
            <a:xfrm>
              <a:off x="-2323875" y="2647825"/>
              <a:ext cx="50550" cy="81500"/>
            </a:xfrm>
            <a:custGeom>
              <a:avLst/>
              <a:gdLst/>
              <a:ahLst/>
              <a:cxnLst/>
              <a:rect l="l" t="t" r="r" b="b"/>
              <a:pathLst>
                <a:path w="2022" h="3260" extrusionOk="0">
                  <a:moveTo>
                    <a:pt x="0" y="0"/>
                  </a:moveTo>
                  <a:lnTo>
                    <a:pt x="0" y="0"/>
                  </a:lnTo>
                  <a:cubicBezTo>
                    <a:pt x="121" y="634"/>
                    <a:pt x="513" y="1268"/>
                    <a:pt x="875" y="1750"/>
                  </a:cubicBezTo>
                  <a:cubicBezTo>
                    <a:pt x="1147" y="2384"/>
                    <a:pt x="1630" y="2897"/>
                    <a:pt x="2022" y="3259"/>
                  </a:cubicBezTo>
                  <a:cubicBezTo>
                    <a:pt x="1750" y="2776"/>
                    <a:pt x="1509" y="2143"/>
                    <a:pt x="1147" y="1630"/>
                  </a:cubicBezTo>
                  <a:cubicBezTo>
                    <a:pt x="755" y="996"/>
                    <a:pt x="392" y="513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3"/>
            <p:cNvSpPr/>
            <p:nvPr/>
          </p:nvSpPr>
          <p:spPr>
            <a:xfrm>
              <a:off x="-2820300" y="2267575"/>
              <a:ext cx="138075" cy="1106025"/>
            </a:xfrm>
            <a:custGeom>
              <a:avLst/>
              <a:gdLst/>
              <a:ahLst/>
              <a:cxnLst/>
              <a:rect l="l" t="t" r="r" b="b"/>
              <a:pathLst>
                <a:path w="5523" h="44241" extrusionOk="0">
                  <a:moveTo>
                    <a:pt x="5523" y="1"/>
                  </a:moveTo>
                  <a:cubicBezTo>
                    <a:pt x="5523" y="122"/>
                    <a:pt x="5402" y="242"/>
                    <a:pt x="5402" y="363"/>
                  </a:cubicBezTo>
                  <a:cubicBezTo>
                    <a:pt x="5402" y="635"/>
                    <a:pt x="5282" y="1117"/>
                    <a:pt x="5282" y="1630"/>
                  </a:cubicBezTo>
                  <a:cubicBezTo>
                    <a:pt x="5010" y="2747"/>
                    <a:pt x="4769" y="4407"/>
                    <a:pt x="4527" y="6398"/>
                  </a:cubicBezTo>
                  <a:cubicBezTo>
                    <a:pt x="3893" y="10442"/>
                    <a:pt x="3139" y="15844"/>
                    <a:pt x="2385" y="22000"/>
                  </a:cubicBezTo>
                  <a:cubicBezTo>
                    <a:pt x="1630" y="28156"/>
                    <a:pt x="996" y="33679"/>
                    <a:pt x="634" y="37722"/>
                  </a:cubicBezTo>
                  <a:cubicBezTo>
                    <a:pt x="363" y="39714"/>
                    <a:pt x="242" y="41374"/>
                    <a:pt x="121" y="42490"/>
                  </a:cubicBezTo>
                  <a:cubicBezTo>
                    <a:pt x="121" y="43003"/>
                    <a:pt x="121" y="43486"/>
                    <a:pt x="1" y="43758"/>
                  </a:cubicBezTo>
                  <a:lnTo>
                    <a:pt x="1" y="44120"/>
                  </a:lnTo>
                  <a:lnTo>
                    <a:pt x="1" y="44241"/>
                  </a:lnTo>
                  <a:lnTo>
                    <a:pt x="121" y="44120"/>
                  </a:lnTo>
                  <a:lnTo>
                    <a:pt x="121" y="43758"/>
                  </a:lnTo>
                  <a:cubicBezTo>
                    <a:pt x="121" y="43486"/>
                    <a:pt x="242" y="43003"/>
                    <a:pt x="242" y="42490"/>
                  </a:cubicBezTo>
                  <a:cubicBezTo>
                    <a:pt x="363" y="41374"/>
                    <a:pt x="634" y="39714"/>
                    <a:pt x="755" y="37722"/>
                  </a:cubicBezTo>
                  <a:cubicBezTo>
                    <a:pt x="1238" y="33679"/>
                    <a:pt x="1872" y="28156"/>
                    <a:pt x="2626" y="22121"/>
                  </a:cubicBezTo>
                  <a:cubicBezTo>
                    <a:pt x="3380" y="15965"/>
                    <a:pt x="4135" y="10442"/>
                    <a:pt x="4648" y="6398"/>
                  </a:cubicBezTo>
                  <a:cubicBezTo>
                    <a:pt x="5010" y="4407"/>
                    <a:pt x="5161" y="2747"/>
                    <a:pt x="5402" y="1630"/>
                  </a:cubicBezTo>
                  <a:lnTo>
                    <a:pt x="5523" y="363"/>
                  </a:lnTo>
                  <a:lnTo>
                    <a:pt x="5523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3"/>
            <p:cNvSpPr/>
            <p:nvPr/>
          </p:nvSpPr>
          <p:spPr>
            <a:xfrm>
              <a:off x="-2669425" y="2283425"/>
              <a:ext cx="97350" cy="1052450"/>
            </a:xfrm>
            <a:custGeom>
              <a:avLst/>
              <a:gdLst/>
              <a:ahLst/>
              <a:cxnLst/>
              <a:rect l="l" t="t" r="r" b="b"/>
              <a:pathLst>
                <a:path w="3894" h="42098" extrusionOk="0">
                  <a:moveTo>
                    <a:pt x="3773" y="1"/>
                  </a:moveTo>
                  <a:cubicBezTo>
                    <a:pt x="3652" y="1"/>
                    <a:pt x="2747" y="9416"/>
                    <a:pt x="1751" y="21125"/>
                  </a:cubicBezTo>
                  <a:cubicBezTo>
                    <a:pt x="755" y="32682"/>
                    <a:pt x="1" y="42098"/>
                    <a:pt x="122" y="42098"/>
                  </a:cubicBezTo>
                  <a:cubicBezTo>
                    <a:pt x="242" y="42098"/>
                    <a:pt x="1118" y="32682"/>
                    <a:pt x="2144" y="21125"/>
                  </a:cubicBezTo>
                  <a:cubicBezTo>
                    <a:pt x="3139" y="9416"/>
                    <a:pt x="3894" y="1"/>
                    <a:pt x="3773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3"/>
            <p:cNvSpPr/>
            <p:nvPr/>
          </p:nvSpPr>
          <p:spPr>
            <a:xfrm>
              <a:off x="-2499675" y="2267575"/>
              <a:ext cx="34725" cy="1049450"/>
            </a:xfrm>
            <a:custGeom>
              <a:avLst/>
              <a:gdLst/>
              <a:ahLst/>
              <a:cxnLst/>
              <a:rect l="l" t="t" r="r" b="b"/>
              <a:pathLst>
                <a:path w="1389" h="41978" extrusionOk="0">
                  <a:moveTo>
                    <a:pt x="1238" y="1"/>
                  </a:moveTo>
                  <a:cubicBezTo>
                    <a:pt x="1117" y="1"/>
                    <a:pt x="876" y="9416"/>
                    <a:pt x="484" y="21004"/>
                  </a:cubicBezTo>
                  <a:cubicBezTo>
                    <a:pt x="242" y="32562"/>
                    <a:pt x="1" y="41977"/>
                    <a:pt x="1" y="41977"/>
                  </a:cubicBezTo>
                  <a:cubicBezTo>
                    <a:pt x="122" y="41977"/>
                    <a:pt x="484" y="32562"/>
                    <a:pt x="755" y="21004"/>
                  </a:cubicBezTo>
                  <a:cubicBezTo>
                    <a:pt x="1117" y="9416"/>
                    <a:pt x="1389" y="1"/>
                    <a:pt x="123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43"/>
            <p:cNvSpPr/>
            <p:nvPr/>
          </p:nvSpPr>
          <p:spPr>
            <a:xfrm>
              <a:off x="-2380475" y="2286450"/>
              <a:ext cx="56625" cy="1059225"/>
            </a:xfrm>
            <a:custGeom>
              <a:avLst/>
              <a:gdLst/>
              <a:ahLst/>
              <a:cxnLst/>
              <a:rect l="l" t="t" r="r" b="b"/>
              <a:pathLst>
                <a:path w="2265" h="42369" extrusionOk="0">
                  <a:moveTo>
                    <a:pt x="1" y="0"/>
                  </a:moveTo>
                  <a:lnTo>
                    <a:pt x="1" y="483"/>
                  </a:lnTo>
                  <a:cubicBezTo>
                    <a:pt x="1" y="755"/>
                    <a:pt x="122" y="1238"/>
                    <a:pt x="122" y="1751"/>
                  </a:cubicBezTo>
                  <a:cubicBezTo>
                    <a:pt x="242" y="2746"/>
                    <a:pt x="393" y="4255"/>
                    <a:pt x="514" y="6277"/>
                  </a:cubicBezTo>
                  <a:cubicBezTo>
                    <a:pt x="876" y="10049"/>
                    <a:pt x="1389" y="15330"/>
                    <a:pt x="1630" y="21124"/>
                  </a:cubicBezTo>
                  <a:cubicBezTo>
                    <a:pt x="1902" y="27039"/>
                    <a:pt x="2023" y="32320"/>
                    <a:pt x="2143" y="36213"/>
                  </a:cubicBezTo>
                  <a:lnTo>
                    <a:pt x="2143" y="40739"/>
                  </a:lnTo>
                  <a:lnTo>
                    <a:pt x="2143" y="41856"/>
                  </a:lnTo>
                  <a:lnTo>
                    <a:pt x="2143" y="42369"/>
                  </a:lnTo>
                  <a:cubicBezTo>
                    <a:pt x="2143" y="42248"/>
                    <a:pt x="2143" y="42128"/>
                    <a:pt x="2264" y="41856"/>
                  </a:cubicBezTo>
                  <a:lnTo>
                    <a:pt x="2264" y="40739"/>
                  </a:lnTo>
                  <a:lnTo>
                    <a:pt x="2264" y="36213"/>
                  </a:lnTo>
                  <a:cubicBezTo>
                    <a:pt x="2264" y="32320"/>
                    <a:pt x="2264" y="27039"/>
                    <a:pt x="1902" y="21124"/>
                  </a:cubicBezTo>
                  <a:cubicBezTo>
                    <a:pt x="1630" y="15330"/>
                    <a:pt x="1148" y="10049"/>
                    <a:pt x="755" y="6156"/>
                  </a:cubicBezTo>
                  <a:cubicBezTo>
                    <a:pt x="514" y="4255"/>
                    <a:pt x="393" y="2746"/>
                    <a:pt x="242" y="1630"/>
                  </a:cubicBezTo>
                  <a:cubicBezTo>
                    <a:pt x="122" y="1117"/>
                    <a:pt x="122" y="755"/>
                    <a:pt x="122" y="483"/>
                  </a:cubicBezTo>
                  <a:cubicBezTo>
                    <a:pt x="1" y="362"/>
                    <a:pt x="1" y="121"/>
                    <a:pt x="1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3"/>
            <p:cNvSpPr/>
            <p:nvPr/>
          </p:nvSpPr>
          <p:spPr>
            <a:xfrm>
              <a:off x="-2326900" y="2308325"/>
              <a:ext cx="229375" cy="421000"/>
            </a:xfrm>
            <a:custGeom>
              <a:avLst/>
              <a:gdLst/>
              <a:ahLst/>
              <a:cxnLst/>
              <a:rect l="l" t="t" r="r" b="b"/>
              <a:pathLst>
                <a:path w="9175" h="16840" extrusionOk="0">
                  <a:moveTo>
                    <a:pt x="0" y="0"/>
                  </a:moveTo>
                  <a:cubicBezTo>
                    <a:pt x="0" y="0"/>
                    <a:pt x="1871" y="3773"/>
                    <a:pt x="4406" y="8420"/>
                  </a:cubicBezTo>
                  <a:cubicBezTo>
                    <a:pt x="6911" y="13067"/>
                    <a:pt x="9054" y="16839"/>
                    <a:pt x="9054" y="16839"/>
                  </a:cubicBezTo>
                  <a:cubicBezTo>
                    <a:pt x="9174" y="16719"/>
                    <a:pt x="7152" y="12946"/>
                    <a:pt x="4648" y="8299"/>
                  </a:cubicBezTo>
                  <a:cubicBezTo>
                    <a:pt x="2143" y="3652"/>
                    <a:pt x="121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3"/>
            <p:cNvSpPr/>
            <p:nvPr/>
          </p:nvSpPr>
          <p:spPr>
            <a:xfrm>
              <a:off x="-2959125" y="2217025"/>
              <a:ext cx="176575" cy="802000"/>
            </a:xfrm>
            <a:custGeom>
              <a:avLst/>
              <a:gdLst/>
              <a:ahLst/>
              <a:cxnLst/>
              <a:rect l="l" t="t" r="r" b="b"/>
              <a:pathLst>
                <a:path w="7063" h="32080" extrusionOk="0">
                  <a:moveTo>
                    <a:pt x="7062" y="1"/>
                  </a:moveTo>
                  <a:cubicBezTo>
                    <a:pt x="7062" y="122"/>
                    <a:pt x="7062" y="122"/>
                    <a:pt x="6942" y="242"/>
                  </a:cubicBezTo>
                  <a:lnTo>
                    <a:pt x="6670" y="1268"/>
                  </a:lnTo>
                  <a:cubicBezTo>
                    <a:pt x="6429" y="2023"/>
                    <a:pt x="6036" y="3139"/>
                    <a:pt x="5674" y="4648"/>
                  </a:cubicBezTo>
                  <a:cubicBezTo>
                    <a:pt x="4920" y="7425"/>
                    <a:pt x="3924" y="11438"/>
                    <a:pt x="2898" y="15844"/>
                  </a:cubicBezTo>
                  <a:cubicBezTo>
                    <a:pt x="1902" y="20250"/>
                    <a:pt x="1148" y="24384"/>
                    <a:pt x="755" y="27281"/>
                  </a:cubicBezTo>
                  <a:cubicBezTo>
                    <a:pt x="514" y="28790"/>
                    <a:pt x="273" y="29937"/>
                    <a:pt x="273" y="30812"/>
                  </a:cubicBezTo>
                  <a:cubicBezTo>
                    <a:pt x="514" y="29937"/>
                    <a:pt x="635" y="28790"/>
                    <a:pt x="906" y="27281"/>
                  </a:cubicBezTo>
                  <a:cubicBezTo>
                    <a:pt x="1389" y="24384"/>
                    <a:pt x="2144" y="20371"/>
                    <a:pt x="3170" y="15965"/>
                  </a:cubicBezTo>
                  <a:cubicBezTo>
                    <a:pt x="4165" y="11438"/>
                    <a:pt x="5161" y="7545"/>
                    <a:pt x="5916" y="4648"/>
                  </a:cubicBezTo>
                  <a:cubicBezTo>
                    <a:pt x="6308" y="3260"/>
                    <a:pt x="6549" y="2023"/>
                    <a:pt x="6791" y="1268"/>
                  </a:cubicBezTo>
                  <a:cubicBezTo>
                    <a:pt x="6942" y="876"/>
                    <a:pt x="6942" y="514"/>
                    <a:pt x="7062" y="242"/>
                  </a:cubicBezTo>
                  <a:lnTo>
                    <a:pt x="7062" y="1"/>
                  </a:lnTo>
                  <a:close/>
                  <a:moveTo>
                    <a:pt x="273" y="30812"/>
                  </a:moveTo>
                  <a:lnTo>
                    <a:pt x="194" y="31379"/>
                  </a:lnTo>
                  <a:lnTo>
                    <a:pt x="194" y="31379"/>
                  </a:lnTo>
                  <a:cubicBezTo>
                    <a:pt x="229" y="31214"/>
                    <a:pt x="273" y="31029"/>
                    <a:pt x="273" y="30812"/>
                  </a:cubicBezTo>
                  <a:close/>
                  <a:moveTo>
                    <a:pt x="194" y="31379"/>
                  </a:moveTo>
                  <a:lnTo>
                    <a:pt x="194" y="31379"/>
                  </a:lnTo>
                  <a:cubicBezTo>
                    <a:pt x="171" y="31489"/>
                    <a:pt x="152" y="31590"/>
                    <a:pt x="152" y="31687"/>
                  </a:cubicBezTo>
                  <a:lnTo>
                    <a:pt x="194" y="31379"/>
                  </a:lnTo>
                  <a:close/>
                  <a:moveTo>
                    <a:pt x="152" y="31687"/>
                  </a:moveTo>
                  <a:lnTo>
                    <a:pt x="152" y="31687"/>
                  </a:lnTo>
                  <a:cubicBezTo>
                    <a:pt x="1" y="31808"/>
                    <a:pt x="1" y="31928"/>
                    <a:pt x="1" y="32079"/>
                  </a:cubicBezTo>
                  <a:cubicBezTo>
                    <a:pt x="152" y="31928"/>
                    <a:pt x="152" y="31808"/>
                    <a:pt x="152" y="31687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43"/>
            <p:cNvSpPr/>
            <p:nvPr/>
          </p:nvSpPr>
          <p:spPr>
            <a:xfrm>
              <a:off x="-3043600" y="2151400"/>
              <a:ext cx="207475" cy="298025"/>
            </a:xfrm>
            <a:custGeom>
              <a:avLst/>
              <a:gdLst/>
              <a:ahLst/>
              <a:cxnLst/>
              <a:rect l="l" t="t" r="r" b="b"/>
              <a:pathLst>
                <a:path w="8299" h="11921" extrusionOk="0">
                  <a:moveTo>
                    <a:pt x="8178" y="1"/>
                  </a:moveTo>
                  <a:lnTo>
                    <a:pt x="8178" y="1"/>
                  </a:lnTo>
                  <a:cubicBezTo>
                    <a:pt x="8178" y="1"/>
                    <a:pt x="6277" y="2626"/>
                    <a:pt x="4014" y="5885"/>
                  </a:cubicBezTo>
                  <a:cubicBezTo>
                    <a:pt x="1750" y="9174"/>
                    <a:pt x="0" y="11921"/>
                    <a:pt x="121" y="11921"/>
                  </a:cubicBezTo>
                  <a:cubicBezTo>
                    <a:pt x="121" y="11921"/>
                    <a:pt x="2022" y="9295"/>
                    <a:pt x="4285" y="6036"/>
                  </a:cubicBezTo>
                  <a:cubicBezTo>
                    <a:pt x="6549" y="2747"/>
                    <a:pt x="8299" y="121"/>
                    <a:pt x="817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43"/>
            <p:cNvSpPr/>
            <p:nvPr/>
          </p:nvSpPr>
          <p:spPr>
            <a:xfrm>
              <a:off x="-3137925" y="2100850"/>
              <a:ext cx="201475" cy="261050"/>
            </a:xfrm>
            <a:custGeom>
              <a:avLst/>
              <a:gdLst/>
              <a:ahLst/>
              <a:cxnLst/>
              <a:rect l="l" t="t" r="r" b="b"/>
              <a:pathLst>
                <a:path w="8059" h="10442" extrusionOk="0">
                  <a:moveTo>
                    <a:pt x="8058" y="1"/>
                  </a:moveTo>
                  <a:cubicBezTo>
                    <a:pt x="7907" y="121"/>
                    <a:pt x="7787" y="242"/>
                    <a:pt x="7666" y="363"/>
                  </a:cubicBezTo>
                  <a:cubicBezTo>
                    <a:pt x="7425" y="514"/>
                    <a:pt x="7032" y="876"/>
                    <a:pt x="6670" y="1389"/>
                  </a:cubicBezTo>
                  <a:cubicBezTo>
                    <a:pt x="5916" y="2264"/>
                    <a:pt x="4769" y="3531"/>
                    <a:pt x="3652" y="4889"/>
                  </a:cubicBezTo>
                  <a:cubicBezTo>
                    <a:pt x="2506" y="6398"/>
                    <a:pt x="1631" y="7786"/>
                    <a:pt x="997" y="8812"/>
                  </a:cubicBezTo>
                  <a:cubicBezTo>
                    <a:pt x="635" y="9295"/>
                    <a:pt x="363" y="9688"/>
                    <a:pt x="242" y="10050"/>
                  </a:cubicBezTo>
                  <a:cubicBezTo>
                    <a:pt x="122" y="10170"/>
                    <a:pt x="1" y="10321"/>
                    <a:pt x="1" y="10442"/>
                  </a:cubicBezTo>
                  <a:cubicBezTo>
                    <a:pt x="122" y="10442"/>
                    <a:pt x="242" y="10321"/>
                    <a:pt x="363" y="10050"/>
                  </a:cubicBezTo>
                  <a:lnTo>
                    <a:pt x="1118" y="8933"/>
                  </a:lnTo>
                  <a:cubicBezTo>
                    <a:pt x="1751" y="7907"/>
                    <a:pt x="2777" y="6549"/>
                    <a:pt x="3894" y="5161"/>
                  </a:cubicBezTo>
                  <a:cubicBezTo>
                    <a:pt x="5041" y="3652"/>
                    <a:pt x="6036" y="2385"/>
                    <a:pt x="6791" y="1510"/>
                  </a:cubicBezTo>
                  <a:lnTo>
                    <a:pt x="7787" y="363"/>
                  </a:lnTo>
                  <a:cubicBezTo>
                    <a:pt x="7907" y="242"/>
                    <a:pt x="7907" y="121"/>
                    <a:pt x="80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5" name="Google Shape;1915;p44"/>
          <p:cNvGrpSpPr/>
          <p:nvPr/>
        </p:nvGrpSpPr>
        <p:grpSpPr>
          <a:xfrm>
            <a:off x="2086493" y="1587675"/>
            <a:ext cx="4970264" cy="1438758"/>
            <a:chOff x="2086493" y="1587675"/>
            <a:chExt cx="4970264" cy="1438758"/>
          </a:xfrm>
        </p:grpSpPr>
        <p:grpSp>
          <p:nvGrpSpPr>
            <p:cNvPr id="1916" name="Google Shape;1916;p44"/>
            <p:cNvGrpSpPr/>
            <p:nvPr/>
          </p:nvGrpSpPr>
          <p:grpSpPr>
            <a:xfrm>
              <a:off x="2086493" y="1587675"/>
              <a:ext cx="4970264" cy="1438758"/>
              <a:chOff x="2086493" y="1587675"/>
              <a:chExt cx="4970264" cy="1438758"/>
            </a:xfrm>
          </p:grpSpPr>
          <p:sp>
            <p:nvSpPr>
              <p:cNvPr id="1917" name="Google Shape;1917;p44"/>
              <p:cNvSpPr/>
              <p:nvPr/>
            </p:nvSpPr>
            <p:spPr>
              <a:xfrm flipH="1">
                <a:off x="4782068" y="2377175"/>
                <a:ext cx="2248657" cy="615819"/>
              </a:xfrm>
              <a:custGeom>
                <a:avLst/>
                <a:gdLst/>
                <a:ahLst/>
                <a:cxnLst/>
                <a:rect l="l" t="t" r="r" b="b"/>
                <a:pathLst>
                  <a:path w="54064" h="18698" extrusionOk="0">
                    <a:moveTo>
                      <a:pt x="53821" y="0"/>
                    </a:moveTo>
                    <a:cubicBezTo>
                      <a:pt x="53686" y="0"/>
                      <a:pt x="53579" y="109"/>
                      <a:pt x="53579" y="242"/>
                    </a:cubicBezTo>
                    <a:lnTo>
                      <a:pt x="53579" y="5286"/>
                    </a:lnTo>
                    <a:cubicBezTo>
                      <a:pt x="53579" y="8576"/>
                      <a:pt x="50903" y="11250"/>
                      <a:pt x="47614" y="11250"/>
                    </a:cubicBezTo>
                    <a:lnTo>
                      <a:pt x="7205" y="11250"/>
                    </a:lnTo>
                    <a:cubicBezTo>
                      <a:pt x="3232" y="11250"/>
                      <a:pt x="0" y="14484"/>
                      <a:pt x="0" y="18456"/>
                    </a:cubicBezTo>
                    <a:cubicBezTo>
                      <a:pt x="0" y="18589"/>
                      <a:pt x="109" y="18698"/>
                      <a:pt x="242" y="18698"/>
                    </a:cubicBezTo>
                    <a:cubicBezTo>
                      <a:pt x="376" y="18698"/>
                      <a:pt x="485" y="18589"/>
                      <a:pt x="485" y="18456"/>
                    </a:cubicBezTo>
                    <a:cubicBezTo>
                      <a:pt x="485" y="14751"/>
                      <a:pt x="3499" y="11736"/>
                      <a:pt x="7202" y="11736"/>
                    </a:cubicBezTo>
                    <a:lnTo>
                      <a:pt x="47612" y="11736"/>
                    </a:lnTo>
                    <a:cubicBezTo>
                      <a:pt x="51169" y="11736"/>
                      <a:pt x="54063" y="8843"/>
                      <a:pt x="54063" y="5286"/>
                    </a:cubicBezTo>
                    <a:lnTo>
                      <a:pt x="54063" y="242"/>
                    </a:lnTo>
                    <a:cubicBezTo>
                      <a:pt x="54063" y="109"/>
                      <a:pt x="53955" y="0"/>
                      <a:pt x="5382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44"/>
              <p:cNvSpPr/>
              <p:nvPr/>
            </p:nvSpPr>
            <p:spPr>
              <a:xfrm>
                <a:off x="4566338" y="2377198"/>
                <a:ext cx="6512" cy="615832"/>
              </a:xfrm>
              <a:custGeom>
                <a:avLst/>
                <a:gdLst/>
                <a:ahLst/>
                <a:cxnLst/>
                <a:rect l="l" t="t" r="r" b="b"/>
                <a:pathLst>
                  <a:path w="486" h="18697" extrusionOk="0">
                    <a:moveTo>
                      <a:pt x="243" y="1"/>
                    </a:moveTo>
                    <a:cubicBezTo>
                      <a:pt x="108" y="1"/>
                      <a:pt x="1" y="109"/>
                      <a:pt x="1" y="243"/>
                    </a:cubicBezTo>
                    <a:lnTo>
                      <a:pt x="1" y="18455"/>
                    </a:lnTo>
                    <a:cubicBezTo>
                      <a:pt x="1" y="18588"/>
                      <a:pt x="108" y="18697"/>
                      <a:pt x="243" y="18697"/>
                    </a:cubicBezTo>
                    <a:cubicBezTo>
                      <a:pt x="377" y="18697"/>
                      <a:pt x="485" y="18588"/>
                      <a:pt x="485" y="18455"/>
                    </a:cubicBezTo>
                    <a:lnTo>
                      <a:pt x="485" y="243"/>
                    </a:lnTo>
                    <a:cubicBezTo>
                      <a:pt x="485" y="109"/>
                      <a:pt x="377" y="1"/>
                      <a:pt x="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44"/>
              <p:cNvSpPr/>
              <p:nvPr/>
            </p:nvSpPr>
            <p:spPr>
              <a:xfrm>
                <a:off x="2112525" y="2377175"/>
                <a:ext cx="2248657" cy="615819"/>
              </a:xfrm>
              <a:custGeom>
                <a:avLst/>
                <a:gdLst/>
                <a:ahLst/>
                <a:cxnLst/>
                <a:rect l="l" t="t" r="r" b="b"/>
                <a:pathLst>
                  <a:path w="54064" h="18698" extrusionOk="0">
                    <a:moveTo>
                      <a:pt x="53821" y="0"/>
                    </a:moveTo>
                    <a:cubicBezTo>
                      <a:pt x="53686" y="0"/>
                      <a:pt x="53579" y="109"/>
                      <a:pt x="53579" y="242"/>
                    </a:cubicBezTo>
                    <a:lnTo>
                      <a:pt x="53579" y="5286"/>
                    </a:lnTo>
                    <a:cubicBezTo>
                      <a:pt x="53579" y="8576"/>
                      <a:pt x="50903" y="11250"/>
                      <a:pt x="47614" y="11250"/>
                    </a:cubicBezTo>
                    <a:lnTo>
                      <a:pt x="7205" y="11250"/>
                    </a:lnTo>
                    <a:cubicBezTo>
                      <a:pt x="3232" y="11250"/>
                      <a:pt x="0" y="14484"/>
                      <a:pt x="0" y="18456"/>
                    </a:cubicBezTo>
                    <a:cubicBezTo>
                      <a:pt x="0" y="18589"/>
                      <a:pt x="109" y="18698"/>
                      <a:pt x="242" y="18698"/>
                    </a:cubicBezTo>
                    <a:cubicBezTo>
                      <a:pt x="376" y="18698"/>
                      <a:pt x="485" y="18589"/>
                      <a:pt x="485" y="18456"/>
                    </a:cubicBezTo>
                    <a:cubicBezTo>
                      <a:pt x="485" y="14751"/>
                      <a:pt x="3499" y="11736"/>
                      <a:pt x="7202" y="11736"/>
                    </a:cubicBezTo>
                    <a:lnTo>
                      <a:pt x="47612" y="11736"/>
                    </a:lnTo>
                    <a:cubicBezTo>
                      <a:pt x="51169" y="11736"/>
                      <a:pt x="54063" y="8843"/>
                      <a:pt x="54063" y="5286"/>
                    </a:cubicBezTo>
                    <a:lnTo>
                      <a:pt x="54063" y="242"/>
                    </a:lnTo>
                    <a:cubicBezTo>
                      <a:pt x="54063" y="109"/>
                      <a:pt x="53955" y="0"/>
                      <a:pt x="5382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44"/>
              <p:cNvSpPr/>
              <p:nvPr/>
            </p:nvSpPr>
            <p:spPr>
              <a:xfrm>
                <a:off x="4534429" y="2960758"/>
                <a:ext cx="65655" cy="65675"/>
              </a:xfrm>
              <a:custGeom>
                <a:avLst/>
                <a:gdLst/>
                <a:ahLst/>
                <a:cxnLst/>
                <a:rect l="l" t="t" r="r" b="b"/>
                <a:pathLst>
                  <a:path w="3373" h="3374" extrusionOk="0">
                    <a:moveTo>
                      <a:pt x="1687" y="0"/>
                    </a:moveTo>
                    <a:cubicBezTo>
                      <a:pt x="755" y="0"/>
                      <a:pt x="1" y="755"/>
                      <a:pt x="1" y="1687"/>
                    </a:cubicBezTo>
                    <a:cubicBezTo>
                      <a:pt x="1" y="2619"/>
                      <a:pt x="755" y="3373"/>
                      <a:pt x="1687" y="3373"/>
                    </a:cubicBezTo>
                    <a:cubicBezTo>
                      <a:pt x="2618" y="3373"/>
                      <a:pt x="3372" y="2619"/>
                      <a:pt x="3372" y="1687"/>
                    </a:cubicBezTo>
                    <a:cubicBezTo>
                      <a:pt x="3372" y="755"/>
                      <a:pt x="2618" y="0"/>
                      <a:pt x="1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44"/>
              <p:cNvSpPr/>
              <p:nvPr/>
            </p:nvSpPr>
            <p:spPr>
              <a:xfrm>
                <a:off x="2086493" y="2960758"/>
                <a:ext cx="65675" cy="65675"/>
              </a:xfrm>
              <a:custGeom>
                <a:avLst/>
                <a:gdLst/>
                <a:ahLst/>
                <a:cxnLst/>
                <a:rect l="l" t="t" r="r" b="b"/>
                <a:pathLst>
                  <a:path w="3374" h="3374" extrusionOk="0">
                    <a:moveTo>
                      <a:pt x="1687" y="0"/>
                    </a:moveTo>
                    <a:cubicBezTo>
                      <a:pt x="755" y="0"/>
                      <a:pt x="1" y="755"/>
                      <a:pt x="1" y="1687"/>
                    </a:cubicBezTo>
                    <a:cubicBezTo>
                      <a:pt x="1" y="2619"/>
                      <a:pt x="755" y="3373"/>
                      <a:pt x="1687" y="3373"/>
                    </a:cubicBezTo>
                    <a:cubicBezTo>
                      <a:pt x="2619" y="3373"/>
                      <a:pt x="3374" y="2619"/>
                      <a:pt x="3374" y="1687"/>
                    </a:cubicBezTo>
                    <a:cubicBezTo>
                      <a:pt x="3374" y="755"/>
                      <a:pt x="2619" y="0"/>
                      <a:pt x="1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44"/>
              <p:cNvSpPr/>
              <p:nvPr/>
            </p:nvSpPr>
            <p:spPr>
              <a:xfrm>
                <a:off x="4539192" y="2349115"/>
                <a:ext cx="65655" cy="65655"/>
              </a:xfrm>
              <a:custGeom>
                <a:avLst/>
                <a:gdLst/>
                <a:ahLst/>
                <a:cxnLst/>
                <a:rect l="l" t="t" r="r" b="b"/>
                <a:pathLst>
                  <a:path w="3373" h="3373" extrusionOk="0">
                    <a:moveTo>
                      <a:pt x="1687" y="1"/>
                    </a:moveTo>
                    <a:cubicBezTo>
                      <a:pt x="755" y="1"/>
                      <a:pt x="1" y="754"/>
                      <a:pt x="1" y="1686"/>
                    </a:cubicBezTo>
                    <a:cubicBezTo>
                      <a:pt x="1" y="2618"/>
                      <a:pt x="755" y="3372"/>
                      <a:pt x="1687" y="3372"/>
                    </a:cubicBezTo>
                    <a:cubicBezTo>
                      <a:pt x="2618" y="3372"/>
                      <a:pt x="3372" y="2618"/>
                      <a:pt x="3372" y="1686"/>
                    </a:cubicBezTo>
                    <a:cubicBezTo>
                      <a:pt x="3372" y="754"/>
                      <a:pt x="2618" y="1"/>
                      <a:pt x="1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44"/>
              <p:cNvSpPr/>
              <p:nvPr/>
            </p:nvSpPr>
            <p:spPr>
              <a:xfrm>
                <a:off x="4754722" y="2349115"/>
                <a:ext cx="65636" cy="65655"/>
              </a:xfrm>
              <a:custGeom>
                <a:avLst/>
                <a:gdLst/>
                <a:ahLst/>
                <a:cxnLst/>
                <a:rect l="l" t="t" r="r" b="b"/>
                <a:pathLst>
                  <a:path w="3372" h="3373" extrusionOk="0">
                    <a:moveTo>
                      <a:pt x="1685" y="1"/>
                    </a:moveTo>
                    <a:cubicBezTo>
                      <a:pt x="753" y="1"/>
                      <a:pt x="0" y="754"/>
                      <a:pt x="0" y="1686"/>
                    </a:cubicBezTo>
                    <a:cubicBezTo>
                      <a:pt x="0" y="2618"/>
                      <a:pt x="753" y="3372"/>
                      <a:pt x="1685" y="3372"/>
                    </a:cubicBezTo>
                    <a:cubicBezTo>
                      <a:pt x="2617" y="3372"/>
                      <a:pt x="3372" y="2618"/>
                      <a:pt x="3372" y="1686"/>
                    </a:cubicBezTo>
                    <a:cubicBezTo>
                      <a:pt x="3372" y="754"/>
                      <a:pt x="2617" y="1"/>
                      <a:pt x="16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44"/>
              <p:cNvSpPr/>
              <p:nvPr/>
            </p:nvSpPr>
            <p:spPr>
              <a:xfrm>
                <a:off x="4323642" y="2349115"/>
                <a:ext cx="65636" cy="65655"/>
              </a:xfrm>
              <a:custGeom>
                <a:avLst/>
                <a:gdLst/>
                <a:ahLst/>
                <a:cxnLst/>
                <a:rect l="l" t="t" r="r" b="b"/>
                <a:pathLst>
                  <a:path w="3372" h="3373" extrusionOk="0">
                    <a:moveTo>
                      <a:pt x="1687" y="1"/>
                    </a:moveTo>
                    <a:cubicBezTo>
                      <a:pt x="755" y="1"/>
                      <a:pt x="1" y="754"/>
                      <a:pt x="1" y="1686"/>
                    </a:cubicBezTo>
                    <a:cubicBezTo>
                      <a:pt x="1" y="2618"/>
                      <a:pt x="755" y="3372"/>
                      <a:pt x="1687" y="3372"/>
                    </a:cubicBezTo>
                    <a:cubicBezTo>
                      <a:pt x="2619" y="3372"/>
                      <a:pt x="3372" y="2618"/>
                      <a:pt x="3372" y="1686"/>
                    </a:cubicBezTo>
                    <a:cubicBezTo>
                      <a:pt x="3372" y="754"/>
                      <a:pt x="2619" y="1"/>
                      <a:pt x="1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44"/>
              <p:cNvSpPr/>
              <p:nvPr/>
            </p:nvSpPr>
            <p:spPr>
              <a:xfrm>
                <a:off x="3850500" y="1587675"/>
                <a:ext cx="1443000" cy="657900"/>
              </a:xfrm>
              <a:prstGeom prst="roundRect">
                <a:avLst>
                  <a:gd name="adj" fmla="val 11859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44"/>
              <p:cNvSpPr/>
              <p:nvPr/>
            </p:nvSpPr>
            <p:spPr>
              <a:xfrm>
                <a:off x="3915150" y="1630275"/>
                <a:ext cx="1313700" cy="572700"/>
              </a:xfrm>
              <a:prstGeom prst="roundRect">
                <a:avLst>
                  <a:gd name="adj" fmla="val 11237"/>
                </a:avLst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44"/>
              <p:cNvSpPr/>
              <p:nvPr/>
            </p:nvSpPr>
            <p:spPr>
              <a:xfrm flipH="1">
                <a:off x="6991082" y="2960758"/>
                <a:ext cx="65675" cy="65675"/>
              </a:xfrm>
              <a:custGeom>
                <a:avLst/>
                <a:gdLst/>
                <a:ahLst/>
                <a:cxnLst/>
                <a:rect l="l" t="t" r="r" b="b"/>
                <a:pathLst>
                  <a:path w="3374" h="3374" extrusionOk="0">
                    <a:moveTo>
                      <a:pt x="1687" y="0"/>
                    </a:moveTo>
                    <a:cubicBezTo>
                      <a:pt x="755" y="0"/>
                      <a:pt x="1" y="755"/>
                      <a:pt x="1" y="1687"/>
                    </a:cubicBezTo>
                    <a:cubicBezTo>
                      <a:pt x="1" y="2619"/>
                      <a:pt x="755" y="3373"/>
                      <a:pt x="1687" y="3373"/>
                    </a:cubicBezTo>
                    <a:cubicBezTo>
                      <a:pt x="2619" y="3373"/>
                      <a:pt x="3374" y="2619"/>
                      <a:pt x="3374" y="1687"/>
                    </a:cubicBezTo>
                    <a:cubicBezTo>
                      <a:pt x="3374" y="755"/>
                      <a:pt x="2619" y="0"/>
                      <a:pt x="16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28" name="Google Shape;1928;p44"/>
            <p:cNvSpPr/>
            <p:nvPr/>
          </p:nvSpPr>
          <p:spPr>
            <a:xfrm>
              <a:off x="4100550" y="2218925"/>
              <a:ext cx="942900" cy="90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9" name="Google Shape;1929;p44"/>
          <p:cNvSpPr txBox="1">
            <a:spLocks noGrp="1"/>
          </p:cNvSpPr>
          <p:nvPr>
            <p:ph type="title"/>
          </p:nvPr>
        </p:nvSpPr>
        <p:spPr>
          <a:xfrm>
            <a:off x="713225" y="488975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 FIXED THEM</a:t>
            </a:r>
            <a:endParaRPr/>
          </a:p>
        </p:txBody>
      </p:sp>
      <p:sp>
        <p:nvSpPr>
          <p:cNvPr id="1930" name="Google Shape;1930;p44"/>
          <p:cNvSpPr txBox="1">
            <a:spLocks noGrp="1"/>
          </p:cNvSpPr>
          <p:nvPr>
            <p:ph type="title" idx="4294967295"/>
          </p:nvPr>
        </p:nvSpPr>
        <p:spPr>
          <a:xfrm>
            <a:off x="3988200" y="1672425"/>
            <a:ext cx="11676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</a:rPr>
              <a:t>TOP FIX</a:t>
            </a:r>
            <a:endParaRPr sz="2200">
              <a:solidFill>
                <a:schemeClr val="accent2"/>
              </a:solidFill>
            </a:endParaRPr>
          </a:p>
        </p:txBody>
      </p:sp>
      <p:sp>
        <p:nvSpPr>
          <p:cNvPr id="1931" name="Google Shape;1931;p44"/>
          <p:cNvSpPr txBox="1">
            <a:spLocks noGrp="1"/>
          </p:cNvSpPr>
          <p:nvPr>
            <p:ph type="subTitle" idx="4294967295"/>
          </p:nvPr>
        </p:nvSpPr>
        <p:spPr>
          <a:xfrm>
            <a:off x="3686298" y="3462538"/>
            <a:ext cx="17595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mpv now points straight at the correct ALSA device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932" name="Google Shape;1932;p44"/>
          <p:cNvSpPr txBox="1">
            <a:spLocks noGrp="1"/>
          </p:cNvSpPr>
          <p:nvPr>
            <p:ph type="title" idx="4294967295"/>
          </p:nvPr>
        </p:nvSpPr>
        <p:spPr>
          <a:xfrm>
            <a:off x="1239563" y="2992963"/>
            <a:ext cx="17595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</a:rPr>
              <a:t>VOLUME</a:t>
            </a:r>
            <a:endParaRPr sz="1800">
              <a:solidFill>
                <a:schemeClr val="accent2"/>
              </a:solidFill>
            </a:endParaRPr>
          </a:p>
        </p:txBody>
      </p:sp>
      <p:sp>
        <p:nvSpPr>
          <p:cNvPr id="1933" name="Google Shape;1933;p44"/>
          <p:cNvSpPr txBox="1">
            <a:spLocks noGrp="1"/>
          </p:cNvSpPr>
          <p:nvPr>
            <p:ph type="title" idx="4294967295"/>
          </p:nvPr>
        </p:nvSpPr>
        <p:spPr>
          <a:xfrm>
            <a:off x="3686298" y="2992963"/>
            <a:ext cx="17595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</a:rPr>
              <a:t>AUDIO DEVICE</a:t>
            </a:r>
            <a:endParaRPr sz="1800">
              <a:solidFill>
                <a:schemeClr val="accent2"/>
              </a:solidFill>
            </a:endParaRPr>
          </a:p>
        </p:txBody>
      </p:sp>
      <p:sp>
        <p:nvSpPr>
          <p:cNvPr id="1934" name="Google Shape;1934;p44"/>
          <p:cNvSpPr txBox="1">
            <a:spLocks noGrp="1"/>
          </p:cNvSpPr>
          <p:nvPr>
            <p:ph type="title" idx="4294967295"/>
          </p:nvPr>
        </p:nvSpPr>
        <p:spPr>
          <a:xfrm>
            <a:off x="6144938" y="2992963"/>
            <a:ext cx="17595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</a:rPr>
              <a:t>KEY INPUT</a:t>
            </a:r>
            <a:endParaRPr sz="1800">
              <a:solidFill>
                <a:schemeClr val="accent2"/>
              </a:solidFill>
            </a:endParaRPr>
          </a:p>
        </p:txBody>
      </p:sp>
      <p:sp>
        <p:nvSpPr>
          <p:cNvPr id="1935" name="Google Shape;1935;p44"/>
          <p:cNvSpPr txBox="1">
            <a:spLocks noGrp="1"/>
          </p:cNvSpPr>
          <p:nvPr>
            <p:ph type="subTitle" idx="4294967295"/>
          </p:nvPr>
        </p:nvSpPr>
        <p:spPr>
          <a:xfrm>
            <a:off x="6144938" y="3462538"/>
            <a:ext cx="17595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Checks the keysym and the raw hardware keycode both</a:t>
            </a:r>
            <a:endParaRPr sz="1400"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936" name="Google Shape;1936;p44"/>
          <p:cNvSpPr txBox="1">
            <a:spLocks noGrp="1"/>
          </p:cNvSpPr>
          <p:nvPr>
            <p:ph type="subTitle" idx="4294967295"/>
          </p:nvPr>
        </p:nvSpPr>
        <p:spPr>
          <a:xfrm>
            <a:off x="1239563" y="3462538"/>
            <a:ext cx="17595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Volume knob now calls wpctl to change the speaker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45"/>
          <p:cNvSpPr txBox="1">
            <a:spLocks noGrp="1"/>
          </p:cNvSpPr>
          <p:nvPr>
            <p:ph type="title"/>
          </p:nvPr>
        </p:nvSpPr>
        <p:spPr>
          <a:xfrm>
            <a:off x="713225" y="488975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 TOOLBOX</a:t>
            </a:r>
            <a:endParaRPr/>
          </a:p>
        </p:txBody>
      </p:sp>
      <p:sp>
        <p:nvSpPr>
          <p:cNvPr id="1942" name="Google Shape;1942;p45"/>
          <p:cNvSpPr txBox="1">
            <a:spLocks noGrp="1"/>
          </p:cNvSpPr>
          <p:nvPr>
            <p:ph type="subTitle" idx="4294967295"/>
          </p:nvPr>
        </p:nvSpPr>
        <p:spPr>
          <a:xfrm>
            <a:off x="2801450" y="3939394"/>
            <a:ext cx="17595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iptv-org database to verify channels</a:t>
            </a:r>
            <a:endParaRPr sz="1400"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sz="1400"/>
          </a:p>
        </p:txBody>
      </p:sp>
      <p:sp>
        <p:nvSpPr>
          <p:cNvPr id="1943" name="Google Shape;1943;p45"/>
          <p:cNvSpPr txBox="1">
            <a:spLocks noGrp="1"/>
          </p:cNvSpPr>
          <p:nvPr>
            <p:ph type="subTitle" idx="4294967295"/>
          </p:nvPr>
        </p:nvSpPr>
        <p:spPr>
          <a:xfrm>
            <a:off x="6341106" y="3939906"/>
            <a:ext cx="17595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Round-trip tests before sending installer</a:t>
            </a:r>
            <a:endParaRPr sz="1400"/>
          </a:p>
        </p:txBody>
      </p:sp>
      <p:sp>
        <p:nvSpPr>
          <p:cNvPr id="1944" name="Google Shape;1944;p45"/>
          <p:cNvSpPr txBox="1">
            <a:spLocks noGrp="1"/>
          </p:cNvSpPr>
          <p:nvPr>
            <p:ph type="subTitle" idx="4294967295"/>
          </p:nvPr>
        </p:nvSpPr>
        <p:spPr>
          <a:xfrm>
            <a:off x="1043394" y="1238875"/>
            <a:ext cx="17595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wpctl status to check audio routing</a:t>
            </a:r>
            <a:endParaRPr sz="1400"/>
          </a:p>
        </p:txBody>
      </p:sp>
      <p:sp>
        <p:nvSpPr>
          <p:cNvPr id="1945" name="Google Shape;1945;p45"/>
          <p:cNvSpPr txBox="1">
            <a:spLocks noGrp="1"/>
          </p:cNvSpPr>
          <p:nvPr>
            <p:ph type="subTitle" idx="4294967295"/>
          </p:nvPr>
        </p:nvSpPr>
        <p:spPr>
          <a:xfrm>
            <a:off x="2808594" y="1238875"/>
            <a:ext cx="17595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key_debug.py to print real keycodes</a:t>
            </a:r>
            <a:endParaRPr sz="1400"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sz="1400"/>
          </a:p>
        </p:txBody>
      </p:sp>
      <p:sp>
        <p:nvSpPr>
          <p:cNvPr id="1946" name="Google Shape;1946;p45"/>
          <p:cNvSpPr txBox="1">
            <a:spLocks noGrp="1"/>
          </p:cNvSpPr>
          <p:nvPr>
            <p:ph type="subTitle" idx="4294967295"/>
          </p:nvPr>
        </p:nvSpPr>
        <p:spPr>
          <a:xfrm>
            <a:off x="4570719" y="1238875"/>
            <a:ext cx="17595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Flashlight test for backlight vs video</a:t>
            </a:r>
            <a:endParaRPr sz="1400"/>
          </a:p>
        </p:txBody>
      </p:sp>
      <p:sp>
        <p:nvSpPr>
          <p:cNvPr id="1947" name="Google Shape;1947;p45"/>
          <p:cNvSpPr txBox="1">
            <a:spLocks noGrp="1"/>
          </p:cNvSpPr>
          <p:nvPr>
            <p:ph type="subTitle" idx="4294967295"/>
          </p:nvPr>
        </p:nvSpPr>
        <p:spPr>
          <a:xfrm>
            <a:off x="4573100" y="3939394"/>
            <a:ext cx="17595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BFS check for keyboard reachability</a:t>
            </a:r>
            <a:r>
              <a:rPr lang="en" sz="1400">
                <a:solidFill>
                  <a:schemeClr val="lt1"/>
                </a:solidFill>
                <a:latin typeface="Spartan"/>
                <a:ea typeface="Spartan"/>
                <a:cs typeface="Spartan"/>
                <a:sym typeface="Spartan"/>
              </a:rPr>
              <a:t/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sz="1400"/>
          </a:p>
        </p:txBody>
      </p:sp>
      <p:grpSp>
        <p:nvGrpSpPr>
          <p:cNvPr id="1948" name="Google Shape;1948;p45"/>
          <p:cNvGrpSpPr/>
          <p:nvPr/>
        </p:nvGrpSpPr>
        <p:grpSpPr>
          <a:xfrm>
            <a:off x="1549556" y="1952646"/>
            <a:ext cx="6047044" cy="1914869"/>
            <a:chOff x="1549556" y="1952646"/>
            <a:chExt cx="6047044" cy="1914869"/>
          </a:xfrm>
        </p:grpSpPr>
        <p:cxnSp>
          <p:nvCxnSpPr>
            <p:cNvPr id="1949" name="Google Shape;1949;p45"/>
            <p:cNvCxnSpPr/>
            <p:nvPr/>
          </p:nvCxnSpPr>
          <p:spPr>
            <a:xfrm>
              <a:off x="5793231" y="3492000"/>
              <a:ext cx="11913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0" name="Google Shape;1950;p45"/>
            <p:cNvCxnSpPr>
              <a:stCxn id="1951" idx="3"/>
              <a:endCxn id="1952" idx="1"/>
            </p:cNvCxnSpPr>
            <p:nvPr/>
          </p:nvCxnSpPr>
          <p:spPr>
            <a:xfrm>
              <a:off x="2211206" y="2328552"/>
              <a:ext cx="11913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53" name="Google Shape;1953;p45"/>
            <p:cNvSpPr/>
            <p:nvPr/>
          </p:nvSpPr>
          <p:spPr>
            <a:xfrm>
              <a:off x="1549556" y="1952659"/>
              <a:ext cx="751800" cy="7518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45"/>
            <p:cNvSpPr/>
            <p:nvPr/>
          </p:nvSpPr>
          <p:spPr>
            <a:xfrm>
              <a:off x="1639715" y="2042802"/>
              <a:ext cx="571500" cy="571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55" name="Google Shape;1955;p45"/>
            <p:cNvCxnSpPr/>
            <p:nvPr/>
          </p:nvCxnSpPr>
          <p:spPr>
            <a:xfrm>
              <a:off x="3964431" y="3492000"/>
              <a:ext cx="11913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6" name="Google Shape;1956;p45"/>
            <p:cNvCxnSpPr/>
            <p:nvPr/>
          </p:nvCxnSpPr>
          <p:spPr>
            <a:xfrm>
              <a:off x="4001906" y="2323275"/>
              <a:ext cx="11913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7" name="Google Shape;1957;p45"/>
            <p:cNvCxnSpPr>
              <a:stCxn id="1958" idx="0"/>
              <a:endCxn id="1959" idx="3"/>
            </p:cNvCxnSpPr>
            <p:nvPr/>
          </p:nvCxnSpPr>
          <p:spPr>
            <a:xfrm rot="-5400000">
              <a:off x="4363725" y="2027615"/>
              <a:ext cx="411300" cy="1764900"/>
            </a:xfrm>
            <a:prstGeom prst="bentConnector3">
              <a:avLst>
                <a:gd name="adj1" fmla="val 49996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51" name="Google Shape;1951;p45"/>
            <p:cNvSpPr txBox="1"/>
            <p:nvPr/>
          </p:nvSpPr>
          <p:spPr>
            <a:xfrm>
              <a:off x="1639706" y="2058552"/>
              <a:ext cx="571500" cy="54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accent2"/>
                  </a:solidFill>
                  <a:latin typeface="Gugi"/>
                  <a:ea typeface="Gugi"/>
                  <a:cs typeface="Gugi"/>
                  <a:sym typeface="Gugi"/>
                </a:rPr>
                <a:t>01</a:t>
              </a:r>
              <a:endParaRPr sz="22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endParaRPr>
            </a:p>
          </p:txBody>
        </p:sp>
        <p:grpSp>
          <p:nvGrpSpPr>
            <p:cNvPr id="1960" name="Google Shape;1960;p45"/>
            <p:cNvGrpSpPr/>
            <p:nvPr/>
          </p:nvGrpSpPr>
          <p:grpSpPr>
            <a:xfrm>
              <a:off x="5075819" y="1952646"/>
              <a:ext cx="751800" cy="751800"/>
              <a:chOff x="5097250" y="1952646"/>
              <a:chExt cx="751800" cy="751800"/>
            </a:xfrm>
          </p:grpSpPr>
          <p:sp>
            <p:nvSpPr>
              <p:cNvPr id="1959" name="Google Shape;1959;p45"/>
              <p:cNvSpPr/>
              <p:nvPr/>
            </p:nvSpPr>
            <p:spPr>
              <a:xfrm rot="5400000">
                <a:off x="5097250" y="1952646"/>
                <a:ext cx="751800" cy="751800"/>
              </a:xfrm>
              <a:prstGeom prst="roundRect">
                <a:avLst>
                  <a:gd name="adj" fmla="val 16667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45"/>
              <p:cNvSpPr txBox="1"/>
              <p:nvPr/>
            </p:nvSpPr>
            <p:spPr>
              <a:xfrm>
                <a:off x="5187400" y="2053275"/>
                <a:ext cx="571500" cy="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solidFill>
                      <a:schemeClr val="accent2"/>
                    </a:solidFill>
                    <a:latin typeface="Gugi"/>
                    <a:ea typeface="Gugi"/>
                    <a:cs typeface="Gugi"/>
                    <a:sym typeface="Gugi"/>
                  </a:rPr>
                  <a:t>03</a:t>
                </a:r>
                <a:endParaRPr sz="2200">
                  <a:solidFill>
                    <a:schemeClr val="accent2"/>
                  </a:solidFill>
                  <a:latin typeface="Gugi"/>
                  <a:ea typeface="Gugi"/>
                  <a:cs typeface="Gugi"/>
                  <a:sym typeface="Gugi"/>
                </a:endParaRPr>
              </a:p>
            </p:txBody>
          </p:sp>
        </p:grpSp>
        <p:sp>
          <p:nvSpPr>
            <p:cNvPr id="1962" name="Google Shape;1962;p45"/>
            <p:cNvSpPr/>
            <p:nvPr/>
          </p:nvSpPr>
          <p:spPr>
            <a:xfrm>
              <a:off x="3314063" y="1952659"/>
              <a:ext cx="751800" cy="7518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45"/>
            <p:cNvSpPr/>
            <p:nvPr/>
          </p:nvSpPr>
          <p:spPr>
            <a:xfrm>
              <a:off x="3404222" y="2042802"/>
              <a:ext cx="571500" cy="571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45"/>
            <p:cNvSpPr txBox="1"/>
            <p:nvPr/>
          </p:nvSpPr>
          <p:spPr>
            <a:xfrm>
              <a:off x="3404213" y="2058552"/>
              <a:ext cx="571500" cy="54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accent2"/>
                  </a:solidFill>
                  <a:latin typeface="Gugi"/>
                  <a:ea typeface="Gugi"/>
                  <a:cs typeface="Gugi"/>
                  <a:sym typeface="Gugi"/>
                </a:rPr>
                <a:t>02</a:t>
              </a:r>
              <a:endParaRPr sz="22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endParaRPr>
            </a:p>
          </p:txBody>
        </p:sp>
        <p:sp>
          <p:nvSpPr>
            <p:cNvPr id="1965" name="Google Shape;1965;p45"/>
            <p:cNvSpPr/>
            <p:nvPr/>
          </p:nvSpPr>
          <p:spPr>
            <a:xfrm>
              <a:off x="5074563" y="1952659"/>
              <a:ext cx="751800" cy="7518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45"/>
            <p:cNvSpPr/>
            <p:nvPr/>
          </p:nvSpPr>
          <p:spPr>
            <a:xfrm>
              <a:off x="5164722" y="2042802"/>
              <a:ext cx="571500" cy="571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45"/>
            <p:cNvSpPr txBox="1"/>
            <p:nvPr/>
          </p:nvSpPr>
          <p:spPr>
            <a:xfrm>
              <a:off x="5164713" y="2058552"/>
              <a:ext cx="571500" cy="54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accent2"/>
                  </a:solidFill>
                  <a:latin typeface="Gugi"/>
                  <a:ea typeface="Gugi"/>
                  <a:cs typeface="Gugi"/>
                  <a:sym typeface="Gugi"/>
                </a:rPr>
                <a:t>03</a:t>
              </a:r>
              <a:endParaRPr sz="22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endParaRPr>
            </a:p>
          </p:txBody>
        </p:sp>
        <p:sp>
          <p:nvSpPr>
            <p:cNvPr id="1958" name="Google Shape;1958;p45"/>
            <p:cNvSpPr/>
            <p:nvPr/>
          </p:nvSpPr>
          <p:spPr>
            <a:xfrm>
              <a:off x="3311025" y="3115715"/>
              <a:ext cx="751800" cy="7518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45"/>
            <p:cNvSpPr/>
            <p:nvPr/>
          </p:nvSpPr>
          <p:spPr>
            <a:xfrm>
              <a:off x="3398798" y="3201096"/>
              <a:ext cx="571500" cy="571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45"/>
            <p:cNvSpPr txBox="1"/>
            <p:nvPr/>
          </p:nvSpPr>
          <p:spPr>
            <a:xfrm>
              <a:off x="3398798" y="3216846"/>
              <a:ext cx="571500" cy="54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accent2"/>
                  </a:solidFill>
                  <a:latin typeface="Gugi"/>
                  <a:ea typeface="Gugi"/>
                  <a:cs typeface="Gugi"/>
                  <a:sym typeface="Gugi"/>
                </a:rPr>
                <a:t>04</a:t>
              </a:r>
              <a:endParaRPr sz="22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endParaRPr>
            </a:p>
          </p:txBody>
        </p:sp>
        <p:sp>
          <p:nvSpPr>
            <p:cNvPr id="1970" name="Google Shape;1970;p45"/>
            <p:cNvSpPr/>
            <p:nvPr/>
          </p:nvSpPr>
          <p:spPr>
            <a:xfrm>
              <a:off x="5077913" y="3115715"/>
              <a:ext cx="751800" cy="7518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45"/>
            <p:cNvSpPr/>
            <p:nvPr/>
          </p:nvSpPr>
          <p:spPr>
            <a:xfrm>
              <a:off x="5165686" y="3201096"/>
              <a:ext cx="571500" cy="571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45"/>
            <p:cNvSpPr txBox="1"/>
            <p:nvPr/>
          </p:nvSpPr>
          <p:spPr>
            <a:xfrm>
              <a:off x="5165686" y="3216846"/>
              <a:ext cx="571500" cy="54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accent2"/>
                  </a:solidFill>
                  <a:latin typeface="Gugi"/>
                  <a:ea typeface="Gugi"/>
                  <a:cs typeface="Gugi"/>
                  <a:sym typeface="Gugi"/>
                </a:rPr>
                <a:t>05</a:t>
              </a:r>
              <a:endParaRPr sz="22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endParaRPr>
            </a:p>
          </p:txBody>
        </p:sp>
        <p:sp>
          <p:nvSpPr>
            <p:cNvPr id="1973" name="Google Shape;1973;p45"/>
            <p:cNvSpPr/>
            <p:nvPr/>
          </p:nvSpPr>
          <p:spPr>
            <a:xfrm>
              <a:off x="6844800" y="3115715"/>
              <a:ext cx="751800" cy="7518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45"/>
            <p:cNvSpPr/>
            <p:nvPr/>
          </p:nvSpPr>
          <p:spPr>
            <a:xfrm>
              <a:off x="6932573" y="3201096"/>
              <a:ext cx="571500" cy="571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45"/>
            <p:cNvSpPr txBox="1"/>
            <p:nvPr/>
          </p:nvSpPr>
          <p:spPr>
            <a:xfrm>
              <a:off x="6932573" y="3216846"/>
              <a:ext cx="571500" cy="54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accent2"/>
                  </a:solidFill>
                  <a:latin typeface="Gugi"/>
                  <a:ea typeface="Gugi"/>
                  <a:cs typeface="Gugi"/>
                  <a:sym typeface="Gugi"/>
                </a:rPr>
                <a:t>06</a:t>
              </a:r>
              <a:endParaRPr sz="2200">
                <a:solidFill>
                  <a:schemeClr val="accent2"/>
                </a:solidFill>
                <a:latin typeface="Gugi"/>
                <a:ea typeface="Gugi"/>
                <a:cs typeface="Gugi"/>
                <a:sym typeface="Gug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0" name="Google Shape;1980;p46"/>
          <p:cNvGrpSpPr/>
          <p:nvPr/>
        </p:nvGrpSpPr>
        <p:grpSpPr>
          <a:xfrm>
            <a:off x="2290390" y="1205010"/>
            <a:ext cx="5157075" cy="3391155"/>
            <a:chOff x="235800" y="830650"/>
            <a:chExt cx="6978450" cy="4588844"/>
          </a:xfrm>
        </p:grpSpPr>
        <p:sp>
          <p:nvSpPr>
            <p:cNvPr id="1981" name="Google Shape;1981;p46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46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46"/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46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46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46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7" name="Google Shape;1987;p46"/>
          <p:cNvSpPr txBox="1">
            <a:spLocks noGrp="1"/>
          </p:cNvSpPr>
          <p:nvPr>
            <p:ph type="title"/>
          </p:nvPr>
        </p:nvSpPr>
        <p:spPr>
          <a:xfrm>
            <a:off x="713225" y="488975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THIS STANDS NOW</a:t>
            </a:r>
            <a:endParaRPr/>
          </a:p>
        </p:txBody>
      </p:sp>
      <p:grpSp>
        <p:nvGrpSpPr>
          <p:cNvPr id="1988" name="Google Shape;1988;p46"/>
          <p:cNvGrpSpPr/>
          <p:nvPr/>
        </p:nvGrpSpPr>
        <p:grpSpPr>
          <a:xfrm rot="469714">
            <a:off x="786737" y="612351"/>
            <a:ext cx="1143346" cy="1076835"/>
            <a:chOff x="713225" y="1111350"/>
            <a:chExt cx="1363701" cy="1284371"/>
          </a:xfrm>
        </p:grpSpPr>
        <p:sp>
          <p:nvSpPr>
            <p:cNvPr id="1989" name="Google Shape;1989;p46"/>
            <p:cNvSpPr/>
            <p:nvPr/>
          </p:nvSpPr>
          <p:spPr>
            <a:xfrm>
              <a:off x="944449" y="1438580"/>
              <a:ext cx="194058" cy="402967"/>
            </a:xfrm>
            <a:custGeom>
              <a:avLst/>
              <a:gdLst/>
              <a:ahLst/>
              <a:cxnLst/>
              <a:rect l="l" t="t" r="r" b="b"/>
              <a:pathLst>
                <a:path w="8546" h="17746" extrusionOk="0">
                  <a:moveTo>
                    <a:pt x="8069" y="1"/>
                  </a:moveTo>
                  <a:lnTo>
                    <a:pt x="0" y="17478"/>
                  </a:lnTo>
                  <a:lnTo>
                    <a:pt x="507" y="17746"/>
                  </a:lnTo>
                  <a:lnTo>
                    <a:pt x="8546" y="239"/>
                  </a:lnTo>
                  <a:lnTo>
                    <a:pt x="806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46"/>
            <p:cNvSpPr/>
            <p:nvPr/>
          </p:nvSpPr>
          <p:spPr>
            <a:xfrm>
              <a:off x="969472" y="1443984"/>
              <a:ext cx="206230" cy="425289"/>
            </a:xfrm>
            <a:custGeom>
              <a:avLst/>
              <a:gdLst/>
              <a:ahLst/>
              <a:cxnLst/>
              <a:rect l="l" t="t" r="r" b="b"/>
              <a:pathLst>
                <a:path w="9082" h="18729" extrusionOk="0">
                  <a:moveTo>
                    <a:pt x="8575" y="1"/>
                  </a:moveTo>
                  <a:lnTo>
                    <a:pt x="0" y="18491"/>
                  </a:lnTo>
                  <a:lnTo>
                    <a:pt x="625" y="18729"/>
                  </a:lnTo>
                  <a:lnTo>
                    <a:pt x="9081" y="239"/>
                  </a:lnTo>
                  <a:lnTo>
                    <a:pt x="857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46"/>
            <p:cNvSpPr/>
            <p:nvPr/>
          </p:nvSpPr>
          <p:spPr>
            <a:xfrm>
              <a:off x="1293977" y="1725913"/>
              <a:ext cx="75752" cy="44643"/>
            </a:xfrm>
            <a:custGeom>
              <a:avLst/>
              <a:gdLst/>
              <a:ahLst/>
              <a:cxnLst/>
              <a:rect l="l" t="t" r="r" b="b"/>
              <a:pathLst>
                <a:path w="3336" h="1966" extrusionOk="0">
                  <a:moveTo>
                    <a:pt x="120" y="1"/>
                  </a:moveTo>
                  <a:lnTo>
                    <a:pt x="1" y="477"/>
                  </a:lnTo>
                  <a:lnTo>
                    <a:pt x="3097" y="1966"/>
                  </a:lnTo>
                  <a:lnTo>
                    <a:pt x="3335" y="1489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46"/>
            <p:cNvSpPr/>
            <p:nvPr/>
          </p:nvSpPr>
          <p:spPr>
            <a:xfrm>
              <a:off x="1273699" y="1762426"/>
              <a:ext cx="79136" cy="45324"/>
            </a:xfrm>
            <a:custGeom>
              <a:avLst/>
              <a:gdLst/>
              <a:ahLst/>
              <a:cxnLst/>
              <a:rect l="l" t="t" r="r" b="b"/>
              <a:pathLst>
                <a:path w="3485" h="1996" extrusionOk="0">
                  <a:moveTo>
                    <a:pt x="268" y="0"/>
                  </a:moveTo>
                  <a:lnTo>
                    <a:pt x="0" y="626"/>
                  </a:lnTo>
                  <a:lnTo>
                    <a:pt x="3246" y="1995"/>
                  </a:lnTo>
                  <a:lnTo>
                    <a:pt x="3484" y="1489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46"/>
            <p:cNvSpPr/>
            <p:nvPr/>
          </p:nvSpPr>
          <p:spPr>
            <a:xfrm>
              <a:off x="713225" y="1408697"/>
              <a:ext cx="651115" cy="505878"/>
            </a:xfrm>
            <a:custGeom>
              <a:avLst/>
              <a:gdLst/>
              <a:ahLst/>
              <a:cxnLst/>
              <a:rect l="l" t="t" r="r" b="b"/>
              <a:pathLst>
                <a:path w="28674" h="22278" extrusionOk="0">
                  <a:moveTo>
                    <a:pt x="8597" y="0"/>
                  </a:moveTo>
                  <a:cubicBezTo>
                    <a:pt x="5730" y="0"/>
                    <a:pt x="3016" y="1613"/>
                    <a:pt x="1757" y="4413"/>
                  </a:cubicBezTo>
                  <a:cubicBezTo>
                    <a:pt x="1" y="8254"/>
                    <a:pt x="1609" y="12720"/>
                    <a:pt x="5479" y="14447"/>
                  </a:cubicBezTo>
                  <a:lnTo>
                    <a:pt x="22331" y="22278"/>
                  </a:lnTo>
                  <a:lnTo>
                    <a:pt x="28673" y="8492"/>
                  </a:lnTo>
                  <a:lnTo>
                    <a:pt x="11791" y="691"/>
                  </a:lnTo>
                  <a:cubicBezTo>
                    <a:pt x="10750" y="223"/>
                    <a:pt x="9663" y="0"/>
                    <a:pt x="8597" y="0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46"/>
            <p:cNvSpPr/>
            <p:nvPr/>
          </p:nvSpPr>
          <p:spPr>
            <a:xfrm>
              <a:off x="899149" y="1576365"/>
              <a:ext cx="394861" cy="180797"/>
            </a:xfrm>
            <a:custGeom>
              <a:avLst/>
              <a:gdLst/>
              <a:ahLst/>
              <a:cxnLst/>
              <a:rect l="l" t="t" r="r" b="b"/>
              <a:pathLst>
                <a:path w="17389" h="7962" extrusionOk="0">
                  <a:moveTo>
                    <a:pt x="132" y="1"/>
                  </a:moveTo>
                  <a:cubicBezTo>
                    <a:pt x="124" y="1"/>
                    <a:pt x="120" y="3"/>
                    <a:pt x="120" y="7"/>
                  </a:cubicBezTo>
                  <a:cubicBezTo>
                    <a:pt x="1" y="7"/>
                    <a:pt x="3841" y="1853"/>
                    <a:pt x="8695" y="4086"/>
                  </a:cubicBezTo>
                  <a:cubicBezTo>
                    <a:pt x="13248" y="6247"/>
                    <a:pt x="16992" y="7962"/>
                    <a:pt x="17363" y="7962"/>
                  </a:cubicBezTo>
                  <a:cubicBezTo>
                    <a:pt x="17375" y="7962"/>
                    <a:pt x="17384" y="7960"/>
                    <a:pt x="17389" y="7956"/>
                  </a:cubicBezTo>
                  <a:cubicBezTo>
                    <a:pt x="17389" y="7956"/>
                    <a:pt x="13518" y="6080"/>
                    <a:pt x="8814" y="3847"/>
                  </a:cubicBezTo>
                  <a:cubicBezTo>
                    <a:pt x="4148" y="1687"/>
                    <a:pt x="373" y="1"/>
                    <a:pt x="13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46"/>
            <p:cNvSpPr/>
            <p:nvPr/>
          </p:nvSpPr>
          <p:spPr>
            <a:xfrm>
              <a:off x="1028964" y="1111350"/>
              <a:ext cx="413776" cy="405692"/>
            </a:xfrm>
            <a:custGeom>
              <a:avLst/>
              <a:gdLst/>
              <a:ahLst/>
              <a:cxnLst/>
              <a:rect l="l" t="t" r="r" b="b"/>
              <a:pathLst>
                <a:path w="18222" h="17866" extrusionOk="0">
                  <a:moveTo>
                    <a:pt x="7444" y="1"/>
                  </a:moveTo>
                  <a:lnTo>
                    <a:pt x="2978" y="5837"/>
                  </a:lnTo>
                  <a:lnTo>
                    <a:pt x="0" y="12923"/>
                  </a:lnTo>
                  <a:lnTo>
                    <a:pt x="11523" y="17865"/>
                  </a:lnTo>
                  <a:lnTo>
                    <a:pt x="14024" y="10422"/>
                  </a:lnTo>
                  <a:lnTo>
                    <a:pt x="18222" y="4348"/>
                  </a:lnTo>
                  <a:lnTo>
                    <a:pt x="744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46"/>
            <p:cNvSpPr/>
            <p:nvPr/>
          </p:nvSpPr>
          <p:spPr>
            <a:xfrm>
              <a:off x="1155374" y="1159352"/>
              <a:ext cx="160951" cy="287363"/>
            </a:xfrm>
            <a:custGeom>
              <a:avLst/>
              <a:gdLst/>
              <a:ahLst/>
              <a:cxnLst/>
              <a:rect l="l" t="t" r="r" b="b"/>
              <a:pathLst>
                <a:path w="7088" h="12655" extrusionOk="0">
                  <a:moveTo>
                    <a:pt x="7087" y="1"/>
                  </a:moveTo>
                  <a:lnTo>
                    <a:pt x="7087" y="1"/>
                  </a:lnTo>
                  <a:cubicBezTo>
                    <a:pt x="6849" y="120"/>
                    <a:pt x="6700" y="269"/>
                    <a:pt x="6700" y="388"/>
                  </a:cubicBezTo>
                  <a:cubicBezTo>
                    <a:pt x="6462" y="626"/>
                    <a:pt x="6105" y="1132"/>
                    <a:pt x="5718" y="1609"/>
                  </a:cubicBezTo>
                  <a:cubicBezTo>
                    <a:pt x="5092" y="2740"/>
                    <a:pt x="3991" y="4348"/>
                    <a:pt x="3127" y="6075"/>
                  </a:cubicBezTo>
                  <a:cubicBezTo>
                    <a:pt x="2115" y="7832"/>
                    <a:pt x="1251" y="9439"/>
                    <a:pt x="745" y="10690"/>
                  </a:cubicBezTo>
                  <a:cubicBezTo>
                    <a:pt x="507" y="11285"/>
                    <a:pt x="269" y="11791"/>
                    <a:pt x="150" y="12179"/>
                  </a:cubicBezTo>
                  <a:cubicBezTo>
                    <a:pt x="1" y="12298"/>
                    <a:pt x="1" y="12536"/>
                    <a:pt x="1" y="12655"/>
                  </a:cubicBezTo>
                  <a:cubicBezTo>
                    <a:pt x="150" y="12536"/>
                    <a:pt x="150" y="12417"/>
                    <a:pt x="269" y="12179"/>
                  </a:cubicBezTo>
                  <a:lnTo>
                    <a:pt x="894" y="10809"/>
                  </a:lnTo>
                  <a:cubicBezTo>
                    <a:pt x="1490" y="9558"/>
                    <a:pt x="2383" y="7951"/>
                    <a:pt x="3365" y="6224"/>
                  </a:cubicBezTo>
                  <a:cubicBezTo>
                    <a:pt x="4229" y="4467"/>
                    <a:pt x="5211" y="2859"/>
                    <a:pt x="5956" y="1758"/>
                  </a:cubicBezTo>
                  <a:lnTo>
                    <a:pt x="6700" y="507"/>
                  </a:lnTo>
                  <a:cubicBezTo>
                    <a:pt x="6849" y="269"/>
                    <a:pt x="6968" y="120"/>
                    <a:pt x="708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46"/>
            <p:cNvSpPr/>
            <p:nvPr/>
          </p:nvSpPr>
          <p:spPr>
            <a:xfrm>
              <a:off x="1099265" y="1238259"/>
              <a:ext cx="248148" cy="109745"/>
            </a:xfrm>
            <a:custGeom>
              <a:avLst/>
              <a:gdLst/>
              <a:ahLst/>
              <a:cxnLst/>
              <a:rect l="l" t="t" r="r" b="b"/>
              <a:pathLst>
                <a:path w="10928" h="4833" extrusionOk="0">
                  <a:moveTo>
                    <a:pt x="138" y="1"/>
                  </a:moveTo>
                  <a:cubicBezTo>
                    <a:pt x="126" y="1"/>
                    <a:pt x="120" y="4"/>
                    <a:pt x="120" y="10"/>
                  </a:cubicBezTo>
                  <a:cubicBezTo>
                    <a:pt x="1" y="10"/>
                    <a:pt x="2472" y="1260"/>
                    <a:pt x="5449" y="2481"/>
                  </a:cubicBezTo>
                  <a:cubicBezTo>
                    <a:pt x="8427" y="3850"/>
                    <a:pt x="10809" y="4833"/>
                    <a:pt x="10928" y="4833"/>
                  </a:cubicBezTo>
                  <a:cubicBezTo>
                    <a:pt x="10928" y="4714"/>
                    <a:pt x="8576" y="3612"/>
                    <a:pt x="5598" y="2243"/>
                  </a:cubicBezTo>
                  <a:cubicBezTo>
                    <a:pt x="2769" y="1054"/>
                    <a:pt x="370" y="1"/>
                    <a:pt x="1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46"/>
            <p:cNvSpPr/>
            <p:nvPr/>
          </p:nvSpPr>
          <p:spPr>
            <a:xfrm>
              <a:off x="724715" y="1787449"/>
              <a:ext cx="366476" cy="439481"/>
            </a:xfrm>
            <a:custGeom>
              <a:avLst/>
              <a:gdLst/>
              <a:ahLst/>
              <a:cxnLst/>
              <a:rect l="l" t="t" r="r" b="b"/>
              <a:pathLst>
                <a:path w="16139" h="19354" extrusionOk="0">
                  <a:moveTo>
                    <a:pt x="5092" y="0"/>
                  </a:moveTo>
                  <a:lnTo>
                    <a:pt x="1490" y="6848"/>
                  </a:lnTo>
                  <a:lnTo>
                    <a:pt x="1" y="14024"/>
                  </a:lnTo>
                  <a:lnTo>
                    <a:pt x="10184" y="19353"/>
                  </a:lnTo>
                  <a:lnTo>
                    <a:pt x="12030" y="12297"/>
                  </a:lnTo>
                  <a:lnTo>
                    <a:pt x="16138" y="5598"/>
                  </a:lnTo>
                  <a:lnTo>
                    <a:pt x="509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46"/>
            <p:cNvSpPr/>
            <p:nvPr/>
          </p:nvSpPr>
          <p:spPr>
            <a:xfrm>
              <a:off x="834253" y="1855048"/>
              <a:ext cx="118329" cy="307641"/>
            </a:xfrm>
            <a:custGeom>
              <a:avLst/>
              <a:gdLst/>
              <a:ahLst/>
              <a:cxnLst/>
              <a:rect l="l" t="t" r="r" b="b"/>
              <a:pathLst>
                <a:path w="5211" h="13548" extrusionOk="0">
                  <a:moveTo>
                    <a:pt x="5211" y="1"/>
                  </a:moveTo>
                  <a:lnTo>
                    <a:pt x="5211" y="1"/>
                  </a:lnTo>
                  <a:cubicBezTo>
                    <a:pt x="5092" y="149"/>
                    <a:pt x="4973" y="268"/>
                    <a:pt x="4853" y="507"/>
                  </a:cubicBezTo>
                  <a:cubicBezTo>
                    <a:pt x="4734" y="745"/>
                    <a:pt x="4466" y="1251"/>
                    <a:pt x="4109" y="1876"/>
                  </a:cubicBezTo>
                  <a:cubicBezTo>
                    <a:pt x="3603" y="3127"/>
                    <a:pt x="2859" y="4735"/>
                    <a:pt x="2114" y="6581"/>
                  </a:cubicBezTo>
                  <a:cubicBezTo>
                    <a:pt x="1370" y="8456"/>
                    <a:pt x="894" y="10183"/>
                    <a:pt x="506" y="11553"/>
                  </a:cubicBezTo>
                  <a:cubicBezTo>
                    <a:pt x="387" y="12178"/>
                    <a:pt x="268" y="12654"/>
                    <a:pt x="149" y="13042"/>
                  </a:cubicBezTo>
                  <a:cubicBezTo>
                    <a:pt x="0" y="13161"/>
                    <a:pt x="0" y="13399"/>
                    <a:pt x="0" y="13548"/>
                  </a:cubicBezTo>
                  <a:cubicBezTo>
                    <a:pt x="149" y="13399"/>
                    <a:pt x="149" y="13280"/>
                    <a:pt x="268" y="13042"/>
                  </a:cubicBezTo>
                  <a:lnTo>
                    <a:pt x="745" y="11553"/>
                  </a:lnTo>
                  <a:cubicBezTo>
                    <a:pt x="1132" y="10302"/>
                    <a:pt x="1757" y="8575"/>
                    <a:pt x="2382" y="6700"/>
                  </a:cubicBezTo>
                  <a:cubicBezTo>
                    <a:pt x="3127" y="4854"/>
                    <a:pt x="3871" y="3127"/>
                    <a:pt x="4347" y="1995"/>
                  </a:cubicBezTo>
                  <a:lnTo>
                    <a:pt x="4973" y="507"/>
                  </a:lnTo>
                  <a:cubicBezTo>
                    <a:pt x="5092" y="388"/>
                    <a:pt x="5092" y="149"/>
                    <a:pt x="521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46"/>
            <p:cNvSpPr/>
            <p:nvPr/>
          </p:nvSpPr>
          <p:spPr>
            <a:xfrm>
              <a:off x="758525" y="1942946"/>
              <a:ext cx="239360" cy="123733"/>
            </a:xfrm>
            <a:custGeom>
              <a:avLst/>
              <a:gdLst/>
              <a:ahLst/>
              <a:cxnLst/>
              <a:rect l="l" t="t" r="r" b="b"/>
              <a:pathLst>
                <a:path w="10541" h="5449" extrusionOk="0">
                  <a:moveTo>
                    <a:pt x="1" y="0"/>
                  </a:moveTo>
                  <a:lnTo>
                    <a:pt x="1" y="0"/>
                  </a:lnTo>
                  <a:cubicBezTo>
                    <a:pt x="507" y="238"/>
                    <a:pt x="983" y="596"/>
                    <a:pt x="1608" y="864"/>
                  </a:cubicBezTo>
                  <a:cubicBezTo>
                    <a:pt x="2472" y="1340"/>
                    <a:pt x="3841" y="1965"/>
                    <a:pt x="5211" y="2829"/>
                  </a:cubicBezTo>
                  <a:cubicBezTo>
                    <a:pt x="6700" y="3573"/>
                    <a:pt x="7950" y="4317"/>
                    <a:pt x="8933" y="4704"/>
                  </a:cubicBezTo>
                  <a:cubicBezTo>
                    <a:pt x="9558" y="4943"/>
                    <a:pt x="10034" y="5211"/>
                    <a:pt x="10541" y="5449"/>
                  </a:cubicBezTo>
                  <a:cubicBezTo>
                    <a:pt x="10183" y="5062"/>
                    <a:pt x="9558" y="4824"/>
                    <a:pt x="9052" y="4585"/>
                  </a:cubicBezTo>
                  <a:cubicBezTo>
                    <a:pt x="8188" y="4079"/>
                    <a:pt x="6819" y="3335"/>
                    <a:pt x="5330" y="2590"/>
                  </a:cubicBezTo>
                  <a:cubicBezTo>
                    <a:pt x="3961" y="1727"/>
                    <a:pt x="2591" y="1102"/>
                    <a:pt x="1608" y="596"/>
                  </a:cubicBezTo>
                  <a:cubicBezTo>
                    <a:pt x="1102" y="357"/>
                    <a:pt x="626" y="119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46"/>
            <p:cNvSpPr/>
            <p:nvPr/>
          </p:nvSpPr>
          <p:spPr>
            <a:xfrm>
              <a:off x="1133075" y="1533903"/>
              <a:ext cx="185952" cy="228551"/>
            </a:xfrm>
            <a:custGeom>
              <a:avLst/>
              <a:gdLst/>
              <a:ahLst/>
              <a:cxnLst/>
              <a:rect l="l" t="t" r="r" b="b"/>
              <a:pathLst>
                <a:path w="8189" h="10065" extrusionOk="0">
                  <a:moveTo>
                    <a:pt x="3722" y="1"/>
                  </a:moveTo>
                  <a:lnTo>
                    <a:pt x="0" y="7950"/>
                  </a:lnTo>
                  <a:lnTo>
                    <a:pt x="4467" y="10064"/>
                  </a:lnTo>
                  <a:lnTo>
                    <a:pt x="8188" y="2115"/>
                  </a:lnTo>
                  <a:lnTo>
                    <a:pt x="3722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46"/>
            <p:cNvSpPr/>
            <p:nvPr/>
          </p:nvSpPr>
          <p:spPr>
            <a:xfrm>
              <a:off x="1166886" y="1683315"/>
              <a:ext cx="25705" cy="24070"/>
            </a:xfrm>
            <a:custGeom>
              <a:avLst/>
              <a:gdLst/>
              <a:ahLst/>
              <a:cxnLst/>
              <a:rect l="l" t="t" r="r" b="b"/>
              <a:pathLst>
                <a:path w="1132" h="1060" extrusionOk="0">
                  <a:moveTo>
                    <a:pt x="744" y="1"/>
                  </a:moveTo>
                  <a:cubicBezTo>
                    <a:pt x="506" y="1"/>
                    <a:pt x="238" y="120"/>
                    <a:pt x="119" y="269"/>
                  </a:cubicBezTo>
                  <a:lnTo>
                    <a:pt x="119" y="388"/>
                  </a:lnTo>
                  <a:cubicBezTo>
                    <a:pt x="0" y="626"/>
                    <a:pt x="119" y="864"/>
                    <a:pt x="387" y="1013"/>
                  </a:cubicBezTo>
                  <a:cubicBezTo>
                    <a:pt x="450" y="1044"/>
                    <a:pt x="521" y="1059"/>
                    <a:pt x="594" y="1059"/>
                  </a:cubicBezTo>
                  <a:cubicBezTo>
                    <a:pt x="799" y="1059"/>
                    <a:pt x="1022" y="943"/>
                    <a:pt x="1132" y="745"/>
                  </a:cubicBezTo>
                  <a:cubicBezTo>
                    <a:pt x="1132" y="507"/>
                    <a:pt x="983" y="120"/>
                    <a:pt x="74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46"/>
            <p:cNvSpPr/>
            <p:nvPr/>
          </p:nvSpPr>
          <p:spPr>
            <a:xfrm>
              <a:off x="1206101" y="1704955"/>
              <a:ext cx="25705" cy="22026"/>
            </a:xfrm>
            <a:custGeom>
              <a:avLst/>
              <a:gdLst/>
              <a:ahLst/>
              <a:cxnLst/>
              <a:rect l="l" t="t" r="r" b="b"/>
              <a:pathLst>
                <a:path w="1132" h="970" extrusionOk="0">
                  <a:moveTo>
                    <a:pt x="484" y="1"/>
                  </a:moveTo>
                  <a:cubicBezTo>
                    <a:pt x="336" y="1"/>
                    <a:pt x="149" y="126"/>
                    <a:pt x="149" y="298"/>
                  </a:cubicBezTo>
                  <a:cubicBezTo>
                    <a:pt x="0" y="537"/>
                    <a:pt x="149" y="805"/>
                    <a:pt x="387" y="924"/>
                  </a:cubicBezTo>
                  <a:cubicBezTo>
                    <a:pt x="450" y="955"/>
                    <a:pt x="514" y="970"/>
                    <a:pt x="578" y="970"/>
                  </a:cubicBezTo>
                  <a:cubicBezTo>
                    <a:pt x="756" y="970"/>
                    <a:pt x="925" y="853"/>
                    <a:pt x="1012" y="656"/>
                  </a:cubicBezTo>
                  <a:cubicBezTo>
                    <a:pt x="1131" y="417"/>
                    <a:pt x="1012" y="179"/>
                    <a:pt x="744" y="60"/>
                  </a:cubicBezTo>
                  <a:lnTo>
                    <a:pt x="625" y="60"/>
                  </a:lnTo>
                  <a:cubicBezTo>
                    <a:pt x="592" y="19"/>
                    <a:pt x="541" y="1"/>
                    <a:pt x="48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46"/>
            <p:cNvSpPr/>
            <p:nvPr/>
          </p:nvSpPr>
          <p:spPr>
            <a:xfrm>
              <a:off x="1175674" y="1621802"/>
              <a:ext cx="104137" cy="44643"/>
            </a:xfrm>
            <a:custGeom>
              <a:avLst/>
              <a:gdLst/>
              <a:ahLst/>
              <a:cxnLst/>
              <a:rect l="l" t="t" r="r" b="b"/>
              <a:pathLst>
                <a:path w="4586" h="1966" extrusionOk="0">
                  <a:moveTo>
                    <a:pt x="0" y="0"/>
                  </a:moveTo>
                  <a:cubicBezTo>
                    <a:pt x="745" y="358"/>
                    <a:pt x="1489" y="864"/>
                    <a:pt x="2233" y="1102"/>
                  </a:cubicBezTo>
                  <a:cubicBezTo>
                    <a:pt x="2978" y="1489"/>
                    <a:pt x="3722" y="1846"/>
                    <a:pt x="4585" y="1966"/>
                  </a:cubicBezTo>
                  <a:cubicBezTo>
                    <a:pt x="3841" y="1608"/>
                    <a:pt x="3097" y="1102"/>
                    <a:pt x="2352" y="864"/>
                  </a:cubicBezTo>
                  <a:cubicBezTo>
                    <a:pt x="1608" y="477"/>
                    <a:pt x="864" y="12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46"/>
            <p:cNvSpPr/>
            <p:nvPr/>
          </p:nvSpPr>
          <p:spPr>
            <a:xfrm>
              <a:off x="828849" y="1424320"/>
              <a:ext cx="144011" cy="304326"/>
            </a:xfrm>
            <a:custGeom>
              <a:avLst/>
              <a:gdLst/>
              <a:ahLst/>
              <a:cxnLst/>
              <a:rect l="l" t="t" r="r" b="b"/>
              <a:pathLst>
                <a:path w="6342" h="13402" extrusionOk="0">
                  <a:moveTo>
                    <a:pt x="6332" y="0"/>
                  </a:moveTo>
                  <a:cubicBezTo>
                    <a:pt x="6138" y="0"/>
                    <a:pt x="4674" y="3048"/>
                    <a:pt x="3097" y="6583"/>
                  </a:cubicBezTo>
                  <a:cubicBezTo>
                    <a:pt x="1370" y="10305"/>
                    <a:pt x="0" y="13402"/>
                    <a:pt x="119" y="13402"/>
                  </a:cubicBezTo>
                  <a:cubicBezTo>
                    <a:pt x="119" y="13402"/>
                    <a:pt x="1608" y="10424"/>
                    <a:pt x="3365" y="6703"/>
                  </a:cubicBezTo>
                  <a:cubicBezTo>
                    <a:pt x="4972" y="2981"/>
                    <a:pt x="6342" y="3"/>
                    <a:pt x="6342" y="3"/>
                  </a:cubicBezTo>
                  <a:cubicBezTo>
                    <a:pt x="6339" y="1"/>
                    <a:pt x="6336" y="0"/>
                    <a:pt x="63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46"/>
            <p:cNvSpPr/>
            <p:nvPr/>
          </p:nvSpPr>
          <p:spPr>
            <a:xfrm>
              <a:off x="1290593" y="1638401"/>
              <a:ext cx="332665" cy="422882"/>
            </a:xfrm>
            <a:custGeom>
              <a:avLst/>
              <a:gdLst/>
              <a:ahLst/>
              <a:cxnLst/>
              <a:rect l="l" t="t" r="r" b="b"/>
              <a:pathLst>
                <a:path w="14650" h="18623" extrusionOk="0">
                  <a:moveTo>
                    <a:pt x="11138" y="1"/>
                  </a:moveTo>
                  <a:cubicBezTo>
                    <a:pt x="7077" y="1"/>
                    <a:pt x="3285" y="2396"/>
                    <a:pt x="1757" y="6445"/>
                  </a:cubicBezTo>
                  <a:cubicBezTo>
                    <a:pt x="1" y="11030"/>
                    <a:pt x="1996" y="16241"/>
                    <a:pt x="6343" y="18623"/>
                  </a:cubicBezTo>
                  <a:lnTo>
                    <a:pt x="14650" y="609"/>
                  </a:lnTo>
                  <a:cubicBezTo>
                    <a:pt x="13488" y="198"/>
                    <a:pt x="12302" y="1"/>
                    <a:pt x="11138" y="1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46"/>
            <p:cNvSpPr/>
            <p:nvPr/>
          </p:nvSpPr>
          <p:spPr>
            <a:xfrm>
              <a:off x="1448792" y="1810429"/>
              <a:ext cx="137948" cy="81724"/>
            </a:xfrm>
            <a:custGeom>
              <a:avLst/>
              <a:gdLst/>
              <a:ahLst/>
              <a:cxnLst/>
              <a:rect l="l" t="t" r="r" b="b"/>
              <a:pathLst>
                <a:path w="6075" h="3599" extrusionOk="0">
                  <a:moveTo>
                    <a:pt x="626" y="0"/>
                  </a:moveTo>
                  <a:lnTo>
                    <a:pt x="1" y="1221"/>
                  </a:lnTo>
                  <a:lnTo>
                    <a:pt x="5092" y="3454"/>
                  </a:lnTo>
                  <a:cubicBezTo>
                    <a:pt x="5223" y="3552"/>
                    <a:pt x="5358" y="3599"/>
                    <a:pt x="5483" y="3599"/>
                  </a:cubicBezTo>
                  <a:cubicBezTo>
                    <a:pt x="5698" y="3599"/>
                    <a:pt x="5880" y="3461"/>
                    <a:pt x="5956" y="3216"/>
                  </a:cubicBezTo>
                  <a:cubicBezTo>
                    <a:pt x="6075" y="2859"/>
                    <a:pt x="5956" y="2472"/>
                    <a:pt x="5569" y="2233"/>
                  </a:cubicBezTo>
                  <a:lnTo>
                    <a:pt x="626" y="0"/>
                  </a:ln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46"/>
            <p:cNvSpPr/>
            <p:nvPr/>
          </p:nvSpPr>
          <p:spPr>
            <a:xfrm>
              <a:off x="1412302" y="1658315"/>
              <a:ext cx="208250" cy="402967"/>
            </a:xfrm>
            <a:custGeom>
              <a:avLst/>
              <a:gdLst/>
              <a:ahLst/>
              <a:cxnLst/>
              <a:rect l="l" t="t" r="r" b="b"/>
              <a:pathLst>
                <a:path w="9171" h="17746" extrusionOk="0">
                  <a:moveTo>
                    <a:pt x="8932" y="0"/>
                  </a:moveTo>
                  <a:cubicBezTo>
                    <a:pt x="8783" y="119"/>
                    <a:pt x="8664" y="119"/>
                    <a:pt x="8426" y="238"/>
                  </a:cubicBezTo>
                  <a:cubicBezTo>
                    <a:pt x="7682" y="625"/>
                    <a:pt x="7057" y="983"/>
                    <a:pt x="6431" y="1489"/>
                  </a:cubicBezTo>
                  <a:cubicBezTo>
                    <a:pt x="2233" y="4585"/>
                    <a:pt x="0" y="9558"/>
                    <a:pt x="477" y="14768"/>
                  </a:cubicBezTo>
                  <a:cubicBezTo>
                    <a:pt x="477" y="15513"/>
                    <a:pt x="596" y="16257"/>
                    <a:pt x="864" y="17001"/>
                  </a:cubicBezTo>
                  <a:cubicBezTo>
                    <a:pt x="864" y="17120"/>
                    <a:pt x="983" y="17359"/>
                    <a:pt x="983" y="17597"/>
                  </a:cubicBezTo>
                  <a:cubicBezTo>
                    <a:pt x="983" y="17746"/>
                    <a:pt x="1102" y="17746"/>
                    <a:pt x="1102" y="17746"/>
                  </a:cubicBezTo>
                  <a:cubicBezTo>
                    <a:pt x="1102" y="17478"/>
                    <a:pt x="983" y="17239"/>
                    <a:pt x="983" y="17001"/>
                  </a:cubicBezTo>
                  <a:cubicBezTo>
                    <a:pt x="744" y="16257"/>
                    <a:pt x="596" y="15513"/>
                    <a:pt x="596" y="14619"/>
                  </a:cubicBezTo>
                  <a:cubicBezTo>
                    <a:pt x="238" y="9677"/>
                    <a:pt x="2471" y="4705"/>
                    <a:pt x="6550" y="1608"/>
                  </a:cubicBezTo>
                  <a:cubicBezTo>
                    <a:pt x="7176" y="1221"/>
                    <a:pt x="7801" y="745"/>
                    <a:pt x="8426" y="358"/>
                  </a:cubicBezTo>
                  <a:cubicBezTo>
                    <a:pt x="8664" y="238"/>
                    <a:pt x="8932" y="119"/>
                    <a:pt x="91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46"/>
            <p:cNvSpPr/>
            <p:nvPr/>
          </p:nvSpPr>
          <p:spPr>
            <a:xfrm>
              <a:off x="1451517" y="1810429"/>
              <a:ext cx="135223" cy="81838"/>
            </a:xfrm>
            <a:custGeom>
              <a:avLst/>
              <a:gdLst/>
              <a:ahLst/>
              <a:cxnLst/>
              <a:rect l="l" t="t" r="r" b="b"/>
              <a:pathLst>
                <a:path w="5955" h="3604" extrusionOk="0">
                  <a:moveTo>
                    <a:pt x="506" y="0"/>
                  </a:moveTo>
                  <a:cubicBezTo>
                    <a:pt x="357" y="358"/>
                    <a:pt x="119" y="864"/>
                    <a:pt x="0" y="1221"/>
                  </a:cubicBezTo>
                  <a:lnTo>
                    <a:pt x="4972" y="3454"/>
                  </a:lnTo>
                  <a:cubicBezTo>
                    <a:pt x="5091" y="3603"/>
                    <a:pt x="5091" y="3603"/>
                    <a:pt x="5210" y="3603"/>
                  </a:cubicBezTo>
                  <a:cubicBezTo>
                    <a:pt x="5449" y="3603"/>
                    <a:pt x="5717" y="3454"/>
                    <a:pt x="5836" y="3216"/>
                  </a:cubicBezTo>
                  <a:cubicBezTo>
                    <a:pt x="5955" y="3097"/>
                    <a:pt x="5955" y="2978"/>
                    <a:pt x="5955" y="2859"/>
                  </a:cubicBezTo>
                  <a:cubicBezTo>
                    <a:pt x="5955" y="2591"/>
                    <a:pt x="5836" y="2353"/>
                    <a:pt x="5449" y="2233"/>
                  </a:cubicBezTo>
                  <a:lnTo>
                    <a:pt x="506" y="0"/>
                  </a:lnTo>
                  <a:close/>
                </a:path>
              </a:pathLst>
            </a:custGeom>
            <a:solidFill>
              <a:srgbClr val="A0B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46"/>
            <p:cNvSpPr/>
            <p:nvPr/>
          </p:nvSpPr>
          <p:spPr>
            <a:xfrm>
              <a:off x="1448792" y="1810429"/>
              <a:ext cx="14238" cy="27749"/>
            </a:xfrm>
            <a:custGeom>
              <a:avLst/>
              <a:gdLst/>
              <a:ahLst/>
              <a:cxnLst/>
              <a:rect l="l" t="t" r="r" b="b"/>
              <a:pathLst>
                <a:path w="627" h="1222" extrusionOk="0">
                  <a:moveTo>
                    <a:pt x="626" y="0"/>
                  </a:moveTo>
                  <a:lnTo>
                    <a:pt x="1" y="1221"/>
                  </a:lnTo>
                  <a:lnTo>
                    <a:pt x="120" y="1221"/>
                  </a:lnTo>
                  <a:cubicBezTo>
                    <a:pt x="239" y="864"/>
                    <a:pt x="477" y="358"/>
                    <a:pt x="626" y="0"/>
                  </a:cubicBezTo>
                  <a:close/>
                </a:path>
              </a:pathLst>
            </a:custGeom>
            <a:solidFill>
              <a:srgbClr val="1B23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46"/>
            <p:cNvSpPr/>
            <p:nvPr/>
          </p:nvSpPr>
          <p:spPr>
            <a:xfrm>
              <a:off x="1488007" y="1610312"/>
              <a:ext cx="402990" cy="636900"/>
            </a:xfrm>
            <a:custGeom>
              <a:avLst/>
              <a:gdLst/>
              <a:ahLst/>
              <a:cxnLst/>
              <a:rect l="l" t="t" r="r" b="b"/>
              <a:pathLst>
                <a:path w="17747" h="28048" extrusionOk="0">
                  <a:moveTo>
                    <a:pt x="13637" y="0"/>
                  </a:moveTo>
                  <a:cubicBezTo>
                    <a:pt x="13786" y="119"/>
                    <a:pt x="13786" y="238"/>
                    <a:pt x="13905" y="358"/>
                  </a:cubicBezTo>
                  <a:cubicBezTo>
                    <a:pt x="13905" y="238"/>
                    <a:pt x="13786" y="119"/>
                    <a:pt x="13637" y="0"/>
                  </a:cubicBezTo>
                  <a:close/>
                  <a:moveTo>
                    <a:pt x="13905" y="358"/>
                  </a:moveTo>
                  <a:cubicBezTo>
                    <a:pt x="14024" y="626"/>
                    <a:pt x="14263" y="864"/>
                    <a:pt x="14531" y="1370"/>
                  </a:cubicBezTo>
                  <a:cubicBezTo>
                    <a:pt x="15394" y="2472"/>
                    <a:pt x="16019" y="3722"/>
                    <a:pt x="16377" y="5092"/>
                  </a:cubicBezTo>
                  <a:cubicBezTo>
                    <a:pt x="16764" y="5955"/>
                    <a:pt x="17002" y="6938"/>
                    <a:pt x="17121" y="7801"/>
                  </a:cubicBezTo>
                  <a:cubicBezTo>
                    <a:pt x="17359" y="8932"/>
                    <a:pt x="17508" y="10034"/>
                    <a:pt x="17508" y="11166"/>
                  </a:cubicBezTo>
                  <a:cubicBezTo>
                    <a:pt x="17508" y="16257"/>
                    <a:pt x="15126" y="21080"/>
                    <a:pt x="11047" y="24177"/>
                  </a:cubicBezTo>
                  <a:cubicBezTo>
                    <a:pt x="10184" y="24921"/>
                    <a:pt x="9171" y="25427"/>
                    <a:pt x="8189" y="25933"/>
                  </a:cubicBezTo>
                  <a:cubicBezTo>
                    <a:pt x="7325" y="26410"/>
                    <a:pt x="6462" y="26797"/>
                    <a:pt x="5598" y="27035"/>
                  </a:cubicBezTo>
                  <a:cubicBezTo>
                    <a:pt x="4229" y="27541"/>
                    <a:pt x="2859" y="27779"/>
                    <a:pt x="1490" y="27899"/>
                  </a:cubicBezTo>
                  <a:lnTo>
                    <a:pt x="1" y="27899"/>
                  </a:lnTo>
                  <a:cubicBezTo>
                    <a:pt x="120" y="28047"/>
                    <a:pt x="239" y="28047"/>
                    <a:pt x="388" y="28047"/>
                  </a:cubicBezTo>
                  <a:lnTo>
                    <a:pt x="1490" y="28047"/>
                  </a:lnTo>
                  <a:cubicBezTo>
                    <a:pt x="2859" y="27899"/>
                    <a:pt x="4348" y="27660"/>
                    <a:pt x="5598" y="27303"/>
                  </a:cubicBezTo>
                  <a:cubicBezTo>
                    <a:pt x="7683" y="26678"/>
                    <a:pt x="9558" y="25666"/>
                    <a:pt x="11166" y="24445"/>
                  </a:cubicBezTo>
                  <a:cubicBezTo>
                    <a:pt x="15394" y="21348"/>
                    <a:pt x="17746" y="16376"/>
                    <a:pt x="17746" y="11166"/>
                  </a:cubicBezTo>
                  <a:cubicBezTo>
                    <a:pt x="17746" y="10034"/>
                    <a:pt x="17627" y="8932"/>
                    <a:pt x="17359" y="7801"/>
                  </a:cubicBezTo>
                  <a:cubicBezTo>
                    <a:pt x="17240" y="6819"/>
                    <a:pt x="17002" y="5955"/>
                    <a:pt x="16615" y="4973"/>
                  </a:cubicBezTo>
                  <a:cubicBezTo>
                    <a:pt x="16138" y="3603"/>
                    <a:pt x="15513" y="2352"/>
                    <a:pt x="14650" y="1251"/>
                  </a:cubicBezTo>
                  <a:cubicBezTo>
                    <a:pt x="14382" y="983"/>
                    <a:pt x="14144" y="626"/>
                    <a:pt x="13905" y="3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46"/>
            <p:cNvSpPr/>
            <p:nvPr/>
          </p:nvSpPr>
          <p:spPr>
            <a:xfrm>
              <a:off x="1476517" y="1528499"/>
              <a:ext cx="600409" cy="867222"/>
            </a:xfrm>
            <a:custGeom>
              <a:avLst/>
              <a:gdLst/>
              <a:ahLst/>
              <a:cxnLst/>
              <a:rect l="l" t="t" r="r" b="b"/>
              <a:pathLst>
                <a:path w="26441" h="38191" extrusionOk="0">
                  <a:moveTo>
                    <a:pt x="20366" y="1"/>
                  </a:moveTo>
                  <a:lnTo>
                    <a:pt x="20485" y="120"/>
                  </a:lnTo>
                  <a:cubicBezTo>
                    <a:pt x="20485" y="120"/>
                    <a:pt x="20485" y="1"/>
                    <a:pt x="20366" y="1"/>
                  </a:cubicBezTo>
                  <a:close/>
                  <a:moveTo>
                    <a:pt x="20485" y="120"/>
                  </a:moveTo>
                  <a:cubicBezTo>
                    <a:pt x="20604" y="239"/>
                    <a:pt x="20723" y="388"/>
                    <a:pt x="20723" y="507"/>
                  </a:cubicBezTo>
                  <a:lnTo>
                    <a:pt x="21230" y="983"/>
                  </a:lnTo>
                  <a:lnTo>
                    <a:pt x="21230" y="983"/>
                  </a:lnTo>
                  <a:lnTo>
                    <a:pt x="20843" y="388"/>
                  </a:lnTo>
                  <a:lnTo>
                    <a:pt x="20485" y="120"/>
                  </a:lnTo>
                  <a:close/>
                  <a:moveTo>
                    <a:pt x="21230" y="983"/>
                  </a:moveTo>
                  <a:lnTo>
                    <a:pt x="21230" y="983"/>
                  </a:lnTo>
                  <a:cubicBezTo>
                    <a:pt x="21468" y="1251"/>
                    <a:pt x="21587" y="1489"/>
                    <a:pt x="21855" y="1727"/>
                  </a:cubicBezTo>
                  <a:cubicBezTo>
                    <a:pt x="21736" y="1370"/>
                    <a:pt x="21468" y="1132"/>
                    <a:pt x="21230" y="983"/>
                  </a:cubicBezTo>
                  <a:close/>
                  <a:moveTo>
                    <a:pt x="1" y="37843"/>
                  </a:moveTo>
                  <a:lnTo>
                    <a:pt x="507" y="37963"/>
                  </a:lnTo>
                  <a:lnTo>
                    <a:pt x="1132" y="38082"/>
                  </a:lnTo>
                  <a:lnTo>
                    <a:pt x="2115" y="38082"/>
                  </a:lnTo>
                  <a:cubicBezTo>
                    <a:pt x="1757" y="38082"/>
                    <a:pt x="1489" y="37963"/>
                    <a:pt x="1132" y="37963"/>
                  </a:cubicBezTo>
                  <a:lnTo>
                    <a:pt x="507" y="37843"/>
                  </a:lnTo>
                  <a:close/>
                  <a:moveTo>
                    <a:pt x="21855" y="1727"/>
                  </a:moveTo>
                  <a:lnTo>
                    <a:pt x="21855" y="1727"/>
                  </a:lnTo>
                  <a:cubicBezTo>
                    <a:pt x="22956" y="3365"/>
                    <a:pt x="23969" y="5211"/>
                    <a:pt x="24564" y="7087"/>
                  </a:cubicBezTo>
                  <a:cubicBezTo>
                    <a:pt x="24832" y="7563"/>
                    <a:pt x="25070" y="8308"/>
                    <a:pt x="25190" y="8933"/>
                  </a:cubicBezTo>
                  <a:cubicBezTo>
                    <a:pt x="25457" y="9558"/>
                    <a:pt x="25696" y="10302"/>
                    <a:pt x="25696" y="11047"/>
                  </a:cubicBezTo>
                  <a:cubicBezTo>
                    <a:pt x="25815" y="11791"/>
                    <a:pt x="26053" y="12535"/>
                    <a:pt x="26053" y="13280"/>
                  </a:cubicBezTo>
                  <a:cubicBezTo>
                    <a:pt x="26053" y="13637"/>
                    <a:pt x="26202" y="14143"/>
                    <a:pt x="26202" y="14530"/>
                  </a:cubicBezTo>
                  <a:lnTo>
                    <a:pt x="26202" y="15751"/>
                  </a:lnTo>
                  <a:cubicBezTo>
                    <a:pt x="26202" y="23195"/>
                    <a:pt x="22331" y="30013"/>
                    <a:pt x="16138" y="34122"/>
                  </a:cubicBezTo>
                  <a:lnTo>
                    <a:pt x="15156" y="34747"/>
                  </a:lnTo>
                  <a:cubicBezTo>
                    <a:pt x="14769" y="34985"/>
                    <a:pt x="14411" y="35104"/>
                    <a:pt x="14024" y="35372"/>
                  </a:cubicBezTo>
                  <a:cubicBezTo>
                    <a:pt x="13399" y="35729"/>
                    <a:pt x="12655" y="36117"/>
                    <a:pt x="12059" y="36355"/>
                  </a:cubicBezTo>
                  <a:cubicBezTo>
                    <a:pt x="11315" y="36593"/>
                    <a:pt x="10690" y="36861"/>
                    <a:pt x="9945" y="37099"/>
                  </a:cubicBezTo>
                  <a:cubicBezTo>
                    <a:pt x="9320" y="37218"/>
                    <a:pt x="8695" y="37456"/>
                    <a:pt x="8069" y="37605"/>
                  </a:cubicBezTo>
                  <a:cubicBezTo>
                    <a:pt x="6104" y="37963"/>
                    <a:pt x="4109" y="38082"/>
                    <a:pt x="2115" y="38082"/>
                  </a:cubicBezTo>
                  <a:cubicBezTo>
                    <a:pt x="2680" y="38158"/>
                    <a:pt x="3246" y="38191"/>
                    <a:pt x="3810" y="38191"/>
                  </a:cubicBezTo>
                  <a:cubicBezTo>
                    <a:pt x="5238" y="38191"/>
                    <a:pt x="6661" y="37980"/>
                    <a:pt x="8069" y="37724"/>
                  </a:cubicBezTo>
                  <a:cubicBezTo>
                    <a:pt x="8695" y="37605"/>
                    <a:pt x="9320" y="37456"/>
                    <a:pt x="10064" y="37218"/>
                  </a:cubicBezTo>
                  <a:cubicBezTo>
                    <a:pt x="10690" y="36980"/>
                    <a:pt x="11434" y="36861"/>
                    <a:pt x="12059" y="36474"/>
                  </a:cubicBezTo>
                  <a:cubicBezTo>
                    <a:pt x="12804" y="36236"/>
                    <a:pt x="13548" y="35849"/>
                    <a:pt x="14143" y="35491"/>
                  </a:cubicBezTo>
                  <a:cubicBezTo>
                    <a:pt x="14530" y="35372"/>
                    <a:pt x="14888" y="35104"/>
                    <a:pt x="15275" y="34985"/>
                  </a:cubicBezTo>
                  <a:lnTo>
                    <a:pt x="16257" y="34241"/>
                  </a:lnTo>
                  <a:cubicBezTo>
                    <a:pt x="22599" y="30281"/>
                    <a:pt x="26440" y="23195"/>
                    <a:pt x="26321" y="15751"/>
                  </a:cubicBezTo>
                  <a:cubicBezTo>
                    <a:pt x="26321" y="15275"/>
                    <a:pt x="26440" y="14888"/>
                    <a:pt x="26321" y="14530"/>
                  </a:cubicBezTo>
                  <a:lnTo>
                    <a:pt x="26321" y="13280"/>
                  </a:lnTo>
                  <a:cubicBezTo>
                    <a:pt x="26202" y="12416"/>
                    <a:pt x="26053" y="11672"/>
                    <a:pt x="25934" y="10928"/>
                  </a:cubicBezTo>
                  <a:cubicBezTo>
                    <a:pt x="25815" y="10183"/>
                    <a:pt x="25696" y="9558"/>
                    <a:pt x="25457" y="8814"/>
                  </a:cubicBezTo>
                  <a:cubicBezTo>
                    <a:pt x="25190" y="8188"/>
                    <a:pt x="25070" y="7563"/>
                    <a:pt x="24832" y="6938"/>
                  </a:cubicBezTo>
                  <a:cubicBezTo>
                    <a:pt x="24088" y="5092"/>
                    <a:pt x="23076" y="3365"/>
                    <a:pt x="21855" y="17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46"/>
            <p:cNvSpPr/>
            <p:nvPr/>
          </p:nvSpPr>
          <p:spPr>
            <a:xfrm>
              <a:off x="1558330" y="1753661"/>
              <a:ext cx="205548" cy="335344"/>
            </a:xfrm>
            <a:custGeom>
              <a:avLst/>
              <a:gdLst/>
              <a:ahLst/>
              <a:cxnLst/>
              <a:rect l="l" t="t" r="r" b="b"/>
              <a:pathLst>
                <a:path w="9052" h="14768" extrusionOk="0">
                  <a:moveTo>
                    <a:pt x="6224" y="0"/>
                  </a:moveTo>
                  <a:lnTo>
                    <a:pt x="6342" y="148"/>
                  </a:lnTo>
                  <a:cubicBezTo>
                    <a:pt x="6343" y="149"/>
                    <a:pt x="6343" y="149"/>
                    <a:pt x="6344" y="150"/>
                  </a:cubicBezTo>
                  <a:lnTo>
                    <a:pt x="6344" y="150"/>
                  </a:lnTo>
                  <a:cubicBezTo>
                    <a:pt x="6304" y="100"/>
                    <a:pt x="6264" y="50"/>
                    <a:pt x="6224" y="0"/>
                  </a:cubicBezTo>
                  <a:close/>
                  <a:moveTo>
                    <a:pt x="6344" y="150"/>
                  </a:moveTo>
                  <a:cubicBezTo>
                    <a:pt x="6902" y="845"/>
                    <a:pt x="7478" y="1548"/>
                    <a:pt x="7950" y="2381"/>
                  </a:cubicBezTo>
                  <a:cubicBezTo>
                    <a:pt x="8307" y="3364"/>
                    <a:pt x="8694" y="4346"/>
                    <a:pt x="8694" y="5478"/>
                  </a:cubicBezTo>
                  <a:cubicBezTo>
                    <a:pt x="8813" y="6699"/>
                    <a:pt x="8575" y="8068"/>
                    <a:pt x="7950" y="9200"/>
                  </a:cubicBezTo>
                  <a:cubicBezTo>
                    <a:pt x="7444" y="10301"/>
                    <a:pt x="6580" y="11433"/>
                    <a:pt x="5598" y="12177"/>
                  </a:cubicBezTo>
                  <a:cubicBezTo>
                    <a:pt x="4734" y="12921"/>
                    <a:pt x="3841" y="13398"/>
                    <a:pt x="2859" y="13904"/>
                  </a:cubicBezTo>
                  <a:cubicBezTo>
                    <a:pt x="1876" y="14142"/>
                    <a:pt x="1013" y="14529"/>
                    <a:pt x="0" y="14767"/>
                  </a:cubicBezTo>
                  <a:lnTo>
                    <a:pt x="268" y="14767"/>
                  </a:lnTo>
                  <a:cubicBezTo>
                    <a:pt x="387" y="14767"/>
                    <a:pt x="506" y="14767"/>
                    <a:pt x="745" y="14648"/>
                  </a:cubicBezTo>
                  <a:cubicBezTo>
                    <a:pt x="1489" y="14529"/>
                    <a:pt x="2233" y="14291"/>
                    <a:pt x="2859" y="14023"/>
                  </a:cubicBezTo>
                  <a:cubicBezTo>
                    <a:pt x="3841" y="13666"/>
                    <a:pt x="4853" y="13040"/>
                    <a:pt x="5717" y="12415"/>
                  </a:cubicBezTo>
                  <a:cubicBezTo>
                    <a:pt x="6699" y="11552"/>
                    <a:pt x="7563" y="10569"/>
                    <a:pt x="8188" y="9319"/>
                  </a:cubicBezTo>
                  <a:cubicBezTo>
                    <a:pt x="8813" y="8187"/>
                    <a:pt x="9052" y="6847"/>
                    <a:pt x="8933" y="5478"/>
                  </a:cubicBezTo>
                  <a:cubicBezTo>
                    <a:pt x="8813" y="4346"/>
                    <a:pt x="8575" y="3245"/>
                    <a:pt x="8069" y="2381"/>
                  </a:cubicBezTo>
                  <a:cubicBezTo>
                    <a:pt x="7712" y="1637"/>
                    <a:pt x="7325" y="1012"/>
                    <a:pt x="6819" y="506"/>
                  </a:cubicBezTo>
                  <a:cubicBezTo>
                    <a:pt x="6581" y="387"/>
                    <a:pt x="6462" y="268"/>
                    <a:pt x="6344" y="1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4" name="Google Shape;2014;p46"/>
          <p:cNvGrpSpPr/>
          <p:nvPr/>
        </p:nvGrpSpPr>
        <p:grpSpPr>
          <a:xfrm>
            <a:off x="2819071" y="2403361"/>
            <a:ext cx="170700" cy="267625"/>
            <a:chOff x="2838121" y="2374786"/>
            <a:chExt cx="170700" cy="267625"/>
          </a:xfrm>
        </p:grpSpPr>
        <p:cxnSp>
          <p:nvCxnSpPr>
            <p:cNvPr id="2015" name="Google Shape;2015;p46"/>
            <p:cNvCxnSpPr/>
            <p:nvPr/>
          </p:nvCxnSpPr>
          <p:spPr>
            <a:xfrm>
              <a:off x="2934922" y="2440510"/>
              <a:ext cx="0" cy="2019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2016" name="Google Shape;2016;p46"/>
            <p:cNvSpPr/>
            <p:nvPr/>
          </p:nvSpPr>
          <p:spPr>
            <a:xfrm rot="-5400000">
              <a:off x="2868681" y="2403715"/>
              <a:ext cx="132600" cy="132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46"/>
            <p:cNvSpPr/>
            <p:nvPr/>
          </p:nvSpPr>
          <p:spPr>
            <a:xfrm rot="-5400000">
              <a:off x="2838121" y="2374786"/>
              <a:ext cx="170700" cy="1707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8" name="Google Shape;2018;p46"/>
          <p:cNvGrpSpPr/>
          <p:nvPr/>
        </p:nvGrpSpPr>
        <p:grpSpPr>
          <a:xfrm>
            <a:off x="2952421" y="2855786"/>
            <a:ext cx="170700" cy="267625"/>
            <a:chOff x="2838121" y="2374786"/>
            <a:chExt cx="170700" cy="267625"/>
          </a:xfrm>
        </p:grpSpPr>
        <p:cxnSp>
          <p:nvCxnSpPr>
            <p:cNvPr id="2019" name="Google Shape;2019;p46"/>
            <p:cNvCxnSpPr/>
            <p:nvPr/>
          </p:nvCxnSpPr>
          <p:spPr>
            <a:xfrm>
              <a:off x="2934922" y="2440510"/>
              <a:ext cx="0" cy="2019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2020" name="Google Shape;2020;p46"/>
            <p:cNvSpPr/>
            <p:nvPr/>
          </p:nvSpPr>
          <p:spPr>
            <a:xfrm rot="-5400000">
              <a:off x="2868681" y="2403715"/>
              <a:ext cx="132600" cy="132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46"/>
            <p:cNvSpPr/>
            <p:nvPr/>
          </p:nvSpPr>
          <p:spPr>
            <a:xfrm rot="-5400000">
              <a:off x="2838121" y="2374786"/>
              <a:ext cx="170700" cy="1707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2" name="Google Shape;2022;p46"/>
          <p:cNvGrpSpPr/>
          <p:nvPr/>
        </p:nvGrpSpPr>
        <p:grpSpPr>
          <a:xfrm>
            <a:off x="3957296" y="3422536"/>
            <a:ext cx="170700" cy="267625"/>
            <a:chOff x="2838121" y="2374786"/>
            <a:chExt cx="170700" cy="267625"/>
          </a:xfrm>
        </p:grpSpPr>
        <p:cxnSp>
          <p:nvCxnSpPr>
            <p:cNvPr id="2023" name="Google Shape;2023;p46"/>
            <p:cNvCxnSpPr/>
            <p:nvPr/>
          </p:nvCxnSpPr>
          <p:spPr>
            <a:xfrm>
              <a:off x="2934922" y="2440510"/>
              <a:ext cx="0" cy="2019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2024" name="Google Shape;2024;p46"/>
            <p:cNvSpPr/>
            <p:nvPr/>
          </p:nvSpPr>
          <p:spPr>
            <a:xfrm rot="-5400000">
              <a:off x="2868681" y="2403715"/>
              <a:ext cx="132600" cy="132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46"/>
            <p:cNvSpPr/>
            <p:nvPr/>
          </p:nvSpPr>
          <p:spPr>
            <a:xfrm rot="-5400000">
              <a:off x="2838121" y="2374786"/>
              <a:ext cx="170700" cy="1707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6" name="Google Shape;2026;p46"/>
          <p:cNvGrpSpPr/>
          <p:nvPr/>
        </p:nvGrpSpPr>
        <p:grpSpPr>
          <a:xfrm>
            <a:off x="5128871" y="3598761"/>
            <a:ext cx="170700" cy="267625"/>
            <a:chOff x="2838121" y="2374786"/>
            <a:chExt cx="170700" cy="267625"/>
          </a:xfrm>
        </p:grpSpPr>
        <p:cxnSp>
          <p:nvCxnSpPr>
            <p:cNvPr id="2027" name="Google Shape;2027;p46"/>
            <p:cNvCxnSpPr/>
            <p:nvPr/>
          </p:nvCxnSpPr>
          <p:spPr>
            <a:xfrm>
              <a:off x="2934922" y="2440510"/>
              <a:ext cx="0" cy="2019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2028" name="Google Shape;2028;p46"/>
            <p:cNvSpPr/>
            <p:nvPr/>
          </p:nvSpPr>
          <p:spPr>
            <a:xfrm rot="-5400000">
              <a:off x="2868681" y="2403715"/>
              <a:ext cx="132600" cy="132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46"/>
            <p:cNvSpPr/>
            <p:nvPr/>
          </p:nvSpPr>
          <p:spPr>
            <a:xfrm rot="-5400000">
              <a:off x="2838121" y="2374786"/>
              <a:ext cx="170700" cy="1707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0" name="Google Shape;2030;p46"/>
          <p:cNvGrpSpPr/>
          <p:nvPr/>
        </p:nvGrpSpPr>
        <p:grpSpPr>
          <a:xfrm>
            <a:off x="4600246" y="2374786"/>
            <a:ext cx="170700" cy="267625"/>
            <a:chOff x="2838121" y="2374786"/>
            <a:chExt cx="170700" cy="267625"/>
          </a:xfrm>
        </p:grpSpPr>
        <p:cxnSp>
          <p:nvCxnSpPr>
            <p:cNvPr id="2031" name="Google Shape;2031;p46"/>
            <p:cNvCxnSpPr/>
            <p:nvPr/>
          </p:nvCxnSpPr>
          <p:spPr>
            <a:xfrm>
              <a:off x="2934922" y="2440510"/>
              <a:ext cx="0" cy="2019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2032" name="Google Shape;2032;p46"/>
            <p:cNvSpPr/>
            <p:nvPr/>
          </p:nvSpPr>
          <p:spPr>
            <a:xfrm rot="-5400000">
              <a:off x="2868681" y="2403715"/>
              <a:ext cx="132600" cy="132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46"/>
            <p:cNvSpPr/>
            <p:nvPr/>
          </p:nvSpPr>
          <p:spPr>
            <a:xfrm rot="-5400000">
              <a:off x="2838121" y="2374786"/>
              <a:ext cx="170700" cy="1707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4" name="Google Shape;2034;p46"/>
          <p:cNvGrpSpPr/>
          <p:nvPr/>
        </p:nvGrpSpPr>
        <p:grpSpPr>
          <a:xfrm>
            <a:off x="7148171" y="3813061"/>
            <a:ext cx="170700" cy="267625"/>
            <a:chOff x="2838121" y="2374786"/>
            <a:chExt cx="170700" cy="267625"/>
          </a:xfrm>
        </p:grpSpPr>
        <p:cxnSp>
          <p:nvCxnSpPr>
            <p:cNvPr id="2035" name="Google Shape;2035;p46"/>
            <p:cNvCxnSpPr/>
            <p:nvPr/>
          </p:nvCxnSpPr>
          <p:spPr>
            <a:xfrm>
              <a:off x="2934922" y="2440510"/>
              <a:ext cx="0" cy="2019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2036" name="Google Shape;2036;p46"/>
            <p:cNvSpPr/>
            <p:nvPr/>
          </p:nvSpPr>
          <p:spPr>
            <a:xfrm rot="-5400000">
              <a:off x="2868681" y="2403715"/>
              <a:ext cx="132600" cy="132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46"/>
            <p:cNvSpPr/>
            <p:nvPr/>
          </p:nvSpPr>
          <p:spPr>
            <a:xfrm rot="-5400000">
              <a:off x="2838121" y="2374786"/>
              <a:ext cx="170700" cy="1707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8" name="Google Shape;2038;p46"/>
          <p:cNvSpPr txBox="1"/>
          <p:nvPr/>
        </p:nvSpPr>
        <p:spPr>
          <a:xfrm flipH="1">
            <a:off x="794925" y="3690150"/>
            <a:ext cx="18183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lt2"/>
                </a:solidFill>
                <a:latin typeface="Spartan"/>
                <a:ea typeface="Spartan"/>
                <a:cs typeface="Spartan"/>
                <a:sym typeface="Spartan"/>
              </a:rPr>
              <a:t>Software problems are fixed. Screen repair is in progress.</a:t>
            </a:r>
            <a:endParaRPr>
              <a:solidFill>
                <a:schemeClr val="lt2"/>
              </a:solidFill>
              <a:latin typeface="Spartan"/>
              <a:ea typeface="Spartan"/>
              <a:cs typeface="Spartan"/>
              <a:sym typeface="Spart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47"/>
          <p:cNvSpPr txBox="1">
            <a:spLocks noGrp="1"/>
          </p:cNvSpPr>
          <p:nvPr>
            <p:ph type="title" idx="2"/>
          </p:nvPr>
        </p:nvSpPr>
        <p:spPr>
          <a:xfrm>
            <a:off x="3906900" y="2251845"/>
            <a:ext cx="3738900" cy="140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The Wirring</a:t>
            </a:r>
            <a:endParaRPr lang="en-US" dirty="0">
              <a:effectLst/>
            </a:endParaRPr>
          </a:p>
        </p:txBody>
      </p:sp>
      <p:sp>
        <p:nvSpPr>
          <p:cNvPr id="2044" name="Google Shape;2044;p47"/>
          <p:cNvSpPr txBox="1">
            <a:spLocks noGrp="1"/>
          </p:cNvSpPr>
          <p:nvPr>
            <p:ph type="title"/>
          </p:nvPr>
        </p:nvSpPr>
        <p:spPr>
          <a:xfrm>
            <a:off x="3906908" y="1259507"/>
            <a:ext cx="3738900" cy="10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045" name="Google Shape;2045;p47"/>
          <p:cNvSpPr txBox="1">
            <a:spLocks noGrp="1"/>
          </p:cNvSpPr>
          <p:nvPr>
            <p:ph type="subTitle" idx="1"/>
          </p:nvPr>
        </p:nvSpPr>
        <p:spPr>
          <a:xfrm>
            <a:off x="5017208" y="3516025"/>
            <a:ext cx="2628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How I wired the parts to the board</a:t>
            </a:r>
            <a:endParaRPr lang="en-US" dirty="0">
              <a:effectLst/>
            </a:endParaRPr>
          </a:p>
        </p:txBody>
      </p:sp>
      <p:grpSp>
        <p:nvGrpSpPr>
          <p:cNvPr id="2046" name="Google Shape;2046;p47"/>
          <p:cNvGrpSpPr/>
          <p:nvPr/>
        </p:nvGrpSpPr>
        <p:grpSpPr>
          <a:xfrm flipH="1">
            <a:off x="1489883" y="1195621"/>
            <a:ext cx="3039857" cy="3024145"/>
            <a:chOff x="-3301071" y="1265087"/>
            <a:chExt cx="3311391" cy="3294276"/>
          </a:xfrm>
        </p:grpSpPr>
        <p:sp>
          <p:nvSpPr>
            <p:cNvPr id="2047" name="Google Shape;2047;p47"/>
            <p:cNvSpPr/>
            <p:nvPr/>
          </p:nvSpPr>
          <p:spPr>
            <a:xfrm rot="5581598">
              <a:off x="-3185491" y="3173290"/>
              <a:ext cx="1326318" cy="707671"/>
            </a:xfrm>
            <a:custGeom>
              <a:avLst/>
              <a:gdLst/>
              <a:ahLst/>
              <a:cxnLst/>
              <a:rect l="l" t="t" r="r" b="b"/>
              <a:pathLst>
                <a:path w="53053" h="28307" extrusionOk="0">
                  <a:moveTo>
                    <a:pt x="19857" y="0"/>
                  </a:moveTo>
                  <a:lnTo>
                    <a:pt x="1" y="14848"/>
                  </a:lnTo>
                  <a:lnTo>
                    <a:pt x="21004" y="28307"/>
                  </a:lnTo>
                  <a:lnTo>
                    <a:pt x="53052" y="4286"/>
                  </a:lnTo>
                  <a:lnTo>
                    <a:pt x="52056" y="3531"/>
                  </a:lnTo>
                  <a:lnTo>
                    <a:pt x="38839" y="12826"/>
                  </a:lnTo>
                  <a:lnTo>
                    <a:pt x="1985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47"/>
            <p:cNvSpPr/>
            <p:nvPr/>
          </p:nvSpPr>
          <p:spPr>
            <a:xfrm rot="5581598">
              <a:off x="-2577544" y="3326921"/>
              <a:ext cx="97350" cy="81650"/>
            </a:xfrm>
            <a:custGeom>
              <a:avLst/>
              <a:gdLst/>
              <a:ahLst/>
              <a:cxnLst/>
              <a:rect l="l" t="t" r="r" b="b"/>
              <a:pathLst>
                <a:path w="3894" h="3266" extrusionOk="0">
                  <a:moveTo>
                    <a:pt x="1716" y="1"/>
                  </a:moveTo>
                  <a:cubicBezTo>
                    <a:pt x="1274" y="1"/>
                    <a:pt x="844" y="189"/>
                    <a:pt x="514" y="583"/>
                  </a:cubicBezTo>
                  <a:cubicBezTo>
                    <a:pt x="1" y="1337"/>
                    <a:pt x="122" y="2363"/>
                    <a:pt x="876" y="2846"/>
                  </a:cubicBezTo>
                  <a:cubicBezTo>
                    <a:pt x="1218" y="3133"/>
                    <a:pt x="1615" y="3265"/>
                    <a:pt x="2003" y="3265"/>
                  </a:cubicBezTo>
                  <a:cubicBezTo>
                    <a:pt x="2473" y="3265"/>
                    <a:pt x="2930" y="3072"/>
                    <a:pt x="3260" y="2725"/>
                  </a:cubicBezTo>
                  <a:lnTo>
                    <a:pt x="3411" y="2725"/>
                  </a:lnTo>
                  <a:cubicBezTo>
                    <a:pt x="3894" y="1971"/>
                    <a:pt x="3652" y="975"/>
                    <a:pt x="2898" y="462"/>
                  </a:cubicBezTo>
                  <a:cubicBezTo>
                    <a:pt x="2537" y="159"/>
                    <a:pt x="2121" y="1"/>
                    <a:pt x="17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47"/>
            <p:cNvSpPr/>
            <p:nvPr/>
          </p:nvSpPr>
          <p:spPr>
            <a:xfrm rot="5581598">
              <a:off x="-3145841" y="1737615"/>
              <a:ext cx="738596" cy="1011470"/>
            </a:xfrm>
            <a:custGeom>
              <a:avLst/>
              <a:gdLst/>
              <a:ahLst/>
              <a:cxnLst/>
              <a:rect l="l" t="t" r="r" b="b"/>
              <a:pathLst>
                <a:path w="29544" h="40459" extrusionOk="0">
                  <a:moveTo>
                    <a:pt x="29543" y="0"/>
                  </a:moveTo>
                  <a:lnTo>
                    <a:pt x="19132" y="513"/>
                  </a:lnTo>
                  <a:lnTo>
                    <a:pt x="18378" y="12192"/>
                  </a:lnTo>
                  <a:cubicBezTo>
                    <a:pt x="17352" y="13701"/>
                    <a:pt x="4798" y="29815"/>
                    <a:pt x="4798" y="29815"/>
                  </a:cubicBezTo>
                  <a:cubicBezTo>
                    <a:pt x="4527" y="29936"/>
                    <a:pt x="4285" y="30057"/>
                    <a:pt x="4044" y="30057"/>
                  </a:cubicBezTo>
                  <a:cubicBezTo>
                    <a:pt x="3651" y="30177"/>
                    <a:pt x="3138" y="30298"/>
                    <a:pt x="2776" y="30298"/>
                  </a:cubicBezTo>
                  <a:cubicBezTo>
                    <a:pt x="2143" y="30298"/>
                    <a:pt x="1630" y="30177"/>
                    <a:pt x="1147" y="30057"/>
                  </a:cubicBezTo>
                  <a:cubicBezTo>
                    <a:pt x="1051" y="30012"/>
                    <a:pt x="956" y="29992"/>
                    <a:pt x="865" y="29992"/>
                  </a:cubicBezTo>
                  <a:cubicBezTo>
                    <a:pt x="470" y="29992"/>
                    <a:pt x="171" y="30371"/>
                    <a:pt x="392" y="30690"/>
                  </a:cubicBezTo>
                  <a:cubicBezTo>
                    <a:pt x="613" y="31022"/>
                    <a:pt x="1693" y="31581"/>
                    <a:pt x="3124" y="31581"/>
                  </a:cubicBezTo>
                  <a:cubicBezTo>
                    <a:pt x="3257" y="31581"/>
                    <a:pt x="3392" y="31576"/>
                    <a:pt x="3531" y="31566"/>
                  </a:cubicBezTo>
                  <a:cubicBezTo>
                    <a:pt x="3585" y="31562"/>
                    <a:pt x="3635" y="31560"/>
                    <a:pt x="3681" y="31560"/>
                  </a:cubicBezTo>
                  <a:cubicBezTo>
                    <a:pt x="5038" y="31560"/>
                    <a:pt x="3268" y="33216"/>
                    <a:pt x="2656" y="33829"/>
                  </a:cubicBezTo>
                  <a:cubicBezTo>
                    <a:pt x="1901" y="34463"/>
                    <a:pt x="0" y="36605"/>
                    <a:pt x="0" y="36847"/>
                  </a:cubicBezTo>
                  <a:cubicBezTo>
                    <a:pt x="0" y="37163"/>
                    <a:pt x="158" y="37322"/>
                    <a:pt x="396" y="37322"/>
                  </a:cubicBezTo>
                  <a:cubicBezTo>
                    <a:pt x="634" y="37322"/>
                    <a:pt x="951" y="37163"/>
                    <a:pt x="1267" y="36847"/>
                  </a:cubicBezTo>
                  <a:cubicBezTo>
                    <a:pt x="1846" y="36268"/>
                    <a:pt x="3683" y="34658"/>
                    <a:pt x="4273" y="34658"/>
                  </a:cubicBezTo>
                  <a:cubicBezTo>
                    <a:pt x="4329" y="34658"/>
                    <a:pt x="4374" y="34672"/>
                    <a:pt x="4406" y="34704"/>
                  </a:cubicBezTo>
                  <a:cubicBezTo>
                    <a:pt x="4647" y="35096"/>
                    <a:pt x="1147" y="38355"/>
                    <a:pt x="1147" y="38355"/>
                  </a:cubicBezTo>
                  <a:cubicBezTo>
                    <a:pt x="1147" y="38355"/>
                    <a:pt x="392" y="38868"/>
                    <a:pt x="634" y="39351"/>
                  </a:cubicBezTo>
                  <a:cubicBezTo>
                    <a:pt x="693" y="39422"/>
                    <a:pt x="778" y="39454"/>
                    <a:pt x="884" y="39454"/>
                  </a:cubicBezTo>
                  <a:cubicBezTo>
                    <a:pt x="1901" y="39454"/>
                    <a:pt x="4821" y="36448"/>
                    <a:pt x="5040" y="36092"/>
                  </a:cubicBezTo>
                  <a:cubicBezTo>
                    <a:pt x="5095" y="36036"/>
                    <a:pt x="5159" y="36013"/>
                    <a:pt x="5221" y="36013"/>
                  </a:cubicBezTo>
                  <a:cubicBezTo>
                    <a:pt x="5427" y="36013"/>
                    <a:pt x="5611" y="36275"/>
                    <a:pt x="5402" y="36484"/>
                  </a:cubicBezTo>
                  <a:cubicBezTo>
                    <a:pt x="5160" y="36726"/>
                    <a:pt x="1901" y="39623"/>
                    <a:pt x="2535" y="40377"/>
                  </a:cubicBezTo>
                  <a:cubicBezTo>
                    <a:pt x="2573" y="40428"/>
                    <a:pt x="2624" y="40451"/>
                    <a:pt x="2685" y="40451"/>
                  </a:cubicBezTo>
                  <a:cubicBezTo>
                    <a:pt x="3389" y="40451"/>
                    <a:pt x="5484" y="37350"/>
                    <a:pt x="6428" y="37239"/>
                  </a:cubicBezTo>
                  <a:cubicBezTo>
                    <a:pt x="6474" y="37226"/>
                    <a:pt x="6511" y="37220"/>
                    <a:pt x="6540" y="37220"/>
                  </a:cubicBezTo>
                  <a:cubicBezTo>
                    <a:pt x="7140" y="37220"/>
                    <a:pt x="4309" y="39773"/>
                    <a:pt x="4798" y="40377"/>
                  </a:cubicBezTo>
                  <a:cubicBezTo>
                    <a:pt x="4869" y="40413"/>
                    <a:pt x="4929" y="40458"/>
                    <a:pt x="5017" y="40458"/>
                  </a:cubicBezTo>
                  <a:cubicBezTo>
                    <a:pt x="5229" y="40458"/>
                    <a:pt x="5602" y="40192"/>
                    <a:pt x="6669" y="38868"/>
                  </a:cubicBezTo>
                  <a:cubicBezTo>
                    <a:pt x="7937" y="37239"/>
                    <a:pt x="9053" y="35579"/>
                    <a:pt x="10079" y="33829"/>
                  </a:cubicBezTo>
                  <a:cubicBezTo>
                    <a:pt x="11709" y="32199"/>
                    <a:pt x="27793" y="16115"/>
                    <a:pt x="28035" y="13097"/>
                  </a:cubicBezTo>
                  <a:lnTo>
                    <a:pt x="29543" y="0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47"/>
            <p:cNvSpPr/>
            <p:nvPr/>
          </p:nvSpPr>
          <p:spPr>
            <a:xfrm rot="5581598">
              <a:off x="-2648488" y="2508963"/>
              <a:ext cx="59625" cy="65650"/>
            </a:xfrm>
            <a:custGeom>
              <a:avLst/>
              <a:gdLst/>
              <a:ahLst/>
              <a:cxnLst/>
              <a:rect l="l" t="t" r="r" b="b"/>
              <a:pathLst>
                <a:path w="2385" h="2626" extrusionOk="0">
                  <a:moveTo>
                    <a:pt x="993" y="1"/>
                  </a:moveTo>
                  <a:cubicBezTo>
                    <a:pt x="868" y="1"/>
                    <a:pt x="740" y="31"/>
                    <a:pt x="604" y="91"/>
                  </a:cubicBezTo>
                  <a:cubicBezTo>
                    <a:pt x="363" y="212"/>
                    <a:pt x="242" y="363"/>
                    <a:pt x="121" y="604"/>
                  </a:cubicBezTo>
                  <a:cubicBezTo>
                    <a:pt x="1" y="966"/>
                    <a:pt x="242" y="1359"/>
                    <a:pt x="604" y="1600"/>
                  </a:cubicBezTo>
                  <a:cubicBezTo>
                    <a:pt x="876" y="1600"/>
                    <a:pt x="1117" y="1479"/>
                    <a:pt x="1238" y="1238"/>
                  </a:cubicBezTo>
                  <a:lnTo>
                    <a:pt x="1238" y="1238"/>
                  </a:lnTo>
                  <a:cubicBezTo>
                    <a:pt x="1153" y="1323"/>
                    <a:pt x="1007" y="1409"/>
                    <a:pt x="833" y="1409"/>
                  </a:cubicBezTo>
                  <a:cubicBezTo>
                    <a:pt x="761" y="1409"/>
                    <a:pt x="684" y="1394"/>
                    <a:pt x="604" y="1359"/>
                  </a:cubicBezTo>
                  <a:cubicBezTo>
                    <a:pt x="363" y="1359"/>
                    <a:pt x="242" y="966"/>
                    <a:pt x="242" y="725"/>
                  </a:cubicBezTo>
                  <a:lnTo>
                    <a:pt x="363" y="604"/>
                  </a:lnTo>
                  <a:cubicBezTo>
                    <a:pt x="363" y="483"/>
                    <a:pt x="484" y="363"/>
                    <a:pt x="604" y="212"/>
                  </a:cubicBezTo>
                  <a:lnTo>
                    <a:pt x="1238" y="212"/>
                  </a:lnTo>
                  <a:cubicBezTo>
                    <a:pt x="1630" y="363"/>
                    <a:pt x="1992" y="725"/>
                    <a:pt x="1992" y="1117"/>
                  </a:cubicBezTo>
                  <a:cubicBezTo>
                    <a:pt x="2113" y="1479"/>
                    <a:pt x="1992" y="1872"/>
                    <a:pt x="1751" y="2113"/>
                  </a:cubicBezTo>
                  <a:cubicBezTo>
                    <a:pt x="1630" y="2354"/>
                    <a:pt x="1359" y="2475"/>
                    <a:pt x="997" y="2626"/>
                  </a:cubicBezTo>
                  <a:lnTo>
                    <a:pt x="1238" y="2626"/>
                  </a:lnTo>
                  <a:cubicBezTo>
                    <a:pt x="1992" y="2354"/>
                    <a:pt x="2385" y="1721"/>
                    <a:pt x="2264" y="1117"/>
                  </a:cubicBezTo>
                  <a:cubicBezTo>
                    <a:pt x="2113" y="604"/>
                    <a:pt x="1872" y="212"/>
                    <a:pt x="1359" y="91"/>
                  </a:cubicBezTo>
                  <a:cubicBezTo>
                    <a:pt x="1238" y="31"/>
                    <a:pt x="1117" y="1"/>
                    <a:pt x="993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47"/>
            <p:cNvSpPr/>
            <p:nvPr/>
          </p:nvSpPr>
          <p:spPr>
            <a:xfrm rot="5581598">
              <a:off x="-2729038" y="1486291"/>
              <a:ext cx="1075095" cy="666372"/>
            </a:xfrm>
            <a:custGeom>
              <a:avLst/>
              <a:gdLst/>
              <a:ahLst/>
              <a:cxnLst/>
              <a:rect l="l" t="t" r="r" b="b"/>
              <a:pathLst>
                <a:path w="43004" h="26655" extrusionOk="0">
                  <a:moveTo>
                    <a:pt x="43003" y="1"/>
                  </a:moveTo>
                  <a:lnTo>
                    <a:pt x="29816" y="484"/>
                  </a:lnTo>
                  <a:cubicBezTo>
                    <a:pt x="26677" y="484"/>
                    <a:pt x="9446" y="15210"/>
                    <a:pt x="7666" y="16719"/>
                  </a:cubicBezTo>
                  <a:cubicBezTo>
                    <a:pt x="5916" y="17594"/>
                    <a:pt x="4165" y="18590"/>
                    <a:pt x="2385" y="19616"/>
                  </a:cubicBezTo>
                  <a:cubicBezTo>
                    <a:pt x="514" y="21125"/>
                    <a:pt x="635" y="21246"/>
                    <a:pt x="755" y="21487"/>
                  </a:cubicBezTo>
                  <a:cubicBezTo>
                    <a:pt x="798" y="21529"/>
                    <a:pt x="857" y="21548"/>
                    <a:pt x="930" y="21548"/>
                  </a:cubicBezTo>
                  <a:cubicBezTo>
                    <a:pt x="1612" y="21548"/>
                    <a:pt x="3494" y="19889"/>
                    <a:pt x="3955" y="19889"/>
                  </a:cubicBezTo>
                  <a:cubicBezTo>
                    <a:pt x="4044" y="19889"/>
                    <a:pt x="4081" y="19951"/>
                    <a:pt x="4045" y="20099"/>
                  </a:cubicBezTo>
                  <a:cubicBezTo>
                    <a:pt x="3773" y="21125"/>
                    <a:pt x="1" y="23117"/>
                    <a:pt x="514" y="23750"/>
                  </a:cubicBezTo>
                  <a:cubicBezTo>
                    <a:pt x="585" y="23810"/>
                    <a:pt x="678" y="23837"/>
                    <a:pt x="788" y="23837"/>
                  </a:cubicBezTo>
                  <a:cubicBezTo>
                    <a:pt x="1837" y="23837"/>
                    <a:pt x="4430" y="21343"/>
                    <a:pt x="4648" y="21125"/>
                  </a:cubicBezTo>
                  <a:cubicBezTo>
                    <a:pt x="4713" y="21060"/>
                    <a:pt x="4784" y="21033"/>
                    <a:pt x="4850" y="21033"/>
                  </a:cubicBezTo>
                  <a:cubicBezTo>
                    <a:pt x="5059" y="21033"/>
                    <a:pt x="5224" y="21303"/>
                    <a:pt x="5040" y="21487"/>
                  </a:cubicBezTo>
                  <a:cubicBezTo>
                    <a:pt x="4648" y="21728"/>
                    <a:pt x="755" y="24897"/>
                    <a:pt x="1510" y="25651"/>
                  </a:cubicBezTo>
                  <a:cubicBezTo>
                    <a:pt x="1586" y="25721"/>
                    <a:pt x="1671" y="25750"/>
                    <a:pt x="1758" y="25750"/>
                  </a:cubicBezTo>
                  <a:cubicBezTo>
                    <a:pt x="2124" y="25750"/>
                    <a:pt x="2536" y="25259"/>
                    <a:pt x="2536" y="25259"/>
                  </a:cubicBezTo>
                  <a:cubicBezTo>
                    <a:pt x="2536" y="25259"/>
                    <a:pt x="5569" y="22334"/>
                    <a:pt x="6222" y="22334"/>
                  </a:cubicBezTo>
                  <a:cubicBezTo>
                    <a:pt x="6258" y="22334"/>
                    <a:pt x="6287" y="22343"/>
                    <a:pt x="6308" y="22362"/>
                  </a:cubicBezTo>
                  <a:cubicBezTo>
                    <a:pt x="6670" y="22634"/>
                    <a:pt x="4648" y="24625"/>
                    <a:pt x="4045" y="25259"/>
                  </a:cubicBezTo>
                  <a:cubicBezTo>
                    <a:pt x="3290" y="25893"/>
                    <a:pt x="3290" y="26406"/>
                    <a:pt x="3773" y="26527"/>
                  </a:cubicBezTo>
                  <a:cubicBezTo>
                    <a:pt x="3785" y="26530"/>
                    <a:pt x="3799" y="26532"/>
                    <a:pt x="3814" y="26532"/>
                  </a:cubicBezTo>
                  <a:cubicBezTo>
                    <a:pt x="4302" y="26532"/>
                    <a:pt x="6448" y="24728"/>
                    <a:pt x="7062" y="24143"/>
                  </a:cubicBezTo>
                  <a:cubicBezTo>
                    <a:pt x="7589" y="23700"/>
                    <a:pt x="8601" y="22699"/>
                    <a:pt x="9123" y="22699"/>
                  </a:cubicBezTo>
                  <a:cubicBezTo>
                    <a:pt x="9349" y="22699"/>
                    <a:pt x="9483" y="22887"/>
                    <a:pt x="9446" y="23388"/>
                  </a:cubicBezTo>
                  <a:cubicBezTo>
                    <a:pt x="9175" y="25018"/>
                    <a:pt x="9567" y="26255"/>
                    <a:pt x="9929" y="26527"/>
                  </a:cubicBezTo>
                  <a:cubicBezTo>
                    <a:pt x="10027" y="26616"/>
                    <a:pt x="10132" y="26654"/>
                    <a:pt x="10232" y="26654"/>
                  </a:cubicBezTo>
                  <a:cubicBezTo>
                    <a:pt x="10535" y="26654"/>
                    <a:pt x="10797" y="26308"/>
                    <a:pt x="10684" y="26014"/>
                  </a:cubicBezTo>
                  <a:cubicBezTo>
                    <a:pt x="10563" y="25380"/>
                    <a:pt x="10563" y="24897"/>
                    <a:pt x="10563" y="24384"/>
                  </a:cubicBezTo>
                  <a:cubicBezTo>
                    <a:pt x="10684" y="23871"/>
                    <a:pt x="10684" y="23509"/>
                    <a:pt x="10955" y="22996"/>
                  </a:cubicBezTo>
                  <a:cubicBezTo>
                    <a:pt x="11076" y="22754"/>
                    <a:pt x="11076" y="22483"/>
                    <a:pt x="11197" y="22362"/>
                  </a:cubicBezTo>
                  <a:cubicBezTo>
                    <a:pt x="11197" y="22362"/>
                    <a:pt x="28307" y="11046"/>
                    <a:pt x="29937" y="10171"/>
                  </a:cubicBezTo>
                  <a:lnTo>
                    <a:pt x="41615" y="10291"/>
                  </a:lnTo>
                  <a:lnTo>
                    <a:pt x="43003" y="1"/>
                  </a:ln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47"/>
            <p:cNvSpPr/>
            <p:nvPr/>
          </p:nvSpPr>
          <p:spPr>
            <a:xfrm rot="5581598">
              <a:off x="-528728" y="4244832"/>
              <a:ext cx="394498" cy="223324"/>
            </a:xfrm>
            <a:custGeom>
              <a:avLst/>
              <a:gdLst/>
              <a:ahLst/>
              <a:cxnLst/>
              <a:rect l="l" t="t" r="r" b="b"/>
              <a:pathLst>
                <a:path w="15780" h="8933" extrusionOk="0">
                  <a:moveTo>
                    <a:pt x="2143" y="0"/>
                  </a:moveTo>
                  <a:lnTo>
                    <a:pt x="0" y="6277"/>
                  </a:lnTo>
                  <a:lnTo>
                    <a:pt x="7937" y="8933"/>
                  </a:lnTo>
                  <a:lnTo>
                    <a:pt x="9446" y="4648"/>
                  </a:lnTo>
                  <a:cubicBezTo>
                    <a:pt x="9446" y="4648"/>
                    <a:pt x="12041" y="4921"/>
                    <a:pt x="13808" y="4921"/>
                  </a:cubicBezTo>
                  <a:cubicBezTo>
                    <a:pt x="14975" y="4921"/>
                    <a:pt x="15780" y="4802"/>
                    <a:pt x="15240" y="4406"/>
                  </a:cubicBezTo>
                  <a:cubicBezTo>
                    <a:pt x="13852" y="3501"/>
                    <a:pt x="4799" y="755"/>
                    <a:pt x="2656" y="121"/>
                  </a:cubicBezTo>
                  <a:lnTo>
                    <a:pt x="2143" y="0"/>
                  </a:ln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47"/>
            <p:cNvSpPr/>
            <p:nvPr/>
          </p:nvSpPr>
          <p:spPr>
            <a:xfrm rot="5581598">
              <a:off x="-267912" y="4194054"/>
              <a:ext cx="25" cy="6075"/>
            </a:xfrm>
            <a:custGeom>
              <a:avLst/>
              <a:gdLst/>
              <a:ahLst/>
              <a:cxnLst/>
              <a:rect l="l" t="t" r="r" b="b"/>
              <a:pathLst>
                <a:path w="1" h="243" extrusionOk="0">
                  <a:moveTo>
                    <a:pt x="1" y="1"/>
                  </a:moveTo>
                  <a:lnTo>
                    <a:pt x="1" y="242"/>
                  </a:lnTo>
                  <a:lnTo>
                    <a:pt x="1" y="242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47"/>
            <p:cNvSpPr/>
            <p:nvPr/>
          </p:nvSpPr>
          <p:spPr>
            <a:xfrm rot="5581598">
              <a:off x="-292149" y="4211018"/>
              <a:ext cx="88300" cy="62650"/>
            </a:xfrm>
            <a:custGeom>
              <a:avLst/>
              <a:gdLst/>
              <a:ahLst/>
              <a:cxnLst/>
              <a:rect l="l" t="t" r="r" b="b"/>
              <a:pathLst>
                <a:path w="3532" h="2506" extrusionOk="0">
                  <a:moveTo>
                    <a:pt x="634" y="1"/>
                  </a:moveTo>
                  <a:lnTo>
                    <a:pt x="1" y="2023"/>
                  </a:lnTo>
                  <a:lnTo>
                    <a:pt x="1" y="2264"/>
                  </a:lnTo>
                  <a:cubicBezTo>
                    <a:pt x="272" y="2385"/>
                    <a:pt x="634" y="2506"/>
                    <a:pt x="1027" y="2506"/>
                  </a:cubicBezTo>
                  <a:cubicBezTo>
                    <a:pt x="1389" y="2506"/>
                    <a:pt x="1630" y="2385"/>
                    <a:pt x="2023" y="2264"/>
                  </a:cubicBezTo>
                  <a:cubicBezTo>
                    <a:pt x="2656" y="2023"/>
                    <a:pt x="3139" y="1631"/>
                    <a:pt x="3531" y="997"/>
                  </a:cubicBezTo>
                  <a:lnTo>
                    <a:pt x="634" y="122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rgbClr val="89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47"/>
            <p:cNvSpPr/>
            <p:nvPr/>
          </p:nvSpPr>
          <p:spPr>
            <a:xfrm rot="5581598">
              <a:off x="-444392" y="4331917"/>
              <a:ext cx="320648" cy="113199"/>
            </a:xfrm>
            <a:custGeom>
              <a:avLst/>
              <a:gdLst/>
              <a:ahLst/>
              <a:cxnLst/>
              <a:rect l="l" t="t" r="r" b="b"/>
              <a:pathLst>
                <a:path w="12826" h="4528" extrusionOk="0">
                  <a:moveTo>
                    <a:pt x="0" y="1"/>
                  </a:moveTo>
                  <a:cubicBezTo>
                    <a:pt x="1750" y="393"/>
                    <a:pt x="4285" y="1147"/>
                    <a:pt x="6549" y="1902"/>
                  </a:cubicBezTo>
                  <a:cubicBezTo>
                    <a:pt x="3893" y="997"/>
                    <a:pt x="1117" y="242"/>
                    <a:pt x="0" y="1"/>
                  </a:cubicBezTo>
                  <a:close/>
                  <a:moveTo>
                    <a:pt x="12312" y="4014"/>
                  </a:moveTo>
                  <a:cubicBezTo>
                    <a:pt x="12356" y="4038"/>
                    <a:pt x="12395" y="4062"/>
                    <a:pt x="12432" y="4084"/>
                  </a:cubicBezTo>
                  <a:lnTo>
                    <a:pt x="12432" y="4084"/>
                  </a:lnTo>
                  <a:cubicBezTo>
                    <a:pt x="12400" y="4048"/>
                    <a:pt x="12370" y="4014"/>
                    <a:pt x="12312" y="4014"/>
                  </a:cubicBezTo>
                  <a:close/>
                  <a:moveTo>
                    <a:pt x="12432" y="4084"/>
                  </a:moveTo>
                  <a:cubicBezTo>
                    <a:pt x="12463" y="4119"/>
                    <a:pt x="12496" y="4155"/>
                    <a:pt x="12557" y="4163"/>
                  </a:cubicBezTo>
                  <a:lnTo>
                    <a:pt x="12557" y="4163"/>
                  </a:lnTo>
                  <a:cubicBezTo>
                    <a:pt x="12520" y="4139"/>
                    <a:pt x="12479" y="4113"/>
                    <a:pt x="12432" y="4084"/>
                  </a:cubicBezTo>
                  <a:close/>
                  <a:moveTo>
                    <a:pt x="12557" y="4163"/>
                  </a:moveTo>
                  <a:cubicBezTo>
                    <a:pt x="12581" y="4179"/>
                    <a:pt x="12604" y="4193"/>
                    <a:pt x="12625" y="4206"/>
                  </a:cubicBezTo>
                  <a:lnTo>
                    <a:pt x="12625" y="4206"/>
                  </a:lnTo>
                  <a:cubicBezTo>
                    <a:pt x="12611" y="4192"/>
                    <a:pt x="12598" y="4179"/>
                    <a:pt x="12584" y="4165"/>
                  </a:cubicBezTo>
                  <a:cubicBezTo>
                    <a:pt x="12575" y="4165"/>
                    <a:pt x="12566" y="4165"/>
                    <a:pt x="12557" y="4163"/>
                  </a:cubicBezTo>
                  <a:close/>
                  <a:moveTo>
                    <a:pt x="12625" y="4206"/>
                  </a:moveTo>
                  <a:cubicBezTo>
                    <a:pt x="12729" y="4313"/>
                    <a:pt x="12812" y="4420"/>
                    <a:pt x="12705" y="4527"/>
                  </a:cubicBezTo>
                  <a:cubicBezTo>
                    <a:pt x="12825" y="4407"/>
                    <a:pt x="12825" y="4407"/>
                    <a:pt x="12825" y="4286"/>
                  </a:cubicBezTo>
                  <a:cubicBezTo>
                    <a:pt x="12765" y="4286"/>
                    <a:pt x="12704" y="4255"/>
                    <a:pt x="12625" y="4206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47"/>
            <p:cNvSpPr/>
            <p:nvPr/>
          </p:nvSpPr>
          <p:spPr>
            <a:xfrm rot="5581598">
              <a:off x="-450388" y="4319571"/>
              <a:ext cx="336498" cy="122224"/>
            </a:xfrm>
            <a:custGeom>
              <a:avLst/>
              <a:gdLst/>
              <a:ahLst/>
              <a:cxnLst/>
              <a:rect l="l" t="t" r="r" b="b"/>
              <a:pathLst>
                <a:path w="13460" h="4889" extrusionOk="0">
                  <a:moveTo>
                    <a:pt x="121" y="0"/>
                  </a:moveTo>
                  <a:lnTo>
                    <a:pt x="0" y="121"/>
                  </a:lnTo>
                  <a:lnTo>
                    <a:pt x="2897" y="1117"/>
                  </a:lnTo>
                  <a:lnTo>
                    <a:pt x="10562" y="3652"/>
                  </a:lnTo>
                  <a:cubicBezTo>
                    <a:pt x="10562" y="3652"/>
                    <a:pt x="10562" y="4768"/>
                    <a:pt x="10955" y="4889"/>
                  </a:cubicBezTo>
                  <a:lnTo>
                    <a:pt x="11558" y="4889"/>
                  </a:lnTo>
                  <a:cubicBezTo>
                    <a:pt x="12192" y="4889"/>
                    <a:pt x="12946" y="4889"/>
                    <a:pt x="13339" y="4768"/>
                  </a:cubicBezTo>
                  <a:cubicBezTo>
                    <a:pt x="13459" y="4648"/>
                    <a:pt x="13339" y="4527"/>
                    <a:pt x="13218" y="4406"/>
                  </a:cubicBezTo>
                  <a:cubicBezTo>
                    <a:pt x="13067" y="4406"/>
                    <a:pt x="13067" y="4255"/>
                    <a:pt x="12946" y="4255"/>
                  </a:cubicBezTo>
                  <a:cubicBezTo>
                    <a:pt x="12071" y="3893"/>
                    <a:pt x="9687" y="3018"/>
                    <a:pt x="7183" y="2143"/>
                  </a:cubicBezTo>
                  <a:cubicBezTo>
                    <a:pt x="4527" y="1238"/>
                    <a:pt x="1751" y="483"/>
                    <a:pt x="634" y="242"/>
                  </a:cubicBezTo>
                  <a:cubicBezTo>
                    <a:pt x="513" y="121"/>
                    <a:pt x="242" y="121"/>
                    <a:pt x="121" y="0"/>
                  </a:cubicBezTo>
                  <a:close/>
                </a:path>
              </a:pathLst>
            </a:custGeom>
            <a:solidFill>
              <a:srgbClr val="89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47"/>
            <p:cNvSpPr/>
            <p:nvPr/>
          </p:nvSpPr>
          <p:spPr>
            <a:xfrm rot="5581598">
              <a:off x="-265806" y="4238791"/>
              <a:ext cx="72450" cy="24925"/>
            </a:xfrm>
            <a:custGeom>
              <a:avLst/>
              <a:gdLst/>
              <a:ahLst/>
              <a:cxnLst/>
              <a:rect l="l" t="t" r="r" b="b"/>
              <a:pathLst>
                <a:path w="2898" h="997" extrusionOk="0">
                  <a:moveTo>
                    <a:pt x="0" y="1"/>
                  </a:moveTo>
                  <a:lnTo>
                    <a:pt x="0" y="122"/>
                  </a:lnTo>
                  <a:lnTo>
                    <a:pt x="2897" y="997"/>
                  </a:lnTo>
                  <a:lnTo>
                    <a:pt x="2897" y="99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25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47"/>
            <p:cNvSpPr/>
            <p:nvPr/>
          </p:nvSpPr>
          <p:spPr>
            <a:xfrm rot="5581598">
              <a:off x="-440456" y="4316331"/>
              <a:ext cx="323673" cy="110174"/>
            </a:xfrm>
            <a:custGeom>
              <a:avLst/>
              <a:gdLst/>
              <a:ahLst/>
              <a:cxnLst/>
              <a:rect l="l" t="t" r="r" b="b"/>
              <a:pathLst>
                <a:path w="12947" h="4407" extrusionOk="0">
                  <a:moveTo>
                    <a:pt x="1" y="1"/>
                  </a:moveTo>
                  <a:lnTo>
                    <a:pt x="121" y="122"/>
                  </a:lnTo>
                  <a:cubicBezTo>
                    <a:pt x="121" y="122"/>
                    <a:pt x="121" y="1"/>
                    <a:pt x="1" y="1"/>
                  </a:cubicBezTo>
                  <a:close/>
                  <a:moveTo>
                    <a:pt x="2023" y="635"/>
                  </a:moveTo>
                  <a:cubicBezTo>
                    <a:pt x="3260" y="1118"/>
                    <a:pt x="4889" y="1631"/>
                    <a:pt x="6791" y="2264"/>
                  </a:cubicBezTo>
                  <a:cubicBezTo>
                    <a:pt x="8661" y="2898"/>
                    <a:pt x="10321" y="3381"/>
                    <a:pt x="11558" y="3894"/>
                  </a:cubicBezTo>
                  <a:lnTo>
                    <a:pt x="12947" y="4407"/>
                  </a:lnTo>
                  <a:lnTo>
                    <a:pt x="12947" y="4407"/>
                  </a:lnTo>
                  <a:lnTo>
                    <a:pt x="11558" y="3773"/>
                  </a:lnTo>
                  <a:cubicBezTo>
                    <a:pt x="10321" y="3381"/>
                    <a:pt x="8661" y="2777"/>
                    <a:pt x="6791" y="2144"/>
                  </a:cubicBezTo>
                  <a:cubicBezTo>
                    <a:pt x="5040" y="1510"/>
                    <a:pt x="3260" y="997"/>
                    <a:pt x="2023" y="63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47"/>
            <p:cNvSpPr/>
            <p:nvPr/>
          </p:nvSpPr>
          <p:spPr>
            <a:xfrm rot="5581598">
              <a:off x="-340596" y="4459990"/>
              <a:ext cx="15875" cy="37750"/>
            </a:xfrm>
            <a:custGeom>
              <a:avLst/>
              <a:gdLst/>
              <a:ahLst/>
              <a:cxnLst/>
              <a:rect l="l" t="t" r="r" b="b"/>
              <a:pathLst>
                <a:path w="635" h="1510" extrusionOk="0">
                  <a:moveTo>
                    <a:pt x="242" y="1"/>
                  </a:moveTo>
                  <a:lnTo>
                    <a:pt x="242" y="1"/>
                  </a:lnTo>
                  <a:cubicBezTo>
                    <a:pt x="1" y="514"/>
                    <a:pt x="121" y="1148"/>
                    <a:pt x="634" y="1510"/>
                  </a:cubicBezTo>
                  <a:cubicBezTo>
                    <a:pt x="514" y="1268"/>
                    <a:pt x="363" y="1148"/>
                    <a:pt x="242" y="906"/>
                  </a:cubicBezTo>
                  <a:lnTo>
                    <a:pt x="24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47"/>
            <p:cNvSpPr/>
            <p:nvPr/>
          </p:nvSpPr>
          <p:spPr>
            <a:xfrm rot="5581598">
              <a:off x="-335525" y="4401805"/>
              <a:ext cx="6075" cy="18900"/>
            </a:xfrm>
            <a:custGeom>
              <a:avLst/>
              <a:gdLst/>
              <a:ahLst/>
              <a:cxnLst/>
              <a:rect l="l" t="t" r="r" b="b"/>
              <a:pathLst>
                <a:path w="243" h="756" extrusionOk="0">
                  <a:moveTo>
                    <a:pt x="1" y="1"/>
                  </a:moveTo>
                  <a:lnTo>
                    <a:pt x="1" y="393"/>
                  </a:lnTo>
                  <a:cubicBezTo>
                    <a:pt x="122" y="635"/>
                    <a:pt x="122" y="755"/>
                    <a:pt x="242" y="755"/>
                  </a:cubicBezTo>
                  <a:cubicBezTo>
                    <a:pt x="242" y="635"/>
                    <a:pt x="242" y="514"/>
                    <a:pt x="122" y="393"/>
                  </a:cubicBezTo>
                  <a:cubicBezTo>
                    <a:pt x="122" y="12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47"/>
            <p:cNvSpPr/>
            <p:nvPr/>
          </p:nvSpPr>
          <p:spPr>
            <a:xfrm rot="5581598">
              <a:off x="-334598" y="4386071"/>
              <a:ext cx="9075" cy="15875"/>
            </a:xfrm>
            <a:custGeom>
              <a:avLst/>
              <a:gdLst/>
              <a:ahLst/>
              <a:cxnLst/>
              <a:rect l="l" t="t" r="r" b="b"/>
              <a:pathLst>
                <a:path w="363" h="635" extrusionOk="0">
                  <a:moveTo>
                    <a:pt x="1" y="1"/>
                  </a:moveTo>
                  <a:cubicBezTo>
                    <a:pt x="1" y="122"/>
                    <a:pt x="1" y="242"/>
                    <a:pt x="121" y="393"/>
                  </a:cubicBezTo>
                  <a:cubicBezTo>
                    <a:pt x="242" y="514"/>
                    <a:pt x="363" y="635"/>
                    <a:pt x="363" y="635"/>
                  </a:cubicBezTo>
                  <a:cubicBezTo>
                    <a:pt x="363" y="635"/>
                    <a:pt x="363" y="514"/>
                    <a:pt x="242" y="393"/>
                  </a:cubicBezTo>
                  <a:cubicBezTo>
                    <a:pt x="121" y="12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47"/>
            <p:cNvSpPr/>
            <p:nvPr/>
          </p:nvSpPr>
          <p:spPr>
            <a:xfrm rot="5581598">
              <a:off x="-350529" y="4378773"/>
              <a:ext cx="18900" cy="7400"/>
            </a:xfrm>
            <a:custGeom>
              <a:avLst/>
              <a:gdLst/>
              <a:ahLst/>
              <a:cxnLst/>
              <a:rect l="l" t="t" r="r" b="b"/>
              <a:pathLst>
                <a:path w="756" h="296" extrusionOk="0">
                  <a:moveTo>
                    <a:pt x="1" y="1"/>
                  </a:moveTo>
                  <a:lnTo>
                    <a:pt x="1" y="1"/>
                  </a:lnTo>
                  <a:cubicBezTo>
                    <a:pt x="122" y="121"/>
                    <a:pt x="242" y="242"/>
                    <a:pt x="363" y="242"/>
                  </a:cubicBezTo>
                  <a:cubicBezTo>
                    <a:pt x="544" y="242"/>
                    <a:pt x="658" y="296"/>
                    <a:pt x="714" y="296"/>
                  </a:cubicBezTo>
                  <a:cubicBezTo>
                    <a:pt x="742" y="296"/>
                    <a:pt x="755" y="282"/>
                    <a:pt x="755" y="242"/>
                  </a:cubicBezTo>
                  <a:cubicBezTo>
                    <a:pt x="635" y="242"/>
                    <a:pt x="484" y="121"/>
                    <a:pt x="363" y="121"/>
                  </a:cubicBezTo>
                  <a:cubicBezTo>
                    <a:pt x="122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47"/>
            <p:cNvSpPr/>
            <p:nvPr/>
          </p:nvSpPr>
          <p:spPr>
            <a:xfrm rot="5581598">
              <a:off x="-365711" y="4372403"/>
              <a:ext cx="25675" cy="6050"/>
            </a:xfrm>
            <a:custGeom>
              <a:avLst/>
              <a:gdLst/>
              <a:ahLst/>
              <a:cxnLst/>
              <a:rect l="l" t="t" r="r" b="b"/>
              <a:pathLst>
                <a:path w="1027" h="242" extrusionOk="0">
                  <a:moveTo>
                    <a:pt x="0" y="1"/>
                  </a:moveTo>
                  <a:cubicBezTo>
                    <a:pt x="121" y="121"/>
                    <a:pt x="393" y="121"/>
                    <a:pt x="514" y="121"/>
                  </a:cubicBezTo>
                  <a:cubicBezTo>
                    <a:pt x="634" y="121"/>
                    <a:pt x="876" y="242"/>
                    <a:pt x="1027" y="242"/>
                  </a:cubicBezTo>
                  <a:cubicBezTo>
                    <a:pt x="876" y="121"/>
                    <a:pt x="755" y="1"/>
                    <a:pt x="51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47"/>
            <p:cNvSpPr/>
            <p:nvPr/>
          </p:nvSpPr>
          <p:spPr>
            <a:xfrm rot="5581598">
              <a:off x="-371070" y="4409595"/>
              <a:ext cx="33975" cy="28975"/>
            </a:xfrm>
            <a:custGeom>
              <a:avLst/>
              <a:gdLst/>
              <a:ahLst/>
              <a:cxnLst/>
              <a:rect l="l" t="t" r="r" b="b"/>
              <a:pathLst>
                <a:path w="1359" h="1159" extrusionOk="0">
                  <a:moveTo>
                    <a:pt x="997" y="634"/>
                  </a:moveTo>
                  <a:cubicBezTo>
                    <a:pt x="1117" y="755"/>
                    <a:pt x="1117" y="755"/>
                    <a:pt x="1238" y="876"/>
                  </a:cubicBezTo>
                  <a:lnTo>
                    <a:pt x="1238" y="1117"/>
                  </a:lnTo>
                  <a:cubicBezTo>
                    <a:pt x="1238" y="1117"/>
                    <a:pt x="1359" y="1117"/>
                    <a:pt x="1359" y="996"/>
                  </a:cubicBezTo>
                  <a:cubicBezTo>
                    <a:pt x="1359" y="876"/>
                    <a:pt x="1359" y="876"/>
                    <a:pt x="1238" y="755"/>
                  </a:cubicBezTo>
                  <a:cubicBezTo>
                    <a:pt x="1238" y="755"/>
                    <a:pt x="1117" y="634"/>
                    <a:pt x="997" y="634"/>
                  </a:cubicBezTo>
                  <a:close/>
                  <a:moveTo>
                    <a:pt x="122" y="1"/>
                  </a:moveTo>
                  <a:lnTo>
                    <a:pt x="122" y="121"/>
                  </a:lnTo>
                  <a:lnTo>
                    <a:pt x="122" y="122"/>
                  </a:lnTo>
                  <a:lnTo>
                    <a:pt x="122" y="122"/>
                  </a:lnTo>
                  <a:cubicBezTo>
                    <a:pt x="85" y="121"/>
                    <a:pt x="45" y="121"/>
                    <a:pt x="1" y="121"/>
                  </a:cubicBezTo>
                  <a:cubicBezTo>
                    <a:pt x="1" y="121"/>
                    <a:pt x="48" y="121"/>
                    <a:pt x="122" y="142"/>
                  </a:cubicBezTo>
                  <a:lnTo>
                    <a:pt x="122" y="142"/>
                  </a:lnTo>
                  <a:lnTo>
                    <a:pt x="122" y="514"/>
                  </a:lnTo>
                  <a:cubicBezTo>
                    <a:pt x="318" y="906"/>
                    <a:pt x="614" y="1159"/>
                    <a:pt x="977" y="1159"/>
                  </a:cubicBezTo>
                  <a:cubicBezTo>
                    <a:pt x="1060" y="1159"/>
                    <a:pt x="1148" y="1145"/>
                    <a:pt x="1238" y="1117"/>
                  </a:cubicBezTo>
                  <a:cubicBezTo>
                    <a:pt x="997" y="1117"/>
                    <a:pt x="755" y="996"/>
                    <a:pt x="604" y="876"/>
                  </a:cubicBezTo>
                  <a:cubicBezTo>
                    <a:pt x="363" y="755"/>
                    <a:pt x="242" y="634"/>
                    <a:pt x="242" y="514"/>
                  </a:cubicBezTo>
                  <a:cubicBezTo>
                    <a:pt x="159" y="410"/>
                    <a:pt x="134" y="264"/>
                    <a:pt x="125" y="143"/>
                  </a:cubicBezTo>
                  <a:lnTo>
                    <a:pt x="125" y="143"/>
                  </a:lnTo>
                  <a:cubicBezTo>
                    <a:pt x="218" y="170"/>
                    <a:pt x="351" y="230"/>
                    <a:pt x="484" y="363"/>
                  </a:cubicBezTo>
                  <a:cubicBezTo>
                    <a:pt x="604" y="363"/>
                    <a:pt x="876" y="514"/>
                    <a:pt x="997" y="634"/>
                  </a:cubicBezTo>
                  <a:cubicBezTo>
                    <a:pt x="876" y="514"/>
                    <a:pt x="755" y="363"/>
                    <a:pt x="484" y="242"/>
                  </a:cubicBezTo>
                  <a:cubicBezTo>
                    <a:pt x="386" y="144"/>
                    <a:pt x="287" y="125"/>
                    <a:pt x="124" y="122"/>
                  </a:cubicBezTo>
                  <a:lnTo>
                    <a:pt x="124" y="122"/>
                  </a:lnTo>
                  <a:cubicBezTo>
                    <a:pt x="122" y="75"/>
                    <a:pt x="122" y="33"/>
                    <a:pt x="12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47"/>
            <p:cNvSpPr/>
            <p:nvPr/>
          </p:nvSpPr>
          <p:spPr>
            <a:xfrm rot="5581598">
              <a:off x="-363912" y="4390751"/>
              <a:ext cx="24925" cy="20125"/>
            </a:xfrm>
            <a:custGeom>
              <a:avLst/>
              <a:gdLst/>
              <a:ahLst/>
              <a:cxnLst/>
              <a:rect l="l" t="t" r="r" b="b"/>
              <a:pathLst>
                <a:path w="997" h="805" extrusionOk="0">
                  <a:moveTo>
                    <a:pt x="876" y="0"/>
                  </a:moveTo>
                  <a:lnTo>
                    <a:pt x="876" y="393"/>
                  </a:lnTo>
                  <a:cubicBezTo>
                    <a:pt x="876" y="242"/>
                    <a:pt x="996" y="121"/>
                    <a:pt x="876" y="0"/>
                  </a:cubicBezTo>
                  <a:close/>
                  <a:moveTo>
                    <a:pt x="876" y="0"/>
                  </a:moveTo>
                  <a:cubicBezTo>
                    <a:pt x="755" y="0"/>
                    <a:pt x="604" y="0"/>
                    <a:pt x="483" y="121"/>
                  </a:cubicBezTo>
                  <a:cubicBezTo>
                    <a:pt x="363" y="121"/>
                    <a:pt x="242" y="242"/>
                    <a:pt x="242" y="242"/>
                  </a:cubicBezTo>
                  <a:cubicBezTo>
                    <a:pt x="121" y="393"/>
                    <a:pt x="121" y="393"/>
                    <a:pt x="1" y="513"/>
                  </a:cubicBezTo>
                  <a:cubicBezTo>
                    <a:pt x="1" y="634"/>
                    <a:pt x="1" y="755"/>
                    <a:pt x="121" y="755"/>
                  </a:cubicBezTo>
                  <a:cubicBezTo>
                    <a:pt x="1" y="634"/>
                    <a:pt x="121" y="513"/>
                    <a:pt x="242" y="393"/>
                  </a:cubicBezTo>
                  <a:cubicBezTo>
                    <a:pt x="363" y="242"/>
                    <a:pt x="483" y="242"/>
                    <a:pt x="604" y="121"/>
                  </a:cubicBezTo>
                  <a:cubicBezTo>
                    <a:pt x="755" y="0"/>
                    <a:pt x="876" y="0"/>
                    <a:pt x="876" y="0"/>
                  </a:cubicBezTo>
                  <a:close/>
                  <a:moveTo>
                    <a:pt x="876" y="393"/>
                  </a:moveTo>
                  <a:cubicBezTo>
                    <a:pt x="755" y="393"/>
                    <a:pt x="604" y="513"/>
                    <a:pt x="483" y="634"/>
                  </a:cubicBezTo>
                  <a:cubicBezTo>
                    <a:pt x="483" y="755"/>
                    <a:pt x="242" y="755"/>
                    <a:pt x="121" y="755"/>
                  </a:cubicBezTo>
                  <a:cubicBezTo>
                    <a:pt x="157" y="790"/>
                    <a:pt x="202" y="805"/>
                    <a:pt x="252" y="805"/>
                  </a:cubicBezTo>
                  <a:cubicBezTo>
                    <a:pt x="373" y="805"/>
                    <a:pt x="519" y="719"/>
                    <a:pt x="604" y="634"/>
                  </a:cubicBezTo>
                  <a:cubicBezTo>
                    <a:pt x="755" y="634"/>
                    <a:pt x="755" y="513"/>
                    <a:pt x="876" y="39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47"/>
            <p:cNvSpPr/>
            <p:nvPr/>
          </p:nvSpPr>
          <p:spPr>
            <a:xfrm rot="5581598">
              <a:off x="-305642" y="4221692"/>
              <a:ext cx="88300" cy="39875"/>
            </a:xfrm>
            <a:custGeom>
              <a:avLst/>
              <a:gdLst/>
              <a:ahLst/>
              <a:cxnLst/>
              <a:rect l="l" t="t" r="r" b="b"/>
              <a:pathLst>
                <a:path w="3532" h="1595" extrusionOk="0">
                  <a:moveTo>
                    <a:pt x="3531" y="1"/>
                  </a:moveTo>
                  <a:cubicBezTo>
                    <a:pt x="3531" y="1"/>
                    <a:pt x="3411" y="272"/>
                    <a:pt x="3139" y="514"/>
                  </a:cubicBezTo>
                  <a:cubicBezTo>
                    <a:pt x="2898" y="876"/>
                    <a:pt x="2536" y="1148"/>
                    <a:pt x="2023" y="1389"/>
                  </a:cubicBezTo>
                  <a:cubicBezTo>
                    <a:pt x="1509" y="1510"/>
                    <a:pt x="1027" y="1510"/>
                    <a:pt x="634" y="1510"/>
                  </a:cubicBezTo>
                  <a:cubicBezTo>
                    <a:pt x="393" y="1389"/>
                    <a:pt x="121" y="1389"/>
                    <a:pt x="1" y="1268"/>
                  </a:cubicBezTo>
                  <a:lnTo>
                    <a:pt x="1" y="1268"/>
                  </a:lnTo>
                  <a:lnTo>
                    <a:pt x="121" y="1389"/>
                  </a:lnTo>
                  <a:cubicBezTo>
                    <a:pt x="272" y="1510"/>
                    <a:pt x="393" y="1510"/>
                    <a:pt x="514" y="1510"/>
                  </a:cubicBezTo>
                  <a:cubicBezTo>
                    <a:pt x="749" y="1567"/>
                    <a:pt x="980" y="1595"/>
                    <a:pt x="1204" y="1595"/>
                  </a:cubicBezTo>
                  <a:cubicBezTo>
                    <a:pt x="2045" y="1595"/>
                    <a:pt x="2790" y="1205"/>
                    <a:pt x="3290" y="514"/>
                  </a:cubicBezTo>
                  <a:cubicBezTo>
                    <a:pt x="3411" y="393"/>
                    <a:pt x="3411" y="272"/>
                    <a:pt x="3531" y="122"/>
                  </a:cubicBezTo>
                  <a:lnTo>
                    <a:pt x="353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47"/>
            <p:cNvSpPr/>
            <p:nvPr/>
          </p:nvSpPr>
          <p:spPr>
            <a:xfrm rot="5581598">
              <a:off x="-335247" y="4158064"/>
              <a:ext cx="27950" cy="82250"/>
            </a:xfrm>
            <a:custGeom>
              <a:avLst/>
              <a:gdLst/>
              <a:ahLst/>
              <a:cxnLst/>
              <a:rect l="l" t="t" r="r" b="b"/>
              <a:pathLst>
                <a:path w="1118" h="3290" extrusionOk="0">
                  <a:moveTo>
                    <a:pt x="1117" y="0"/>
                  </a:moveTo>
                  <a:cubicBezTo>
                    <a:pt x="876" y="513"/>
                    <a:pt x="755" y="1026"/>
                    <a:pt x="483" y="1509"/>
                  </a:cubicBezTo>
                  <a:cubicBezTo>
                    <a:pt x="363" y="2143"/>
                    <a:pt x="242" y="2656"/>
                    <a:pt x="1" y="3290"/>
                  </a:cubicBezTo>
                  <a:cubicBezTo>
                    <a:pt x="242" y="2656"/>
                    <a:pt x="483" y="2143"/>
                    <a:pt x="634" y="1660"/>
                  </a:cubicBezTo>
                  <a:cubicBezTo>
                    <a:pt x="876" y="1026"/>
                    <a:pt x="996" y="513"/>
                    <a:pt x="11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47"/>
            <p:cNvSpPr/>
            <p:nvPr/>
          </p:nvSpPr>
          <p:spPr>
            <a:xfrm rot="5581598">
              <a:off x="-312844" y="4322458"/>
              <a:ext cx="59625" cy="21900"/>
            </a:xfrm>
            <a:custGeom>
              <a:avLst/>
              <a:gdLst/>
              <a:ahLst/>
              <a:cxnLst/>
              <a:rect l="l" t="t" r="r" b="b"/>
              <a:pathLst>
                <a:path w="2385" h="876" extrusionOk="0">
                  <a:moveTo>
                    <a:pt x="1" y="1"/>
                  </a:moveTo>
                  <a:cubicBezTo>
                    <a:pt x="1" y="122"/>
                    <a:pt x="514" y="242"/>
                    <a:pt x="1117" y="363"/>
                  </a:cubicBezTo>
                  <a:cubicBezTo>
                    <a:pt x="1872" y="604"/>
                    <a:pt x="2385" y="876"/>
                    <a:pt x="2385" y="876"/>
                  </a:cubicBezTo>
                  <a:cubicBezTo>
                    <a:pt x="2023" y="604"/>
                    <a:pt x="1630" y="363"/>
                    <a:pt x="1268" y="363"/>
                  </a:cubicBezTo>
                  <a:cubicBezTo>
                    <a:pt x="876" y="122"/>
                    <a:pt x="363" y="122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47"/>
            <p:cNvSpPr/>
            <p:nvPr/>
          </p:nvSpPr>
          <p:spPr>
            <a:xfrm rot="5581598">
              <a:off x="-255633" y="4267109"/>
              <a:ext cx="9100" cy="9825"/>
            </a:xfrm>
            <a:custGeom>
              <a:avLst/>
              <a:gdLst/>
              <a:ahLst/>
              <a:cxnLst/>
              <a:rect l="l" t="t" r="r" b="b"/>
              <a:pathLst>
                <a:path w="364" h="393" extrusionOk="0">
                  <a:moveTo>
                    <a:pt x="363" y="1"/>
                  </a:moveTo>
                  <a:cubicBezTo>
                    <a:pt x="363" y="1"/>
                    <a:pt x="242" y="151"/>
                    <a:pt x="122" y="272"/>
                  </a:cubicBezTo>
                  <a:lnTo>
                    <a:pt x="1" y="393"/>
                  </a:lnTo>
                  <a:cubicBezTo>
                    <a:pt x="1" y="393"/>
                    <a:pt x="122" y="393"/>
                    <a:pt x="242" y="272"/>
                  </a:cubicBezTo>
                  <a:cubicBezTo>
                    <a:pt x="363" y="151"/>
                    <a:pt x="363" y="1"/>
                    <a:pt x="36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47"/>
            <p:cNvSpPr/>
            <p:nvPr/>
          </p:nvSpPr>
          <p:spPr>
            <a:xfrm rot="5581598">
              <a:off x="-272547" y="4248228"/>
              <a:ext cx="12100" cy="5150"/>
            </a:xfrm>
            <a:custGeom>
              <a:avLst/>
              <a:gdLst/>
              <a:ahLst/>
              <a:cxnLst/>
              <a:rect l="l" t="t" r="r" b="b"/>
              <a:pathLst>
                <a:path w="484" h="206" extrusionOk="0">
                  <a:moveTo>
                    <a:pt x="242" y="1"/>
                  </a:moveTo>
                  <a:cubicBezTo>
                    <a:pt x="122" y="152"/>
                    <a:pt x="1" y="152"/>
                    <a:pt x="1" y="152"/>
                  </a:cubicBezTo>
                  <a:cubicBezTo>
                    <a:pt x="1" y="192"/>
                    <a:pt x="14" y="205"/>
                    <a:pt x="37" y="205"/>
                  </a:cubicBezTo>
                  <a:cubicBezTo>
                    <a:pt x="81" y="205"/>
                    <a:pt x="162" y="152"/>
                    <a:pt x="242" y="152"/>
                  </a:cubicBezTo>
                  <a:cubicBezTo>
                    <a:pt x="363" y="152"/>
                    <a:pt x="484" y="1"/>
                    <a:pt x="36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47"/>
            <p:cNvSpPr/>
            <p:nvPr/>
          </p:nvSpPr>
          <p:spPr>
            <a:xfrm rot="5581598">
              <a:off x="-277134" y="4227130"/>
              <a:ext cx="12100" cy="3050"/>
            </a:xfrm>
            <a:custGeom>
              <a:avLst/>
              <a:gdLst/>
              <a:ahLst/>
              <a:cxnLst/>
              <a:rect l="l" t="t" r="r" b="b"/>
              <a:pathLst>
                <a:path w="484" h="122" extrusionOk="0">
                  <a:moveTo>
                    <a:pt x="1" y="1"/>
                  </a:moveTo>
                  <a:cubicBezTo>
                    <a:pt x="1" y="1"/>
                    <a:pt x="1" y="121"/>
                    <a:pt x="242" y="121"/>
                  </a:cubicBezTo>
                  <a:cubicBezTo>
                    <a:pt x="363" y="121"/>
                    <a:pt x="483" y="1"/>
                    <a:pt x="4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47"/>
            <p:cNvSpPr/>
            <p:nvPr/>
          </p:nvSpPr>
          <p:spPr>
            <a:xfrm rot="5581598">
              <a:off x="-270104" y="4208454"/>
              <a:ext cx="6075" cy="3050"/>
            </a:xfrm>
            <a:custGeom>
              <a:avLst/>
              <a:gdLst/>
              <a:ahLst/>
              <a:cxnLst/>
              <a:rect l="l" t="t" r="r" b="b"/>
              <a:pathLst>
                <a:path w="243" h="122" extrusionOk="0">
                  <a:moveTo>
                    <a:pt x="1" y="1"/>
                  </a:moveTo>
                  <a:cubicBezTo>
                    <a:pt x="1" y="122"/>
                    <a:pt x="1" y="122"/>
                    <a:pt x="122" y="122"/>
                  </a:cubicBezTo>
                  <a:cubicBezTo>
                    <a:pt x="122" y="122"/>
                    <a:pt x="242" y="122"/>
                    <a:pt x="24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47"/>
            <p:cNvSpPr/>
            <p:nvPr/>
          </p:nvSpPr>
          <p:spPr>
            <a:xfrm rot="5581598">
              <a:off x="-310811" y="3471799"/>
              <a:ext cx="380248" cy="242274"/>
            </a:xfrm>
            <a:custGeom>
              <a:avLst/>
              <a:gdLst/>
              <a:ahLst/>
              <a:cxnLst/>
              <a:rect l="l" t="t" r="r" b="b"/>
              <a:pathLst>
                <a:path w="15210" h="9691" extrusionOk="0">
                  <a:moveTo>
                    <a:pt x="13339" y="0"/>
                  </a:moveTo>
                  <a:cubicBezTo>
                    <a:pt x="11402" y="0"/>
                    <a:pt x="2697" y="2556"/>
                    <a:pt x="483" y="3293"/>
                  </a:cubicBezTo>
                  <a:lnTo>
                    <a:pt x="1" y="3414"/>
                  </a:lnTo>
                  <a:lnTo>
                    <a:pt x="1630" y="9691"/>
                  </a:lnTo>
                  <a:lnTo>
                    <a:pt x="9808" y="7669"/>
                  </a:lnTo>
                  <a:lnTo>
                    <a:pt x="8661" y="3293"/>
                  </a:lnTo>
                  <a:cubicBezTo>
                    <a:pt x="8661" y="3293"/>
                    <a:pt x="15210" y="4"/>
                    <a:pt x="13460" y="4"/>
                  </a:cubicBezTo>
                  <a:cubicBezTo>
                    <a:pt x="13423" y="1"/>
                    <a:pt x="13382" y="0"/>
                    <a:pt x="13339" y="0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47"/>
            <p:cNvSpPr/>
            <p:nvPr/>
          </p:nvSpPr>
          <p:spPr>
            <a:xfrm rot="5581598">
              <a:off x="-124193" y="3400670"/>
              <a:ext cx="6825" cy="28700"/>
            </a:xfrm>
            <a:custGeom>
              <a:avLst/>
              <a:gdLst/>
              <a:ahLst/>
              <a:cxnLst/>
              <a:rect l="l" t="t" r="r" b="b"/>
              <a:pathLst>
                <a:path w="273" h="1148" extrusionOk="0">
                  <a:moveTo>
                    <a:pt x="1" y="0"/>
                  </a:moveTo>
                  <a:lnTo>
                    <a:pt x="272" y="1147"/>
                  </a:lnTo>
                  <a:lnTo>
                    <a:pt x="272" y="1147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47"/>
            <p:cNvSpPr/>
            <p:nvPr/>
          </p:nvSpPr>
          <p:spPr>
            <a:xfrm rot="5581598">
              <a:off x="-135065" y="3405268"/>
              <a:ext cx="72450" cy="75475"/>
            </a:xfrm>
            <a:custGeom>
              <a:avLst/>
              <a:gdLst/>
              <a:ahLst/>
              <a:cxnLst/>
              <a:rect l="l" t="t" r="r" b="b"/>
              <a:pathLst>
                <a:path w="2898" h="3019" extrusionOk="0">
                  <a:moveTo>
                    <a:pt x="2897" y="0"/>
                  </a:moveTo>
                  <a:lnTo>
                    <a:pt x="0" y="755"/>
                  </a:lnTo>
                  <a:lnTo>
                    <a:pt x="242" y="1871"/>
                  </a:lnTo>
                  <a:lnTo>
                    <a:pt x="513" y="3018"/>
                  </a:lnTo>
                  <a:cubicBezTo>
                    <a:pt x="1268" y="2897"/>
                    <a:pt x="1871" y="2505"/>
                    <a:pt x="2264" y="2022"/>
                  </a:cubicBezTo>
                  <a:cubicBezTo>
                    <a:pt x="2626" y="1389"/>
                    <a:pt x="2897" y="755"/>
                    <a:pt x="2897" y="0"/>
                  </a:cubicBezTo>
                  <a:close/>
                </a:path>
              </a:pathLst>
            </a:custGeom>
            <a:solidFill>
              <a:srgbClr val="89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47"/>
            <p:cNvSpPr/>
            <p:nvPr/>
          </p:nvSpPr>
          <p:spPr>
            <a:xfrm rot="5581598">
              <a:off x="-212662" y="3535602"/>
              <a:ext cx="342523" cy="85275"/>
            </a:xfrm>
            <a:custGeom>
              <a:avLst/>
              <a:gdLst/>
              <a:ahLst/>
              <a:cxnLst/>
              <a:rect l="l" t="t" r="r" b="b"/>
              <a:pathLst>
                <a:path w="13701" h="3411" extrusionOk="0">
                  <a:moveTo>
                    <a:pt x="13460" y="0"/>
                  </a:moveTo>
                  <a:cubicBezTo>
                    <a:pt x="13580" y="0"/>
                    <a:pt x="13701" y="0"/>
                    <a:pt x="13701" y="121"/>
                  </a:cubicBezTo>
                  <a:lnTo>
                    <a:pt x="13701" y="0"/>
                  </a:lnTo>
                  <a:close/>
                  <a:moveTo>
                    <a:pt x="8420" y="1026"/>
                  </a:moveTo>
                  <a:lnTo>
                    <a:pt x="8420" y="1026"/>
                  </a:lnTo>
                  <a:cubicBezTo>
                    <a:pt x="7860" y="1166"/>
                    <a:pt x="7279" y="1319"/>
                    <a:pt x="6694" y="1476"/>
                  </a:cubicBezTo>
                  <a:lnTo>
                    <a:pt x="6694" y="1476"/>
                  </a:lnTo>
                  <a:cubicBezTo>
                    <a:pt x="7279" y="1323"/>
                    <a:pt x="7859" y="1172"/>
                    <a:pt x="8420" y="1026"/>
                  </a:cubicBezTo>
                  <a:close/>
                  <a:moveTo>
                    <a:pt x="6694" y="1476"/>
                  </a:moveTo>
                  <a:cubicBezTo>
                    <a:pt x="4260" y="2115"/>
                    <a:pt x="1728" y="2802"/>
                    <a:pt x="1" y="3410"/>
                  </a:cubicBezTo>
                  <a:lnTo>
                    <a:pt x="483" y="3289"/>
                  </a:lnTo>
                  <a:cubicBezTo>
                    <a:pt x="1516" y="2970"/>
                    <a:pt x="4130" y="2170"/>
                    <a:pt x="6694" y="1476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47"/>
            <p:cNvSpPr/>
            <p:nvPr/>
          </p:nvSpPr>
          <p:spPr>
            <a:xfrm rot="5581598">
              <a:off x="-214160" y="3534022"/>
              <a:ext cx="342523" cy="88275"/>
            </a:xfrm>
            <a:custGeom>
              <a:avLst/>
              <a:gdLst/>
              <a:ahLst/>
              <a:cxnLst/>
              <a:rect l="l" t="t" r="r" b="b"/>
              <a:pathLst>
                <a:path w="13701" h="3531" extrusionOk="0">
                  <a:moveTo>
                    <a:pt x="13309" y="0"/>
                  </a:moveTo>
                  <a:cubicBezTo>
                    <a:pt x="12554" y="0"/>
                    <a:pt x="10683" y="392"/>
                    <a:pt x="8420" y="1026"/>
                  </a:cubicBezTo>
                  <a:cubicBezTo>
                    <a:pt x="5402" y="1781"/>
                    <a:pt x="1751" y="2897"/>
                    <a:pt x="483" y="3289"/>
                  </a:cubicBezTo>
                  <a:lnTo>
                    <a:pt x="1" y="3410"/>
                  </a:lnTo>
                  <a:lnTo>
                    <a:pt x="121" y="3531"/>
                  </a:lnTo>
                  <a:lnTo>
                    <a:pt x="3018" y="2776"/>
                  </a:lnTo>
                  <a:lnTo>
                    <a:pt x="10804" y="755"/>
                  </a:lnTo>
                  <a:cubicBezTo>
                    <a:pt x="10804" y="755"/>
                    <a:pt x="11317" y="1630"/>
                    <a:pt x="11800" y="1630"/>
                  </a:cubicBezTo>
                  <a:cubicBezTo>
                    <a:pt x="11800" y="1630"/>
                    <a:pt x="13580" y="513"/>
                    <a:pt x="13701" y="121"/>
                  </a:cubicBezTo>
                  <a:cubicBezTo>
                    <a:pt x="13701" y="0"/>
                    <a:pt x="13580" y="0"/>
                    <a:pt x="13460" y="0"/>
                  </a:cubicBezTo>
                  <a:close/>
                </a:path>
              </a:pathLst>
            </a:custGeom>
            <a:solidFill>
              <a:srgbClr val="89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47"/>
            <p:cNvSpPr/>
            <p:nvPr/>
          </p:nvSpPr>
          <p:spPr>
            <a:xfrm rot="5581598">
              <a:off x="-106805" y="3435062"/>
              <a:ext cx="72450" cy="18875"/>
            </a:xfrm>
            <a:custGeom>
              <a:avLst/>
              <a:gdLst/>
              <a:ahLst/>
              <a:cxnLst/>
              <a:rect l="l" t="t" r="r" b="b"/>
              <a:pathLst>
                <a:path w="2898" h="755" extrusionOk="0">
                  <a:moveTo>
                    <a:pt x="2897" y="0"/>
                  </a:moveTo>
                  <a:lnTo>
                    <a:pt x="0" y="755"/>
                  </a:lnTo>
                  <a:lnTo>
                    <a:pt x="0" y="755"/>
                  </a:lnTo>
                  <a:lnTo>
                    <a:pt x="2897" y="0"/>
                  </a:lnTo>
                  <a:close/>
                </a:path>
              </a:pathLst>
            </a:custGeom>
            <a:solidFill>
              <a:srgbClr val="525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47"/>
            <p:cNvSpPr/>
            <p:nvPr/>
          </p:nvSpPr>
          <p:spPr>
            <a:xfrm rot="5581598">
              <a:off x="-212302" y="3529235"/>
              <a:ext cx="329698" cy="84525"/>
            </a:xfrm>
            <a:custGeom>
              <a:avLst/>
              <a:gdLst/>
              <a:ahLst/>
              <a:cxnLst/>
              <a:rect l="l" t="t" r="r" b="b"/>
              <a:pathLst>
                <a:path w="13188" h="3381" extrusionOk="0">
                  <a:moveTo>
                    <a:pt x="13188" y="1"/>
                  </a:moveTo>
                  <a:lnTo>
                    <a:pt x="11679" y="242"/>
                  </a:lnTo>
                  <a:cubicBezTo>
                    <a:pt x="10442" y="484"/>
                    <a:pt x="8661" y="876"/>
                    <a:pt x="6790" y="1359"/>
                  </a:cubicBezTo>
                  <a:cubicBezTo>
                    <a:pt x="4889" y="1872"/>
                    <a:pt x="3139" y="2385"/>
                    <a:pt x="1992" y="2747"/>
                  </a:cubicBezTo>
                  <a:lnTo>
                    <a:pt x="483" y="3139"/>
                  </a:lnTo>
                  <a:lnTo>
                    <a:pt x="121" y="3260"/>
                  </a:lnTo>
                  <a:lnTo>
                    <a:pt x="1" y="3381"/>
                  </a:lnTo>
                  <a:lnTo>
                    <a:pt x="121" y="3381"/>
                  </a:lnTo>
                  <a:lnTo>
                    <a:pt x="483" y="3260"/>
                  </a:lnTo>
                  <a:lnTo>
                    <a:pt x="1992" y="2868"/>
                  </a:lnTo>
                  <a:cubicBezTo>
                    <a:pt x="3260" y="2505"/>
                    <a:pt x="4889" y="1992"/>
                    <a:pt x="6790" y="1510"/>
                  </a:cubicBezTo>
                  <a:cubicBezTo>
                    <a:pt x="8782" y="997"/>
                    <a:pt x="10442" y="604"/>
                    <a:pt x="11679" y="363"/>
                  </a:cubicBezTo>
                  <a:lnTo>
                    <a:pt x="1318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47"/>
            <p:cNvSpPr/>
            <p:nvPr/>
          </p:nvSpPr>
          <p:spPr>
            <a:xfrm rot="5581598">
              <a:off x="-47398" y="3679539"/>
              <a:ext cx="28700" cy="24925"/>
            </a:xfrm>
            <a:custGeom>
              <a:avLst/>
              <a:gdLst/>
              <a:ahLst/>
              <a:cxnLst/>
              <a:rect l="l" t="t" r="r" b="b"/>
              <a:pathLst>
                <a:path w="1148" h="997" extrusionOk="0">
                  <a:moveTo>
                    <a:pt x="1" y="1"/>
                  </a:moveTo>
                  <a:lnTo>
                    <a:pt x="1" y="1"/>
                  </a:lnTo>
                  <a:cubicBezTo>
                    <a:pt x="122" y="514"/>
                    <a:pt x="514" y="997"/>
                    <a:pt x="1148" y="997"/>
                  </a:cubicBezTo>
                  <a:cubicBezTo>
                    <a:pt x="876" y="997"/>
                    <a:pt x="635" y="755"/>
                    <a:pt x="514" y="635"/>
                  </a:cubicBezTo>
                  <a:cubicBezTo>
                    <a:pt x="242" y="514"/>
                    <a:pt x="122" y="242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47"/>
            <p:cNvSpPr/>
            <p:nvPr/>
          </p:nvSpPr>
          <p:spPr>
            <a:xfrm rot="5581598">
              <a:off x="-77002" y="3622126"/>
              <a:ext cx="15875" cy="15850"/>
            </a:xfrm>
            <a:custGeom>
              <a:avLst/>
              <a:gdLst/>
              <a:ahLst/>
              <a:cxnLst/>
              <a:rect l="l" t="t" r="r" b="b"/>
              <a:pathLst>
                <a:path w="635" h="634" extrusionOk="0">
                  <a:moveTo>
                    <a:pt x="121" y="0"/>
                  </a:moveTo>
                  <a:lnTo>
                    <a:pt x="121" y="0"/>
                  </a:lnTo>
                  <a:cubicBezTo>
                    <a:pt x="0" y="151"/>
                    <a:pt x="121" y="272"/>
                    <a:pt x="393" y="392"/>
                  </a:cubicBezTo>
                  <a:cubicBezTo>
                    <a:pt x="513" y="513"/>
                    <a:pt x="634" y="634"/>
                    <a:pt x="634" y="634"/>
                  </a:cubicBezTo>
                  <a:cubicBezTo>
                    <a:pt x="634" y="634"/>
                    <a:pt x="634" y="513"/>
                    <a:pt x="393" y="272"/>
                  </a:cubicBezTo>
                  <a:lnTo>
                    <a:pt x="12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47"/>
            <p:cNvSpPr/>
            <p:nvPr/>
          </p:nvSpPr>
          <p:spPr>
            <a:xfrm rot="5581598">
              <a:off x="-85768" y="3612187"/>
              <a:ext cx="15125" cy="9825"/>
            </a:xfrm>
            <a:custGeom>
              <a:avLst/>
              <a:gdLst/>
              <a:ahLst/>
              <a:cxnLst/>
              <a:rect l="l" t="t" r="r" b="b"/>
              <a:pathLst>
                <a:path w="605" h="393" extrusionOk="0">
                  <a:moveTo>
                    <a:pt x="1" y="0"/>
                  </a:moveTo>
                  <a:cubicBezTo>
                    <a:pt x="1" y="121"/>
                    <a:pt x="121" y="121"/>
                    <a:pt x="242" y="242"/>
                  </a:cubicBezTo>
                  <a:cubicBezTo>
                    <a:pt x="483" y="392"/>
                    <a:pt x="604" y="392"/>
                    <a:pt x="604" y="392"/>
                  </a:cubicBezTo>
                  <a:cubicBezTo>
                    <a:pt x="604" y="392"/>
                    <a:pt x="483" y="242"/>
                    <a:pt x="363" y="121"/>
                  </a:cubicBezTo>
                  <a:cubicBezTo>
                    <a:pt x="121" y="12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47"/>
            <p:cNvSpPr/>
            <p:nvPr/>
          </p:nvSpPr>
          <p:spPr>
            <a:xfrm rot="5581598">
              <a:off x="-104417" y="3610026"/>
              <a:ext cx="21925" cy="5725"/>
            </a:xfrm>
            <a:custGeom>
              <a:avLst/>
              <a:gdLst/>
              <a:ahLst/>
              <a:cxnLst/>
              <a:rect l="l" t="t" r="r" b="b"/>
              <a:pathLst>
                <a:path w="877" h="229" extrusionOk="0">
                  <a:moveTo>
                    <a:pt x="809" y="1"/>
                  </a:moveTo>
                  <a:cubicBezTo>
                    <a:pt x="729" y="1"/>
                    <a:pt x="594" y="55"/>
                    <a:pt x="514" y="55"/>
                  </a:cubicBezTo>
                  <a:cubicBezTo>
                    <a:pt x="273" y="55"/>
                    <a:pt x="122" y="175"/>
                    <a:pt x="1" y="175"/>
                  </a:cubicBezTo>
                  <a:cubicBezTo>
                    <a:pt x="1" y="215"/>
                    <a:pt x="31" y="229"/>
                    <a:pt x="80" y="229"/>
                  </a:cubicBezTo>
                  <a:cubicBezTo>
                    <a:pt x="179" y="229"/>
                    <a:pt x="353" y="175"/>
                    <a:pt x="514" y="175"/>
                  </a:cubicBezTo>
                  <a:cubicBezTo>
                    <a:pt x="635" y="175"/>
                    <a:pt x="755" y="55"/>
                    <a:pt x="876" y="55"/>
                  </a:cubicBezTo>
                  <a:cubicBezTo>
                    <a:pt x="876" y="14"/>
                    <a:pt x="849" y="1"/>
                    <a:pt x="8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47"/>
            <p:cNvSpPr/>
            <p:nvPr/>
          </p:nvSpPr>
          <p:spPr>
            <a:xfrm rot="5581598">
              <a:off x="-119198" y="3609546"/>
              <a:ext cx="25675" cy="9075"/>
            </a:xfrm>
            <a:custGeom>
              <a:avLst/>
              <a:gdLst/>
              <a:ahLst/>
              <a:cxnLst/>
              <a:rect l="l" t="t" r="r" b="b"/>
              <a:pathLst>
                <a:path w="1027" h="363" extrusionOk="0">
                  <a:moveTo>
                    <a:pt x="1027" y="1"/>
                  </a:moveTo>
                  <a:cubicBezTo>
                    <a:pt x="755" y="1"/>
                    <a:pt x="635" y="1"/>
                    <a:pt x="514" y="122"/>
                  </a:cubicBezTo>
                  <a:cubicBezTo>
                    <a:pt x="273" y="242"/>
                    <a:pt x="1" y="363"/>
                    <a:pt x="1" y="363"/>
                  </a:cubicBezTo>
                  <a:cubicBezTo>
                    <a:pt x="273" y="363"/>
                    <a:pt x="393" y="242"/>
                    <a:pt x="514" y="242"/>
                  </a:cubicBezTo>
                  <a:cubicBezTo>
                    <a:pt x="635" y="122"/>
                    <a:pt x="876" y="122"/>
                    <a:pt x="102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47"/>
            <p:cNvSpPr/>
            <p:nvPr/>
          </p:nvSpPr>
          <p:spPr>
            <a:xfrm rot="5581598">
              <a:off x="-104342" y="3645873"/>
              <a:ext cx="40750" cy="17375"/>
            </a:xfrm>
            <a:custGeom>
              <a:avLst/>
              <a:gdLst/>
              <a:ahLst/>
              <a:cxnLst/>
              <a:rect l="l" t="t" r="r" b="b"/>
              <a:pathLst>
                <a:path w="1630" h="695" extrusionOk="0">
                  <a:moveTo>
                    <a:pt x="120" y="121"/>
                  </a:moveTo>
                  <a:cubicBezTo>
                    <a:pt x="120" y="121"/>
                    <a:pt x="121" y="121"/>
                    <a:pt x="121" y="121"/>
                  </a:cubicBezTo>
                  <a:cubicBezTo>
                    <a:pt x="121" y="121"/>
                    <a:pt x="121" y="122"/>
                    <a:pt x="121" y="122"/>
                  </a:cubicBezTo>
                  <a:lnTo>
                    <a:pt x="121" y="122"/>
                  </a:lnTo>
                  <a:cubicBezTo>
                    <a:pt x="121" y="122"/>
                    <a:pt x="120" y="121"/>
                    <a:pt x="120" y="121"/>
                  </a:cubicBezTo>
                  <a:close/>
                  <a:moveTo>
                    <a:pt x="1389" y="121"/>
                  </a:moveTo>
                  <a:cubicBezTo>
                    <a:pt x="1509" y="242"/>
                    <a:pt x="1630" y="242"/>
                    <a:pt x="1509" y="392"/>
                  </a:cubicBezTo>
                  <a:cubicBezTo>
                    <a:pt x="1389" y="513"/>
                    <a:pt x="1117" y="634"/>
                    <a:pt x="876" y="634"/>
                  </a:cubicBezTo>
                  <a:cubicBezTo>
                    <a:pt x="755" y="634"/>
                    <a:pt x="513" y="513"/>
                    <a:pt x="363" y="392"/>
                  </a:cubicBezTo>
                  <a:cubicBezTo>
                    <a:pt x="296" y="309"/>
                    <a:pt x="229" y="235"/>
                    <a:pt x="162" y="165"/>
                  </a:cubicBezTo>
                  <a:lnTo>
                    <a:pt x="162" y="165"/>
                  </a:lnTo>
                  <a:cubicBezTo>
                    <a:pt x="256" y="149"/>
                    <a:pt x="381" y="121"/>
                    <a:pt x="513" y="121"/>
                  </a:cubicBezTo>
                  <a:close/>
                  <a:moveTo>
                    <a:pt x="513" y="0"/>
                  </a:moveTo>
                  <a:cubicBezTo>
                    <a:pt x="402" y="89"/>
                    <a:pt x="243" y="112"/>
                    <a:pt x="118" y="119"/>
                  </a:cubicBezTo>
                  <a:lnTo>
                    <a:pt x="118" y="119"/>
                  </a:lnTo>
                  <a:cubicBezTo>
                    <a:pt x="79" y="78"/>
                    <a:pt x="40" y="3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106"/>
                    <a:pt x="99" y="119"/>
                  </a:cubicBezTo>
                  <a:lnTo>
                    <a:pt x="99" y="119"/>
                  </a:lnTo>
                  <a:cubicBezTo>
                    <a:pt x="62" y="121"/>
                    <a:pt x="28" y="121"/>
                    <a:pt x="0" y="121"/>
                  </a:cubicBezTo>
                  <a:cubicBezTo>
                    <a:pt x="0" y="161"/>
                    <a:pt x="27" y="174"/>
                    <a:pt x="73" y="174"/>
                  </a:cubicBezTo>
                  <a:cubicBezTo>
                    <a:pt x="89" y="174"/>
                    <a:pt x="107" y="173"/>
                    <a:pt x="127" y="170"/>
                  </a:cubicBezTo>
                  <a:lnTo>
                    <a:pt x="127" y="170"/>
                  </a:lnTo>
                  <a:cubicBezTo>
                    <a:pt x="153" y="281"/>
                    <a:pt x="258" y="408"/>
                    <a:pt x="363" y="513"/>
                  </a:cubicBezTo>
                  <a:cubicBezTo>
                    <a:pt x="559" y="634"/>
                    <a:pt x="785" y="694"/>
                    <a:pt x="1008" y="694"/>
                  </a:cubicBezTo>
                  <a:cubicBezTo>
                    <a:pt x="1230" y="694"/>
                    <a:pt x="1449" y="634"/>
                    <a:pt x="1630" y="513"/>
                  </a:cubicBezTo>
                  <a:lnTo>
                    <a:pt x="1630" y="242"/>
                  </a:lnTo>
                  <a:cubicBezTo>
                    <a:pt x="1630" y="121"/>
                    <a:pt x="1509" y="121"/>
                    <a:pt x="1509" y="121"/>
                  </a:cubicBezTo>
                  <a:cubicBezTo>
                    <a:pt x="1389" y="121"/>
                    <a:pt x="1268" y="0"/>
                    <a:pt x="11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47"/>
            <p:cNvSpPr/>
            <p:nvPr/>
          </p:nvSpPr>
          <p:spPr>
            <a:xfrm rot="5581598">
              <a:off x="-100960" y="3619045"/>
              <a:ext cx="18875" cy="28700"/>
            </a:xfrm>
            <a:custGeom>
              <a:avLst/>
              <a:gdLst/>
              <a:ahLst/>
              <a:cxnLst/>
              <a:rect l="l" t="t" r="r" b="b"/>
              <a:pathLst>
                <a:path w="755" h="1148" extrusionOk="0">
                  <a:moveTo>
                    <a:pt x="513" y="1"/>
                  </a:moveTo>
                  <a:lnTo>
                    <a:pt x="513" y="1"/>
                  </a:lnTo>
                  <a:cubicBezTo>
                    <a:pt x="514" y="2"/>
                    <a:pt x="634" y="123"/>
                    <a:pt x="634" y="393"/>
                  </a:cubicBezTo>
                  <a:cubicBezTo>
                    <a:pt x="634" y="272"/>
                    <a:pt x="634" y="122"/>
                    <a:pt x="513" y="1"/>
                  </a:cubicBezTo>
                  <a:close/>
                  <a:moveTo>
                    <a:pt x="513" y="1"/>
                  </a:moveTo>
                  <a:cubicBezTo>
                    <a:pt x="512" y="2"/>
                    <a:pt x="392" y="122"/>
                    <a:pt x="272" y="272"/>
                  </a:cubicBezTo>
                  <a:cubicBezTo>
                    <a:pt x="151" y="393"/>
                    <a:pt x="151" y="514"/>
                    <a:pt x="151" y="635"/>
                  </a:cubicBezTo>
                  <a:cubicBezTo>
                    <a:pt x="0" y="755"/>
                    <a:pt x="0" y="876"/>
                    <a:pt x="0" y="876"/>
                  </a:cubicBezTo>
                  <a:cubicBezTo>
                    <a:pt x="0" y="1027"/>
                    <a:pt x="151" y="1148"/>
                    <a:pt x="272" y="1148"/>
                  </a:cubicBezTo>
                  <a:cubicBezTo>
                    <a:pt x="513" y="1148"/>
                    <a:pt x="634" y="876"/>
                    <a:pt x="634" y="755"/>
                  </a:cubicBezTo>
                  <a:cubicBezTo>
                    <a:pt x="634" y="635"/>
                    <a:pt x="755" y="514"/>
                    <a:pt x="634" y="393"/>
                  </a:cubicBezTo>
                  <a:cubicBezTo>
                    <a:pt x="634" y="514"/>
                    <a:pt x="634" y="635"/>
                    <a:pt x="513" y="755"/>
                  </a:cubicBezTo>
                  <a:cubicBezTo>
                    <a:pt x="513" y="876"/>
                    <a:pt x="392" y="1027"/>
                    <a:pt x="272" y="1027"/>
                  </a:cubicBezTo>
                  <a:cubicBezTo>
                    <a:pt x="151" y="1027"/>
                    <a:pt x="151" y="876"/>
                    <a:pt x="151" y="755"/>
                  </a:cubicBezTo>
                  <a:cubicBezTo>
                    <a:pt x="272" y="635"/>
                    <a:pt x="272" y="514"/>
                    <a:pt x="272" y="393"/>
                  </a:cubicBezTo>
                  <a:cubicBezTo>
                    <a:pt x="392" y="123"/>
                    <a:pt x="512" y="2"/>
                    <a:pt x="5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7"/>
            <p:cNvSpPr/>
            <p:nvPr/>
          </p:nvSpPr>
          <p:spPr>
            <a:xfrm rot="5581598">
              <a:off x="-135485" y="3420676"/>
              <a:ext cx="56625" cy="59625"/>
            </a:xfrm>
            <a:custGeom>
              <a:avLst/>
              <a:gdLst/>
              <a:ahLst/>
              <a:cxnLst/>
              <a:rect l="l" t="t" r="r" b="b"/>
              <a:pathLst>
                <a:path w="2265" h="2385" extrusionOk="0">
                  <a:moveTo>
                    <a:pt x="2264" y="0"/>
                  </a:moveTo>
                  <a:lnTo>
                    <a:pt x="2264" y="0"/>
                  </a:lnTo>
                  <a:cubicBezTo>
                    <a:pt x="2144" y="996"/>
                    <a:pt x="1510" y="1871"/>
                    <a:pt x="484" y="2263"/>
                  </a:cubicBezTo>
                  <a:cubicBezTo>
                    <a:pt x="1510" y="1992"/>
                    <a:pt x="2264" y="996"/>
                    <a:pt x="2264" y="0"/>
                  </a:cubicBezTo>
                  <a:close/>
                  <a:moveTo>
                    <a:pt x="484" y="2263"/>
                  </a:moveTo>
                  <a:lnTo>
                    <a:pt x="484" y="2263"/>
                  </a:lnTo>
                  <a:cubicBezTo>
                    <a:pt x="122" y="2384"/>
                    <a:pt x="1" y="2384"/>
                    <a:pt x="1" y="2384"/>
                  </a:cubicBezTo>
                  <a:lnTo>
                    <a:pt x="122" y="2384"/>
                  </a:lnTo>
                  <a:cubicBezTo>
                    <a:pt x="242" y="2384"/>
                    <a:pt x="363" y="2384"/>
                    <a:pt x="484" y="226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7"/>
            <p:cNvSpPr/>
            <p:nvPr/>
          </p:nvSpPr>
          <p:spPr>
            <a:xfrm rot="5581598">
              <a:off x="-185620" y="3407683"/>
              <a:ext cx="21900" cy="81500"/>
            </a:xfrm>
            <a:custGeom>
              <a:avLst/>
              <a:gdLst/>
              <a:ahLst/>
              <a:cxnLst/>
              <a:rect l="l" t="t" r="r" b="b"/>
              <a:pathLst>
                <a:path w="876" h="3260" extrusionOk="0">
                  <a:moveTo>
                    <a:pt x="0" y="1"/>
                  </a:moveTo>
                  <a:lnTo>
                    <a:pt x="0" y="1"/>
                  </a:lnTo>
                  <a:cubicBezTo>
                    <a:pt x="121" y="484"/>
                    <a:pt x="242" y="1117"/>
                    <a:pt x="363" y="1630"/>
                  </a:cubicBezTo>
                  <a:cubicBezTo>
                    <a:pt x="483" y="2264"/>
                    <a:pt x="634" y="2747"/>
                    <a:pt x="876" y="3260"/>
                  </a:cubicBezTo>
                  <a:cubicBezTo>
                    <a:pt x="755" y="2747"/>
                    <a:pt x="634" y="2143"/>
                    <a:pt x="483" y="1630"/>
                  </a:cubicBezTo>
                  <a:cubicBezTo>
                    <a:pt x="363" y="996"/>
                    <a:pt x="121" y="483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7"/>
            <p:cNvSpPr/>
            <p:nvPr/>
          </p:nvSpPr>
          <p:spPr>
            <a:xfrm rot="5581598">
              <a:off x="-99401" y="3532093"/>
              <a:ext cx="56600" cy="15875"/>
            </a:xfrm>
            <a:custGeom>
              <a:avLst/>
              <a:gdLst/>
              <a:ahLst/>
              <a:cxnLst/>
              <a:rect l="l" t="t" r="r" b="b"/>
              <a:pathLst>
                <a:path w="2264" h="635" extrusionOk="0">
                  <a:moveTo>
                    <a:pt x="2264" y="1"/>
                  </a:moveTo>
                  <a:cubicBezTo>
                    <a:pt x="1902" y="1"/>
                    <a:pt x="1509" y="121"/>
                    <a:pt x="1147" y="121"/>
                  </a:cubicBezTo>
                  <a:cubicBezTo>
                    <a:pt x="634" y="242"/>
                    <a:pt x="272" y="363"/>
                    <a:pt x="1" y="634"/>
                  </a:cubicBezTo>
                  <a:cubicBezTo>
                    <a:pt x="1" y="634"/>
                    <a:pt x="514" y="484"/>
                    <a:pt x="1147" y="242"/>
                  </a:cubicBezTo>
                  <a:cubicBezTo>
                    <a:pt x="1781" y="121"/>
                    <a:pt x="2264" y="1"/>
                    <a:pt x="226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7"/>
            <p:cNvSpPr/>
            <p:nvPr/>
          </p:nvSpPr>
          <p:spPr>
            <a:xfrm rot="5581598">
              <a:off x="-79608" y="3465617"/>
              <a:ext cx="3050" cy="12850"/>
            </a:xfrm>
            <a:custGeom>
              <a:avLst/>
              <a:gdLst/>
              <a:ahLst/>
              <a:cxnLst/>
              <a:rect l="l" t="t" r="r" b="b"/>
              <a:pathLst>
                <a:path w="122" h="514" extrusionOk="0">
                  <a:moveTo>
                    <a:pt x="122" y="1"/>
                  </a:moveTo>
                  <a:cubicBezTo>
                    <a:pt x="122" y="1"/>
                    <a:pt x="122" y="151"/>
                    <a:pt x="1" y="272"/>
                  </a:cubicBezTo>
                  <a:lnTo>
                    <a:pt x="1" y="514"/>
                  </a:lnTo>
                  <a:cubicBezTo>
                    <a:pt x="1" y="514"/>
                    <a:pt x="122" y="393"/>
                    <a:pt x="122" y="272"/>
                  </a:cubicBezTo>
                  <a:lnTo>
                    <a:pt x="12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7"/>
            <p:cNvSpPr/>
            <p:nvPr/>
          </p:nvSpPr>
          <p:spPr>
            <a:xfrm rot="5581598">
              <a:off x="-105872" y="3457224"/>
              <a:ext cx="9075" cy="9075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242" y="1"/>
                  </a:moveTo>
                  <a:cubicBezTo>
                    <a:pt x="242" y="1"/>
                    <a:pt x="242" y="121"/>
                    <a:pt x="121" y="121"/>
                  </a:cubicBezTo>
                  <a:cubicBezTo>
                    <a:pt x="121" y="242"/>
                    <a:pt x="0" y="363"/>
                    <a:pt x="121" y="363"/>
                  </a:cubicBezTo>
                  <a:lnTo>
                    <a:pt x="242" y="242"/>
                  </a:lnTo>
                  <a:cubicBezTo>
                    <a:pt x="242" y="121"/>
                    <a:pt x="362" y="1"/>
                    <a:pt x="24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47"/>
            <p:cNvSpPr/>
            <p:nvPr/>
          </p:nvSpPr>
          <p:spPr>
            <a:xfrm rot="5581598">
              <a:off x="-121656" y="3439723"/>
              <a:ext cx="10750" cy="9075"/>
            </a:xfrm>
            <a:custGeom>
              <a:avLst/>
              <a:gdLst/>
              <a:ahLst/>
              <a:cxnLst/>
              <a:rect l="l" t="t" r="r" b="b"/>
              <a:pathLst>
                <a:path w="430" h="363" extrusionOk="0">
                  <a:moveTo>
                    <a:pt x="430" y="0"/>
                  </a:moveTo>
                  <a:cubicBezTo>
                    <a:pt x="429" y="0"/>
                    <a:pt x="309" y="121"/>
                    <a:pt x="188" y="242"/>
                  </a:cubicBezTo>
                  <a:cubicBezTo>
                    <a:pt x="75" y="242"/>
                    <a:pt x="68" y="242"/>
                    <a:pt x="67" y="342"/>
                  </a:cubicBezTo>
                  <a:lnTo>
                    <a:pt x="67" y="342"/>
                  </a:lnTo>
                  <a:cubicBezTo>
                    <a:pt x="116" y="326"/>
                    <a:pt x="200" y="296"/>
                    <a:pt x="309" y="242"/>
                  </a:cubicBezTo>
                  <a:cubicBezTo>
                    <a:pt x="430" y="242"/>
                    <a:pt x="430" y="121"/>
                    <a:pt x="430" y="0"/>
                  </a:cubicBezTo>
                  <a:close/>
                  <a:moveTo>
                    <a:pt x="67" y="342"/>
                  </a:moveTo>
                  <a:lnTo>
                    <a:pt x="67" y="342"/>
                  </a:lnTo>
                  <a:cubicBezTo>
                    <a:pt x="8" y="362"/>
                    <a:pt x="1" y="362"/>
                    <a:pt x="67" y="362"/>
                  </a:cubicBezTo>
                  <a:cubicBezTo>
                    <a:pt x="67" y="355"/>
                    <a:pt x="67" y="349"/>
                    <a:pt x="67" y="34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47"/>
            <p:cNvSpPr/>
            <p:nvPr/>
          </p:nvSpPr>
          <p:spPr>
            <a:xfrm rot="5581598">
              <a:off x="-127484" y="3425781"/>
              <a:ext cx="6075" cy="3025"/>
            </a:xfrm>
            <a:custGeom>
              <a:avLst/>
              <a:gdLst/>
              <a:ahLst/>
              <a:cxnLst/>
              <a:rect l="l" t="t" r="r" b="b"/>
              <a:pathLst>
                <a:path w="243" h="121" extrusionOk="0">
                  <a:moveTo>
                    <a:pt x="121" y="0"/>
                  </a:moveTo>
                  <a:lnTo>
                    <a:pt x="1" y="121"/>
                  </a:lnTo>
                  <a:lnTo>
                    <a:pt x="121" y="121"/>
                  </a:lnTo>
                  <a:cubicBezTo>
                    <a:pt x="242" y="121"/>
                    <a:pt x="242" y="0"/>
                    <a:pt x="2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7"/>
            <p:cNvSpPr/>
            <p:nvPr/>
          </p:nvSpPr>
          <p:spPr>
            <a:xfrm rot="5581598">
              <a:off x="-1842607" y="2702503"/>
              <a:ext cx="1678616" cy="1772916"/>
            </a:xfrm>
            <a:custGeom>
              <a:avLst/>
              <a:gdLst/>
              <a:ahLst/>
              <a:cxnLst/>
              <a:rect l="l" t="t" r="r" b="b"/>
              <a:pathLst>
                <a:path w="67145" h="70917" extrusionOk="0">
                  <a:moveTo>
                    <a:pt x="36696" y="0"/>
                  </a:moveTo>
                  <a:lnTo>
                    <a:pt x="24383" y="2264"/>
                  </a:lnTo>
                  <a:lnTo>
                    <a:pt x="28276" y="34583"/>
                  </a:lnTo>
                  <a:cubicBezTo>
                    <a:pt x="28276" y="34583"/>
                    <a:pt x="8661" y="48284"/>
                    <a:pt x="7273" y="49038"/>
                  </a:cubicBezTo>
                  <a:cubicBezTo>
                    <a:pt x="5885" y="49944"/>
                    <a:pt x="0" y="58997"/>
                    <a:pt x="0" y="58997"/>
                  </a:cubicBezTo>
                  <a:lnTo>
                    <a:pt x="13942" y="70917"/>
                  </a:lnTo>
                  <a:cubicBezTo>
                    <a:pt x="13942" y="70917"/>
                    <a:pt x="43998" y="58484"/>
                    <a:pt x="49159" y="55587"/>
                  </a:cubicBezTo>
                  <a:cubicBezTo>
                    <a:pt x="53172" y="53323"/>
                    <a:pt x="67144" y="9204"/>
                    <a:pt x="67144" y="9204"/>
                  </a:cubicBezTo>
                  <a:lnTo>
                    <a:pt x="53927" y="5794"/>
                  </a:lnTo>
                  <a:lnTo>
                    <a:pt x="42610" y="43516"/>
                  </a:lnTo>
                  <a:cubicBezTo>
                    <a:pt x="42248" y="44512"/>
                    <a:pt x="41494" y="45266"/>
                    <a:pt x="40468" y="45538"/>
                  </a:cubicBezTo>
                  <a:cubicBezTo>
                    <a:pt x="38597" y="46171"/>
                    <a:pt x="35579" y="47047"/>
                    <a:pt x="32169" y="48042"/>
                  </a:cubicBezTo>
                  <a:lnTo>
                    <a:pt x="33195" y="47288"/>
                  </a:lnTo>
                  <a:cubicBezTo>
                    <a:pt x="33195" y="47288"/>
                    <a:pt x="41735" y="42761"/>
                    <a:pt x="41101" y="36213"/>
                  </a:cubicBezTo>
                  <a:cubicBezTo>
                    <a:pt x="40588" y="31324"/>
                    <a:pt x="36696" y="0"/>
                    <a:pt x="3669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7"/>
            <p:cNvSpPr/>
            <p:nvPr/>
          </p:nvSpPr>
          <p:spPr>
            <a:xfrm rot="5581598">
              <a:off x="-1758906" y="3239309"/>
              <a:ext cx="811021" cy="239174"/>
            </a:xfrm>
            <a:custGeom>
              <a:avLst/>
              <a:gdLst/>
              <a:ahLst/>
              <a:cxnLst/>
              <a:rect l="l" t="t" r="r" b="b"/>
              <a:pathLst>
                <a:path w="32441" h="9567" extrusionOk="0">
                  <a:moveTo>
                    <a:pt x="32441" y="0"/>
                  </a:moveTo>
                  <a:cubicBezTo>
                    <a:pt x="32320" y="0"/>
                    <a:pt x="32199" y="121"/>
                    <a:pt x="32079" y="121"/>
                  </a:cubicBezTo>
                  <a:lnTo>
                    <a:pt x="31204" y="634"/>
                  </a:lnTo>
                  <a:cubicBezTo>
                    <a:pt x="29182" y="1026"/>
                    <a:pt x="27160" y="1509"/>
                    <a:pt x="25289" y="2143"/>
                  </a:cubicBezTo>
                  <a:cubicBezTo>
                    <a:pt x="22633" y="2897"/>
                    <a:pt x="19616" y="4044"/>
                    <a:pt x="16236" y="5040"/>
                  </a:cubicBezTo>
                  <a:cubicBezTo>
                    <a:pt x="14093" y="5794"/>
                    <a:pt x="11951" y="6428"/>
                    <a:pt x="9959" y="6790"/>
                  </a:cubicBezTo>
                  <a:cubicBezTo>
                    <a:pt x="7937" y="7303"/>
                    <a:pt x="6187" y="7303"/>
                    <a:pt x="4678" y="7665"/>
                  </a:cubicBezTo>
                  <a:cubicBezTo>
                    <a:pt x="3410" y="7937"/>
                    <a:pt x="2264" y="8299"/>
                    <a:pt x="1147" y="8812"/>
                  </a:cubicBezTo>
                  <a:cubicBezTo>
                    <a:pt x="906" y="9054"/>
                    <a:pt x="634" y="9174"/>
                    <a:pt x="272" y="9325"/>
                  </a:cubicBezTo>
                  <a:cubicBezTo>
                    <a:pt x="272" y="9446"/>
                    <a:pt x="151" y="9446"/>
                    <a:pt x="0" y="9567"/>
                  </a:cubicBezTo>
                  <a:cubicBezTo>
                    <a:pt x="151" y="9567"/>
                    <a:pt x="272" y="9446"/>
                    <a:pt x="393" y="9446"/>
                  </a:cubicBezTo>
                  <a:cubicBezTo>
                    <a:pt x="513" y="9325"/>
                    <a:pt x="906" y="9174"/>
                    <a:pt x="1268" y="8933"/>
                  </a:cubicBezTo>
                  <a:cubicBezTo>
                    <a:pt x="2264" y="8420"/>
                    <a:pt x="3410" y="8058"/>
                    <a:pt x="4678" y="7816"/>
                  </a:cubicBezTo>
                  <a:cubicBezTo>
                    <a:pt x="6187" y="7545"/>
                    <a:pt x="7937" y="7424"/>
                    <a:pt x="9959" y="7062"/>
                  </a:cubicBezTo>
                  <a:cubicBezTo>
                    <a:pt x="12071" y="6549"/>
                    <a:pt x="14214" y="6036"/>
                    <a:pt x="16356" y="5281"/>
                  </a:cubicBezTo>
                  <a:cubicBezTo>
                    <a:pt x="19616" y="4165"/>
                    <a:pt x="22784" y="3139"/>
                    <a:pt x="25289" y="2384"/>
                  </a:cubicBezTo>
                  <a:cubicBezTo>
                    <a:pt x="27914" y="1509"/>
                    <a:pt x="29936" y="1026"/>
                    <a:pt x="31204" y="755"/>
                  </a:cubicBezTo>
                  <a:lnTo>
                    <a:pt x="32079" y="272"/>
                  </a:lnTo>
                  <a:cubicBezTo>
                    <a:pt x="32199" y="121"/>
                    <a:pt x="32320" y="121"/>
                    <a:pt x="3244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7"/>
            <p:cNvSpPr/>
            <p:nvPr/>
          </p:nvSpPr>
          <p:spPr>
            <a:xfrm rot="5581598">
              <a:off x="-1816674" y="3057291"/>
              <a:ext cx="125999" cy="164999"/>
            </a:xfrm>
            <a:custGeom>
              <a:avLst/>
              <a:gdLst/>
              <a:ahLst/>
              <a:cxnLst/>
              <a:rect l="l" t="t" r="r" b="b"/>
              <a:pathLst>
                <a:path w="5040" h="6600" extrusionOk="0">
                  <a:moveTo>
                    <a:pt x="1076" y="1"/>
                  </a:moveTo>
                  <a:cubicBezTo>
                    <a:pt x="844" y="1"/>
                    <a:pt x="649" y="86"/>
                    <a:pt x="393" y="172"/>
                  </a:cubicBezTo>
                  <a:cubicBezTo>
                    <a:pt x="242" y="172"/>
                    <a:pt x="121" y="172"/>
                    <a:pt x="0" y="292"/>
                  </a:cubicBezTo>
                  <a:cubicBezTo>
                    <a:pt x="513" y="172"/>
                    <a:pt x="876" y="172"/>
                    <a:pt x="1389" y="172"/>
                  </a:cubicBezTo>
                  <a:cubicBezTo>
                    <a:pt x="2022" y="292"/>
                    <a:pt x="2505" y="443"/>
                    <a:pt x="2897" y="685"/>
                  </a:cubicBezTo>
                  <a:cubicBezTo>
                    <a:pt x="4165" y="1198"/>
                    <a:pt x="4768" y="2435"/>
                    <a:pt x="4768" y="3702"/>
                  </a:cubicBezTo>
                  <a:cubicBezTo>
                    <a:pt x="4768" y="4336"/>
                    <a:pt x="4768" y="4819"/>
                    <a:pt x="4527" y="5332"/>
                  </a:cubicBezTo>
                  <a:cubicBezTo>
                    <a:pt x="4406" y="5724"/>
                    <a:pt x="4165" y="6207"/>
                    <a:pt x="3773" y="6599"/>
                  </a:cubicBezTo>
                  <a:cubicBezTo>
                    <a:pt x="3893" y="6479"/>
                    <a:pt x="4014" y="6479"/>
                    <a:pt x="4014" y="6328"/>
                  </a:cubicBezTo>
                  <a:cubicBezTo>
                    <a:pt x="4406" y="6086"/>
                    <a:pt x="4527" y="5724"/>
                    <a:pt x="4648" y="5332"/>
                  </a:cubicBezTo>
                  <a:cubicBezTo>
                    <a:pt x="4919" y="4819"/>
                    <a:pt x="5040" y="4336"/>
                    <a:pt x="5040" y="3702"/>
                  </a:cubicBezTo>
                  <a:cubicBezTo>
                    <a:pt x="5040" y="2314"/>
                    <a:pt x="4286" y="1047"/>
                    <a:pt x="3018" y="443"/>
                  </a:cubicBezTo>
                  <a:cubicBezTo>
                    <a:pt x="2505" y="172"/>
                    <a:pt x="2022" y="51"/>
                    <a:pt x="1389" y="51"/>
                  </a:cubicBezTo>
                  <a:cubicBezTo>
                    <a:pt x="1274" y="16"/>
                    <a:pt x="1172" y="1"/>
                    <a:pt x="107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7"/>
            <p:cNvSpPr/>
            <p:nvPr/>
          </p:nvSpPr>
          <p:spPr>
            <a:xfrm rot="5581598">
              <a:off x="-1332607" y="3802117"/>
              <a:ext cx="91300" cy="43800"/>
            </a:xfrm>
            <a:custGeom>
              <a:avLst/>
              <a:gdLst/>
              <a:ahLst/>
              <a:cxnLst/>
              <a:rect l="l" t="t" r="r" b="b"/>
              <a:pathLst>
                <a:path w="3652" h="1752" extrusionOk="0">
                  <a:moveTo>
                    <a:pt x="0" y="1"/>
                  </a:moveTo>
                  <a:cubicBezTo>
                    <a:pt x="996" y="876"/>
                    <a:pt x="2263" y="1510"/>
                    <a:pt x="3652" y="1751"/>
                  </a:cubicBezTo>
                  <a:cubicBezTo>
                    <a:pt x="3018" y="1510"/>
                    <a:pt x="2384" y="1118"/>
                    <a:pt x="1871" y="876"/>
                  </a:cubicBezTo>
                  <a:cubicBezTo>
                    <a:pt x="1268" y="605"/>
                    <a:pt x="634" y="242"/>
                    <a:pt x="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7"/>
            <p:cNvSpPr/>
            <p:nvPr/>
          </p:nvSpPr>
          <p:spPr>
            <a:xfrm rot="5581598">
              <a:off x="-1355426" y="3761047"/>
              <a:ext cx="82250" cy="88300"/>
            </a:xfrm>
            <a:custGeom>
              <a:avLst/>
              <a:gdLst/>
              <a:ahLst/>
              <a:cxnLst/>
              <a:rect l="l" t="t" r="r" b="b"/>
              <a:pathLst>
                <a:path w="3290" h="3532" extrusionOk="0">
                  <a:moveTo>
                    <a:pt x="0" y="0"/>
                  </a:moveTo>
                  <a:lnTo>
                    <a:pt x="0" y="0"/>
                  </a:lnTo>
                  <a:cubicBezTo>
                    <a:pt x="392" y="755"/>
                    <a:pt x="875" y="1389"/>
                    <a:pt x="1388" y="2022"/>
                  </a:cubicBezTo>
                  <a:cubicBezTo>
                    <a:pt x="1901" y="2626"/>
                    <a:pt x="2535" y="3139"/>
                    <a:pt x="3289" y="3531"/>
                  </a:cubicBezTo>
                  <a:cubicBezTo>
                    <a:pt x="3289" y="3531"/>
                    <a:pt x="2535" y="2777"/>
                    <a:pt x="1630" y="1751"/>
                  </a:cubicBezTo>
                  <a:cubicBezTo>
                    <a:pt x="755" y="755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47"/>
            <p:cNvSpPr/>
            <p:nvPr/>
          </p:nvSpPr>
          <p:spPr>
            <a:xfrm rot="5581598">
              <a:off x="-581321" y="4215974"/>
              <a:ext cx="317648" cy="100774"/>
            </a:xfrm>
            <a:custGeom>
              <a:avLst/>
              <a:gdLst/>
              <a:ahLst/>
              <a:cxnLst/>
              <a:rect l="l" t="t" r="r" b="b"/>
              <a:pathLst>
                <a:path w="12706" h="4031" extrusionOk="0">
                  <a:moveTo>
                    <a:pt x="1" y="0"/>
                  </a:moveTo>
                  <a:cubicBezTo>
                    <a:pt x="1" y="121"/>
                    <a:pt x="2777" y="996"/>
                    <a:pt x="6277" y="2143"/>
                  </a:cubicBezTo>
                  <a:cubicBezTo>
                    <a:pt x="9548" y="3177"/>
                    <a:pt x="12275" y="4030"/>
                    <a:pt x="12659" y="4030"/>
                  </a:cubicBezTo>
                  <a:cubicBezTo>
                    <a:pt x="12689" y="4030"/>
                    <a:pt x="12705" y="4025"/>
                    <a:pt x="12705" y="4014"/>
                  </a:cubicBezTo>
                  <a:cubicBezTo>
                    <a:pt x="12705" y="4014"/>
                    <a:pt x="9808" y="3018"/>
                    <a:pt x="6398" y="1901"/>
                  </a:cubicBezTo>
                  <a:cubicBezTo>
                    <a:pt x="2898" y="755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47"/>
            <p:cNvSpPr/>
            <p:nvPr/>
          </p:nvSpPr>
          <p:spPr>
            <a:xfrm rot="5581598">
              <a:off x="-397713" y="3540908"/>
              <a:ext cx="314623" cy="43800"/>
            </a:xfrm>
            <a:custGeom>
              <a:avLst/>
              <a:gdLst/>
              <a:ahLst/>
              <a:cxnLst/>
              <a:rect l="l" t="t" r="r" b="b"/>
              <a:pathLst>
                <a:path w="12585" h="1752" extrusionOk="0">
                  <a:moveTo>
                    <a:pt x="12585" y="1"/>
                  </a:moveTo>
                  <a:cubicBezTo>
                    <a:pt x="11951" y="1"/>
                    <a:pt x="11317" y="122"/>
                    <a:pt x="10683" y="242"/>
                  </a:cubicBezTo>
                  <a:cubicBezTo>
                    <a:pt x="9567" y="363"/>
                    <a:pt x="8058" y="635"/>
                    <a:pt x="6308" y="876"/>
                  </a:cubicBezTo>
                  <a:cubicBezTo>
                    <a:pt x="4527" y="1117"/>
                    <a:pt x="3018" y="1268"/>
                    <a:pt x="1902" y="1510"/>
                  </a:cubicBezTo>
                  <a:cubicBezTo>
                    <a:pt x="1268" y="1510"/>
                    <a:pt x="755" y="1630"/>
                    <a:pt x="514" y="1630"/>
                  </a:cubicBezTo>
                  <a:cubicBezTo>
                    <a:pt x="272" y="1630"/>
                    <a:pt x="121" y="1751"/>
                    <a:pt x="1" y="1751"/>
                  </a:cubicBezTo>
                  <a:lnTo>
                    <a:pt x="514" y="1751"/>
                  </a:lnTo>
                  <a:lnTo>
                    <a:pt x="1902" y="1630"/>
                  </a:lnTo>
                  <a:cubicBezTo>
                    <a:pt x="3018" y="1510"/>
                    <a:pt x="4527" y="1389"/>
                    <a:pt x="6308" y="1117"/>
                  </a:cubicBezTo>
                  <a:cubicBezTo>
                    <a:pt x="8058" y="876"/>
                    <a:pt x="9567" y="635"/>
                    <a:pt x="10683" y="363"/>
                  </a:cubicBezTo>
                  <a:cubicBezTo>
                    <a:pt x="11317" y="242"/>
                    <a:pt x="11830" y="242"/>
                    <a:pt x="12072" y="122"/>
                  </a:cubicBezTo>
                  <a:cubicBezTo>
                    <a:pt x="12192" y="122"/>
                    <a:pt x="12464" y="1"/>
                    <a:pt x="1258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47"/>
            <p:cNvSpPr/>
            <p:nvPr/>
          </p:nvSpPr>
          <p:spPr>
            <a:xfrm rot="5581598">
              <a:off x="-2515954" y="2341950"/>
              <a:ext cx="342523" cy="352348"/>
            </a:xfrm>
            <a:custGeom>
              <a:avLst/>
              <a:gdLst/>
              <a:ahLst/>
              <a:cxnLst/>
              <a:rect l="l" t="t" r="r" b="b"/>
              <a:pathLst>
                <a:path w="13701" h="14094" extrusionOk="0">
                  <a:moveTo>
                    <a:pt x="13701" y="1"/>
                  </a:moveTo>
                  <a:lnTo>
                    <a:pt x="755" y="3019"/>
                  </a:lnTo>
                  <a:cubicBezTo>
                    <a:pt x="755" y="3019"/>
                    <a:pt x="121" y="12947"/>
                    <a:pt x="121" y="13339"/>
                  </a:cubicBezTo>
                  <a:cubicBezTo>
                    <a:pt x="1" y="13581"/>
                    <a:pt x="11196" y="14094"/>
                    <a:pt x="11196" y="14094"/>
                  </a:cubicBezTo>
                  <a:cubicBezTo>
                    <a:pt x="11317" y="13581"/>
                    <a:pt x="13701" y="1"/>
                    <a:pt x="1370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47"/>
            <p:cNvSpPr/>
            <p:nvPr/>
          </p:nvSpPr>
          <p:spPr>
            <a:xfrm rot="5581598">
              <a:off x="-2367144" y="2185118"/>
              <a:ext cx="995870" cy="1012470"/>
            </a:xfrm>
            <a:custGeom>
              <a:avLst/>
              <a:gdLst/>
              <a:ahLst/>
              <a:cxnLst/>
              <a:rect l="l" t="t" r="r" b="b"/>
              <a:pathLst>
                <a:path w="39835" h="40499" extrusionOk="0">
                  <a:moveTo>
                    <a:pt x="24625" y="1"/>
                  </a:moveTo>
                  <a:lnTo>
                    <a:pt x="16719" y="12192"/>
                  </a:lnTo>
                  <a:lnTo>
                    <a:pt x="9808" y="18349"/>
                  </a:lnTo>
                  <a:lnTo>
                    <a:pt x="1" y="24656"/>
                  </a:lnTo>
                  <a:cubicBezTo>
                    <a:pt x="242" y="28277"/>
                    <a:pt x="1238" y="30812"/>
                    <a:pt x="2264" y="31808"/>
                  </a:cubicBezTo>
                  <a:cubicBezTo>
                    <a:pt x="2505" y="32321"/>
                    <a:pt x="2867" y="32803"/>
                    <a:pt x="3260" y="33316"/>
                  </a:cubicBezTo>
                  <a:lnTo>
                    <a:pt x="12947" y="40499"/>
                  </a:lnTo>
                  <a:cubicBezTo>
                    <a:pt x="12947" y="40499"/>
                    <a:pt x="18107" y="35700"/>
                    <a:pt x="20853" y="32562"/>
                  </a:cubicBezTo>
                  <a:lnTo>
                    <a:pt x="26888" y="24656"/>
                  </a:lnTo>
                  <a:lnTo>
                    <a:pt x="39834" y="18107"/>
                  </a:lnTo>
                  <a:lnTo>
                    <a:pt x="24625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47"/>
            <p:cNvSpPr/>
            <p:nvPr/>
          </p:nvSpPr>
          <p:spPr>
            <a:xfrm rot="5581598">
              <a:off x="-2146914" y="2110955"/>
              <a:ext cx="210499" cy="368198"/>
            </a:xfrm>
            <a:custGeom>
              <a:avLst/>
              <a:gdLst/>
              <a:ahLst/>
              <a:cxnLst/>
              <a:rect l="l" t="t" r="r" b="b"/>
              <a:pathLst>
                <a:path w="8420" h="14728" extrusionOk="0">
                  <a:moveTo>
                    <a:pt x="0" y="1"/>
                  </a:moveTo>
                  <a:cubicBezTo>
                    <a:pt x="241" y="122"/>
                    <a:pt x="513" y="272"/>
                    <a:pt x="754" y="272"/>
                  </a:cubicBezTo>
                  <a:cubicBezTo>
                    <a:pt x="1388" y="514"/>
                    <a:pt x="2022" y="755"/>
                    <a:pt x="2625" y="1148"/>
                  </a:cubicBezTo>
                  <a:cubicBezTo>
                    <a:pt x="3651" y="1510"/>
                    <a:pt x="4406" y="2264"/>
                    <a:pt x="4889" y="3139"/>
                  </a:cubicBezTo>
                  <a:cubicBezTo>
                    <a:pt x="5160" y="3773"/>
                    <a:pt x="5402" y="4286"/>
                    <a:pt x="5281" y="4920"/>
                  </a:cubicBezTo>
                  <a:cubicBezTo>
                    <a:pt x="5281" y="5553"/>
                    <a:pt x="5040" y="6157"/>
                    <a:pt x="5040" y="6911"/>
                  </a:cubicBezTo>
                  <a:cubicBezTo>
                    <a:pt x="5040" y="7304"/>
                    <a:pt x="5040" y="7666"/>
                    <a:pt x="5281" y="7937"/>
                  </a:cubicBezTo>
                  <a:cubicBezTo>
                    <a:pt x="5402" y="8300"/>
                    <a:pt x="5643" y="8571"/>
                    <a:pt x="5915" y="8813"/>
                  </a:cubicBezTo>
                  <a:cubicBezTo>
                    <a:pt x="6398" y="9054"/>
                    <a:pt x="6911" y="9446"/>
                    <a:pt x="7424" y="9929"/>
                  </a:cubicBezTo>
                  <a:cubicBezTo>
                    <a:pt x="8057" y="10684"/>
                    <a:pt x="8178" y="11830"/>
                    <a:pt x="7906" y="12826"/>
                  </a:cubicBezTo>
                  <a:cubicBezTo>
                    <a:pt x="7665" y="13460"/>
                    <a:pt x="7152" y="13973"/>
                    <a:pt x="6548" y="14335"/>
                  </a:cubicBezTo>
                  <a:cubicBezTo>
                    <a:pt x="6362" y="14418"/>
                    <a:pt x="6247" y="14515"/>
                    <a:pt x="6115" y="14606"/>
                  </a:cubicBezTo>
                  <a:lnTo>
                    <a:pt x="6115" y="14606"/>
                  </a:lnTo>
                  <a:cubicBezTo>
                    <a:pt x="6307" y="14604"/>
                    <a:pt x="6429" y="14589"/>
                    <a:pt x="6669" y="14456"/>
                  </a:cubicBezTo>
                  <a:cubicBezTo>
                    <a:pt x="7303" y="14094"/>
                    <a:pt x="7786" y="13581"/>
                    <a:pt x="8057" y="12826"/>
                  </a:cubicBezTo>
                  <a:cubicBezTo>
                    <a:pt x="8419" y="11830"/>
                    <a:pt x="8299" y="10563"/>
                    <a:pt x="7544" y="9688"/>
                  </a:cubicBezTo>
                  <a:cubicBezTo>
                    <a:pt x="7152" y="9326"/>
                    <a:pt x="6669" y="8933"/>
                    <a:pt x="6156" y="8571"/>
                  </a:cubicBezTo>
                  <a:cubicBezTo>
                    <a:pt x="5794" y="8300"/>
                    <a:pt x="5643" y="8179"/>
                    <a:pt x="5522" y="7817"/>
                  </a:cubicBezTo>
                  <a:cubicBezTo>
                    <a:pt x="5281" y="7545"/>
                    <a:pt x="5281" y="7304"/>
                    <a:pt x="5281" y="6911"/>
                  </a:cubicBezTo>
                  <a:cubicBezTo>
                    <a:pt x="5402" y="6308"/>
                    <a:pt x="5522" y="5674"/>
                    <a:pt x="5643" y="4920"/>
                  </a:cubicBezTo>
                  <a:cubicBezTo>
                    <a:pt x="5643" y="4286"/>
                    <a:pt x="5402" y="3652"/>
                    <a:pt x="5160" y="3019"/>
                  </a:cubicBezTo>
                  <a:cubicBezTo>
                    <a:pt x="4527" y="2143"/>
                    <a:pt x="3772" y="1389"/>
                    <a:pt x="2776" y="876"/>
                  </a:cubicBezTo>
                  <a:cubicBezTo>
                    <a:pt x="2143" y="635"/>
                    <a:pt x="1388" y="393"/>
                    <a:pt x="754" y="122"/>
                  </a:cubicBezTo>
                  <a:cubicBezTo>
                    <a:pt x="513" y="122"/>
                    <a:pt x="241" y="1"/>
                    <a:pt x="0" y="1"/>
                  </a:cubicBezTo>
                  <a:close/>
                  <a:moveTo>
                    <a:pt x="6115" y="14606"/>
                  </a:moveTo>
                  <a:lnTo>
                    <a:pt x="6115" y="14606"/>
                  </a:lnTo>
                  <a:cubicBezTo>
                    <a:pt x="6090" y="14607"/>
                    <a:pt x="6063" y="14607"/>
                    <a:pt x="6035" y="14607"/>
                  </a:cubicBezTo>
                  <a:cubicBezTo>
                    <a:pt x="6035" y="14632"/>
                    <a:pt x="6030" y="14652"/>
                    <a:pt x="6022" y="14668"/>
                  </a:cubicBezTo>
                  <a:lnTo>
                    <a:pt x="6022" y="14668"/>
                  </a:lnTo>
                  <a:cubicBezTo>
                    <a:pt x="6054" y="14648"/>
                    <a:pt x="6085" y="14627"/>
                    <a:pt x="6115" y="14606"/>
                  </a:cubicBezTo>
                  <a:close/>
                  <a:moveTo>
                    <a:pt x="6022" y="14668"/>
                  </a:moveTo>
                  <a:cubicBezTo>
                    <a:pt x="5988" y="14688"/>
                    <a:pt x="5953" y="14708"/>
                    <a:pt x="5915" y="14727"/>
                  </a:cubicBezTo>
                  <a:cubicBezTo>
                    <a:pt x="5915" y="14727"/>
                    <a:pt x="5990" y="14727"/>
                    <a:pt x="6022" y="1466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47"/>
            <p:cNvSpPr/>
            <p:nvPr/>
          </p:nvSpPr>
          <p:spPr>
            <a:xfrm rot="5581598">
              <a:off x="-1884693" y="2691853"/>
              <a:ext cx="326673" cy="364423"/>
            </a:xfrm>
            <a:custGeom>
              <a:avLst/>
              <a:gdLst/>
              <a:ahLst/>
              <a:cxnLst/>
              <a:rect l="l" t="t" r="r" b="b"/>
              <a:pathLst>
                <a:path w="13067" h="14577" extrusionOk="0">
                  <a:moveTo>
                    <a:pt x="242" y="1"/>
                  </a:moveTo>
                  <a:cubicBezTo>
                    <a:pt x="121" y="1"/>
                    <a:pt x="121" y="122"/>
                    <a:pt x="121" y="122"/>
                  </a:cubicBezTo>
                  <a:cubicBezTo>
                    <a:pt x="0" y="363"/>
                    <a:pt x="0" y="635"/>
                    <a:pt x="0" y="755"/>
                  </a:cubicBezTo>
                  <a:cubicBezTo>
                    <a:pt x="0" y="1631"/>
                    <a:pt x="362" y="2385"/>
                    <a:pt x="875" y="2898"/>
                  </a:cubicBezTo>
                  <a:cubicBezTo>
                    <a:pt x="1630" y="3502"/>
                    <a:pt x="2746" y="3894"/>
                    <a:pt x="4014" y="4256"/>
                  </a:cubicBezTo>
                  <a:cubicBezTo>
                    <a:pt x="4647" y="4528"/>
                    <a:pt x="5130" y="4769"/>
                    <a:pt x="5764" y="5161"/>
                  </a:cubicBezTo>
                  <a:cubicBezTo>
                    <a:pt x="6277" y="5523"/>
                    <a:pt x="6790" y="6036"/>
                    <a:pt x="7031" y="6791"/>
                  </a:cubicBezTo>
                  <a:cubicBezTo>
                    <a:pt x="7273" y="7425"/>
                    <a:pt x="7394" y="8028"/>
                    <a:pt x="7665" y="8783"/>
                  </a:cubicBezTo>
                  <a:cubicBezTo>
                    <a:pt x="7907" y="9416"/>
                    <a:pt x="8299" y="9929"/>
                    <a:pt x="8902" y="10291"/>
                  </a:cubicBezTo>
                  <a:cubicBezTo>
                    <a:pt x="9928" y="11046"/>
                    <a:pt x="11045" y="11438"/>
                    <a:pt x="11799" y="12072"/>
                  </a:cubicBezTo>
                  <a:cubicBezTo>
                    <a:pt x="12433" y="12434"/>
                    <a:pt x="12825" y="13068"/>
                    <a:pt x="12946" y="13822"/>
                  </a:cubicBezTo>
                  <a:cubicBezTo>
                    <a:pt x="13067" y="14064"/>
                    <a:pt x="12946" y="14335"/>
                    <a:pt x="12946" y="14577"/>
                  </a:cubicBezTo>
                  <a:cubicBezTo>
                    <a:pt x="12946" y="14577"/>
                    <a:pt x="12946" y="14456"/>
                    <a:pt x="13067" y="14456"/>
                  </a:cubicBezTo>
                  <a:lnTo>
                    <a:pt x="13067" y="13822"/>
                  </a:lnTo>
                  <a:cubicBezTo>
                    <a:pt x="12946" y="13068"/>
                    <a:pt x="12554" y="12313"/>
                    <a:pt x="11920" y="11800"/>
                  </a:cubicBezTo>
                  <a:cubicBezTo>
                    <a:pt x="11166" y="11197"/>
                    <a:pt x="10049" y="10925"/>
                    <a:pt x="9053" y="10171"/>
                  </a:cubicBezTo>
                  <a:cubicBezTo>
                    <a:pt x="8540" y="9809"/>
                    <a:pt x="8148" y="9296"/>
                    <a:pt x="7907" y="8662"/>
                  </a:cubicBezTo>
                  <a:cubicBezTo>
                    <a:pt x="7665" y="8028"/>
                    <a:pt x="7544" y="7274"/>
                    <a:pt x="7273" y="6670"/>
                  </a:cubicBezTo>
                  <a:cubicBezTo>
                    <a:pt x="7031" y="5916"/>
                    <a:pt x="6518" y="5282"/>
                    <a:pt x="5885" y="4890"/>
                  </a:cubicBezTo>
                  <a:cubicBezTo>
                    <a:pt x="5281" y="4528"/>
                    <a:pt x="4647" y="4256"/>
                    <a:pt x="4014" y="4135"/>
                  </a:cubicBezTo>
                  <a:cubicBezTo>
                    <a:pt x="2867" y="3773"/>
                    <a:pt x="1750" y="3381"/>
                    <a:pt x="996" y="2747"/>
                  </a:cubicBezTo>
                  <a:cubicBezTo>
                    <a:pt x="483" y="2264"/>
                    <a:pt x="121" y="1510"/>
                    <a:pt x="121" y="755"/>
                  </a:cubicBezTo>
                  <a:cubicBezTo>
                    <a:pt x="121" y="484"/>
                    <a:pt x="121" y="242"/>
                    <a:pt x="242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47"/>
            <p:cNvSpPr/>
            <p:nvPr/>
          </p:nvSpPr>
          <p:spPr>
            <a:xfrm rot="5581598">
              <a:off x="-1968289" y="2591084"/>
              <a:ext cx="270099" cy="282924"/>
            </a:xfrm>
            <a:custGeom>
              <a:avLst/>
              <a:gdLst/>
              <a:ahLst/>
              <a:cxnLst/>
              <a:rect l="l" t="t" r="r" b="b"/>
              <a:pathLst>
                <a:path w="10804" h="11317" extrusionOk="0">
                  <a:moveTo>
                    <a:pt x="121" y="1"/>
                  </a:moveTo>
                  <a:cubicBezTo>
                    <a:pt x="0" y="121"/>
                    <a:pt x="0" y="393"/>
                    <a:pt x="121" y="514"/>
                  </a:cubicBezTo>
                  <a:lnTo>
                    <a:pt x="121" y="1"/>
                  </a:lnTo>
                  <a:close/>
                  <a:moveTo>
                    <a:pt x="121" y="514"/>
                  </a:moveTo>
                  <a:cubicBezTo>
                    <a:pt x="241" y="1147"/>
                    <a:pt x="513" y="1630"/>
                    <a:pt x="1117" y="2022"/>
                  </a:cubicBezTo>
                  <a:cubicBezTo>
                    <a:pt x="1871" y="2535"/>
                    <a:pt x="2776" y="2777"/>
                    <a:pt x="3651" y="2898"/>
                  </a:cubicBezTo>
                  <a:cubicBezTo>
                    <a:pt x="4134" y="3018"/>
                    <a:pt x="4647" y="3290"/>
                    <a:pt x="5160" y="3531"/>
                  </a:cubicBezTo>
                  <a:cubicBezTo>
                    <a:pt x="5643" y="3773"/>
                    <a:pt x="6035" y="4165"/>
                    <a:pt x="6277" y="4648"/>
                  </a:cubicBezTo>
                  <a:cubicBezTo>
                    <a:pt x="6669" y="5674"/>
                    <a:pt x="6548" y="6911"/>
                    <a:pt x="7031" y="7937"/>
                  </a:cubicBezTo>
                  <a:cubicBezTo>
                    <a:pt x="7303" y="8812"/>
                    <a:pt x="7786" y="9567"/>
                    <a:pt x="8540" y="10200"/>
                  </a:cubicBezTo>
                  <a:cubicBezTo>
                    <a:pt x="9053" y="10563"/>
                    <a:pt x="9566" y="10955"/>
                    <a:pt x="10170" y="11076"/>
                  </a:cubicBezTo>
                  <a:cubicBezTo>
                    <a:pt x="10321" y="11196"/>
                    <a:pt x="10441" y="11196"/>
                    <a:pt x="10562" y="11317"/>
                  </a:cubicBezTo>
                  <a:lnTo>
                    <a:pt x="10803" y="11317"/>
                  </a:lnTo>
                  <a:cubicBezTo>
                    <a:pt x="10049" y="11076"/>
                    <a:pt x="9295" y="10563"/>
                    <a:pt x="8661" y="10080"/>
                  </a:cubicBezTo>
                  <a:cubicBezTo>
                    <a:pt x="8057" y="9446"/>
                    <a:pt x="7544" y="8692"/>
                    <a:pt x="7152" y="7816"/>
                  </a:cubicBezTo>
                  <a:cubicBezTo>
                    <a:pt x="7031" y="7303"/>
                    <a:pt x="6911" y="6790"/>
                    <a:pt x="6790" y="6308"/>
                  </a:cubicBezTo>
                  <a:cubicBezTo>
                    <a:pt x="6790" y="5674"/>
                    <a:pt x="6669" y="5161"/>
                    <a:pt x="6398" y="4527"/>
                  </a:cubicBezTo>
                  <a:cubicBezTo>
                    <a:pt x="6156" y="4044"/>
                    <a:pt x="5794" y="3531"/>
                    <a:pt x="5281" y="3290"/>
                  </a:cubicBezTo>
                  <a:cubicBezTo>
                    <a:pt x="4768" y="3018"/>
                    <a:pt x="4285" y="2777"/>
                    <a:pt x="3651" y="2656"/>
                  </a:cubicBezTo>
                  <a:cubicBezTo>
                    <a:pt x="2776" y="2656"/>
                    <a:pt x="1871" y="2264"/>
                    <a:pt x="1117" y="1902"/>
                  </a:cubicBezTo>
                  <a:cubicBezTo>
                    <a:pt x="634" y="1509"/>
                    <a:pt x="241" y="1027"/>
                    <a:pt x="121" y="514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47"/>
            <p:cNvSpPr/>
            <p:nvPr/>
          </p:nvSpPr>
          <p:spPr>
            <a:xfrm rot="5581598">
              <a:off x="-2119107" y="2638022"/>
              <a:ext cx="138074" cy="103399"/>
            </a:xfrm>
            <a:custGeom>
              <a:avLst/>
              <a:gdLst/>
              <a:ahLst/>
              <a:cxnLst/>
              <a:rect l="l" t="t" r="r" b="b"/>
              <a:pathLst>
                <a:path w="5523" h="4136" extrusionOk="0">
                  <a:moveTo>
                    <a:pt x="0" y="1"/>
                  </a:moveTo>
                  <a:cubicBezTo>
                    <a:pt x="0" y="1"/>
                    <a:pt x="0" y="122"/>
                    <a:pt x="121" y="242"/>
                  </a:cubicBezTo>
                  <a:cubicBezTo>
                    <a:pt x="242" y="484"/>
                    <a:pt x="483" y="605"/>
                    <a:pt x="755" y="755"/>
                  </a:cubicBezTo>
                  <a:cubicBezTo>
                    <a:pt x="1117" y="876"/>
                    <a:pt x="1509" y="997"/>
                    <a:pt x="1871" y="997"/>
                  </a:cubicBezTo>
                  <a:cubicBezTo>
                    <a:pt x="2384" y="1118"/>
                    <a:pt x="2746" y="1359"/>
                    <a:pt x="3259" y="1510"/>
                  </a:cubicBezTo>
                  <a:cubicBezTo>
                    <a:pt x="4014" y="1872"/>
                    <a:pt x="4647" y="2385"/>
                    <a:pt x="5160" y="3139"/>
                  </a:cubicBezTo>
                  <a:cubicBezTo>
                    <a:pt x="5281" y="3502"/>
                    <a:pt x="5402" y="3894"/>
                    <a:pt x="5523" y="4135"/>
                  </a:cubicBezTo>
                  <a:cubicBezTo>
                    <a:pt x="5523" y="3773"/>
                    <a:pt x="5523" y="3381"/>
                    <a:pt x="5281" y="3139"/>
                  </a:cubicBezTo>
                  <a:cubicBezTo>
                    <a:pt x="4889" y="2264"/>
                    <a:pt x="4134" y="1631"/>
                    <a:pt x="3380" y="1238"/>
                  </a:cubicBezTo>
                  <a:cubicBezTo>
                    <a:pt x="2505" y="997"/>
                    <a:pt x="1630" y="755"/>
                    <a:pt x="875" y="605"/>
                  </a:cubicBezTo>
                  <a:cubicBezTo>
                    <a:pt x="483" y="484"/>
                    <a:pt x="242" y="242"/>
                    <a:pt x="0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47"/>
            <p:cNvSpPr/>
            <p:nvPr/>
          </p:nvSpPr>
          <p:spPr>
            <a:xfrm rot="5581598">
              <a:off x="-2275035" y="2481962"/>
              <a:ext cx="216549" cy="185599"/>
            </a:xfrm>
            <a:custGeom>
              <a:avLst/>
              <a:gdLst/>
              <a:ahLst/>
              <a:cxnLst/>
              <a:rect l="l" t="t" r="r" b="b"/>
              <a:pathLst>
                <a:path w="8662" h="7424" extrusionOk="0">
                  <a:moveTo>
                    <a:pt x="121" y="0"/>
                  </a:moveTo>
                  <a:lnTo>
                    <a:pt x="121" y="513"/>
                  </a:lnTo>
                  <a:cubicBezTo>
                    <a:pt x="0" y="996"/>
                    <a:pt x="121" y="1509"/>
                    <a:pt x="242" y="1871"/>
                  </a:cubicBezTo>
                  <a:cubicBezTo>
                    <a:pt x="363" y="2505"/>
                    <a:pt x="755" y="3139"/>
                    <a:pt x="1268" y="3652"/>
                  </a:cubicBezTo>
                  <a:cubicBezTo>
                    <a:pt x="1751" y="4134"/>
                    <a:pt x="2505" y="4647"/>
                    <a:pt x="3380" y="4768"/>
                  </a:cubicBezTo>
                  <a:cubicBezTo>
                    <a:pt x="4135" y="5040"/>
                    <a:pt x="5040" y="5160"/>
                    <a:pt x="5644" y="5402"/>
                  </a:cubicBezTo>
                  <a:cubicBezTo>
                    <a:pt x="6277" y="5523"/>
                    <a:pt x="6911" y="5794"/>
                    <a:pt x="7424" y="6036"/>
                  </a:cubicBezTo>
                  <a:cubicBezTo>
                    <a:pt x="7907" y="6398"/>
                    <a:pt x="8420" y="6790"/>
                    <a:pt x="8661" y="7424"/>
                  </a:cubicBezTo>
                  <a:cubicBezTo>
                    <a:pt x="8661" y="7152"/>
                    <a:pt x="8541" y="7031"/>
                    <a:pt x="8541" y="6911"/>
                  </a:cubicBezTo>
                  <a:cubicBezTo>
                    <a:pt x="8299" y="6549"/>
                    <a:pt x="7907" y="6156"/>
                    <a:pt x="7545" y="5915"/>
                  </a:cubicBezTo>
                  <a:cubicBezTo>
                    <a:pt x="7032" y="5523"/>
                    <a:pt x="6398" y="5281"/>
                    <a:pt x="5794" y="5160"/>
                  </a:cubicBezTo>
                  <a:cubicBezTo>
                    <a:pt x="5040" y="4889"/>
                    <a:pt x="4286" y="4768"/>
                    <a:pt x="3380" y="4527"/>
                  </a:cubicBezTo>
                  <a:cubicBezTo>
                    <a:pt x="2626" y="4406"/>
                    <a:pt x="2022" y="4014"/>
                    <a:pt x="1389" y="3380"/>
                  </a:cubicBezTo>
                  <a:cubicBezTo>
                    <a:pt x="996" y="3018"/>
                    <a:pt x="634" y="2384"/>
                    <a:pt x="363" y="1750"/>
                  </a:cubicBezTo>
                  <a:cubicBezTo>
                    <a:pt x="242" y="1268"/>
                    <a:pt x="121" y="634"/>
                    <a:pt x="121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47"/>
            <p:cNvSpPr/>
            <p:nvPr/>
          </p:nvSpPr>
          <p:spPr>
            <a:xfrm rot="5581598">
              <a:off x="-2490671" y="2449176"/>
              <a:ext cx="295748" cy="122999"/>
            </a:xfrm>
            <a:custGeom>
              <a:avLst/>
              <a:gdLst/>
              <a:ahLst/>
              <a:cxnLst/>
              <a:rect l="l" t="t" r="r" b="b"/>
              <a:pathLst>
                <a:path w="11830" h="4920" extrusionOk="0">
                  <a:moveTo>
                    <a:pt x="0" y="1"/>
                  </a:moveTo>
                  <a:lnTo>
                    <a:pt x="121" y="121"/>
                  </a:lnTo>
                  <a:cubicBezTo>
                    <a:pt x="121" y="121"/>
                    <a:pt x="242" y="242"/>
                    <a:pt x="362" y="393"/>
                  </a:cubicBezTo>
                  <a:cubicBezTo>
                    <a:pt x="875" y="634"/>
                    <a:pt x="1388" y="755"/>
                    <a:pt x="1871" y="755"/>
                  </a:cubicBezTo>
                  <a:cubicBezTo>
                    <a:pt x="2505" y="755"/>
                    <a:pt x="3259" y="876"/>
                    <a:pt x="4014" y="876"/>
                  </a:cubicBezTo>
                  <a:cubicBezTo>
                    <a:pt x="4406" y="996"/>
                    <a:pt x="4768" y="1268"/>
                    <a:pt x="5161" y="1509"/>
                  </a:cubicBezTo>
                  <a:cubicBezTo>
                    <a:pt x="5402" y="1751"/>
                    <a:pt x="5794" y="2143"/>
                    <a:pt x="5915" y="2505"/>
                  </a:cubicBezTo>
                  <a:cubicBezTo>
                    <a:pt x="6398" y="3411"/>
                    <a:pt x="7032" y="4165"/>
                    <a:pt x="7786" y="4648"/>
                  </a:cubicBezTo>
                  <a:cubicBezTo>
                    <a:pt x="8178" y="4769"/>
                    <a:pt x="8540" y="4919"/>
                    <a:pt x="9053" y="4919"/>
                  </a:cubicBezTo>
                  <a:cubicBezTo>
                    <a:pt x="9295" y="4769"/>
                    <a:pt x="9687" y="4648"/>
                    <a:pt x="9929" y="4406"/>
                  </a:cubicBezTo>
                  <a:cubicBezTo>
                    <a:pt x="10321" y="4165"/>
                    <a:pt x="10804" y="3893"/>
                    <a:pt x="11317" y="3773"/>
                  </a:cubicBezTo>
                  <a:cubicBezTo>
                    <a:pt x="11437" y="3773"/>
                    <a:pt x="11679" y="3773"/>
                    <a:pt x="11830" y="3893"/>
                  </a:cubicBezTo>
                  <a:cubicBezTo>
                    <a:pt x="11830" y="3773"/>
                    <a:pt x="11679" y="3773"/>
                    <a:pt x="11679" y="3773"/>
                  </a:cubicBezTo>
                  <a:cubicBezTo>
                    <a:pt x="11558" y="3773"/>
                    <a:pt x="11437" y="3652"/>
                    <a:pt x="11317" y="3652"/>
                  </a:cubicBezTo>
                  <a:cubicBezTo>
                    <a:pt x="10804" y="3773"/>
                    <a:pt x="10321" y="3893"/>
                    <a:pt x="9929" y="4286"/>
                  </a:cubicBezTo>
                  <a:cubicBezTo>
                    <a:pt x="9566" y="4406"/>
                    <a:pt x="9295" y="4527"/>
                    <a:pt x="8933" y="4648"/>
                  </a:cubicBezTo>
                  <a:cubicBezTo>
                    <a:pt x="8540" y="4648"/>
                    <a:pt x="8178" y="4648"/>
                    <a:pt x="7907" y="4406"/>
                  </a:cubicBezTo>
                  <a:cubicBezTo>
                    <a:pt x="7545" y="4165"/>
                    <a:pt x="7152" y="3893"/>
                    <a:pt x="6911" y="3531"/>
                  </a:cubicBezTo>
                  <a:cubicBezTo>
                    <a:pt x="6669" y="3260"/>
                    <a:pt x="6398" y="2777"/>
                    <a:pt x="6156" y="2385"/>
                  </a:cubicBezTo>
                  <a:cubicBezTo>
                    <a:pt x="5915" y="2022"/>
                    <a:pt x="5643" y="1630"/>
                    <a:pt x="5281" y="1268"/>
                  </a:cubicBezTo>
                  <a:cubicBezTo>
                    <a:pt x="4889" y="996"/>
                    <a:pt x="4527" y="755"/>
                    <a:pt x="4014" y="634"/>
                  </a:cubicBezTo>
                  <a:cubicBezTo>
                    <a:pt x="3591" y="634"/>
                    <a:pt x="3115" y="581"/>
                    <a:pt x="2621" y="581"/>
                  </a:cubicBezTo>
                  <a:cubicBezTo>
                    <a:pt x="2374" y="581"/>
                    <a:pt x="2123" y="594"/>
                    <a:pt x="1871" y="634"/>
                  </a:cubicBezTo>
                  <a:cubicBezTo>
                    <a:pt x="1388" y="634"/>
                    <a:pt x="875" y="514"/>
                    <a:pt x="513" y="242"/>
                  </a:cubicBezTo>
                  <a:cubicBezTo>
                    <a:pt x="242" y="121"/>
                    <a:pt x="121" y="121"/>
                    <a:pt x="0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47"/>
            <p:cNvSpPr/>
            <p:nvPr/>
          </p:nvSpPr>
          <p:spPr>
            <a:xfrm rot="5581598">
              <a:off x="-1898234" y="2863508"/>
              <a:ext cx="47550" cy="45700"/>
            </a:xfrm>
            <a:custGeom>
              <a:avLst/>
              <a:gdLst/>
              <a:ahLst/>
              <a:cxnLst/>
              <a:rect l="l" t="t" r="r" b="b"/>
              <a:pathLst>
                <a:path w="1902" h="1828" extrusionOk="0">
                  <a:moveTo>
                    <a:pt x="393" y="91"/>
                  </a:moveTo>
                  <a:cubicBezTo>
                    <a:pt x="369" y="133"/>
                    <a:pt x="350" y="175"/>
                    <a:pt x="333" y="216"/>
                  </a:cubicBezTo>
                  <a:lnTo>
                    <a:pt x="333" y="216"/>
                  </a:lnTo>
                  <a:cubicBezTo>
                    <a:pt x="393" y="172"/>
                    <a:pt x="393" y="91"/>
                    <a:pt x="393" y="91"/>
                  </a:cubicBezTo>
                  <a:close/>
                  <a:moveTo>
                    <a:pt x="876" y="91"/>
                  </a:moveTo>
                  <a:cubicBezTo>
                    <a:pt x="634" y="91"/>
                    <a:pt x="634" y="242"/>
                    <a:pt x="634" y="242"/>
                  </a:cubicBezTo>
                  <a:cubicBezTo>
                    <a:pt x="634" y="242"/>
                    <a:pt x="755" y="242"/>
                    <a:pt x="876" y="91"/>
                  </a:cubicBezTo>
                  <a:close/>
                  <a:moveTo>
                    <a:pt x="1264" y="0"/>
                  </a:moveTo>
                  <a:cubicBezTo>
                    <a:pt x="1140" y="0"/>
                    <a:pt x="1012" y="30"/>
                    <a:pt x="876" y="91"/>
                  </a:cubicBezTo>
                  <a:cubicBezTo>
                    <a:pt x="997" y="91"/>
                    <a:pt x="1268" y="91"/>
                    <a:pt x="1510" y="242"/>
                  </a:cubicBezTo>
                  <a:cubicBezTo>
                    <a:pt x="1630" y="483"/>
                    <a:pt x="1630" y="604"/>
                    <a:pt x="1630" y="845"/>
                  </a:cubicBezTo>
                  <a:cubicBezTo>
                    <a:pt x="1630" y="1117"/>
                    <a:pt x="1510" y="1358"/>
                    <a:pt x="1389" y="1479"/>
                  </a:cubicBezTo>
                  <a:cubicBezTo>
                    <a:pt x="1268" y="1539"/>
                    <a:pt x="1110" y="1569"/>
                    <a:pt x="951" y="1569"/>
                  </a:cubicBezTo>
                  <a:cubicBezTo>
                    <a:pt x="793" y="1569"/>
                    <a:pt x="634" y="1539"/>
                    <a:pt x="514" y="1479"/>
                  </a:cubicBezTo>
                  <a:cubicBezTo>
                    <a:pt x="393" y="1237"/>
                    <a:pt x="242" y="1117"/>
                    <a:pt x="242" y="845"/>
                  </a:cubicBezTo>
                  <a:cubicBezTo>
                    <a:pt x="242" y="641"/>
                    <a:pt x="242" y="437"/>
                    <a:pt x="333" y="216"/>
                  </a:cubicBezTo>
                  <a:lnTo>
                    <a:pt x="333" y="216"/>
                  </a:lnTo>
                  <a:cubicBezTo>
                    <a:pt x="311" y="231"/>
                    <a:pt x="282" y="242"/>
                    <a:pt x="242" y="242"/>
                  </a:cubicBezTo>
                  <a:cubicBezTo>
                    <a:pt x="121" y="483"/>
                    <a:pt x="1" y="604"/>
                    <a:pt x="1" y="845"/>
                  </a:cubicBezTo>
                  <a:cubicBezTo>
                    <a:pt x="1" y="1117"/>
                    <a:pt x="121" y="1479"/>
                    <a:pt x="393" y="1600"/>
                  </a:cubicBezTo>
                  <a:cubicBezTo>
                    <a:pt x="610" y="1762"/>
                    <a:pt x="838" y="1828"/>
                    <a:pt x="1064" y="1828"/>
                  </a:cubicBezTo>
                  <a:cubicBezTo>
                    <a:pt x="1215" y="1828"/>
                    <a:pt x="1365" y="1799"/>
                    <a:pt x="1510" y="1750"/>
                  </a:cubicBezTo>
                  <a:cubicBezTo>
                    <a:pt x="1751" y="1479"/>
                    <a:pt x="1902" y="1237"/>
                    <a:pt x="1902" y="845"/>
                  </a:cubicBezTo>
                  <a:cubicBezTo>
                    <a:pt x="1902" y="604"/>
                    <a:pt x="1751" y="362"/>
                    <a:pt x="1630" y="91"/>
                  </a:cubicBezTo>
                  <a:cubicBezTo>
                    <a:pt x="1510" y="30"/>
                    <a:pt x="1389" y="0"/>
                    <a:pt x="1264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47"/>
            <p:cNvSpPr/>
            <p:nvPr/>
          </p:nvSpPr>
          <p:spPr>
            <a:xfrm rot="5581598">
              <a:off x="-1880654" y="2657420"/>
              <a:ext cx="53575" cy="44550"/>
            </a:xfrm>
            <a:custGeom>
              <a:avLst/>
              <a:gdLst/>
              <a:ahLst/>
              <a:cxnLst/>
              <a:rect l="l" t="t" r="r" b="b"/>
              <a:pathLst>
                <a:path w="2143" h="1782" extrusionOk="0">
                  <a:moveTo>
                    <a:pt x="875" y="92"/>
                  </a:moveTo>
                  <a:lnTo>
                    <a:pt x="875" y="92"/>
                  </a:lnTo>
                  <a:cubicBezTo>
                    <a:pt x="755" y="92"/>
                    <a:pt x="634" y="212"/>
                    <a:pt x="634" y="212"/>
                  </a:cubicBezTo>
                  <a:cubicBezTo>
                    <a:pt x="634" y="212"/>
                    <a:pt x="755" y="212"/>
                    <a:pt x="875" y="92"/>
                  </a:cubicBezTo>
                  <a:close/>
                  <a:moveTo>
                    <a:pt x="1253" y="1"/>
                  </a:moveTo>
                  <a:cubicBezTo>
                    <a:pt x="1124" y="1"/>
                    <a:pt x="996" y="31"/>
                    <a:pt x="875" y="92"/>
                  </a:cubicBezTo>
                  <a:cubicBezTo>
                    <a:pt x="1117" y="92"/>
                    <a:pt x="1388" y="92"/>
                    <a:pt x="1509" y="212"/>
                  </a:cubicBezTo>
                  <a:cubicBezTo>
                    <a:pt x="1630" y="454"/>
                    <a:pt x="1751" y="605"/>
                    <a:pt x="1751" y="846"/>
                  </a:cubicBezTo>
                  <a:cubicBezTo>
                    <a:pt x="1751" y="1087"/>
                    <a:pt x="1630" y="1359"/>
                    <a:pt x="1388" y="1480"/>
                  </a:cubicBezTo>
                  <a:cubicBezTo>
                    <a:pt x="1276" y="1530"/>
                    <a:pt x="1169" y="1559"/>
                    <a:pt x="1064" y="1559"/>
                  </a:cubicBezTo>
                  <a:cubicBezTo>
                    <a:pt x="917" y="1559"/>
                    <a:pt x="775" y="1500"/>
                    <a:pt x="634" y="1359"/>
                  </a:cubicBezTo>
                  <a:cubicBezTo>
                    <a:pt x="362" y="1208"/>
                    <a:pt x="242" y="1087"/>
                    <a:pt x="242" y="846"/>
                  </a:cubicBezTo>
                  <a:cubicBezTo>
                    <a:pt x="242" y="605"/>
                    <a:pt x="362" y="333"/>
                    <a:pt x="513" y="92"/>
                  </a:cubicBezTo>
                  <a:lnTo>
                    <a:pt x="513" y="92"/>
                  </a:lnTo>
                  <a:cubicBezTo>
                    <a:pt x="513" y="92"/>
                    <a:pt x="362" y="92"/>
                    <a:pt x="242" y="212"/>
                  </a:cubicBezTo>
                  <a:cubicBezTo>
                    <a:pt x="121" y="333"/>
                    <a:pt x="121" y="605"/>
                    <a:pt x="121" y="846"/>
                  </a:cubicBezTo>
                  <a:cubicBezTo>
                    <a:pt x="0" y="1087"/>
                    <a:pt x="242" y="1359"/>
                    <a:pt x="513" y="1600"/>
                  </a:cubicBezTo>
                  <a:cubicBezTo>
                    <a:pt x="634" y="1721"/>
                    <a:pt x="785" y="1781"/>
                    <a:pt x="955" y="1781"/>
                  </a:cubicBezTo>
                  <a:cubicBezTo>
                    <a:pt x="1124" y="1781"/>
                    <a:pt x="1313" y="1721"/>
                    <a:pt x="1509" y="1600"/>
                  </a:cubicBezTo>
                  <a:cubicBezTo>
                    <a:pt x="1630" y="1600"/>
                    <a:pt x="1630" y="1600"/>
                    <a:pt x="1751" y="1480"/>
                  </a:cubicBezTo>
                  <a:cubicBezTo>
                    <a:pt x="2143" y="1087"/>
                    <a:pt x="2022" y="454"/>
                    <a:pt x="1630" y="92"/>
                  </a:cubicBezTo>
                  <a:cubicBezTo>
                    <a:pt x="1509" y="31"/>
                    <a:pt x="1381" y="1"/>
                    <a:pt x="1253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47"/>
            <p:cNvSpPr/>
            <p:nvPr/>
          </p:nvSpPr>
          <p:spPr>
            <a:xfrm rot="5581598">
              <a:off x="-1574504" y="2791120"/>
              <a:ext cx="50575" cy="45100"/>
            </a:xfrm>
            <a:custGeom>
              <a:avLst/>
              <a:gdLst/>
              <a:ahLst/>
              <a:cxnLst/>
              <a:rect l="l" t="t" r="r" b="b"/>
              <a:pathLst>
                <a:path w="2023" h="1804" extrusionOk="0">
                  <a:moveTo>
                    <a:pt x="755" y="91"/>
                  </a:moveTo>
                  <a:cubicBezTo>
                    <a:pt x="634" y="91"/>
                    <a:pt x="634" y="242"/>
                    <a:pt x="634" y="242"/>
                  </a:cubicBezTo>
                  <a:lnTo>
                    <a:pt x="755" y="91"/>
                  </a:lnTo>
                  <a:close/>
                  <a:moveTo>
                    <a:pt x="1204" y="1"/>
                  </a:moveTo>
                  <a:cubicBezTo>
                    <a:pt x="1049" y="1"/>
                    <a:pt x="890" y="31"/>
                    <a:pt x="755" y="91"/>
                  </a:cubicBezTo>
                  <a:cubicBezTo>
                    <a:pt x="1026" y="91"/>
                    <a:pt x="1268" y="91"/>
                    <a:pt x="1509" y="242"/>
                  </a:cubicBezTo>
                  <a:cubicBezTo>
                    <a:pt x="1630" y="484"/>
                    <a:pt x="1630" y="604"/>
                    <a:pt x="1630" y="846"/>
                  </a:cubicBezTo>
                  <a:cubicBezTo>
                    <a:pt x="1630" y="1117"/>
                    <a:pt x="1509" y="1359"/>
                    <a:pt x="1268" y="1480"/>
                  </a:cubicBezTo>
                  <a:cubicBezTo>
                    <a:pt x="1168" y="1530"/>
                    <a:pt x="1063" y="1559"/>
                    <a:pt x="956" y="1559"/>
                  </a:cubicBezTo>
                  <a:cubicBezTo>
                    <a:pt x="806" y="1559"/>
                    <a:pt x="655" y="1500"/>
                    <a:pt x="513" y="1359"/>
                  </a:cubicBezTo>
                  <a:cubicBezTo>
                    <a:pt x="272" y="1238"/>
                    <a:pt x="121" y="1117"/>
                    <a:pt x="121" y="846"/>
                  </a:cubicBezTo>
                  <a:cubicBezTo>
                    <a:pt x="272" y="604"/>
                    <a:pt x="272" y="363"/>
                    <a:pt x="393" y="91"/>
                  </a:cubicBezTo>
                  <a:lnTo>
                    <a:pt x="393" y="91"/>
                  </a:lnTo>
                  <a:lnTo>
                    <a:pt x="272" y="242"/>
                  </a:lnTo>
                  <a:cubicBezTo>
                    <a:pt x="121" y="363"/>
                    <a:pt x="0" y="604"/>
                    <a:pt x="0" y="846"/>
                  </a:cubicBezTo>
                  <a:cubicBezTo>
                    <a:pt x="0" y="1117"/>
                    <a:pt x="121" y="1359"/>
                    <a:pt x="393" y="1600"/>
                  </a:cubicBezTo>
                  <a:cubicBezTo>
                    <a:pt x="513" y="1736"/>
                    <a:pt x="702" y="1804"/>
                    <a:pt x="906" y="1804"/>
                  </a:cubicBezTo>
                  <a:cubicBezTo>
                    <a:pt x="1109" y="1804"/>
                    <a:pt x="1328" y="1736"/>
                    <a:pt x="1509" y="1600"/>
                  </a:cubicBezTo>
                  <a:lnTo>
                    <a:pt x="1630" y="1480"/>
                  </a:lnTo>
                  <a:cubicBezTo>
                    <a:pt x="2022" y="1117"/>
                    <a:pt x="2022" y="484"/>
                    <a:pt x="1630" y="91"/>
                  </a:cubicBezTo>
                  <a:cubicBezTo>
                    <a:pt x="1509" y="31"/>
                    <a:pt x="1358" y="1"/>
                    <a:pt x="1204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47"/>
            <p:cNvSpPr/>
            <p:nvPr/>
          </p:nvSpPr>
          <p:spPr>
            <a:xfrm rot="5581598">
              <a:off x="-2138680" y="2578710"/>
              <a:ext cx="49825" cy="45300"/>
            </a:xfrm>
            <a:custGeom>
              <a:avLst/>
              <a:gdLst/>
              <a:ahLst/>
              <a:cxnLst/>
              <a:rect l="l" t="t" r="r" b="b"/>
              <a:pathLst>
                <a:path w="1993" h="1812" extrusionOk="0">
                  <a:moveTo>
                    <a:pt x="876" y="1"/>
                  </a:moveTo>
                  <a:cubicBezTo>
                    <a:pt x="755" y="122"/>
                    <a:pt x="604" y="242"/>
                    <a:pt x="604" y="242"/>
                  </a:cubicBezTo>
                  <a:cubicBezTo>
                    <a:pt x="604" y="242"/>
                    <a:pt x="755" y="242"/>
                    <a:pt x="876" y="122"/>
                  </a:cubicBezTo>
                  <a:cubicBezTo>
                    <a:pt x="1117" y="122"/>
                    <a:pt x="1238" y="122"/>
                    <a:pt x="1509" y="242"/>
                  </a:cubicBezTo>
                  <a:cubicBezTo>
                    <a:pt x="1630" y="363"/>
                    <a:pt x="1751" y="635"/>
                    <a:pt x="1751" y="876"/>
                  </a:cubicBezTo>
                  <a:cubicBezTo>
                    <a:pt x="1751" y="997"/>
                    <a:pt x="1630" y="1238"/>
                    <a:pt x="1359" y="1389"/>
                  </a:cubicBezTo>
                  <a:cubicBezTo>
                    <a:pt x="1238" y="1449"/>
                    <a:pt x="1087" y="1479"/>
                    <a:pt x="932" y="1479"/>
                  </a:cubicBezTo>
                  <a:cubicBezTo>
                    <a:pt x="778" y="1479"/>
                    <a:pt x="619" y="1449"/>
                    <a:pt x="483" y="1389"/>
                  </a:cubicBezTo>
                  <a:cubicBezTo>
                    <a:pt x="363" y="1238"/>
                    <a:pt x="242" y="997"/>
                    <a:pt x="242" y="755"/>
                  </a:cubicBezTo>
                  <a:cubicBezTo>
                    <a:pt x="242" y="635"/>
                    <a:pt x="363" y="363"/>
                    <a:pt x="483" y="122"/>
                  </a:cubicBezTo>
                  <a:lnTo>
                    <a:pt x="483" y="122"/>
                  </a:lnTo>
                  <a:cubicBezTo>
                    <a:pt x="483" y="122"/>
                    <a:pt x="363" y="122"/>
                    <a:pt x="242" y="242"/>
                  </a:cubicBezTo>
                  <a:cubicBezTo>
                    <a:pt x="121" y="363"/>
                    <a:pt x="121" y="635"/>
                    <a:pt x="1" y="755"/>
                  </a:cubicBezTo>
                  <a:cubicBezTo>
                    <a:pt x="1" y="1117"/>
                    <a:pt x="121" y="1389"/>
                    <a:pt x="363" y="1630"/>
                  </a:cubicBezTo>
                  <a:cubicBezTo>
                    <a:pt x="559" y="1751"/>
                    <a:pt x="747" y="1811"/>
                    <a:pt x="936" y="1811"/>
                  </a:cubicBezTo>
                  <a:cubicBezTo>
                    <a:pt x="1125" y="1811"/>
                    <a:pt x="1313" y="1751"/>
                    <a:pt x="1509" y="1630"/>
                  </a:cubicBezTo>
                  <a:cubicBezTo>
                    <a:pt x="1751" y="1510"/>
                    <a:pt x="1992" y="1117"/>
                    <a:pt x="1992" y="876"/>
                  </a:cubicBezTo>
                  <a:cubicBezTo>
                    <a:pt x="1992" y="635"/>
                    <a:pt x="1872" y="242"/>
                    <a:pt x="1630" y="122"/>
                  </a:cubicBezTo>
                  <a:cubicBezTo>
                    <a:pt x="1359" y="1"/>
                    <a:pt x="1117" y="1"/>
                    <a:pt x="876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47"/>
            <p:cNvSpPr/>
            <p:nvPr/>
          </p:nvSpPr>
          <p:spPr>
            <a:xfrm rot="5581598">
              <a:off x="-2258492" y="2449710"/>
              <a:ext cx="50575" cy="45125"/>
            </a:xfrm>
            <a:custGeom>
              <a:avLst/>
              <a:gdLst/>
              <a:ahLst/>
              <a:cxnLst/>
              <a:rect l="l" t="t" r="r" b="b"/>
              <a:pathLst>
                <a:path w="2023" h="1805" extrusionOk="0">
                  <a:moveTo>
                    <a:pt x="755" y="114"/>
                  </a:moveTo>
                  <a:lnTo>
                    <a:pt x="755" y="114"/>
                  </a:lnTo>
                  <a:cubicBezTo>
                    <a:pt x="634" y="114"/>
                    <a:pt x="514" y="235"/>
                    <a:pt x="514" y="235"/>
                  </a:cubicBezTo>
                  <a:cubicBezTo>
                    <a:pt x="634" y="235"/>
                    <a:pt x="634" y="235"/>
                    <a:pt x="755" y="114"/>
                  </a:cubicBezTo>
                  <a:close/>
                  <a:moveTo>
                    <a:pt x="1193" y="1"/>
                  </a:moveTo>
                  <a:cubicBezTo>
                    <a:pt x="1034" y="1"/>
                    <a:pt x="876" y="39"/>
                    <a:pt x="755" y="114"/>
                  </a:cubicBezTo>
                  <a:cubicBezTo>
                    <a:pt x="997" y="114"/>
                    <a:pt x="1268" y="114"/>
                    <a:pt x="1389" y="235"/>
                  </a:cubicBezTo>
                  <a:cubicBezTo>
                    <a:pt x="1630" y="356"/>
                    <a:pt x="1630" y="597"/>
                    <a:pt x="1630" y="869"/>
                  </a:cubicBezTo>
                  <a:cubicBezTo>
                    <a:pt x="1630" y="1110"/>
                    <a:pt x="1510" y="1231"/>
                    <a:pt x="1268" y="1351"/>
                  </a:cubicBezTo>
                  <a:cubicBezTo>
                    <a:pt x="1132" y="1412"/>
                    <a:pt x="1004" y="1442"/>
                    <a:pt x="880" y="1442"/>
                  </a:cubicBezTo>
                  <a:cubicBezTo>
                    <a:pt x="755" y="1442"/>
                    <a:pt x="634" y="1412"/>
                    <a:pt x="514" y="1351"/>
                  </a:cubicBezTo>
                  <a:cubicBezTo>
                    <a:pt x="242" y="1231"/>
                    <a:pt x="121" y="989"/>
                    <a:pt x="121" y="869"/>
                  </a:cubicBezTo>
                  <a:cubicBezTo>
                    <a:pt x="121" y="597"/>
                    <a:pt x="242" y="356"/>
                    <a:pt x="393" y="114"/>
                  </a:cubicBezTo>
                  <a:lnTo>
                    <a:pt x="393" y="114"/>
                  </a:lnTo>
                  <a:cubicBezTo>
                    <a:pt x="393" y="114"/>
                    <a:pt x="242" y="114"/>
                    <a:pt x="242" y="235"/>
                  </a:cubicBezTo>
                  <a:cubicBezTo>
                    <a:pt x="121" y="356"/>
                    <a:pt x="1" y="597"/>
                    <a:pt x="1" y="718"/>
                  </a:cubicBezTo>
                  <a:cubicBezTo>
                    <a:pt x="1" y="1110"/>
                    <a:pt x="121" y="1351"/>
                    <a:pt x="393" y="1623"/>
                  </a:cubicBezTo>
                  <a:cubicBezTo>
                    <a:pt x="514" y="1744"/>
                    <a:pt x="702" y="1804"/>
                    <a:pt x="891" y="1804"/>
                  </a:cubicBezTo>
                  <a:cubicBezTo>
                    <a:pt x="1080" y="1804"/>
                    <a:pt x="1268" y="1744"/>
                    <a:pt x="1389" y="1623"/>
                  </a:cubicBezTo>
                  <a:cubicBezTo>
                    <a:pt x="1510" y="1623"/>
                    <a:pt x="1510" y="1623"/>
                    <a:pt x="1630" y="1472"/>
                  </a:cubicBezTo>
                  <a:cubicBezTo>
                    <a:pt x="2023" y="1110"/>
                    <a:pt x="2023" y="476"/>
                    <a:pt x="1630" y="114"/>
                  </a:cubicBezTo>
                  <a:cubicBezTo>
                    <a:pt x="1510" y="39"/>
                    <a:pt x="1351" y="1"/>
                    <a:pt x="1193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47"/>
            <p:cNvSpPr/>
            <p:nvPr/>
          </p:nvSpPr>
          <p:spPr>
            <a:xfrm rot="5581598">
              <a:off x="-2480967" y="2542219"/>
              <a:ext cx="49800" cy="44300"/>
            </a:xfrm>
            <a:custGeom>
              <a:avLst/>
              <a:gdLst/>
              <a:ahLst/>
              <a:cxnLst/>
              <a:rect l="l" t="t" r="r" b="b"/>
              <a:pathLst>
                <a:path w="1992" h="1772" extrusionOk="0">
                  <a:moveTo>
                    <a:pt x="504" y="273"/>
                  </a:moveTo>
                  <a:cubicBezTo>
                    <a:pt x="491" y="285"/>
                    <a:pt x="483" y="292"/>
                    <a:pt x="483" y="292"/>
                  </a:cubicBezTo>
                  <a:lnTo>
                    <a:pt x="504" y="273"/>
                  </a:lnTo>
                  <a:close/>
                  <a:moveTo>
                    <a:pt x="989" y="1"/>
                  </a:moveTo>
                  <a:cubicBezTo>
                    <a:pt x="906" y="1"/>
                    <a:pt x="825" y="16"/>
                    <a:pt x="755" y="51"/>
                  </a:cubicBezTo>
                  <a:lnTo>
                    <a:pt x="504" y="273"/>
                  </a:lnTo>
                  <a:lnTo>
                    <a:pt x="504" y="273"/>
                  </a:lnTo>
                  <a:cubicBezTo>
                    <a:pt x="545" y="240"/>
                    <a:pt x="641" y="172"/>
                    <a:pt x="755" y="172"/>
                  </a:cubicBezTo>
                  <a:cubicBezTo>
                    <a:pt x="825" y="136"/>
                    <a:pt x="896" y="122"/>
                    <a:pt x="967" y="122"/>
                  </a:cubicBezTo>
                  <a:cubicBezTo>
                    <a:pt x="1140" y="122"/>
                    <a:pt x="1317" y="207"/>
                    <a:pt x="1509" y="292"/>
                  </a:cubicBezTo>
                  <a:cubicBezTo>
                    <a:pt x="1630" y="443"/>
                    <a:pt x="1630" y="564"/>
                    <a:pt x="1630" y="805"/>
                  </a:cubicBezTo>
                  <a:cubicBezTo>
                    <a:pt x="1630" y="1047"/>
                    <a:pt x="1509" y="1318"/>
                    <a:pt x="1237" y="1439"/>
                  </a:cubicBezTo>
                  <a:cubicBezTo>
                    <a:pt x="1117" y="1499"/>
                    <a:pt x="996" y="1530"/>
                    <a:pt x="872" y="1530"/>
                  </a:cubicBezTo>
                  <a:cubicBezTo>
                    <a:pt x="747" y="1530"/>
                    <a:pt x="619" y="1499"/>
                    <a:pt x="483" y="1439"/>
                  </a:cubicBezTo>
                  <a:cubicBezTo>
                    <a:pt x="242" y="1318"/>
                    <a:pt x="121" y="1047"/>
                    <a:pt x="121" y="805"/>
                  </a:cubicBezTo>
                  <a:cubicBezTo>
                    <a:pt x="242" y="564"/>
                    <a:pt x="242" y="292"/>
                    <a:pt x="362" y="172"/>
                  </a:cubicBezTo>
                  <a:lnTo>
                    <a:pt x="362" y="172"/>
                  </a:lnTo>
                  <a:lnTo>
                    <a:pt x="242" y="292"/>
                  </a:lnTo>
                  <a:cubicBezTo>
                    <a:pt x="121" y="443"/>
                    <a:pt x="0" y="564"/>
                    <a:pt x="0" y="805"/>
                  </a:cubicBezTo>
                  <a:cubicBezTo>
                    <a:pt x="0" y="1047"/>
                    <a:pt x="121" y="1439"/>
                    <a:pt x="362" y="1681"/>
                  </a:cubicBezTo>
                  <a:cubicBezTo>
                    <a:pt x="483" y="1741"/>
                    <a:pt x="672" y="1771"/>
                    <a:pt x="860" y="1771"/>
                  </a:cubicBezTo>
                  <a:cubicBezTo>
                    <a:pt x="1049" y="1771"/>
                    <a:pt x="1237" y="1741"/>
                    <a:pt x="1358" y="1681"/>
                  </a:cubicBezTo>
                  <a:cubicBezTo>
                    <a:pt x="1509" y="1681"/>
                    <a:pt x="1509" y="1560"/>
                    <a:pt x="1509" y="1560"/>
                  </a:cubicBezTo>
                  <a:cubicBezTo>
                    <a:pt x="1992" y="1198"/>
                    <a:pt x="1992" y="564"/>
                    <a:pt x="1509" y="172"/>
                  </a:cubicBezTo>
                  <a:cubicBezTo>
                    <a:pt x="1402" y="86"/>
                    <a:pt x="1190" y="1"/>
                    <a:pt x="98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47"/>
            <p:cNvSpPr/>
            <p:nvPr/>
          </p:nvSpPr>
          <p:spPr>
            <a:xfrm rot="5581598">
              <a:off x="-2477092" y="1934550"/>
              <a:ext cx="606572" cy="398023"/>
            </a:xfrm>
            <a:custGeom>
              <a:avLst/>
              <a:gdLst/>
              <a:ahLst/>
              <a:cxnLst/>
              <a:rect l="l" t="t" r="r" b="b"/>
              <a:pathLst>
                <a:path w="24263" h="15921" extrusionOk="0">
                  <a:moveTo>
                    <a:pt x="6740" y="1"/>
                  </a:moveTo>
                  <a:cubicBezTo>
                    <a:pt x="5746" y="1"/>
                    <a:pt x="4745" y="171"/>
                    <a:pt x="3772" y="530"/>
                  </a:cubicBezTo>
                  <a:lnTo>
                    <a:pt x="2535" y="1013"/>
                  </a:lnTo>
                  <a:cubicBezTo>
                    <a:pt x="1630" y="1406"/>
                    <a:pt x="875" y="2160"/>
                    <a:pt x="755" y="3156"/>
                  </a:cubicBezTo>
                  <a:lnTo>
                    <a:pt x="393" y="5419"/>
                  </a:lnTo>
                  <a:cubicBezTo>
                    <a:pt x="0" y="7562"/>
                    <a:pt x="755" y="9704"/>
                    <a:pt x="2535" y="10942"/>
                  </a:cubicBezTo>
                  <a:cubicBezTo>
                    <a:pt x="4648" y="12601"/>
                    <a:pt x="7062" y="14472"/>
                    <a:pt x="8933" y="15468"/>
                  </a:cubicBezTo>
                  <a:cubicBezTo>
                    <a:pt x="9609" y="15793"/>
                    <a:pt x="10298" y="15921"/>
                    <a:pt x="10963" y="15921"/>
                  </a:cubicBezTo>
                  <a:cubicBezTo>
                    <a:pt x="13383" y="15921"/>
                    <a:pt x="15481" y="14231"/>
                    <a:pt x="15481" y="14231"/>
                  </a:cubicBezTo>
                  <a:cubicBezTo>
                    <a:pt x="16629" y="14422"/>
                    <a:pt x="17795" y="14519"/>
                    <a:pt x="18963" y="14519"/>
                  </a:cubicBezTo>
                  <a:cubicBezTo>
                    <a:pt x="20745" y="14519"/>
                    <a:pt x="22531" y="14294"/>
                    <a:pt x="24263" y="13839"/>
                  </a:cubicBezTo>
                  <a:lnTo>
                    <a:pt x="16990" y="8437"/>
                  </a:lnTo>
                  <a:lnTo>
                    <a:pt x="11950" y="1647"/>
                  </a:lnTo>
                  <a:cubicBezTo>
                    <a:pt x="10401" y="588"/>
                    <a:pt x="8584" y="1"/>
                    <a:pt x="6740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47"/>
            <p:cNvSpPr/>
            <p:nvPr/>
          </p:nvSpPr>
          <p:spPr>
            <a:xfrm rot="5581598">
              <a:off x="-2264726" y="1946461"/>
              <a:ext cx="24925" cy="23675"/>
            </a:xfrm>
            <a:custGeom>
              <a:avLst/>
              <a:gdLst/>
              <a:ahLst/>
              <a:cxnLst/>
              <a:rect l="l" t="t" r="r" b="b"/>
              <a:pathLst>
                <a:path w="997" h="947" extrusionOk="0">
                  <a:moveTo>
                    <a:pt x="542" y="0"/>
                  </a:moveTo>
                  <a:cubicBezTo>
                    <a:pt x="398" y="0"/>
                    <a:pt x="259" y="66"/>
                    <a:pt x="121" y="222"/>
                  </a:cubicBezTo>
                  <a:cubicBezTo>
                    <a:pt x="0" y="464"/>
                    <a:pt x="121" y="705"/>
                    <a:pt x="242" y="856"/>
                  </a:cubicBezTo>
                  <a:cubicBezTo>
                    <a:pt x="363" y="916"/>
                    <a:pt x="491" y="946"/>
                    <a:pt x="604" y="946"/>
                  </a:cubicBezTo>
                  <a:cubicBezTo>
                    <a:pt x="717" y="946"/>
                    <a:pt x="815" y="916"/>
                    <a:pt x="876" y="856"/>
                  </a:cubicBezTo>
                  <a:lnTo>
                    <a:pt x="876" y="705"/>
                  </a:lnTo>
                  <a:cubicBezTo>
                    <a:pt x="996" y="584"/>
                    <a:pt x="996" y="343"/>
                    <a:pt x="876" y="101"/>
                  </a:cubicBezTo>
                  <a:cubicBezTo>
                    <a:pt x="760" y="37"/>
                    <a:pt x="649" y="0"/>
                    <a:pt x="5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47"/>
            <p:cNvSpPr/>
            <p:nvPr/>
          </p:nvSpPr>
          <p:spPr>
            <a:xfrm rot="5581598">
              <a:off x="-2258226" y="1927381"/>
              <a:ext cx="27925" cy="40000"/>
            </a:xfrm>
            <a:custGeom>
              <a:avLst/>
              <a:gdLst/>
              <a:ahLst/>
              <a:cxnLst/>
              <a:rect l="l" t="t" r="r" b="b"/>
              <a:pathLst>
                <a:path w="1117" h="1600" extrusionOk="0">
                  <a:moveTo>
                    <a:pt x="1026" y="0"/>
                  </a:moveTo>
                  <a:cubicBezTo>
                    <a:pt x="966" y="0"/>
                    <a:pt x="876" y="30"/>
                    <a:pt x="755" y="91"/>
                  </a:cubicBezTo>
                  <a:cubicBezTo>
                    <a:pt x="513" y="91"/>
                    <a:pt x="242" y="332"/>
                    <a:pt x="121" y="574"/>
                  </a:cubicBezTo>
                  <a:cubicBezTo>
                    <a:pt x="0" y="724"/>
                    <a:pt x="0" y="966"/>
                    <a:pt x="0" y="1207"/>
                  </a:cubicBezTo>
                  <a:cubicBezTo>
                    <a:pt x="0" y="1479"/>
                    <a:pt x="0" y="1600"/>
                    <a:pt x="121" y="1600"/>
                  </a:cubicBezTo>
                  <a:cubicBezTo>
                    <a:pt x="121" y="1600"/>
                    <a:pt x="121" y="1087"/>
                    <a:pt x="363" y="724"/>
                  </a:cubicBezTo>
                  <a:cubicBezTo>
                    <a:pt x="755" y="211"/>
                    <a:pt x="1117" y="91"/>
                    <a:pt x="1117" y="91"/>
                  </a:cubicBezTo>
                  <a:cubicBezTo>
                    <a:pt x="1117" y="30"/>
                    <a:pt x="1087" y="0"/>
                    <a:pt x="10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47"/>
            <p:cNvSpPr/>
            <p:nvPr/>
          </p:nvSpPr>
          <p:spPr>
            <a:xfrm rot="5581598">
              <a:off x="-2163598" y="2032376"/>
              <a:ext cx="27950" cy="22850"/>
            </a:xfrm>
            <a:custGeom>
              <a:avLst/>
              <a:gdLst/>
              <a:ahLst/>
              <a:cxnLst/>
              <a:rect l="l" t="t" r="r" b="b"/>
              <a:pathLst>
                <a:path w="1118" h="914" extrusionOk="0">
                  <a:moveTo>
                    <a:pt x="573" y="1"/>
                  </a:moveTo>
                  <a:cubicBezTo>
                    <a:pt x="436" y="1"/>
                    <a:pt x="313" y="60"/>
                    <a:pt x="242" y="201"/>
                  </a:cubicBezTo>
                  <a:cubicBezTo>
                    <a:pt x="1" y="322"/>
                    <a:pt x="122" y="714"/>
                    <a:pt x="242" y="835"/>
                  </a:cubicBezTo>
                  <a:cubicBezTo>
                    <a:pt x="342" y="885"/>
                    <a:pt x="447" y="914"/>
                    <a:pt x="554" y="914"/>
                  </a:cubicBezTo>
                  <a:cubicBezTo>
                    <a:pt x="704" y="914"/>
                    <a:pt x="855" y="855"/>
                    <a:pt x="997" y="714"/>
                  </a:cubicBezTo>
                  <a:cubicBezTo>
                    <a:pt x="1117" y="442"/>
                    <a:pt x="997" y="201"/>
                    <a:pt x="876" y="80"/>
                  </a:cubicBezTo>
                  <a:cubicBezTo>
                    <a:pt x="776" y="30"/>
                    <a:pt x="671" y="1"/>
                    <a:pt x="5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47"/>
            <p:cNvSpPr/>
            <p:nvPr/>
          </p:nvSpPr>
          <p:spPr>
            <a:xfrm rot="5581598">
              <a:off x="-2150381" y="2015544"/>
              <a:ext cx="28700" cy="39075"/>
            </a:xfrm>
            <a:custGeom>
              <a:avLst/>
              <a:gdLst/>
              <a:ahLst/>
              <a:cxnLst/>
              <a:rect l="l" t="t" r="r" b="b"/>
              <a:pathLst>
                <a:path w="1148" h="1563" extrusionOk="0">
                  <a:moveTo>
                    <a:pt x="1106" y="0"/>
                  </a:moveTo>
                  <a:cubicBezTo>
                    <a:pt x="1050" y="0"/>
                    <a:pt x="936" y="54"/>
                    <a:pt x="755" y="54"/>
                  </a:cubicBezTo>
                  <a:cubicBezTo>
                    <a:pt x="514" y="175"/>
                    <a:pt x="272" y="296"/>
                    <a:pt x="121" y="537"/>
                  </a:cubicBezTo>
                  <a:cubicBezTo>
                    <a:pt x="1" y="809"/>
                    <a:pt x="1" y="1050"/>
                    <a:pt x="1" y="1291"/>
                  </a:cubicBezTo>
                  <a:cubicBezTo>
                    <a:pt x="1" y="1563"/>
                    <a:pt x="1" y="1563"/>
                    <a:pt x="121" y="1563"/>
                  </a:cubicBezTo>
                  <a:cubicBezTo>
                    <a:pt x="121" y="1563"/>
                    <a:pt x="121" y="1171"/>
                    <a:pt x="393" y="688"/>
                  </a:cubicBezTo>
                  <a:cubicBezTo>
                    <a:pt x="755" y="296"/>
                    <a:pt x="1147" y="175"/>
                    <a:pt x="1147" y="54"/>
                  </a:cubicBezTo>
                  <a:cubicBezTo>
                    <a:pt x="1147" y="14"/>
                    <a:pt x="1134" y="0"/>
                    <a:pt x="110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47"/>
            <p:cNvSpPr/>
            <p:nvPr/>
          </p:nvSpPr>
          <p:spPr>
            <a:xfrm rot="5581598">
              <a:off x="-2308580" y="2186903"/>
              <a:ext cx="69450" cy="125999"/>
            </a:xfrm>
            <a:custGeom>
              <a:avLst/>
              <a:gdLst/>
              <a:ahLst/>
              <a:cxnLst/>
              <a:rect l="l" t="t" r="r" b="b"/>
              <a:pathLst>
                <a:path w="2778" h="5040" extrusionOk="0">
                  <a:moveTo>
                    <a:pt x="876" y="0"/>
                  </a:moveTo>
                  <a:lnTo>
                    <a:pt x="876" y="0"/>
                  </a:lnTo>
                  <a:cubicBezTo>
                    <a:pt x="997" y="1751"/>
                    <a:pt x="755" y="3531"/>
                    <a:pt x="1" y="5040"/>
                  </a:cubicBezTo>
                  <a:lnTo>
                    <a:pt x="876" y="5040"/>
                  </a:lnTo>
                  <a:cubicBezTo>
                    <a:pt x="2777" y="2022"/>
                    <a:pt x="876" y="0"/>
                    <a:pt x="876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47"/>
            <p:cNvSpPr/>
            <p:nvPr/>
          </p:nvSpPr>
          <p:spPr>
            <a:xfrm rot="5581598">
              <a:off x="-2276315" y="1989152"/>
              <a:ext cx="84525" cy="87525"/>
            </a:xfrm>
            <a:custGeom>
              <a:avLst/>
              <a:gdLst/>
              <a:ahLst/>
              <a:cxnLst/>
              <a:rect l="l" t="t" r="r" b="b"/>
              <a:pathLst>
                <a:path w="3381" h="3501" extrusionOk="0">
                  <a:moveTo>
                    <a:pt x="1" y="0"/>
                  </a:moveTo>
                  <a:lnTo>
                    <a:pt x="1" y="0"/>
                  </a:lnTo>
                  <a:cubicBezTo>
                    <a:pt x="121" y="242"/>
                    <a:pt x="242" y="483"/>
                    <a:pt x="363" y="604"/>
                  </a:cubicBezTo>
                  <a:cubicBezTo>
                    <a:pt x="634" y="1117"/>
                    <a:pt x="1117" y="1630"/>
                    <a:pt x="1510" y="2263"/>
                  </a:cubicBezTo>
                  <a:lnTo>
                    <a:pt x="2143" y="3139"/>
                  </a:lnTo>
                  <a:lnTo>
                    <a:pt x="2505" y="3501"/>
                  </a:lnTo>
                  <a:cubicBezTo>
                    <a:pt x="2626" y="3501"/>
                    <a:pt x="2777" y="3501"/>
                    <a:pt x="2898" y="3380"/>
                  </a:cubicBezTo>
                  <a:lnTo>
                    <a:pt x="3018" y="3259"/>
                  </a:lnTo>
                  <a:cubicBezTo>
                    <a:pt x="3139" y="3018"/>
                    <a:pt x="3260" y="2867"/>
                    <a:pt x="3381" y="2626"/>
                  </a:cubicBezTo>
                  <a:lnTo>
                    <a:pt x="3381" y="2626"/>
                  </a:lnTo>
                  <a:cubicBezTo>
                    <a:pt x="3260" y="2746"/>
                    <a:pt x="3018" y="3018"/>
                    <a:pt x="2898" y="3139"/>
                  </a:cubicBezTo>
                  <a:cubicBezTo>
                    <a:pt x="2777" y="3259"/>
                    <a:pt x="2626" y="3380"/>
                    <a:pt x="2626" y="3380"/>
                  </a:cubicBezTo>
                  <a:cubicBezTo>
                    <a:pt x="2505" y="3259"/>
                    <a:pt x="2385" y="3139"/>
                    <a:pt x="2385" y="3018"/>
                  </a:cubicBezTo>
                  <a:cubicBezTo>
                    <a:pt x="2143" y="2746"/>
                    <a:pt x="1872" y="2505"/>
                    <a:pt x="1751" y="2113"/>
                  </a:cubicBezTo>
                  <a:cubicBezTo>
                    <a:pt x="1268" y="1509"/>
                    <a:pt x="876" y="996"/>
                    <a:pt x="514" y="604"/>
                  </a:cubicBezTo>
                  <a:cubicBezTo>
                    <a:pt x="363" y="362"/>
                    <a:pt x="121" y="121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47"/>
            <p:cNvSpPr/>
            <p:nvPr/>
          </p:nvSpPr>
          <p:spPr>
            <a:xfrm rot="5581598">
              <a:off x="-2299753" y="2032385"/>
              <a:ext cx="722771" cy="508297"/>
            </a:xfrm>
            <a:custGeom>
              <a:avLst/>
              <a:gdLst/>
              <a:ahLst/>
              <a:cxnLst/>
              <a:rect l="l" t="t" r="r" b="b"/>
              <a:pathLst>
                <a:path w="28911" h="20332" extrusionOk="0">
                  <a:moveTo>
                    <a:pt x="22241" y="0"/>
                  </a:moveTo>
                  <a:cubicBezTo>
                    <a:pt x="19978" y="0"/>
                    <a:pt x="17835" y="996"/>
                    <a:pt x="16598" y="2897"/>
                  </a:cubicBezTo>
                  <a:cubicBezTo>
                    <a:pt x="15941" y="1803"/>
                    <a:pt x="14713" y="1296"/>
                    <a:pt x="13512" y="1296"/>
                  </a:cubicBezTo>
                  <a:cubicBezTo>
                    <a:pt x="13057" y="1296"/>
                    <a:pt x="12606" y="1368"/>
                    <a:pt x="12192" y="1509"/>
                  </a:cubicBezTo>
                  <a:cubicBezTo>
                    <a:pt x="10563" y="2022"/>
                    <a:pt x="9416" y="3259"/>
                    <a:pt x="8420" y="4527"/>
                  </a:cubicBezTo>
                  <a:cubicBezTo>
                    <a:pt x="7394" y="5794"/>
                    <a:pt x="6519" y="7303"/>
                    <a:pt x="5402" y="8420"/>
                  </a:cubicBezTo>
                  <a:cubicBezTo>
                    <a:pt x="4135" y="9687"/>
                    <a:pt x="2264" y="10049"/>
                    <a:pt x="1" y="11196"/>
                  </a:cubicBezTo>
                  <a:lnTo>
                    <a:pt x="9174" y="17594"/>
                  </a:lnTo>
                  <a:cubicBezTo>
                    <a:pt x="10563" y="18620"/>
                    <a:pt x="12071" y="19736"/>
                    <a:pt x="13822" y="20128"/>
                  </a:cubicBezTo>
                  <a:cubicBezTo>
                    <a:pt x="14307" y="20262"/>
                    <a:pt x="14814" y="20331"/>
                    <a:pt x="15316" y="20331"/>
                  </a:cubicBezTo>
                  <a:cubicBezTo>
                    <a:pt x="16624" y="20331"/>
                    <a:pt x="17904" y="19864"/>
                    <a:pt x="18710" y="18861"/>
                  </a:cubicBezTo>
                  <a:cubicBezTo>
                    <a:pt x="19465" y="17986"/>
                    <a:pt x="19736" y="16839"/>
                    <a:pt x="20612" y="15964"/>
                  </a:cubicBezTo>
                  <a:cubicBezTo>
                    <a:pt x="22120" y="14455"/>
                    <a:pt x="24625" y="14847"/>
                    <a:pt x="26526" y="13701"/>
                  </a:cubicBezTo>
                  <a:cubicBezTo>
                    <a:pt x="28156" y="12705"/>
                    <a:pt x="28910" y="10683"/>
                    <a:pt x="28397" y="8812"/>
                  </a:cubicBezTo>
                  <a:cubicBezTo>
                    <a:pt x="28156" y="8178"/>
                    <a:pt x="27764" y="7665"/>
                    <a:pt x="27522" y="6911"/>
                  </a:cubicBezTo>
                  <a:cubicBezTo>
                    <a:pt x="27281" y="5915"/>
                    <a:pt x="27401" y="4768"/>
                    <a:pt x="27160" y="3772"/>
                  </a:cubicBezTo>
                  <a:cubicBezTo>
                    <a:pt x="26526" y="1630"/>
                    <a:pt x="24384" y="121"/>
                    <a:pt x="22241" y="0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47"/>
            <p:cNvSpPr/>
            <p:nvPr/>
          </p:nvSpPr>
          <p:spPr>
            <a:xfrm rot="5581598">
              <a:off x="-2276022" y="1815544"/>
              <a:ext cx="132049" cy="125274"/>
            </a:xfrm>
            <a:custGeom>
              <a:avLst/>
              <a:gdLst/>
              <a:ahLst/>
              <a:cxnLst/>
              <a:rect l="l" t="t" r="r" b="b"/>
              <a:pathLst>
                <a:path w="5282" h="5011" extrusionOk="0">
                  <a:moveTo>
                    <a:pt x="151" y="1"/>
                  </a:moveTo>
                  <a:lnTo>
                    <a:pt x="1" y="363"/>
                  </a:lnTo>
                  <a:cubicBezTo>
                    <a:pt x="514" y="3019"/>
                    <a:pt x="2656" y="4890"/>
                    <a:pt x="5282" y="5010"/>
                  </a:cubicBezTo>
                  <a:cubicBezTo>
                    <a:pt x="4919" y="3894"/>
                    <a:pt x="4286" y="2626"/>
                    <a:pt x="3531" y="1631"/>
                  </a:cubicBezTo>
                  <a:cubicBezTo>
                    <a:pt x="2656" y="635"/>
                    <a:pt x="1389" y="1"/>
                    <a:pt x="151" y="1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47"/>
            <p:cNvSpPr/>
            <p:nvPr/>
          </p:nvSpPr>
          <p:spPr>
            <a:xfrm rot="5581598">
              <a:off x="-2235888" y="1851443"/>
              <a:ext cx="357773" cy="259149"/>
            </a:xfrm>
            <a:custGeom>
              <a:avLst/>
              <a:gdLst/>
              <a:ahLst/>
              <a:cxnLst/>
              <a:rect l="l" t="t" r="r" b="b"/>
              <a:pathLst>
                <a:path w="14311" h="10366" extrusionOk="0">
                  <a:moveTo>
                    <a:pt x="610" y="9369"/>
                  </a:moveTo>
                  <a:lnTo>
                    <a:pt x="881" y="9641"/>
                  </a:lnTo>
                  <a:cubicBezTo>
                    <a:pt x="861" y="9599"/>
                    <a:pt x="840" y="9557"/>
                    <a:pt x="820" y="9515"/>
                  </a:cubicBezTo>
                  <a:lnTo>
                    <a:pt x="820" y="9515"/>
                  </a:lnTo>
                  <a:cubicBezTo>
                    <a:pt x="749" y="9468"/>
                    <a:pt x="679" y="9420"/>
                    <a:pt x="610" y="9369"/>
                  </a:cubicBezTo>
                  <a:close/>
                  <a:moveTo>
                    <a:pt x="8043" y="0"/>
                  </a:moveTo>
                  <a:cubicBezTo>
                    <a:pt x="6347" y="0"/>
                    <a:pt x="4691" y="549"/>
                    <a:pt x="3386" y="1583"/>
                  </a:cubicBezTo>
                  <a:cubicBezTo>
                    <a:pt x="2239" y="2459"/>
                    <a:pt x="1364" y="3967"/>
                    <a:pt x="731" y="5356"/>
                  </a:cubicBezTo>
                  <a:cubicBezTo>
                    <a:pt x="1" y="6582"/>
                    <a:pt x="231" y="8259"/>
                    <a:pt x="820" y="9515"/>
                  </a:cubicBezTo>
                  <a:lnTo>
                    <a:pt x="820" y="9515"/>
                  </a:lnTo>
                  <a:cubicBezTo>
                    <a:pt x="1703" y="10093"/>
                    <a:pt x="2724" y="10365"/>
                    <a:pt x="3761" y="10365"/>
                  </a:cubicBezTo>
                  <a:cubicBezTo>
                    <a:pt x="4933" y="10365"/>
                    <a:pt x="6124" y="10017"/>
                    <a:pt x="7158" y="9369"/>
                  </a:cubicBezTo>
                  <a:cubicBezTo>
                    <a:pt x="7400" y="9248"/>
                    <a:pt x="7671" y="9007"/>
                    <a:pt x="7913" y="8735"/>
                  </a:cubicBezTo>
                  <a:cubicBezTo>
                    <a:pt x="8033" y="8494"/>
                    <a:pt x="8033" y="8132"/>
                    <a:pt x="7913" y="7860"/>
                  </a:cubicBezTo>
                  <a:cubicBezTo>
                    <a:pt x="7794" y="7741"/>
                    <a:pt x="7638" y="7652"/>
                    <a:pt x="7482" y="7620"/>
                  </a:cubicBezTo>
                  <a:lnTo>
                    <a:pt x="7482" y="7620"/>
                  </a:lnTo>
                  <a:cubicBezTo>
                    <a:pt x="8302" y="7380"/>
                    <a:pt x="9064" y="7051"/>
                    <a:pt x="9935" y="6744"/>
                  </a:cubicBezTo>
                  <a:cubicBezTo>
                    <a:pt x="10297" y="6623"/>
                    <a:pt x="10689" y="6231"/>
                    <a:pt x="10930" y="5718"/>
                  </a:cubicBezTo>
                  <a:cubicBezTo>
                    <a:pt x="11024" y="5436"/>
                    <a:pt x="10826" y="4989"/>
                    <a:pt x="10491" y="4862"/>
                  </a:cubicBezTo>
                  <a:lnTo>
                    <a:pt x="10491" y="4862"/>
                  </a:lnTo>
                  <a:cubicBezTo>
                    <a:pt x="11310" y="4954"/>
                    <a:pt x="12496" y="5333"/>
                    <a:pt x="13402" y="5333"/>
                  </a:cubicBezTo>
                  <a:cubicBezTo>
                    <a:pt x="13649" y="5333"/>
                    <a:pt x="13876" y="5305"/>
                    <a:pt x="14069" y="5235"/>
                  </a:cubicBezTo>
                  <a:cubicBezTo>
                    <a:pt x="14310" y="5114"/>
                    <a:pt x="13707" y="3967"/>
                    <a:pt x="13827" y="3605"/>
                  </a:cubicBezTo>
                  <a:cubicBezTo>
                    <a:pt x="13948" y="3334"/>
                    <a:pt x="13707" y="2972"/>
                    <a:pt x="13314" y="2579"/>
                  </a:cubicBezTo>
                  <a:cubicBezTo>
                    <a:pt x="12319" y="1583"/>
                    <a:pt x="11172" y="588"/>
                    <a:pt x="9784" y="195"/>
                  </a:cubicBezTo>
                  <a:cubicBezTo>
                    <a:pt x="9207" y="65"/>
                    <a:pt x="8623" y="0"/>
                    <a:pt x="8043" y="0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47"/>
            <p:cNvSpPr/>
            <p:nvPr/>
          </p:nvSpPr>
          <p:spPr>
            <a:xfrm rot="5581598">
              <a:off x="-2081516" y="2140264"/>
              <a:ext cx="81500" cy="61125"/>
            </a:xfrm>
            <a:custGeom>
              <a:avLst/>
              <a:gdLst/>
              <a:ahLst/>
              <a:cxnLst/>
              <a:rect l="l" t="t" r="r" b="b"/>
              <a:pathLst>
                <a:path w="3260" h="2445" extrusionOk="0">
                  <a:moveTo>
                    <a:pt x="1392" y="0"/>
                  </a:moveTo>
                  <a:cubicBezTo>
                    <a:pt x="1154" y="0"/>
                    <a:pt x="936" y="61"/>
                    <a:pt x="754" y="181"/>
                  </a:cubicBezTo>
                  <a:cubicBezTo>
                    <a:pt x="241" y="423"/>
                    <a:pt x="0" y="936"/>
                    <a:pt x="121" y="1449"/>
                  </a:cubicBezTo>
                  <a:lnTo>
                    <a:pt x="2897" y="2445"/>
                  </a:lnTo>
                  <a:cubicBezTo>
                    <a:pt x="3138" y="2052"/>
                    <a:pt x="3259" y="1569"/>
                    <a:pt x="3018" y="1177"/>
                  </a:cubicBezTo>
                  <a:cubicBezTo>
                    <a:pt x="2897" y="694"/>
                    <a:pt x="2505" y="302"/>
                    <a:pt x="2143" y="181"/>
                  </a:cubicBezTo>
                  <a:cubicBezTo>
                    <a:pt x="1886" y="61"/>
                    <a:pt x="1630" y="0"/>
                    <a:pt x="1392" y="0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7"/>
            <p:cNvSpPr/>
            <p:nvPr/>
          </p:nvSpPr>
          <p:spPr>
            <a:xfrm rot="5581598">
              <a:off x="-2025334" y="1981061"/>
              <a:ext cx="427798" cy="321423"/>
            </a:xfrm>
            <a:custGeom>
              <a:avLst/>
              <a:gdLst/>
              <a:ahLst/>
              <a:cxnLst/>
              <a:rect l="l" t="t" r="r" b="b"/>
              <a:pathLst>
                <a:path w="17112" h="12857" extrusionOk="0">
                  <a:moveTo>
                    <a:pt x="16870" y="5946"/>
                  </a:moveTo>
                  <a:cubicBezTo>
                    <a:pt x="16749" y="6550"/>
                    <a:pt x="16477" y="6942"/>
                    <a:pt x="16598" y="6942"/>
                  </a:cubicBezTo>
                  <a:cubicBezTo>
                    <a:pt x="16598" y="6821"/>
                    <a:pt x="16598" y="6821"/>
                    <a:pt x="16749" y="6701"/>
                  </a:cubicBezTo>
                  <a:cubicBezTo>
                    <a:pt x="16749" y="6429"/>
                    <a:pt x="16870" y="6188"/>
                    <a:pt x="16870" y="5946"/>
                  </a:cubicBezTo>
                  <a:close/>
                  <a:moveTo>
                    <a:pt x="13004" y="1"/>
                  </a:moveTo>
                  <a:cubicBezTo>
                    <a:pt x="12252" y="1"/>
                    <a:pt x="11460" y="239"/>
                    <a:pt x="10834" y="665"/>
                  </a:cubicBezTo>
                  <a:cubicBezTo>
                    <a:pt x="10080" y="1269"/>
                    <a:pt x="9446" y="2023"/>
                    <a:pt x="9054" y="2928"/>
                  </a:cubicBezTo>
                  <a:cubicBezTo>
                    <a:pt x="8692" y="3804"/>
                    <a:pt x="8299" y="4679"/>
                    <a:pt x="8058" y="5554"/>
                  </a:cubicBezTo>
                  <a:cubicBezTo>
                    <a:pt x="7817" y="6429"/>
                    <a:pt x="7424" y="7183"/>
                    <a:pt x="6941" y="7938"/>
                  </a:cubicBezTo>
                  <a:cubicBezTo>
                    <a:pt x="6036" y="9085"/>
                    <a:pt x="4920" y="10080"/>
                    <a:pt x="3531" y="10835"/>
                  </a:cubicBezTo>
                  <a:cubicBezTo>
                    <a:pt x="2536" y="11469"/>
                    <a:pt x="1660" y="11982"/>
                    <a:pt x="1027" y="12344"/>
                  </a:cubicBezTo>
                  <a:lnTo>
                    <a:pt x="272" y="12736"/>
                  </a:lnTo>
                  <a:cubicBezTo>
                    <a:pt x="152" y="12736"/>
                    <a:pt x="152" y="12857"/>
                    <a:pt x="1" y="12857"/>
                  </a:cubicBezTo>
                  <a:lnTo>
                    <a:pt x="272" y="12857"/>
                  </a:lnTo>
                  <a:cubicBezTo>
                    <a:pt x="514" y="12736"/>
                    <a:pt x="755" y="12585"/>
                    <a:pt x="1027" y="12464"/>
                  </a:cubicBezTo>
                  <a:cubicBezTo>
                    <a:pt x="1902" y="11982"/>
                    <a:pt x="2777" y="11469"/>
                    <a:pt x="3652" y="10956"/>
                  </a:cubicBezTo>
                  <a:cubicBezTo>
                    <a:pt x="5040" y="10201"/>
                    <a:pt x="6187" y="9205"/>
                    <a:pt x="7183" y="8059"/>
                  </a:cubicBezTo>
                  <a:cubicBezTo>
                    <a:pt x="7696" y="7304"/>
                    <a:pt x="8058" y="6550"/>
                    <a:pt x="8299" y="5675"/>
                  </a:cubicBezTo>
                  <a:cubicBezTo>
                    <a:pt x="8571" y="4799"/>
                    <a:pt x="8933" y="3924"/>
                    <a:pt x="9325" y="3049"/>
                  </a:cubicBezTo>
                  <a:cubicBezTo>
                    <a:pt x="9688" y="2174"/>
                    <a:pt x="10321" y="1540"/>
                    <a:pt x="11076" y="907"/>
                  </a:cubicBezTo>
                  <a:cubicBezTo>
                    <a:pt x="11602" y="481"/>
                    <a:pt x="12294" y="242"/>
                    <a:pt x="13014" y="242"/>
                  </a:cubicBezTo>
                  <a:cubicBezTo>
                    <a:pt x="13162" y="242"/>
                    <a:pt x="13311" y="252"/>
                    <a:pt x="13460" y="273"/>
                  </a:cubicBezTo>
                  <a:cubicBezTo>
                    <a:pt x="14214" y="394"/>
                    <a:pt x="14969" y="786"/>
                    <a:pt x="15482" y="1269"/>
                  </a:cubicBezTo>
                  <a:cubicBezTo>
                    <a:pt x="15995" y="1782"/>
                    <a:pt x="16357" y="2295"/>
                    <a:pt x="16598" y="2928"/>
                  </a:cubicBezTo>
                  <a:cubicBezTo>
                    <a:pt x="16990" y="3924"/>
                    <a:pt x="16990" y="4920"/>
                    <a:pt x="16870" y="5946"/>
                  </a:cubicBezTo>
                  <a:cubicBezTo>
                    <a:pt x="17111" y="4920"/>
                    <a:pt x="17111" y="3924"/>
                    <a:pt x="16749" y="2928"/>
                  </a:cubicBezTo>
                  <a:cubicBezTo>
                    <a:pt x="16236" y="1420"/>
                    <a:pt x="14969" y="273"/>
                    <a:pt x="13460" y="31"/>
                  </a:cubicBezTo>
                  <a:cubicBezTo>
                    <a:pt x="13311" y="11"/>
                    <a:pt x="13158" y="1"/>
                    <a:pt x="13004" y="1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47"/>
            <p:cNvSpPr/>
            <p:nvPr/>
          </p:nvSpPr>
          <p:spPr>
            <a:xfrm rot="5581598">
              <a:off x="-2065178" y="2151427"/>
              <a:ext cx="43800" cy="32475"/>
            </a:xfrm>
            <a:custGeom>
              <a:avLst/>
              <a:gdLst/>
              <a:ahLst/>
              <a:cxnLst/>
              <a:rect l="l" t="t" r="r" b="b"/>
              <a:pathLst>
                <a:path w="1752" h="1299" extrusionOk="0">
                  <a:moveTo>
                    <a:pt x="841" y="1"/>
                  </a:moveTo>
                  <a:cubicBezTo>
                    <a:pt x="564" y="1"/>
                    <a:pt x="282" y="175"/>
                    <a:pt x="121" y="497"/>
                  </a:cubicBezTo>
                  <a:cubicBezTo>
                    <a:pt x="1" y="618"/>
                    <a:pt x="1" y="889"/>
                    <a:pt x="121" y="889"/>
                  </a:cubicBezTo>
                  <a:cubicBezTo>
                    <a:pt x="121" y="889"/>
                    <a:pt x="121" y="769"/>
                    <a:pt x="242" y="497"/>
                  </a:cubicBezTo>
                  <a:cubicBezTo>
                    <a:pt x="363" y="376"/>
                    <a:pt x="604" y="256"/>
                    <a:pt x="876" y="256"/>
                  </a:cubicBezTo>
                  <a:cubicBezTo>
                    <a:pt x="1238" y="256"/>
                    <a:pt x="1510" y="618"/>
                    <a:pt x="1510" y="889"/>
                  </a:cubicBezTo>
                  <a:lnTo>
                    <a:pt x="1510" y="1252"/>
                  </a:lnTo>
                  <a:cubicBezTo>
                    <a:pt x="1510" y="1284"/>
                    <a:pt x="1518" y="1299"/>
                    <a:pt x="1531" y="1299"/>
                  </a:cubicBezTo>
                  <a:cubicBezTo>
                    <a:pt x="1566" y="1299"/>
                    <a:pt x="1630" y="1187"/>
                    <a:pt x="1630" y="1010"/>
                  </a:cubicBezTo>
                  <a:cubicBezTo>
                    <a:pt x="1751" y="618"/>
                    <a:pt x="1510" y="256"/>
                    <a:pt x="1238" y="135"/>
                  </a:cubicBezTo>
                  <a:cubicBezTo>
                    <a:pt x="1117" y="44"/>
                    <a:pt x="980" y="1"/>
                    <a:pt x="841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7"/>
            <p:cNvSpPr/>
            <p:nvPr/>
          </p:nvSpPr>
          <p:spPr>
            <a:xfrm rot="5581598">
              <a:off x="-2263367" y="2094330"/>
              <a:ext cx="37750" cy="43775"/>
            </a:xfrm>
            <a:custGeom>
              <a:avLst/>
              <a:gdLst/>
              <a:ahLst/>
              <a:cxnLst/>
              <a:rect l="l" t="t" r="r" b="b"/>
              <a:pathLst>
                <a:path w="1510" h="1751" extrusionOk="0">
                  <a:moveTo>
                    <a:pt x="755" y="1"/>
                  </a:moveTo>
                  <a:lnTo>
                    <a:pt x="755" y="121"/>
                  </a:lnTo>
                  <a:cubicBezTo>
                    <a:pt x="484" y="121"/>
                    <a:pt x="242" y="393"/>
                    <a:pt x="122" y="634"/>
                  </a:cubicBezTo>
                  <a:cubicBezTo>
                    <a:pt x="1" y="876"/>
                    <a:pt x="1" y="1147"/>
                    <a:pt x="122" y="1389"/>
                  </a:cubicBezTo>
                  <a:cubicBezTo>
                    <a:pt x="122" y="1630"/>
                    <a:pt x="363" y="1751"/>
                    <a:pt x="604" y="1751"/>
                  </a:cubicBezTo>
                  <a:cubicBezTo>
                    <a:pt x="876" y="1751"/>
                    <a:pt x="1117" y="1630"/>
                    <a:pt x="1238" y="1389"/>
                  </a:cubicBezTo>
                  <a:cubicBezTo>
                    <a:pt x="1510" y="1147"/>
                    <a:pt x="1510" y="755"/>
                    <a:pt x="1510" y="514"/>
                  </a:cubicBezTo>
                  <a:cubicBezTo>
                    <a:pt x="1359" y="242"/>
                    <a:pt x="1117" y="1"/>
                    <a:pt x="755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7"/>
            <p:cNvSpPr/>
            <p:nvPr/>
          </p:nvSpPr>
          <p:spPr>
            <a:xfrm rot="5581598">
              <a:off x="-2252787" y="2086102"/>
              <a:ext cx="18875" cy="59625"/>
            </a:xfrm>
            <a:custGeom>
              <a:avLst/>
              <a:gdLst/>
              <a:ahLst/>
              <a:cxnLst/>
              <a:rect l="l" t="t" r="r" b="b"/>
              <a:pathLst>
                <a:path w="755" h="2385" extrusionOk="0">
                  <a:moveTo>
                    <a:pt x="121" y="1"/>
                  </a:moveTo>
                  <a:cubicBezTo>
                    <a:pt x="121" y="121"/>
                    <a:pt x="241" y="604"/>
                    <a:pt x="241" y="1238"/>
                  </a:cubicBezTo>
                  <a:cubicBezTo>
                    <a:pt x="241" y="1872"/>
                    <a:pt x="0" y="2385"/>
                    <a:pt x="121" y="2385"/>
                  </a:cubicBezTo>
                  <a:cubicBezTo>
                    <a:pt x="634" y="1751"/>
                    <a:pt x="754" y="755"/>
                    <a:pt x="1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7"/>
            <p:cNvSpPr/>
            <p:nvPr/>
          </p:nvSpPr>
          <p:spPr>
            <a:xfrm rot="5581598">
              <a:off x="-1931267" y="1877538"/>
              <a:ext cx="238424" cy="308573"/>
            </a:xfrm>
            <a:custGeom>
              <a:avLst/>
              <a:gdLst/>
              <a:ahLst/>
              <a:cxnLst/>
              <a:rect l="l" t="t" r="r" b="b"/>
              <a:pathLst>
                <a:path w="9537" h="12343" extrusionOk="0">
                  <a:moveTo>
                    <a:pt x="9415" y="0"/>
                  </a:moveTo>
                  <a:cubicBezTo>
                    <a:pt x="9295" y="151"/>
                    <a:pt x="9174" y="272"/>
                    <a:pt x="9053" y="393"/>
                  </a:cubicBezTo>
                  <a:cubicBezTo>
                    <a:pt x="8661" y="755"/>
                    <a:pt x="8299" y="1388"/>
                    <a:pt x="8148" y="1901"/>
                  </a:cubicBezTo>
                  <a:cubicBezTo>
                    <a:pt x="7907" y="2777"/>
                    <a:pt x="7786" y="3652"/>
                    <a:pt x="7786" y="4678"/>
                  </a:cubicBezTo>
                  <a:cubicBezTo>
                    <a:pt x="7665" y="5674"/>
                    <a:pt x="7273" y="6669"/>
                    <a:pt x="6790" y="7695"/>
                  </a:cubicBezTo>
                  <a:cubicBezTo>
                    <a:pt x="6156" y="8571"/>
                    <a:pt x="5402" y="9325"/>
                    <a:pt x="4527" y="9959"/>
                  </a:cubicBezTo>
                  <a:cubicBezTo>
                    <a:pt x="3772" y="10442"/>
                    <a:pt x="3018" y="10834"/>
                    <a:pt x="2113" y="11196"/>
                  </a:cubicBezTo>
                  <a:cubicBezTo>
                    <a:pt x="1509" y="11588"/>
                    <a:pt x="875" y="11830"/>
                    <a:pt x="483" y="12071"/>
                  </a:cubicBezTo>
                  <a:cubicBezTo>
                    <a:pt x="362" y="12071"/>
                    <a:pt x="121" y="12222"/>
                    <a:pt x="0" y="12343"/>
                  </a:cubicBezTo>
                  <a:cubicBezTo>
                    <a:pt x="121" y="12343"/>
                    <a:pt x="362" y="12222"/>
                    <a:pt x="604" y="12071"/>
                  </a:cubicBezTo>
                  <a:cubicBezTo>
                    <a:pt x="996" y="11950"/>
                    <a:pt x="1509" y="11709"/>
                    <a:pt x="2263" y="11468"/>
                  </a:cubicBezTo>
                  <a:cubicBezTo>
                    <a:pt x="3018" y="11075"/>
                    <a:pt x="3893" y="10562"/>
                    <a:pt x="4647" y="10079"/>
                  </a:cubicBezTo>
                  <a:cubicBezTo>
                    <a:pt x="5523" y="9446"/>
                    <a:pt x="6277" y="8691"/>
                    <a:pt x="6911" y="7816"/>
                  </a:cubicBezTo>
                  <a:cubicBezTo>
                    <a:pt x="7544" y="6790"/>
                    <a:pt x="7907" y="5794"/>
                    <a:pt x="8027" y="4678"/>
                  </a:cubicBezTo>
                  <a:cubicBezTo>
                    <a:pt x="8027" y="3772"/>
                    <a:pt x="8148" y="2897"/>
                    <a:pt x="8299" y="2022"/>
                  </a:cubicBezTo>
                  <a:cubicBezTo>
                    <a:pt x="8420" y="1388"/>
                    <a:pt x="8661" y="906"/>
                    <a:pt x="9174" y="513"/>
                  </a:cubicBezTo>
                  <a:cubicBezTo>
                    <a:pt x="9415" y="151"/>
                    <a:pt x="9536" y="0"/>
                    <a:pt x="9536" y="0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7"/>
            <p:cNvSpPr/>
            <p:nvPr/>
          </p:nvSpPr>
          <p:spPr>
            <a:xfrm rot="5581598">
              <a:off x="-2448623" y="2153147"/>
              <a:ext cx="317623" cy="333098"/>
            </a:xfrm>
            <a:custGeom>
              <a:avLst/>
              <a:gdLst/>
              <a:ahLst/>
              <a:cxnLst/>
              <a:rect l="l" t="t" r="r" b="b"/>
              <a:pathLst>
                <a:path w="12705" h="13324" extrusionOk="0">
                  <a:moveTo>
                    <a:pt x="0" y="1"/>
                  </a:moveTo>
                  <a:cubicBezTo>
                    <a:pt x="1388" y="514"/>
                    <a:pt x="2384" y="1781"/>
                    <a:pt x="2777" y="3139"/>
                  </a:cubicBezTo>
                  <a:cubicBezTo>
                    <a:pt x="3018" y="4165"/>
                    <a:pt x="2897" y="5161"/>
                    <a:pt x="3531" y="5916"/>
                  </a:cubicBezTo>
                  <a:cubicBezTo>
                    <a:pt x="4165" y="6911"/>
                    <a:pt x="5523" y="7062"/>
                    <a:pt x="6036" y="8179"/>
                  </a:cubicBezTo>
                  <a:cubicBezTo>
                    <a:pt x="6428" y="8813"/>
                    <a:pt x="6277" y="9688"/>
                    <a:pt x="6277" y="10442"/>
                  </a:cubicBezTo>
                  <a:cubicBezTo>
                    <a:pt x="6156" y="11589"/>
                    <a:pt x="6549" y="12826"/>
                    <a:pt x="7545" y="13218"/>
                  </a:cubicBezTo>
                  <a:cubicBezTo>
                    <a:pt x="7773" y="13291"/>
                    <a:pt x="7996" y="13323"/>
                    <a:pt x="8211" y="13323"/>
                  </a:cubicBezTo>
                  <a:cubicBezTo>
                    <a:pt x="9079" y="13323"/>
                    <a:pt x="9837" y="12796"/>
                    <a:pt x="10442" y="12192"/>
                  </a:cubicBezTo>
                  <a:cubicBezTo>
                    <a:pt x="11196" y="11317"/>
                    <a:pt x="11950" y="10080"/>
                    <a:pt x="11437" y="8933"/>
                  </a:cubicBezTo>
                  <a:cubicBezTo>
                    <a:pt x="11196" y="8058"/>
                    <a:pt x="9053" y="6670"/>
                    <a:pt x="8299" y="6157"/>
                  </a:cubicBezTo>
                  <a:cubicBezTo>
                    <a:pt x="7032" y="5282"/>
                    <a:pt x="12705" y="2898"/>
                    <a:pt x="9053" y="635"/>
                  </a:cubicBezTo>
                  <a:cubicBezTo>
                    <a:pt x="8922" y="551"/>
                    <a:pt x="8749" y="515"/>
                    <a:pt x="8548" y="515"/>
                  </a:cubicBezTo>
                  <a:cubicBezTo>
                    <a:pt x="7492" y="515"/>
                    <a:pt x="5625" y="1481"/>
                    <a:pt x="4477" y="1481"/>
                  </a:cubicBezTo>
                  <a:cubicBezTo>
                    <a:pt x="4189" y="1481"/>
                    <a:pt x="3946" y="1421"/>
                    <a:pt x="3772" y="1268"/>
                  </a:cubicBezTo>
                  <a:cubicBezTo>
                    <a:pt x="2983" y="588"/>
                    <a:pt x="1973" y="104"/>
                    <a:pt x="875" y="104"/>
                  </a:cubicBezTo>
                  <a:cubicBezTo>
                    <a:pt x="755" y="104"/>
                    <a:pt x="635" y="110"/>
                    <a:pt x="513" y="12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p48"/>
          <p:cNvSpPr txBox="1">
            <a:spLocks noGrp="1"/>
          </p:cNvSpPr>
          <p:nvPr>
            <p:ph type="title" idx="15"/>
          </p:nvPr>
        </p:nvSpPr>
        <p:spPr>
          <a:xfrm>
            <a:off x="713225" y="488975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WIRING OVERVIEW</a:t>
            </a:r>
            <a:endParaRPr/>
          </a:p>
        </p:txBody>
      </p:sp>
      <p:sp>
        <p:nvSpPr>
          <p:cNvPr id="2137" name="Google Shape;2137;p48"/>
          <p:cNvSpPr txBox="1">
            <a:spLocks noGrp="1"/>
          </p:cNvSpPr>
          <p:nvPr>
            <p:ph type="title"/>
          </p:nvPr>
        </p:nvSpPr>
        <p:spPr>
          <a:xfrm>
            <a:off x="921100" y="3365175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ARDUINO -&gt; PI</a:t>
            </a:r>
            <a:endParaRPr/>
          </a:p>
        </p:txBody>
      </p:sp>
      <p:sp>
        <p:nvSpPr>
          <p:cNvPr id="2138" name="Google Shape;2138;p48"/>
          <p:cNvSpPr txBox="1">
            <a:spLocks noGrp="1"/>
          </p:cNvSpPr>
          <p:nvPr>
            <p:ph type="subTitle" idx="1"/>
          </p:nvPr>
        </p:nvSpPr>
        <p:spPr>
          <a:xfrm>
            <a:off x="921100" y="3820075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Connected over USB, sending plain text commands over serial</a:t>
            </a:r>
            <a:endParaRPr/>
          </a:p>
        </p:txBody>
      </p:sp>
      <p:sp>
        <p:nvSpPr>
          <p:cNvPr id="2139" name="Google Shape;2139;p48"/>
          <p:cNvSpPr txBox="1">
            <a:spLocks noGrp="1"/>
          </p:cNvSpPr>
          <p:nvPr>
            <p:ph type="title" idx="2"/>
          </p:nvPr>
        </p:nvSpPr>
        <p:spPr>
          <a:xfrm>
            <a:off x="3443100" y="3365175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 -&gt; DRIVER BOARD</a:t>
            </a:r>
            <a:endParaRPr/>
          </a:p>
        </p:txBody>
      </p:sp>
      <p:sp>
        <p:nvSpPr>
          <p:cNvPr id="2140" name="Google Shape;2140;p48"/>
          <p:cNvSpPr txBox="1">
            <a:spLocks noGrp="1"/>
          </p:cNvSpPr>
          <p:nvPr>
            <p:ph type="subTitle" idx="3"/>
          </p:nvPr>
        </p:nvSpPr>
        <p:spPr>
          <a:xfrm>
            <a:off x="3443100" y="3820075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HDMI out from the Pi into the universal LCD controller board</a:t>
            </a:r>
            <a:endParaRPr/>
          </a:p>
        </p:txBody>
      </p:sp>
      <p:sp>
        <p:nvSpPr>
          <p:cNvPr id="2141" name="Google Shape;2141;p48"/>
          <p:cNvSpPr txBox="1">
            <a:spLocks noGrp="1"/>
          </p:cNvSpPr>
          <p:nvPr>
            <p:ph type="title" idx="4"/>
          </p:nvPr>
        </p:nvSpPr>
        <p:spPr>
          <a:xfrm>
            <a:off x="5965100" y="3365175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DRIVER BOARD -&gt; SCREEN</a:t>
            </a:r>
            <a:endParaRPr/>
          </a:p>
        </p:txBody>
      </p:sp>
      <p:sp>
        <p:nvSpPr>
          <p:cNvPr id="2142" name="Google Shape;2142;p48"/>
          <p:cNvSpPr txBox="1">
            <a:spLocks noGrp="1"/>
          </p:cNvSpPr>
          <p:nvPr>
            <p:ph type="subTitle" idx="5"/>
          </p:nvPr>
        </p:nvSpPr>
        <p:spPr>
          <a:xfrm>
            <a:off x="5965100" y="3820075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LVDS ribbon cable plus a separate backlight power connector</a:t>
            </a:r>
            <a:endParaRPr/>
          </a:p>
        </p:txBody>
      </p:sp>
      <p:sp>
        <p:nvSpPr>
          <p:cNvPr id="2143" name="Google Shape;2143;p48"/>
          <p:cNvSpPr txBox="1">
            <a:spLocks noGrp="1"/>
          </p:cNvSpPr>
          <p:nvPr>
            <p:ph type="title" idx="6"/>
          </p:nvPr>
        </p:nvSpPr>
        <p:spPr>
          <a:xfrm>
            <a:off x="921100" y="1642475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JOYSTICK</a:t>
            </a:r>
            <a:endParaRPr/>
          </a:p>
        </p:txBody>
      </p:sp>
      <p:sp>
        <p:nvSpPr>
          <p:cNvPr id="2144" name="Google Shape;2144;p48"/>
          <p:cNvSpPr txBox="1">
            <a:spLocks noGrp="1"/>
          </p:cNvSpPr>
          <p:nvPr>
            <p:ph type="subTitle" idx="7"/>
          </p:nvPr>
        </p:nvSpPr>
        <p:spPr>
          <a:xfrm>
            <a:off x="921100" y="2097375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Wired to Arduino digital pins for direction, plus one for the click button</a:t>
            </a:r>
            <a:endParaRPr/>
          </a:p>
        </p:txBody>
      </p:sp>
      <p:sp>
        <p:nvSpPr>
          <p:cNvPr id="2145" name="Google Shape;2145;p48"/>
          <p:cNvSpPr txBox="1">
            <a:spLocks noGrp="1"/>
          </p:cNvSpPr>
          <p:nvPr>
            <p:ph type="title" idx="8"/>
          </p:nvPr>
        </p:nvSpPr>
        <p:spPr>
          <a:xfrm>
            <a:off x="3443100" y="1642475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VOLUME KNOB</a:t>
            </a:r>
            <a:endParaRPr/>
          </a:p>
        </p:txBody>
      </p:sp>
      <p:sp>
        <p:nvSpPr>
          <p:cNvPr id="2146" name="Google Shape;2146;p48"/>
          <p:cNvSpPr txBox="1">
            <a:spLocks noGrp="1"/>
          </p:cNvSpPr>
          <p:nvPr>
            <p:ph type="subTitle" idx="9"/>
          </p:nvPr>
        </p:nvSpPr>
        <p:spPr>
          <a:xfrm>
            <a:off x="3443100" y="2097375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10K potentiometer wired to an Arduino analog input</a:t>
            </a:r>
            <a:endParaRPr/>
          </a:p>
        </p:txBody>
      </p:sp>
      <p:sp>
        <p:nvSpPr>
          <p:cNvPr id="2147" name="Google Shape;2147;p48"/>
          <p:cNvSpPr txBox="1">
            <a:spLocks noGrp="1"/>
          </p:cNvSpPr>
          <p:nvPr>
            <p:ph type="title" idx="13"/>
          </p:nvPr>
        </p:nvSpPr>
        <p:spPr>
          <a:xfrm>
            <a:off x="5965100" y="1642475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BUTTON</a:t>
            </a:r>
            <a:endParaRPr/>
          </a:p>
        </p:txBody>
      </p:sp>
      <p:sp>
        <p:nvSpPr>
          <p:cNvPr id="2148" name="Google Shape;2148;p48"/>
          <p:cNvSpPr txBox="1">
            <a:spLocks noGrp="1"/>
          </p:cNvSpPr>
          <p:nvPr>
            <p:ph type="subTitle" idx="14"/>
          </p:nvPr>
        </p:nvSpPr>
        <p:spPr>
          <a:xfrm>
            <a:off x="5965100" y="2097375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Its own Arduino digital pin, held for 2 seconds to shut down</a:t>
            </a:r>
            <a:endParaRPr/>
          </a:p>
        </p:txBody>
      </p:sp>
      <p:grpSp>
        <p:nvGrpSpPr>
          <p:cNvPr id="2149" name="Google Shape;2149;p48"/>
          <p:cNvGrpSpPr/>
          <p:nvPr/>
        </p:nvGrpSpPr>
        <p:grpSpPr>
          <a:xfrm>
            <a:off x="1254544" y="1425892"/>
            <a:ext cx="266821" cy="418324"/>
            <a:chOff x="2838121" y="2374786"/>
            <a:chExt cx="170700" cy="267625"/>
          </a:xfrm>
        </p:grpSpPr>
        <p:cxnSp>
          <p:nvCxnSpPr>
            <p:cNvPr id="2150" name="Google Shape;2150;p48"/>
            <p:cNvCxnSpPr/>
            <p:nvPr/>
          </p:nvCxnSpPr>
          <p:spPr>
            <a:xfrm>
              <a:off x="2934922" y="2440510"/>
              <a:ext cx="0" cy="2019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2151" name="Google Shape;2151;p48"/>
            <p:cNvSpPr/>
            <p:nvPr/>
          </p:nvSpPr>
          <p:spPr>
            <a:xfrm rot="-5400000">
              <a:off x="2868681" y="2403715"/>
              <a:ext cx="132600" cy="132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48"/>
            <p:cNvSpPr/>
            <p:nvPr/>
          </p:nvSpPr>
          <p:spPr>
            <a:xfrm rot="-5400000">
              <a:off x="2838121" y="2374786"/>
              <a:ext cx="170700" cy="1707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3" name="Google Shape;2153;p48"/>
          <p:cNvGrpSpPr/>
          <p:nvPr/>
        </p:nvGrpSpPr>
        <p:grpSpPr>
          <a:xfrm flipH="1">
            <a:off x="7596408" y="3149917"/>
            <a:ext cx="266821" cy="418324"/>
            <a:chOff x="2838121" y="2374786"/>
            <a:chExt cx="170700" cy="267625"/>
          </a:xfrm>
        </p:grpSpPr>
        <p:cxnSp>
          <p:nvCxnSpPr>
            <p:cNvPr id="2154" name="Google Shape;2154;p48"/>
            <p:cNvCxnSpPr/>
            <p:nvPr/>
          </p:nvCxnSpPr>
          <p:spPr>
            <a:xfrm>
              <a:off x="2934922" y="2440510"/>
              <a:ext cx="0" cy="2019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2155" name="Google Shape;2155;p48"/>
            <p:cNvSpPr/>
            <p:nvPr/>
          </p:nvSpPr>
          <p:spPr>
            <a:xfrm rot="-5400000">
              <a:off x="2868681" y="2403715"/>
              <a:ext cx="132600" cy="132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48"/>
            <p:cNvSpPr/>
            <p:nvPr/>
          </p:nvSpPr>
          <p:spPr>
            <a:xfrm rot="-5400000">
              <a:off x="2838121" y="2374786"/>
              <a:ext cx="170700" cy="1707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7" name="Google Shape;2157;p48"/>
          <p:cNvGrpSpPr/>
          <p:nvPr/>
        </p:nvGrpSpPr>
        <p:grpSpPr>
          <a:xfrm>
            <a:off x="3867949" y="3150510"/>
            <a:ext cx="266821" cy="418324"/>
            <a:chOff x="2838121" y="2374786"/>
            <a:chExt cx="170700" cy="267625"/>
          </a:xfrm>
        </p:grpSpPr>
        <p:cxnSp>
          <p:nvCxnSpPr>
            <p:cNvPr id="2158" name="Google Shape;2158;p48"/>
            <p:cNvCxnSpPr/>
            <p:nvPr/>
          </p:nvCxnSpPr>
          <p:spPr>
            <a:xfrm>
              <a:off x="2934922" y="2440510"/>
              <a:ext cx="0" cy="2019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2159" name="Google Shape;2159;p48"/>
            <p:cNvSpPr/>
            <p:nvPr/>
          </p:nvSpPr>
          <p:spPr>
            <a:xfrm rot="-5400000">
              <a:off x="2868681" y="2403715"/>
              <a:ext cx="132600" cy="132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48"/>
            <p:cNvSpPr/>
            <p:nvPr/>
          </p:nvSpPr>
          <p:spPr>
            <a:xfrm rot="-5400000">
              <a:off x="2838121" y="2374786"/>
              <a:ext cx="170700" cy="1707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1" name="Google Shape;2161;p48"/>
          <p:cNvGrpSpPr/>
          <p:nvPr/>
        </p:nvGrpSpPr>
        <p:grpSpPr>
          <a:xfrm>
            <a:off x="1339655" y="3150513"/>
            <a:ext cx="266821" cy="418324"/>
            <a:chOff x="2838121" y="2374786"/>
            <a:chExt cx="170700" cy="267625"/>
          </a:xfrm>
        </p:grpSpPr>
        <p:cxnSp>
          <p:nvCxnSpPr>
            <p:cNvPr id="2162" name="Google Shape;2162;p48"/>
            <p:cNvCxnSpPr/>
            <p:nvPr/>
          </p:nvCxnSpPr>
          <p:spPr>
            <a:xfrm>
              <a:off x="2934922" y="2440510"/>
              <a:ext cx="0" cy="2019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2163" name="Google Shape;2163;p48"/>
            <p:cNvSpPr/>
            <p:nvPr/>
          </p:nvSpPr>
          <p:spPr>
            <a:xfrm rot="-5400000">
              <a:off x="2868681" y="2403715"/>
              <a:ext cx="132600" cy="132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48"/>
            <p:cNvSpPr/>
            <p:nvPr/>
          </p:nvSpPr>
          <p:spPr>
            <a:xfrm rot="-5400000">
              <a:off x="2838121" y="2374786"/>
              <a:ext cx="170700" cy="1707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5" name="Google Shape;2165;p48"/>
          <p:cNvGrpSpPr/>
          <p:nvPr/>
        </p:nvGrpSpPr>
        <p:grpSpPr>
          <a:xfrm flipH="1">
            <a:off x="4922264" y="1425892"/>
            <a:ext cx="266821" cy="418324"/>
            <a:chOff x="2838121" y="2374786"/>
            <a:chExt cx="170700" cy="267625"/>
          </a:xfrm>
        </p:grpSpPr>
        <p:cxnSp>
          <p:nvCxnSpPr>
            <p:cNvPr id="2166" name="Google Shape;2166;p48"/>
            <p:cNvCxnSpPr/>
            <p:nvPr/>
          </p:nvCxnSpPr>
          <p:spPr>
            <a:xfrm>
              <a:off x="2934922" y="2440510"/>
              <a:ext cx="0" cy="2019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2167" name="Google Shape;2167;p48"/>
            <p:cNvSpPr/>
            <p:nvPr/>
          </p:nvSpPr>
          <p:spPr>
            <a:xfrm rot="-5400000">
              <a:off x="2868681" y="2403715"/>
              <a:ext cx="132600" cy="132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48"/>
            <p:cNvSpPr/>
            <p:nvPr/>
          </p:nvSpPr>
          <p:spPr>
            <a:xfrm rot="-5400000">
              <a:off x="2838121" y="2374786"/>
              <a:ext cx="170700" cy="1707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9" name="Google Shape;2169;p48"/>
          <p:cNvGrpSpPr/>
          <p:nvPr/>
        </p:nvGrpSpPr>
        <p:grpSpPr>
          <a:xfrm flipH="1">
            <a:off x="7396979" y="1425892"/>
            <a:ext cx="266821" cy="418324"/>
            <a:chOff x="2838121" y="2374786"/>
            <a:chExt cx="170700" cy="267625"/>
          </a:xfrm>
        </p:grpSpPr>
        <p:cxnSp>
          <p:nvCxnSpPr>
            <p:cNvPr id="2170" name="Google Shape;2170;p48"/>
            <p:cNvCxnSpPr/>
            <p:nvPr/>
          </p:nvCxnSpPr>
          <p:spPr>
            <a:xfrm>
              <a:off x="2934922" y="2440510"/>
              <a:ext cx="0" cy="2019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2171" name="Google Shape;2171;p48"/>
            <p:cNvSpPr/>
            <p:nvPr/>
          </p:nvSpPr>
          <p:spPr>
            <a:xfrm rot="-5400000">
              <a:off x="2868681" y="2403715"/>
              <a:ext cx="132600" cy="1326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48"/>
            <p:cNvSpPr/>
            <p:nvPr/>
          </p:nvSpPr>
          <p:spPr>
            <a:xfrm rot="-5400000">
              <a:off x="2838121" y="2374786"/>
              <a:ext cx="170700" cy="1707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49"/>
          <p:cNvSpPr txBox="1">
            <a:spLocks noGrp="1"/>
          </p:cNvSpPr>
          <p:nvPr>
            <p:ph type="title" idx="6"/>
          </p:nvPr>
        </p:nvSpPr>
        <p:spPr>
          <a:xfrm>
            <a:off x="1700250" y="488975"/>
            <a:ext cx="574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 BUTTON PRESS TRAVELS</a:t>
            </a:r>
            <a:endParaRPr/>
          </a:p>
        </p:txBody>
      </p:sp>
      <p:sp>
        <p:nvSpPr>
          <p:cNvPr id="2178" name="Google Shape;2178;p49"/>
          <p:cNvSpPr txBox="1">
            <a:spLocks noGrp="1"/>
          </p:cNvSpPr>
          <p:nvPr>
            <p:ph type="title"/>
          </p:nvPr>
        </p:nvSpPr>
        <p:spPr>
          <a:xfrm>
            <a:off x="921100" y="3189425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ARDUINO</a:t>
            </a:r>
            <a:endParaRPr/>
          </a:p>
        </p:txBody>
      </p:sp>
      <p:sp>
        <p:nvSpPr>
          <p:cNvPr id="2179" name="Google Shape;2179;p49"/>
          <p:cNvSpPr txBox="1">
            <a:spLocks noGrp="1"/>
          </p:cNvSpPr>
          <p:nvPr>
            <p:ph type="subTitle" idx="1"/>
          </p:nvPr>
        </p:nvSpPr>
        <p:spPr>
          <a:xfrm>
            <a:off x="921100" y="3644325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Reads the joystick, knob, and button, and sends a plain text command over serial</a:t>
            </a:r>
            <a:endParaRPr/>
          </a:p>
        </p:txBody>
      </p:sp>
      <p:sp>
        <p:nvSpPr>
          <p:cNvPr id="2180" name="Google Shape;2180;p49"/>
          <p:cNvSpPr txBox="1">
            <a:spLocks noGrp="1"/>
          </p:cNvSpPr>
          <p:nvPr>
            <p:ph type="title" idx="2"/>
          </p:nvPr>
        </p:nvSpPr>
        <p:spPr>
          <a:xfrm>
            <a:off x="3443100" y="3189425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THE BRIDGE</a:t>
            </a:r>
            <a:endParaRPr/>
          </a:p>
        </p:txBody>
      </p:sp>
      <p:sp>
        <p:nvSpPr>
          <p:cNvPr id="2181" name="Google Shape;2181;p49"/>
          <p:cNvSpPr txBox="1">
            <a:spLocks noGrp="1"/>
          </p:cNvSpPr>
          <p:nvPr>
            <p:ph type="subTitle" idx="3"/>
          </p:nvPr>
        </p:nvSpPr>
        <p:spPr>
          <a:xfrm>
            <a:off x="3443100" y="3644325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rpi_bridge.py on the Pi turns that command into a real key or mouse event</a:t>
            </a:r>
            <a:endParaRPr/>
          </a:p>
        </p:txBody>
      </p:sp>
      <p:sp>
        <p:nvSpPr>
          <p:cNvPr id="2182" name="Google Shape;2182;p49"/>
          <p:cNvSpPr txBox="1">
            <a:spLocks noGrp="1"/>
          </p:cNvSpPr>
          <p:nvPr>
            <p:ph type="title" idx="4"/>
          </p:nvPr>
        </p:nvSpPr>
        <p:spPr>
          <a:xfrm>
            <a:off x="5965100" y="3189425"/>
            <a:ext cx="225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THE APP</a:t>
            </a:r>
            <a:endParaRPr/>
          </a:p>
        </p:txBody>
      </p:sp>
      <p:sp>
        <p:nvSpPr>
          <p:cNvPr id="2183" name="Google Shape;2183;p49"/>
          <p:cNvSpPr txBox="1">
            <a:spLocks noGrp="1"/>
          </p:cNvSpPr>
          <p:nvPr>
            <p:ph type="subTitle" idx="5"/>
          </p:nvPr>
        </p:nvSpPr>
        <p:spPr>
          <a:xfrm>
            <a:off x="5965100" y="3644325"/>
            <a:ext cx="22578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tv.py receives it like any keyboard input and reacts on screen</a:t>
            </a:r>
            <a:endParaRPr/>
          </a:p>
        </p:txBody>
      </p:sp>
      <p:grpSp>
        <p:nvGrpSpPr>
          <p:cNvPr id="2184" name="Google Shape;2184;p49"/>
          <p:cNvGrpSpPr/>
          <p:nvPr/>
        </p:nvGrpSpPr>
        <p:grpSpPr>
          <a:xfrm>
            <a:off x="6673438" y="1938100"/>
            <a:ext cx="841125" cy="1009050"/>
            <a:chOff x="2508950" y="1861800"/>
            <a:chExt cx="841125" cy="1009050"/>
          </a:xfrm>
        </p:grpSpPr>
        <p:sp>
          <p:nvSpPr>
            <p:cNvPr id="2185" name="Google Shape;2185;p49"/>
            <p:cNvSpPr/>
            <p:nvPr/>
          </p:nvSpPr>
          <p:spPr>
            <a:xfrm>
              <a:off x="2508950" y="1861800"/>
              <a:ext cx="841125" cy="877075"/>
            </a:xfrm>
            <a:custGeom>
              <a:avLst/>
              <a:gdLst/>
              <a:ahLst/>
              <a:cxnLst/>
              <a:rect l="l" t="t" r="r" b="b"/>
              <a:pathLst>
                <a:path w="33645" h="35083" extrusionOk="0">
                  <a:moveTo>
                    <a:pt x="17901" y="1"/>
                  </a:moveTo>
                  <a:cubicBezTo>
                    <a:pt x="17057" y="1"/>
                    <a:pt x="16401" y="719"/>
                    <a:pt x="16401" y="1563"/>
                  </a:cubicBezTo>
                  <a:cubicBezTo>
                    <a:pt x="16401" y="1891"/>
                    <a:pt x="16464" y="2219"/>
                    <a:pt x="16667" y="2406"/>
                  </a:cubicBezTo>
                  <a:lnTo>
                    <a:pt x="13605" y="12699"/>
                  </a:lnTo>
                  <a:lnTo>
                    <a:pt x="13090" y="12699"/>
                  </a:lnTo>
                  <a:lnTo>
                    <a:pt x="5405" y="5468"/>
                  </a:lnTo>
                  <a:lnTo>
                    <a:pt x="5405" y="5405"/>
                  </a:lnTo>
                  <a:cubicBezTo>
                    <a:pt x="5405" y="4562"/>
                    <a:pt x="4687" y="3843"/>
                    <a:pt x="3843" y="3843"/>
                  </a:cubicBezTo>
                  <a:cubicBezTo>
                    <a:pt x="3000" y="3843"/>
                    <a:pt x="2281" y="4562"/>
                    <a:pt x="2281" y="5405"/>
                  </a:cubicBezTo>
                  <a:cubicBezTo>
                    <a:pt x="2281" y="6249"/>
                    <a:pt x="3000" y="6967"/>
                    <a:pt x="3843" y="6967"/>
                  </a:cubicBezTo>
                  <a:cubicBezTo>
                    <a:pt x="3906" y="6967"/>
                    <a:pt x="4031" y="6967"/>
                    <a:pt x="4109" y="6905"/>
                  </a:cubicBezTo>
                  <a:lnTo>
                    <a:pt x="10544" y="12949"/>
                  </a:lnTo>
                  <a:cubicBezTo>
                    <a:pt x="8404" y="13340"/>
                    <a:pt x="6842" y="14199"/>
                    <a:pt x="6577" y="15167"/>
                  </a:cubicBezTo>
                  <a:cubicBezTo>
                    <a:pt x="1" y="16604"/>
                    <a:pt x="329" y="19978"/>
                    <a:pt x="329" y="24023"/>
                  </a:cubicBezTo>
                  <a:cubicBezTo>
                    <a:pt x="329" y="33395"/>
                    <a:pt x="63" y="35082"/>
                    <a:pt x="17635" y="35082"/>
                  </a:cubicBezTo>
                  <a:cubicBezTo>
                    <a:pt x="33067" y="35082"/>
                    <a:pt x="33645" y="33786"/>
                    <a:pt x="33645" y="24023"/>
                  </a:cubicBezTo>
                  <a:cubicBezTo>
                    <a:pt x="33645" y="15230"/>
                    <a:pt x="31240" y="14511"/>
                    <a:pt x="19650" y="14511"/>
                  </a:cubicBezTo>
                  <a:cubicBezTo>
                    <a:pt x="18947" y="13730"/>
                    <a:pt x="17448" y="13152"/>
                    <a:pt x="15558" y="12887"/>
                  </a:cubicBezTo>
                  <a:lnTo>
                    <a:pt x="18479" y="3000"/>
                  </a:lnTo>
                  <a:cubicBezTo>
                    <a:pt x="19072" y="2734"/>
                    <a:pt x="19463" y="2219"/>
                    <a:pt x="19463" y="1563"/>
                  </a:cubicBezTo>
                  <a:cubicBezTo>
                    <a:pt x="19463" y="719"/>
                    <a:pt x="18744" y="1"/>
                    <a:pt x="179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49"/>
            <p:cNvSpPr/>
            <p:nvPr/>
          </p:nvSpPr>
          <p:spPr>
            <a:xfrm>
              <a:off x="2632750" y="2716175"/>
              <a:ext cx="110125" cy="154675"/>
            </a:xfrm>
            <a:custGeom>
              <a:avLst/>
              <a:gdLst/>
              <a:ahLst/>
              <a:cxnLst/>
              <a:rect l="l" t="t" r="r" b="b"/>
              <a:pathLst>
                <a:path w="4405" h="6187" extrusionOk="0">
                  <a:moveTo>
                    <a:pt x="4359" y="1"/>
                  </a:moveTo>
                  <a:cubicBezTo>
                    <a:pt x="4359" y="1"/>
                    <a:pt x="4358" y="1"/>
                    <a:pt x="4358" y="1"/>
                  </a:cubicBezTo>
                  <a:cubicBezTo>
                    <a:pt x="4358" y="126"/>
                    <a:pt x="4030" y="189"/>
                    <a:pt x="3764" y="189"/>
                  </a:cubicBezTo>
                  <a:lnTo>
                    <a:pt x="2078" y="189"/>
                  </a:lnTo>
                  <a:cubicBezTo>
                    <a:pt x="1812" y="189"/>
                    <a:pt x="1562" y="64"/>
                    <a:pt x="1562" y="1"/>
                  </a:cubicBezTo>
                  <a:cubicBezTo>
                    <a:pt x="1562" y="1"/>
                    <a:pt x="1500" y="189"/>
                    <a:pt x="1422" y="517"/>
                  </a:cubicBezTo>
                  <a:lnTo>
                    <a:pt x="63" y="5655"/>
                  </a:lnTo>
                  <a:cubicBezTo>
                    <a:pt x="0" y="5921"/>
                    <a:pt x="188" y="6186"/>
                    <a:pt x="516" y="6186"/>
                  </a:cubicBezTo>
                  <a:lnTo>
                    <a:pt x="2203" y="6186"/>
                  </a:lnTo>
                  <a:cubicBezTo>
                    <a:pt x="2531" y="6186"/>
                    <a:pt x="2859" y="5921"/>
                    <a:pt x="2921" y="5655"/>
                  </a:cubicBezTo>
                  <a:cubicBezTo>
                    <a:pt x="2921" y="5655"/>
                    <a:pt x="4404" y="1"/>
                    <a:pt x="43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49"/>
            <p:cNvSpPr/>
            <p:nvPr/>
          </p:nvSpPr>
          <p:spPr>
            <a:xfrm>
              <a:off x="3124375" y="2716175"/>
              <a:ext cx="110125" cy="154675"/>
            </a:xfrm>
            <a:custGeom>
              <a:avLst/>
              <a:gdLst/>
              <a:ahLst/>
              <a:cxnLst/>
              <a:rect l="l" t="t" r="r" b="b"/>
              <a:pathLst>
                <a:path w="4405" h="6187" extrusionOk="0">
                  <a:moveTo>
                    <a:pt x="46" y="1"/>
                  </a:moveTo>
                  <a:cubicBezTo>
                    <a:pt x="1" y="1"/>
                    <a:pt x="1484" y="5655"/>
                    <a:pt x="1484" y="5655"/>
                  </a:cubicBezTo>
                  <a:cubicBezTo>
                    <a:pt x="1546" y="5921"/>
                    <a:pt x="1874" y="6186"/>
                    <a:pt x="2202" y="6186"/>
                  </a:cubicBezTo>
                  <a:lnTo>
                    <a:pt x="3889" y="6186"/>
                  </a:lnTo>
                  <a:cubicBezTo>
                    <a:pt x="4217" y="6186"/>
                    <a:pt x="4405" y="5921"/>
                    <a:pt x="4342" y="5655"/>
                  </a:cubicBezTo>
                  <a:lnTo>
                    <a:pt x="2983" y="517"/>
                  </a:lnTo>
                  <a:cubicBezTo>
                    <a:pt x="2921" y="189"/>
                    <a:pt x="2843" y="1"/>
                    <a:pt x="2843" y="1"/>
                  </a:cubicBezTo>
                  <a:cubicBezTo>
                    <a:pt x="2843" y="64"/>
                    <a:pt x="2655" y="189"/>
                    <a:pt x="2327" y="189"/>
                  </a:cubicBezTo>
                  <a:lnTo>
                    <a:pt x="703" y="189"/>
                  </a:lnTo>
                  <a:cubicBezTo>
                    <a:pt x="375" y="189"/>
                    <a:pt x="109" y="126"/>
                    <a:pt x="47" y="1"/>
                  </a:cubicBezTo>
                  <a:cubicBezTo>
                    <a:pt x="46" y="1"/>
                    <a:pt x="46" y="1"/>
                    <a:pt x="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49"/>
            <p:cNvSpPr/>
            <p:nvPr/>
          </p:nvSpPr>
          <p:spPr>
            <a:xfrm>
              <a:off x="2614775" y="2292900"/>
              <a:ext cx="548275" cy="338575"/>
            </a:xfrm>
            <a:custGeom>
              <a:avLst/>
              <a:gdLst/>
              <a:ahLst/>
              <a:cxnLst/>
              <a:rect l="l" t="t" r="r" b="b"/>
              <a:pathLst>
                <a:path w="21931" h="13543" extrusionOk="0">
                  <a:moveTo>
                    <a:pt x="10997" y="1"/>
                  </a:moveTo>
                  <a:cubicBezTo>
                    <a:pt x="1" y="1"/>
                    <a:pt x="391" y="3000"/>
                    <a:pt x="391" y="6779"/>
                  </a:cubicBezTo>
                  <a:cubicBezTo>
                    <a:pt x="391" y="10481"/>
                    <a:pt x="1172" y="13543"/>
                    <a:pt x="10997" y="13543"/>
                  </a:cubicBezTo>
                  <a:cubicBezTo>
                    <a:pt x="20759" y="13543"/>
                    <a:pt x="21602" y="10481"/>
                    <a:pt x="21602" y="6779"/>
                  </a:cubicBezTo>
                  <a:cubicBezTo>
                    <a:pt x="21602" y="3000"/>
                    <a:pt x="21930" y="1"/>
                    <a:pt x="109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49"/>
            <p:cNvSpPr/>
            <p:nvPr/>
          </p:nvSpPr>
          <p:spPr>
            <a:xfrm>
              <a:off x="3207150" y="2372950"/>
              <a:ext cx="103875" cy="89450"/>
            </a:xfrm>
            <a:custGeom>
              <a:avLst/>
              <a:gdLst/>
              <a:ahLst/>
              <a:cxnLst/>
              <a:rect l="l" t="t" r="r" b="b"/>
              <a:pathLst>
                <a:path w="4155" h="3578" extrusionOk="0">
                  <a:moveTo>
                    <a:pt x="2078" y="1"/>
                  </a:moveTo>
                  <a:cubicBezTo>
                    <a:pt x="453" y="1"/>
                    <a:pt x="0" y="782"/>
                    <a:pt x="0" y="1750"/>
                  </a:cubicBezTo>
                  <a:cubicBezTo>
                    <a:pt x="0" y="2734"/>
                    <a:pt x="844" y="3577"/>
                    <a:pt x="2078" y="3577"/>
                  </a:cubicBezTo>
                  <a:cubicBezTo>
                    <a:pt x="3374" y="3577"/>
                    <a:pt x="4155" y="2734"/>
                    <a:pt x="4155" y="1750"/>
                  </a:cubicBezTo>
                  <a:cubicBezTo>
                    <a:pt x="4155" y="782"/>
                    <a:pt x="3702" y="1"/>
                    <a:pt x="20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49"/>
            <p:cNvSpPr/>
            <p:nvPr/>
          </p:nvSpPr>
          <p:spPr>
            <a:xfrm>
              <a:off x="3207150" y="2499850"/>
              <a:ext cx="103875" cy="87900"/>
            </a:xfrm>
            <a:custGeom>
              <a:avLst/>
              <a:gdLst/>
              <a:ahLst/>
              <a:cxnLst/>
              <a:rect l="l" t="t" r="r" b="b"/>
              <a:pathLst>
                <a:path w="4155" h="3516" extrusionOk="0">
                  <a:moveTo>
                    <a:pt x="2078" y="1"/>
                  </a:moveTo>
                  <a:cubicBezTo>
                    <a:pt x="453" y="1"/>
                    <a:pt x="0" y="782"/>
                    <a:pt x="0" y="1750"/>
                  </a:cubicBezTo>
                  <a:cubicBezTo>
                    <a:pt x="0" y="2734"/>
                    <a:pt x="844" y="3515"/>
                    <a:pt x="2078" y="3515"/>
                  </a:cubicBezTo>
                  <a:cubicBezTo>
                    <a:pt x="3374" y="3515"/>
                    <a:pt x="4155" y="2734"/>
                    <a:pt x="4155" y="1750"/>
                  </a:cubicBezTo>
                  <a:cubicBezTo>
                    <a:pt x="4155" y="782"/>
                    <a:pt x="3702" y="1"/>
                    <a:pt x="20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49"/>
            <p:cNvSpPr/>
            <p:nvPr/>
          </p:nvSpPr>
          <p:spPr>
            <a:xfrm>
              <a:off x="2748325" y="2657625"/>
              <a:ext cx="64850" cy="55075"/>
            </a:xfrm>
            <a:custGeom>
              <a:avLst/>
              <a:gdLst/>
              <a:ahLst/>
              <a:cxnLst/>
              <a:rect l="l" t="t" r="r" b="b"/>
              <a:pathLst>
                <a:path w="2594" h="2203" extrusionOk="0">
                  <a:moveTo>
                    <a:pt x="1297" y="0"/>
                  </a:moveTo>
                  <a:cubicBezTo>
                    <a:pt x="313" y="0"/>
                    <a:pt x="1" y="453"/>
                    <a:pt x="1" y="1109"/>
                  </a:cubicBezTo>
                  <a:cubicBezTo>
                    <a:pt x="1" y="1687"/>
                    <a:pt x="516" y="2203"/>
                    <a:pt x="1297" y="2203"/>
                  </a:cubicBezTo>
                  <a:cubicBezTo>
                    <a:pt x="2078" y="2203"/>
                    <a:pt x="2593" y="1687"/>
                    <a:pt x="2593" y="1109"/>
                  </a:cubicBezTo>
                  <a:cubicBezTo>
                    <a:pt x="2593" y="453"/>
                    <a:pt x="2343" y="0"/>
                    <a:pt x="1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49"/>
            <p:cNvSpPr/>
            <p:nvPr/>
          </p:nvSpPr>
          <p:spPr>
            <a:xfrm>
              <a:off x="2857275" y="2657625"/>
              <a:ext cx="64850" cy="55075"/>
            </a:xfrm>
            <a:custGeom>
              <a:avLst/>
              <a:gdLst/>
              <a:ahLst/>
              <a:cxnLst/>
              <a:rect l="l" t="t" r="r" b="b"/>
              <a:pathLst>
                <a:path w="2594" h="2203" extrusionOk="0">
                  <a:moveTo>
                    <a:pt x="1297" y="0"/>
                  </a:moveTo>
                  <a:cubicBezTo>
                    <a:pt x="250" y="0"/>
                    <a:pt x="0" y="453"/>
                    <a:pt x="0" y="1109"/>
                  </a:cubicBezTo>
                  <a:cubicBezTo>
                    <a:pt x="0" y="1687"/>
                    <a:pt x="453" y="2203"/>
                    <a:pt x="1297" y="2203"/>
                  </a:cubicBezTo>
                  <a:cubicBezTo>
                    <a:pt x="2078" y="2203"/>
                    <a:pt x="2593" y="1687"/>
                    <a:pt x="2593" y="1109"/>
                  </a:cubicBezTo>
                  <a:cubicBezTo>
                    <a:pt x="2593" y="453"/>
                    <a:pt x="2281" y="0"/>
                    <a:pt x="1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49"/>
            <p:cNvSpPr/>
            <p:nvPr/>
          </p:nvSpPr>
          <p:spPr>
            <a:xfrm>
              <a:off x="2964650" y="2657625"/>
              <a:ext cx="64850" cy="55075"/>
            </a:xfrm>
            <a:custGeom>
              <a:avLst/>
              <a:gdLst/>
              <a:ahLst/>
              <a:cxnLst/>
              <a:rect l="l" t="t" r="r" b="b"/>
              <a:pathLst>
                <a:path w="2594" h="2203" extrusionOk="0">
                  <a:moveTo>
                    <a:pt x="1297" y="0"/>
                  </a:moveTo>
                  <a:cubicBezTo>
                    <a:pt x="329" y="0"/>
                    <a:pt x="1" y="453"/>
                    <a:pt x="1" y="1109"/>
                  </a:cubicBezTo>
                  <a:cubicBezTo>
                    <a:pt x="1" y="1687"/>
                    <a:pt x="516" y="2203"/>
                    <a:pt x="1297" y="2203"/>
                  </a:cubicBezTo>
                  <a:cubicBezTo>
                    <a:pt x="2078" y="2203"/>
                    <a:pt x="2593" y="1687"/>
                    <a:pt x="2593" y="1109"/>
                  </a:cubicBezTo>
                  <a:cubicBezTo>
                    <a:pt x="2593" y="453"/>
                    <a:pt x="2344" y="0"/>
                    <a:pt x="1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49"/>
            <p:cNvSpPr/>
            <p:nvPr/>
          </p:nvSpPr>
          <p:spPr>
            <a:xfrm>
              <a:off x="3072025" y="2657625"/>
              <a:ext cx="66800" cy="55075"/>
            </a:xfrm>
            <a:custGeom>
              <a:avLst/>
              <a:gdLst/>
              <a:ahLst/>
              <a:cxnLst/>
              <a:rect l="l" t="t" r="r" b="b"/>
              <a:pathLst>
                <a:path w="2672" h="2203" extrusionOk="0">
                  <a:moveTo>
                    <a:pt x="1360" y="0"/>
                  </a:moveTo>
                  <a:cubicBezTo>
                    <a:pt x="329" y="0"/>
                    <a:pt x="1" y="453"/>
                    <a:pt x="1" y="1109"/>
                  </a:cubicBezTo>
                  <a:cubicBezTo>
                    <a:pt x="1" y="1687"/>
                    <a:pt x="516" y="2203"/>
                    <a:pt x="1360" y="2203"/>
                  </a:cubicBezTo>
                  <a:cubicBezTo>
                    <a:pt x="2141" y="2203"/>
                    <a:pt x="2672" y="1687"/>
                    <a:pt x="2672" y="1109"/>
                  </a:cubicBezTo>
                  <a:cubicBezTo>
                    <a:pt x="2672" y="453"/>
                    <a:pt x="2344" y="0"/>
                    <a:pt x="13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5" name="Google Shape;2195;p49"/>
          <p:cNvGrpSpPr/>
          <p:nvPr/>
        </p:nvGrpSpPr>
        <p:grpSpPr>
          <a:xfrm>
            <a:off x="1634822" y="1938069"/>
            <a:ext cx="830362" cy="1009105"/>
            <a:chOff x="-61600" y="1593825"/>
            <a:chExt cx="1050825" cy="1277025"/>
          </a:xfrm>
        </p:grpSpPr>
        <p:sp>
          <p:nvSpPr>
            <p:cNvPr id="2196" name="Google Shape;2196;p49"/>
            <p:cNvSpPr/>
            <p:nvPr/>
          </p:nvSpPr>
          <p:spPr>
            <a:xfrm>
              <a:off x="-61600" y="2022650"/>
              <a:ext cx="1050825" cy="704900"/>
            </a:xfrm>
            <a:custGeom>
              <a:avLst/>
              <a:gdLst/>
              <a:ahLst/>
              <a:cxnLst/>
              <a:rect l="l" t="t" r="r" b="b"/>
              <a:pathLst>
                <a:path w="42033" h="28196" extrusionOk="0">
                  <a:moveTo>
                    <a:pt x="15963" y="1"/>
                  </a:moveTo>
                  <a:cubicBezTo>
                    <a:pt x="10997" y="1"/>
                    <a:pt x="6816" y="272"/>
                    <a:pt x="5592" y="1049"/>
                  </a:cubicBezTo>
                  <a:cubicBezTo>
                    <a:pt x="1891" y="3391"/>
                    <a:pt x="1" y="20323"/>
                    <a:pt x="2531" y="25399"/>
                  </a:cubicBezTo>
                  <a:cubicBezTo>
                    <a:pt x="3765" y="27867"/>
                    <a:pt x="5530" y="28195"/>
                    <a:pt x="21024" y="28195"/>
                  </a:cubicBezTo>
                  <a:cubicBezTo>
                    <a:pt x="36503" y="28195"/>
                    <a:pt x="38268" y="27867"/>
                    <a:pt x="39502" y="25399"/>
                  </a:cubicBezTo>
                  <a:cubicBezTo>
                    <a:pt x="42032" y="20323"/>
                    <a:pt x="40158" y="3391"/>
                    <a:pt x="36441" y="1049"/>
                  </a:cubicBezTo>
                  <a:cubicBezTo>
                    <a:pt x="35217" y="272"/>
                    <a:pt x="31080" y="1"/>
                    <a:pt x="26109" y="1"/>
                  </a:cubicBezTo>
                  <a:cubicBezTo>
                    <a:pt x="24479" y="1"/>
                    <a:pt x="22760" y="30"/>
                    <a:pt x="21024" y="80"/>
                  </a:cubicBezTo>
                  <a:cubicBezTo>
                    <a:pt x="19304" y="30"/>
                    <a:pt x="17591" y="1"/>
                    <a:pt x="159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49"/>
            <p:cNvSpPr/>
            <p:nvPr/>
          </p:nvSpPr>
          <p:spPr>
            <a:xfrm>
              <a:off x="284750" y="2654100"/>
              <a:ext cx="340150" cy="216750"/>
            </a:xfrm>
            <a:custGeom>
              <a:avLst/>
              <a:gdLst/>
              <a:ahLst/>
              <a:cxnLst/>
              <a:rect l="l" t="t" r="r" b="b"/>
              <a:pathLst>
                <a:path w="13606" h="8670" extrusionOk="0">
                  <a:moveTo>
                    <a:pt x="4749" y="1"/>
                  </a:moveTo>
                  <a:lnTo>
                    <a:pt x="4749" y="5858"/>
                  </a:lnTo>
                  <a:lnTo>
                    <a:pt x="1953" y="5858"/>
                  </a:lnTo>
                  <a:cubicBezTo>
                    <a:pt x="844" y="5858"/>
                    <a:pt x="1" y="6451"/>
                    <a:pt x="1" y="7232"/>
                  </a:cubicBezTo>
                  <a:cubicBezTo>
                    <a:pt x="1" y="8013"/>
                    <a:pt x="844" y="8669"/>
                    <a:pt x="1953" y="8669"/>
                  </a:cubicBezTo>
                  <a:lnTo>
                    <a:pt x="11715" y="8669"/>
                  </a:lnTo>
                  <a:cubicBezTo>
                    <a:pt x="12762" y="8669"/>
                    <a:pt x="13605" y="8013"/>
                    <a:pt x="13605" y="7232"/>
                  </a:cubicBezTo>
                  <a:cubicBezTo>
                    <a:pt x="13605" y="6451"/>
                    <a:pt x="12762" y="5858"/>
                    <a:pt x="11715" y="5858"/>
                  </a:cubicBezTo>
                  <a:lnTo>
                    <a:pt x="8920" y="5858"/>
                  </a:lnTo>
                  <a:lnTo>
                    <a:pt x="89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49"/>
            <p:cNvSpPr/>
            <p:nvPr/>
          </p:nvSpPr>
          <p:spPr>
            <a:xfrm>
              <a:off x="266800" y="1593825"/>
              <a:ext cx="478375" cy="455250"/>
            </a:xfrm>
            <a:custGeom>
              <a:avLst/>
              <a:gdLst/>
              <a:ahLst/>
              <a:cxnLst/>
              <a:rect l="l" t="t" r="r" b="b"/>
              <a:pathLst>
                <a:path w="19135" h="18210" extrusionOk="0">
                  <a:moveTo>
                    <a:pt x="17892" y="0"/>
                  </a:moveTo>
                  <a:cubicBezTo>
                    <a:pt x="17539" y="0"/>
                    <a:pt x="17203" y="177"/>
                    <a:pt x="16994" y="505"/>
                  </a:cubicBezTo>
                  <a:lnTo>
                    <a:pt x="8076" y="14047"/>
                  </a:lnTo>
                  <a:lnTo>
                    <a:pt x="3593" y="3832"/>
                  </a:lnTo>
                  <a:cubicBezTo>
                    <a:pt x="3443" y="3394"/>
                    <a:pt x="3048" y="3135"/>
                    <a:pt x="2619" y="3135"/>
                  </a:cubicBezTo>
                  <a:cubicBezTo>
                    <a:pt x="2466" y="3135"/>
                    <a:pt x="2308" y="3168"/>
                    <a:pt x="2156" y="3238"/>
                  </a:cubicBezTo>
                  <a:cubicBezTo>
                    <a:pt x="1640" y="3504"/>
                    <a:pt x="1375" y="4144"/>
                    <a:pt x="1562" y="4675"/>
                  </a:cubicBezTo>
                  <a:lnTo>
                    <a:pt x="5858" y="14437"/>
                  </a:lnTo>
                  <a:cubicBezTo>
                    <a:pt x="2546" y="14625"/>
                    <a:pt x="0" y="15796"/>
                    <a:pt x="0" y="17233"/>
                  </a:cubicBezTo>
                  <a:cubicBezTo>
                    <a:pt x="0" y="18014"/>
                    <a:pt x="766" y="18209"/>
                    <a:pt x="1996" y="18209"/>
                  </a:cubicBezTo>
                  <a:cubicBezTo>
                    <a:pt x="3226" y="18209"/>
                    <a:pt x="4921" y="18014"/>
                    <a:pt x="6779" y="18014"/>
                  </a:cubicBezTo>
                  <a:cubicBezTo>
                    <a:pt x="8661" y="18014"/>
                    <a:pt x="10368" y="18209"/>
                    <a:pt x="11604" y="18209"/>
                  </a:cubicBezTo>
                  <a:cubicBezTo>
                    <a:pt x="12840" y="18209"/>
                    <a:pt x="13605" y="18014"/>
                    <a:pt x="13605" y="17233"/>
                  </a:cubicBezTo>
                  <a:cubicBezTo>
                    <a:pt x="13605" y="16187"/>
                    <a:pt x="12246" y="15281"/>
                    <a:pt x="10153" y="14828"/>
                  </a:cubicBezTo>
                  <a:lnTo>
                    <a:pt x="18822" y="1676"/>
                  </a:lnTo>
                  <a:cubicBezTo>
                    <a:pt x="19134" y="1161"/>
                    <a:pt x="19009" y="505"/>
                    <a:pt x="18494" y="177"/>
                  </a:cubicBezTo>
                  <a:cubicBezTo>
                    <a:pt x="18301" y="58"/>
                    <a:pt x="18094" y="0"/>
                    <a:pt x="178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49"/>
            <p:cNvSpPr/>
            <p:nvPr/>
          </p:nvSpPr>
          <p:spPr>
            <a:xfrm>
              <a:off x="36025" y="2075325"/>
              <a:ext cx="855575" cy="519325"/>
            </a:xfrm>
            <a:custGeom>
              <a:avLst/>
              <a:gdLst/>
              <a:ahLst/>
              <a:cxnLst/>
              <a:rect l="l" t="t" r="r" b="b"/>
              <a:pathLst>
                <a:path w="34223" h="20773" extrusionOk="0">
                  <a:moveTo>
                    <a:pt x="13005" y="0"/>
                  </a:moveTo>
                  <a:cubicBezTo>
                    <a:pt x="8972" y="0"/>
                    <a:pt x="5581" y="181"/>
                    <a:pt x="4546" y="769"/>
                  </a:cubicBezTo>
                  <a:cubicBezTo>
                    <a:pt x="1562" y="2534"/>
                    <a:pt x="0" y="14951"/>
                    <a:pt x="2078" y="18669"/>
                  </a:cubicBezTo>
                  <a:cubicBezTo>
                    <a:pt x="2999" y="20277"/>
                    <a:pt x="8552" y="20772"/>
                    <a:pt x="14618" y="20772"/>
                  </a:cubicBezTo>
                  <a:cubicBezTo>
                    <a:pt x="15446" y="20772"/>
                    <a:pt x="16283" y="20763"/>
                    <a:pt x="17119" y="20746"/>
                  </a:cubicBezTo>
                  <a:cubicBezTo>
                    <a:pt x="17954" y="20763"/>
                    <a:pt x="18789" y="20772"/>
                    <a:pt x="19616" y="20772"/>
                  </a:cubicBezTo>
                  <a:cubicBezTo>
                    <a:pt x="25671" y="20772"/>
                    <a:pt x="31224" y="20277"/>
                    <a:pt x="32145" y="18669"/>
                  </a:cubicBezTo>
                  <a:cubicBezTo>
                    <a:pt x="34222" y="14951"/>
                    <a:pt x="32661" y="2534"/>
                    <a:pt x="29677" y="769"/>
                  </a:cubicBezTo>
                  <a:cubicBezTo>
                    <a:pt x="28642" y="181"/>
                    <a:pt x="25251" y="0"/>
                    <a:pt x="21225" y="0"/>
                  </a:cubicBezTo>
                  <a:cubicBezTo>
                    <a:pt x="19904" y="0"/>
                    <a:pt x="18516" y="20"/>
                    <a:pt x="17119" y="51"/>
                  </a:cubicBezTo>
                  <a:cubicBezTo>
                    <a:pt x="15719" y="20"/>
                    <a:pt x="14328" y="0"/>
                    <a:pt x="130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49"/>
            <p:cNvSpPr/>
            <p:nvPr/>
          </p:nvSpPr>
          <p:spPr>
            <a:xfrm>
              <a:off x="182450" y="2626775"/>
              <a:ext cx="108975" cy="69925"/>
            </a:xfrm>
            <a:custGeom>
              <a:avLst/>
              <a:gdLst/>
              <a:ahLst/>
              <a:cxnLst/>
              <a:rect l="l" t="t" r="r" b="b"/>
              <a:pathLst>
                <a:path w="4359" h="2797" extrusionOk="0">
                  <a:moveTo>
                    <a:pt x="969" y="0"/>
                  </a:moveTo>
                  <a:cubicBezTo>
                    <a:pt x="454" y="0"/>
                    <a:pt x="1" y="453"/>
                    <a:pt x="1" y="969"/>
                  </a:cubicBezTo>
                  <a:lnTo>
                    <a:pt x="1" y="1812"/>
                  </a:lnTo>
                  <a:cubicBezTo>
                    <a:pt x="1" y="2343"/>
                    <a:pt x="454" y="2796"/>
                    <a:pt x="969" y="2796"/>
                  </a:cubicBezTo>
                  <a:lnTo>
                    <a:pt x="3312" y="2796"/>
                  </a:lnTo>
                  <a:cubicBezTo>
                    <a:pt x="3906" y="2796"/>
                    <a:pt x="4358" y="2343"/>
                    <a:pt x="4358" y="1812"/>
                  </a:cubicBezTo>
                  <a:lnTo>
                    <a:pt x="4358" y="969"/>
                  </a:lnTo>
                  <a:cubicBezTo>
                    <a:pt x="4358" y="453"/>
                    <a:pt x="3906" y="0"/>
                    <a:pt x="33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49"/>
            <p:cNvSpPr/>
            <p:nvPr/>
          </p:nvSpPr>
          <p:spPr>
            <a:xfrm>
              <a:off x="328875" y="2626775"/>
              <a:ext cx="107425" cy="69925"/>
            </a:xfrm>
            <a:custGeom>
              <a:avLst/>
              <a:gdLst/>
              <a:ahLst/>
              <a:cxnLst/>
              <a:rect l="l" t="t" r="r" b="b"/>
              <a:pathLst>
                <a:path w="4297" h="2797" extrusionOk="0">
                  <a:moveTo>
                    <a:pt x="969" y="0"/>
                  </a:moveTo>
                  <a:cubicBezTo>
                    <a:pt x="391" y="0"/>
                    <a:pt x="1" y="453"/>
                    <a:pt x="1" y="969"/>
                  </a:cubicBezTo>
                  <a:lnTo>
                    <a:pt x="1" y="1812"/>
                  </a:lnTo>
                  <a:cubicBezTo>
                    <a:pt x="1" y="2343"/>
                    <a:pt x="391" y="2796"/>
                    <a:pt x="969" y="2796"/>
                  </a:cubicBezTo>
                  <a:lnTo>
                    <a:pt x="3312" y="2796"/>
                  </a:lnTo>
                  <a:cubicBezTo>
                    <a:pt x="3843" y="2796"/>
                    <a:pt x="4296" y="2343"/>
                    <a:pt x="4296" y="1812"/>
                  </a:cubicBezTo>
                  <a:lnTo>
                    <a:pt x="4296" y="969"/>
                  </a:lnTo>
                  <a:cubicBezTo>
                    <a:pt x="4296" y="453"/>
                    <a:pt x="3843" y="0"/>
                    <a:pt x="33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49"/>
            <p:cNvSpPr/>
            <p:nvPr/>
          </p:nvSpPr>
          <p:spPr>
            <a:xfrm>
              <a:off x="473750" y="2626775"/>
              <a:ext cx="108975" cy="69925"/>
            </a:xfrm>
            <a:custGeom>
              <a:avLst/>
              <a:gdLst/>
              <a:ahLst/>
              <a:cxnLst/>
              <a:rect l="l" t="t" r="r" b="b"/>
              <a:pathLst>
                <a:path w="4359" h="2797" extrusionOk="0">
                  <a:moveTo>
                    <a:pt x="1032" y="0"/>
                  </a:moveTo>
                  <a:cubicBezTo>
                    <a:pt x="454" y="0"/>
                    <a:pt x="1" y="453"/>
                    <a:pt x="1" y="969"/>
                  </a:cubicBezTo>
                  <a:lnTo>
                    <a:pt x="1" y="1812"/>
                  </a:lnTo>
                  <a:cubicBezTo>
                    <a:pt x="1" y="2343"/>
                    <a:pt x="454" y="2796"/>
                    <a:pt x="1032" y="2796"/>
                  </a:cubicBezTo>
                  <a:lnTo>
                    <a:pt x="3375" y="2796"/>
                  </a:lnTo>
                  <a:cubicBezTo>
                    <a:pt x="3906" y="2796"/>
                    <a:pt x="4359" y="2343"/>
                    <a:pt x="4359" y="1812"/>
                  </a:cubicBezTo>
                  <a:lnTo>
                    <a:pt x="4359" y="969"/>
                  </a:lnTo>
                  <a:cubicBezTo>
                    <a:pt x="4359" y="453"/>
                    <a:pt x="3906" y="0"/>
                    <a:pt x="33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49"/>
            <p:cNvSpPr/>
            <p:nvPr/>
          </p:nvSpPr>
          <p:spPr>
            <a:xfrm>
              <a:off x="620175" y="2626775"/>
              <a:ext cx="108975" cy="69925"/>
            </a:xfrm>
            <a:custGeom>
              <a:avLst/>
              <a:gdLst/>
              <a:ahLst/>
              <a:cxnLst/>
              <a:rect l="l" t="t" r="r" b="b"/>
              <a:pathLst>
                <a:path w="4359" h="2797" extrusionOk="0">
                  <a:moveTo>
                    <a:pt x="969" y="0"/>
                  </a:moveTo>
                  <a:cubicBezTo>
                    <a:pt x="454" y="0"/>
                    <a:pt x="1" y="453"/>
                    <a:pt x="1" y="969"/>
                  </a:cubicBezTo>
                  <a:lnTo>
                    <a:pt x="1" y="1812"/>
                  </a:lnTo>
                  <a:cubicBezTo>
                    <a:pt x="1" y="2343"/>
                    <a:pt x="454" y="2796"/>
                    <a:pt x="969" y="2796"/>
                  </a:cubicBezTo>
                  <a:lnTo>
                    <a:pt x="3312" y="2796"/>
                  </a:lnTo>
                  <a:cubicBezTo>
                    <a:pt x="3906" y="2796"/>
                    <a:pt x="4359" y="2343"/>
                    <a:pt x="4359" y="1812"/>
                  </a:cubicBezTo>
                  <a:lnTo>
                    <a:pt x="4359" y="969"/>
                  </a:lnTo>
                  <a:cubicBezTo>
                    <a:pt x="4359" y="453"/>
                    <a:pt x="3906" y="0"/>
                    <a:pt x="33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49"/>
          <p:cNvGrpSpPr/>
          <p:nvPr/>
        </p:nvGrpSpPr>
        <p:grpSpPr>
          <a:xfrm>
            <a:off x="4132416" y="1938094"/>
            <a:ext cx="879169" cy="1009063"/>
            <a:chOff x="4042500" y="2270775"/>
            <a:chExt cx="921175" cy="1057275"/>
          </a:xfrm>
        </p:grpSpPr>
        <p:sp>
          <p:nvSpPr>
            <p:cNvPr id="2205" name="Google Shape;2205;p49"/>
            <p:cNvSpPr/>
            <p:nvPr/>
          </p:nvSpPr>
          <p:spPr>
            <a:xfrm>
              <a:off x="4281875" y="2270775"/>
              <a:ext cx="479925" cy="456900"/>
            </a:xfrm>
            <a:custGeom>
              <a:avLst/>
              <a:gdLst/>
              <a:ahLst/>
              <a:cxnLst/>
              <a:rect l="l" t="t" r="r" b="b"/>
              <a:pathLst>
                <a:path w="19197" h="18276" extrusionOk="0">
                  <a:moveTo>
                    <a:pt x="17936" y="0"/>
                  </a:moveTo>
                  <a:cubicBezTo>
                    <a:pt x="17586" y="0"/>
                    <a:pt x="17248" y="173"/>
                    <a:pt x="17041" y="508"/>
                  </a:cubicBezTo>
                  <a:lnTo>
                    <a:pt x="8138" y="14097"/>
                  </a:lnTo>
                  <a:lnTo>
                    <a:pt x="3640" y="3820"/>
                  </a:lnTo>
                  <a:cubicBezTo>
                    <a:pt x="3446" y="3443"/>
                    <a:pt x="3051" y="3200"/>
                    <a:pt x="2622" y="3200"/>
                  </a:cubicBezTo>
                  <a:cubicBezTo>
                    <a:pt x="2463" y="3200"/>
                    <a:pt x="2300" y="3233"/>
                    <a:pt x="2140" y="3304"/>
                  </a:cubicBezTo>
                  <a:cubicBezTo>
                    <a:pt x="1625" y="3492"/>
                    <a:pt x="1359" y="4148"/>
                    <a:pt x="1625" y="4726"/>
                  </a:cubicBezTo>
                  <a:lnTo>
                    <a:pt x="5920" y="14566"/>
                  </a:lnTo>
                  <a:cubicBezTo>
                    <a:pt x="2531" y="14691"/>
                    <a:pt x="1" y="15862"/>
                    <a:pt x="1" y="17299"/>
                  </a:cubicBezTo>
                  <a:cubicBezTo>
                    <a:pt x="1" y="18080"/>
                    <a:pt x="766" y="18276"/>
                    <a:pt x="2002" y="18276"/>
                  </a:cubicBezTo>
                  <a:cubicBezTo>
                    <a:pt x="3238" y="18276"/>
                    <a:pt x="4944" y="18080"/>
                    <a:pt x="6826" y="18080"/>
                  </a:cubicBezTo>
                  <a:cubicBezTo>
                    <a:pt x="8716" y="18080"/>
                    <a:pt x="10426" y="18276"/>
                    <a:pt x="11664" y="18276"/>
                  </a:cubicBezTo>
                  <a:cubicBezTo>
                    <a:pt x="12902" y="18276"/>
                    <a:pt x="13667" y="18080"/>
                    <a:pt x="13667" y="17299"/>
                  </a:cubicBezTo>
                  <a:cubicBezTo>
                    <a:pt x="13667" y="16253"/>
                    <a:pt x="12293" y="15347"/>
                    <a:pt x="10216" y="14878"/>
                  </a:cubicBezTo>
                  <a:lnTo>
                    <a:pt x="18869" y="1742"/>
                  </a:lnTo>
                  <a:cubicBezTo>
                    <a:pt x="19197" y="1211"/>
                    <a:pt x="19072" y="508"/>
                    <a:pt x="18541" y="180"/>
                  </a:cubicBezTo>
                  <a:cubicBezTo>
                    <a:pt x="18350" y="59"/>
                    <a:pt x="18141" y="0"/>
                    <a:pt x="179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49"/>
            <p:cNvSpPr/>
            <p:nvPr/>
          </p:nvSpPr>
          <p:spPr>
            <a:xfrm>
              <a:off x="4042500" y="2700225"/>
              <a:ext cx="921175" cy="566950"/>
            </a:xfrm>
            <a:custGeom>
              <a:avLst/>
              <a:gdLst/>
              <a:ahLst/>
              <a:cxnLst/>
              <a:rect l="l" t="t" r="r" b="b"/>
              <a:pathLst>
                <a:path w="36847" h="22678" extrusionOk="0">
                  <a:moveTo>
                    <a:pt x="23581" y="1"/>
                  </a:moveTo>
                  <a:cubicBezTo>
                    <a:pt x="21941" y="1"/>
                    <a:pt x="20208" y="43"/>
                    <a:pt x="18416" y="43"/>
                  </a:cubicBezTo>
                  <a:cubicBezTo>
                    <a:pt x="16896" y="43"/>
                    <a:pt x="15418" y="19"/>
                    <a:pt x="14004" y="19"/>
                  </a:cubicBezTo>
                  <a:cubicBezTo>
                    <a:pt x="5974" y="19"/>
                    <a:pt x="1" y="809"/>
                    <a:pt x="1" y="11367"/>
                  </a:cubicBezTo>
                  <a:cubicBezTo>
                    <a:pt x="1" y="21857"/>
                    <a:pt x="5942" y="22655"/>
                    <a:pt x="13939" y="22655"/>
                  </a:cubicBezTo>
                  <a:cubicBezTo>
                    <a:pt x="15373" y="22655"/>
                    <a:pt x="16873" y="22629"/>
                    <a:pt x="18416" y="22629"/>
                  </a:cubicBezTo>
                  <a:cubicBezTo>
                    <a:pt x="20290" y="22629"/>
                    <a:pt x="22100" y="22678"/>
                    <a:pt x="23805" y="22678"/>
                  </a:cubicBezTo>
                  <a:cubicBezTo>
                    <a:pt x="31342" y="22678"/>
                    <a:pt x="36847" y="21722"/>
                    <a:pt x="36847" y="11367"/>
                  </a:cubicBezTo>
                  <a:cubicBezTo>
                    <a:pt x="36847" y="923"/>
                    <a:pt x="31233" y="1"/>
                    <a:pt x="235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49"/>
            <p:cNvSpPr/>
            <p:nvPr/>
          </p:nvSpPr>
          <p:spPr>
            <a:xfrm>
              <a:off x="4180750" y="3155175"/>
              <a:ext cx="123000" cy="172875"/>
            </a:xfrm>
            <a:custGeom>
              <a:avLst/>
              <a:gdLst/>
              <a:ahLst/>
              <a:cxnLst/>
              <a:rect l="l" t="t" r="r" b="b"/>
              <a:pathLst>
                <a:path w="4920" h="6915" extrusionOk="0">
                  <a:moveTo>
                    <a:pt x="1763" y="1"/>
                  </a:moveTo>
                  <a:cubicBezTo>
                    <a:pt x="1751" y="1"/>
                    <a:pt x="1688" y="232"/>
                    <a:pt x="1562" y="526"/>
                  </a:cubicBezTo>
                  <a:lnTo>
                    <a:pt x="78" y="6321"/>
                  </a:lnTo>
                  <a:cubicBezTo>
                    <a:pt x="0" y="6649"/>
                    <a:pt x="203" y="6914"/>
                    <a:pt x="531" y="6914"/>
                  </a:cubicBezTo>
                  <a:lnTo>
                    <a:pt x="2484" y="6914"/>
                  </a:lnTo>
                  <a:cubicBezTo>
                    <a:pt x="2874" y="6914"/>
                    <a:pt x="3202" y="6649"/>
                    <a:pt x="3265" y="6321"/>
                  </a:cubicBezTo>
                  <a:cubicBezTo>
                    <a:pt x="3265" y="6321"/>
                    <a:pt x="4919" y="9"/>
                    <a:pt x="4890" y="9"/>
                  </a:cubicBezTo>
                  <a:lnTo>
                    <a:pt x="4890" y="9"/>
                  </a:lnTo>
                  <a:cubicBezTo>
                    <a:pt x="4890" y="9"/>
                    <a:pt x="4890" y="9"/>
                    <a:pt x="4889" y="11"/>
                  </a:cubicBezTo>
                  <a:cubicBezTo>
                    <a:pt x="4826" y="73"/>
                    <a:pt x="4498" y="136"/>
                    <a:pt x="4170" y="136"/>
                  </a:cubicBezTo>
                  <a:lnTo>
                    <a:pt x="2343" y="136"/>
                  </a:lnTo>
                  <a:cubicBezTo>
                    <a:pt x="2031" y="136"/>
                    <a:pt x="1765" y="11"/>
                    <a:pt x="1765" y="11"/>
                  </a:cubicBezTo>
                  <a:cubicBezTo>
                    <a:pt x="1765" y="4"/>
                    <a:pt x="1764" y="1"/>
                    <a:pt x="17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49"/>
            <p:cNvSpPr/>
            <p:nvPr/>
          </p:nvSpPr>
          <p:spPr>
            <a:xfrm>
              <a:off x="4732500" y="3155175"/>
              <a:ext cx="123800" cy="172875"/>
            </a:xfrm>
            <a:custGeom>
              <a:avLst/>
              <a:gdLst/>
              <a:ahLst/>
              <a:cxnLst/>
              <a:rect l="l" t="t" r="r" b="b"/>
              <a:pathLst>
                <a:path w="4952" h="6915" extrusionOk="0">
                  <a:moveTo>
                    <a:pt x="1" y="9"/>
                  </a:moveTo>
                  <a:cubicBezTo>
                    <a:pt x="0" y="9"/>
                    <a:pt x="0" y="9"/>
                    <a:pt x="0" y="11"/>
                  </a:cubicBezTo>
                  <a:cubicBezTo>
                    <a:pt x="1" y="12"/>
                    <a:pt x="2" y="13"/>
                    <a:pt x="3" y="14"/>
                  </a:cubicBezTo>
                  <a:lnTo>
                    <a:pt x="3" y="14"/>
                  </a:lnTo>
                  <a:cubicBezTo>
                    <a:pt x="2" y="10"/>
                    <a:pt x="1" y="9"/>
                    <a:pt x="1" y="9"/>
                  </a:cubicBezTo>
                  <a:close/>
                  <a:moveTo>
                    <a:pt x="3189" y="1"/>
                  </a:moveTo>
                  <a:cubicBezTo>
                    <a:pt x="3187" y="1"/>
                    <a:pt x="3187" y="4"/>
                    <a:pt x="3187" y="11"/>
                  </a:cubicBezTo>
                  <a:cubicBezTo>
                    <a:pt x="3187" y="11"/>
                    <a:pt x="2921" y="136"/>
                    <a:pt x="2609" y="136"/>
                  </a:cubicBezTo>
                  <a:lnTo>
                    <a:pt x="781" y="136"/>
                  </a:lnTo>
                  <a:cubicBezTo>
                    <a:pt x="397" y="136"/>
                    <a:pt x="73" y="75"/>
                    <a:pt x="3" y="14"/>
                  </a:cubicBezTo>
                  <a:lnTo>
                    <a:pt x="3" y="14"/>
                  </a:lnTo>
                  <a:cubicBezTo>
                    <a:pt x="85" y="210"/>
                    <a:pt x="1687" y="6321"/>
                    <a:pt x="1687" y="6321"/>
                  </a:cubicBezTo>
                  <a:cubicBezTo>
                    <a:pt x="1750" y="6649"/>
                    <a:pt x="2078" y="6914"/>
                    <a:pt x="2406" y="6914"/>
                  </a:cubicBezTo>
                  <a:lnTo>
                    <a:pt x="4358" y="6914"/>
                  </a:lnTo>
                  <a:cubicBezTo>
                    <a:pt x="4749" y="6914"/>
                    <a:pt x="4952" y="6649"/>
                    <a:pt x="4873" y="6321"/>
                  </a:cubicBezTo>
                  <a:lnTo>
                    <a:pt x="3312" y="526"/>
                  </a:lnTo>
                  <a:cubicBezTo>
                    <a:pt x="3256" y="232"/>
                    <a:pt x="3200" y="1"/>
                    <a:pt x="31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49"/>
            <p:cNvSpPr/>
            <p:nvPr/>
          </p:nvSpPr>
          <p:spPr>
            <a:xfrm>
              <a:off x="4779750" y="2974625"/>
              <a:ext cx="117150" cy="99600"/>
            </a:xfrm>
            <a:custGeom>
              <a:avLst/>
              <a:gdLst/>
              <a:ahLst/>
              <a:cxnLst/>
              <a:rect l="l" t="t" r="r" b="b"/>
              <a:pathLst>
                <a:path w="4686" h="3984" extrusionOk="0">
                  <a:moveTo>
                    <a:pt x="2343" y="1"/>
                  </a:moveTo>
                  <a:cubicBezTo>
                    <a:pt x="516" y="1"/>
                    <a:pt x="0" y="922"/>
                    <a:pt x="0" y="2031"/>
                  </a:cubicBezTo>
                  <a:cubicBezTo>
                    <a:pt x="0" y="3062"/>
                    <a:pt x="906" y="3984"/>
                    <a:pt x="2343" y="3984"/>
                  </a:cubicBezTo>
                  <a:cubicBezTo>
                    <a:pt x="3764" y="3984"/>
                    <a:pt x="4686" y="3062"/>
                    <a:pt x="4686" y="2031"/>
                  </a:cubicBezTo>
                  <a:cubicBezTo>
                    <a:pt x="4686" y="922"/>
                    <a:pt x="4155" y="1"/>
                    <a:pt x="23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49"/>
            <p:cNvSpPr/>
            <p:nvPr/>
          </p:nvSpPr>
          <p:spPr>
            <a:xfrm>
              <a:off x="4761775" y="2839925"/>
              <a:ext cx="68375" cy="45300"/>
            </a:xfrm>
            <a:custGeom>
              <a:avLst/>
              <a:gdLst/>
              <a:ahLst/>
              <a:cxnLst/>
              <a:rect l="l" t="t" r="r" b="b"/>
              <a:pathLst>
                <a:path w="2735" h="1812" extrusionOk="0">
                  <a:moveTo>
                    <a:pt x="579" y="0"/>
                  </a:moveTo>
                  <a:cubicBezTo>
                    <a:pt x="266" y="0"/>
                    <a:pt x="1" y="313"/>
                    <a:pt x="1" y="641"/>
                  </a:cubicBezTo>
                  <a:lnTo>
                    <a:pt x="1" y="1172"/>
                  </a:lnTo>
                  <a:cubicBezTo>
                    <a:pt x="1" y="1562"/>
                    <a:pt x="266" y="1812"/>
                    <a:pt x="579" y="1812"/>
                  </a:cubicBezTo>
                  <a:lnTo>
                    <a:pt x="2078" y="1812"/>
                  </a:lnTo>
                  <a:cubicBezTo>
                    <a:pt x="2406" y="1812"/>
                    <a:pt x="2734" y="1562"/>
                    <a:pt x="2734" y="1172"/>
                  </a:cubicBezTo>
                  <a:lnTo>
                    <a:pt x="2734" y="641"/>
                  </a:lnTo>
                  <a:cubicBezTo>
                    <a:pt x="2734" y="313"/>
                    <a:pt x="2406" y="0"/>
                    <a:pt x="20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9"/>
            <p:cNvSpPr/>
            <p:nvPr/>
          </p:nvSpPr>
          <p:spPr>
            <a:xfrm>
              <a:off x="4846525" y="2839925"/>
              <a:ext cx="68350" cy="45300"/>
            </a:xfrm>
            <a:custGeom>
              <a:avLst/>
              <a:gdLst/>
              <a:ahLst/>
              <a:cxnLst/>
              <a:rect l="l" t="t" r="r" b="b"/>
              <a:pathLst>
                <a:path w="2734" h="1812" extrusionOk="0">
                  <a:moveTo>
                    <a:pt x="578" y="0"/>
                  </a:moveTo>
                  <a:cubicBezTo>
                    <a:pt x="250" y="0"/>
                    <a:pt x="0" y="313"/>
                    <a:pt x="0" y="641"/>
                  </a:cubicBezTo>
                  <a:lnTo>
                    <a:pt x="0" y="1172"/>
                  </a:lnTo>
                  <a:cubicBezTo>
                    <a:pt x="0" y="1562"/>
                    <a:pt x="250" y="1812"/>
                    <a:pt x="578" y="1812"/>
                  </a:cubicBezTo>
                  <a:lnTo>
                    <a:pt x="2077" y="1812"/>
                  </a:lnTo>
                  <a:cubicBezTo>
                    <a:pt x="2468" y="1812"/>
                    <a:pt x="2733" y="1562"/>
                    <a:pt x="2733" y="1172"/>
                  </a:cubicBezTo>
                  <a:lnTo>
                    <a:pt x="2733" y="641"/>
                  </a:lnTo>
                  <a:cubicBezTo>
                    <a:pt x="2733" y="313"/>
                    <a:pt x="2468" y="0"/>
                    <a:pt x="20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9"/>
            <p:cNvSpPr/>
            <p:nvPr/>
          </p:nvSpPr>
          <p:spPr>
            <a:xfrm>
              <a:off x="4761775" y="2904725"/>
              <a:ext cx="68375" cy="44150"/>
            </a:xfrm>
            <a:custGeom>
              <a:avLst/>
              <a:gdLst/>
              <a:ahLst/>
              <a:cxnLst/>
              <a:rect l="l" t="t" r="r" b="b"/>
              <a:pathLst>
                <a:path w="2735" h="1766" extrusionOk="0">
                  <a:moveTo>
                    <a:pt x="579" y="1"/>
                  </a:moveTo>
                  <a:cubicBezTo>
                    <a:pt x="266" y="1"/>
                    <a:pt x="1" y="266"/>
                    <a:pt x="1" y="594"/>
                  </a:cubicBezTo>
                  <a:lnTo>
                    <a:pt x="1" y="1110"/>
                  </a:lnTo>
                  <a:cubicBezTo>
                    <a:pt x="1" y="1500"/>
                    <a:pt x="266" y="1766"/>
                    <a:pt x="579" y="1766"/>
                  </a:cubicBezTo>
                  <a:lnTo>
                    <a:pt x="2078" y="1766"/>
                  </a:lnTo>
                  <a:cubicBezTo>
                    <a:pt x="2406" y="1766"/>
                    <a:pt x="2734" y="1500"/>
                    <a:pt x="2734" y="1110"/>
                  </a:cubicBezTo>
                  <a:lnTo>
                    <a:pt x="2734" y="594"/>
                  </a:lnTo>
                  <a:cubicBezTo>
                    <a:pt x="2734" y="266"/>
                    <a:pt x="2406" y="1"/>
                    <a:pt x="20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9"/>
            <p:cNvSpPr/>
            <p:nvPr/>
          </p:nvSpPr>
          <p:spPr>
            <a:xfrm>
              <a:off x="4846525" y="2904725"/>
              <a:ext cx="68350" cy="44150"/>
            </a:xfrm>
            <a:custGeom>
              <a:avLst/>
              <a:gdLst/>
              <a:ahLst/>
              <a:cxnLst/>
              <a:rect l="l" t="t" r="r" b="b"/>
              <a:pathLst>
                <a:path w="2734" h="1766" extrusionOk="0">
                  <a:moveTo>
                    <a:pt x="578" y="1"/>
                  </a:moveTo>
                  <a:cubicBezTo>
                    <a:pt x="250" y="1"/>
                    <a:pt x="0" y="266"/>
                    <a:pt x="0" y="594"/>
                  </a:cubicBezTo>
                  <a:lnTo>
                    <a:pt x="0" y="1110"/>
                  </a:lnTo>
                  <a:cubicBezTo>
                    <a:pt x="0" y="1500"/>
                    <a:pt x="250" y="1766"/>
                    <a:pt x="578" y="1766"/>
                  </a:cubicBezTo>
                  <a:lnTo>
                    <a:pt x="2077" y="1766"/>
                  </a:lnTo>
                  <a:cubicBezTo>
                    <a:pt x="2468" y="1766"/>
                    <a:pt x="2733" y="1500"/>
                    <a:pt x="2733" y="1110"/>
                  </a:cubicBezTo>
                  <a:lnTo>
                    <a:pt x="2733" y="594"/>
                  </a:lnTo>
                  <a:cubicBezTo>
                    <a:pt x="2733" y="266"/>
                    <a:pt x="2468" y="1"/>
                    <a:pt x="20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9"/>
            <p:cNvSpPr/>
            <p:nvPr/>
          </p:nvSpPr>
          <p:spPr>
            <a:xfrm>
              <a:off x="4761775" y="3098425"/>
              <a:ext cx="68375" cy="45700"/>
            </a:xfrm>
            <a:custGeom>
              <a:avLst/>
              <a:gdLst/>
              <a:ahLst/>
              <a:cxnLst/>
              <a:rect l="l" t="t" r="r" b="b"/>
              <a:pathLst>
                <a:path w="2735" h="1828" extrusionOk="0">
                  <a:moveTo>
                    <a:pt x="579" y="0"/>
                  </a:moveTo>
                  <a:cubicBezTo>
                    <a:pt x="266" y="0"/>
                    <a:pt x="1" y="328"/>
                    <a:pt x="1" y="656"/>
                  </a:cubicBezTo>
                  <a:lnTo>
                    <a:pt x="1" y="1172"/>
                  </a:lnTo>
                  <a:cubicBezTo>
                    <a:pt x="1" y="1562"/>
                    <a:pt x="266" y="1828"/>
                    <a:pt x="579" y="1828"/>
                  </a:cubicBezTo>
                  <a:lnTo>
                    <a:pt x="2078" y="1828"/>
                  </a:lnTo>
                  <a:cubicBezTo>
                    <a:pt x="2406" y="1828"/>
                    <a:pt x="2734" y="1562"/>
                    <a:pt x="2734" y="1172"/>
                  </a:cubicBezTo>
                  <a:lnTo>
                    <a:pt x="2734" y="656"/>
                  </a:lnTo>
                  <a:cubicBezTo>
                    <a:pt x="2734" y="328"/>
                    <a:pt x="2406" y="0"/>
                    <a:pt x="20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9"/>
            <p:cNvSpPr/>
            <p:nvPr/>
          </p:nvSpPr>
          <p:spPr>
            <a:xfrm>
              <a:off x="4846525" y="3098425"/>
              <a:ext cx="68350" cy="45700"/>
            </a:xfrm>
            <a:custGeom>
              <a:avLst/>
              <a:gdLst/>
              <a:ahLst/>
              <a:cxnLst/>
              <a:rect l="l" t="t" r="r" b="b"/>
              <a:pathLst>
                <a:path w="2734" h="1828" extrusionOk="0">
                  <a:moveTo>
                    <a:pt x="578" y="0"/>
                  </a:moveTo>
                  <a:cubicBezTo>
                    <a:pt x="250" y="0"/>
                    <a:pt x="0" y="328"/>
                    <a:pt x="0" y="656"/>
                  </a:cubicBezTo>
                  <a:lnTo>
                    <a:pt x="0" y="1172"/>
                  </a:lnTo>
                  <a:cubicBezTo>
                    <a:pt x="0" y="1562"/>
                    <a:pt x="250" y="1828"/>
                    <a:pt x="578" y="1828"/>
                  </a:cubicBezTo>
                  <a:lnTo>
                    <a:pt x="2077" y="1828"/>
                  </a:lnTo>
                  <a:cubicBezTo>
                    <a:pt x="2468" y="1828"/>
                    <a:pt x="2733" y="1562"/>
                    <a:pt x="2733" y="1172"/>
                  </a:cubicBezTo>
                  <a:lnTo>
                    <a:pt x="2733" y="656"/>
                  </a:lnTo>
                  <a:cubicBezTo>
                    <a:pt x="2733" y="328"/>
                    <a:pt x="2468" y="0"/>
                    <a:pt x="20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9"/>
            <p:cNvSpPr/>
            <p:nvPr/>
          </p:nvSpPr>
          <p:spPr>
            <a:xfrm>
              <a:off x="4109275" y="2749600"/>
              <a:ext cx="637700" cy="468075"/>
            </a:xfrm>
            <a:custGeom>
              <a:avLst/>
              <a:gdLst/>
              <a:ahLst/>
              <a:cxnLst/>
              <a:rect l="l" t="t" r="r" b="b"/>
              <a:pathLst>
                <a:path w="25508" h="18723" extrusionOk="0">
                  <a:moveTo>
                    <a:pt x="9704" y="0"/>
                  </a:moveTo>
                  <a:cubicBezTo>
                    <a:pt x="4144" y="0"/>
                    <a:pt x="1" y="655"/>
                    <a:pt x="1" y="9392"/>
                  </a:cubicBezTo>
                  <a:cubicBezTo>
                    <a:pt x="1" y="18061"/>
                    <a:pt x="4117" y="18723"/>
                    <a:pt x="9649" y="18723"/>
                  </a:cubicBezTo>
                  <a:cubicBezTo>
                    <a:pt x="10646" y="18723"/>
                    <a:pt x="11689" y="18701"/>
                    <a:pt x="12762" y="18701"/>
                  </a:cubicBezTo>
                  <a:cubicBezTo>
                    <a:pt x="13052" y="18701"/>
                    <a:pt x="13340" y="18702"/>
                    <a:pt x="13625" y="18702"/>
                  </a:cubicBezTo>
                  <a:cubicBezTo>
                    <a:pt x="20307" y="18702"/>
                    <a:pt x="25507" y="18515"/>
                    <a:pt x="25507" y="9392"/>
                  </a:cubicBezTo>
                  <a:cubicBezTo>
                    <a:pt x="25507" y="194"/>
                    <a:pt x="20272" y="20"/>
                    <a:pt x="13558" y="20"/>
                  </a:cubicBezTo>
                  <a:cubicBezTo>
                    <a:pt x="13295" y="20"/>
                    <a:pt x="13029" y="21"/>
                    <a:pt x="12762" y="21"/>
                  </a:cubicBezTo>
                  <a:cubicBezTo>
                    <a:pt x="11708" y="21"/>
                    <a:pt x="10684" y="0"/>
                    <a:pt x="97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50"/>
          <p:cNvGrpSpPr/>
          <p:nvPr/>
        </p:nvGrpSpPr>
        <p:grpSpPr>
          <a:xfrm>
            <a:off x="-1353400" y="-1221675"/>
            <a:ext cx="5381590" cy="5920873"/>
            <a:chOff x="-1353400" y="-1221675"/>
            <a:chExt cx="5381590" cy="5920873"/>
          </a:xfrm>
        </p:grpSpPr>
        <p:sp>
          <p:nvSpPr>
            <p:cNvPr id="2222" name="Google Shape;2222;p50"/>
            <p:cNvSpPr/>
            <p:nvPr/>
          </p:nvSpPr>
          <p:spPr>
            <a:xfrm>
              <a:off x="-1353400" y="801573"/>
              <a:ext cx="5381590" cy="3628864"/>
            </a:xfrm>
            <a:custGeom>
              <a:avLst/>
              <a:gdLst/>
              <a:ahLst/>
              <a:cxnLst/>
              <a:rect l="l" t="t" r="r" b="b"/>
              <a:pathLst>
                <a:path w="37488" h="25279" extrusionOk="0">
                  <a:moveTo>
                    <a:pt x="21604" y="1"/>
                  </a:moveTo>
                  <a:cubicBezTo>
                    <a:pt x="19846" y="1"/>
                    <a:pt x="17923" y="19"/>
                    <a:pt x="15823" y="19"/>
                  </a:cubicBezTo>
                  <a:cubicBezTo>
                    <a:pt x="1" y="19"/>
                    <a:pt x="266" y="5673"/>
                    <a:pt x="266" y="12640"/>
                  </a:cubicBezTo>
                  <a:cubicBezTo>
                    <a:pt x="266" y="19606"/>
                    <a:pt x="2016" y="25260"/>
                    <a:pt x="15823" y="25260"/>
                  </a:cubicBezTo>
                  <a:cubicBezTo>
                    <a:pt x="17655" y="25260"/>
                    <a:pt x="19382" y="25279"/>
                    <a:pt x="21000" y="25279"/>
                  </a:cubicBezTo>
                  <a:cubicBezTo>
                    <a:pt x="31567" y="25279"/>
                    <a:pt x="37487" y="24492"/>
                    <a:pt x="37487" y="12640"/>
                  </a:cubicBezTo>
                  <a:cubicBezTo>
                    <a:pt x="37487" y="788"/>
                    <a:pt x="33083" y="1"/>
                    <a:pt x="216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50"/>
            <p:cNvSpPr/>
            <p:nvPr/>
          </p:nvSpPr>
          <p:spPr>
            <a:xfrm>
              <a:off x="-568587" y="4082353"/>
              <a:ext cx="3850145" cy="616845"/>
            </a:xfrm>
            <a:custGeom>
              <a:avLst/>
              <a:gdLst/>
              <a:ahLst/>
              <a:cxnLst/>
              <a:rect l="l" t="t" r="r" b="b"/>
              <a:pathLst>
                <a:path w="26820" h="4297" extrusionOk="0">
                  <a:moveTo>
                    <a:pt x="1625" y="1"/>
                  </a:moveTo>
                  <a:cubicBezTo>
                    <a:pt x="719" y="1"/>
                    <a:pt x="1" y="719"/>
                    <a:pt x="1" y="1625"/>
                  </a:cubicBezTo>
                  <a:lnTo>
                    <a:pt x="1" y="2672"/>
                  </a:lnTo>
                  <a:cubicBezTo>
                    <a:pt x="1" y="3578"/>
                    <a:pt x="719" y="4296"/>
                    <a:pt x="1625" y="4296"/>
                  </a:cubicBezTo>
                  <a:lnTo>
                    <a:pt x="25195" y="4296"/>
                  </a:lnTo>
                  <a:cubicBezTo>
                    <a:pt x="26101" y="4296"/>
                    <a:pt x="26819" y="3578"/>
                    <a:pt x="26819" y="2672"/>
                  </a:cubicBezTo>
                  <a:lnTo>
                    <a:pt x="26819" y="1625"/>
                  </a:lnTo>
                  <a:cubicBezTo>
                    <a:pt x="26819" y="719"/>
                    <a:pt x="26101" y="1"/>
                    <a:pt x="251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50"/>
            <p:cNvSpPr/>
            <p:nvPr/>
          </p:nvSpPr>
          <p:spPr>
            <a:xfrm>
              <a:off x="-774875" y="-1221675"/>
              <a:ext cx="2551834" cy="2501402"/>
            </a:xfrm>
            <a:custGeom>
              <a:avLst/>
              <a:gdLst/>
              <a:ahLst/>
              <a:cxnLst/>
              <a:rect l="l" t="t" r="r" b="b"/>
              <a:pathLst>
                <a:path w="17776" h="17425" extrusionOk="0">
                  <a:moveTo>
                    <a:pt x="16515" y="0"/>
                  </a:moveTo>
                  <a:cubicBezTo>
                    <a:pt x="16164" y="0"/>
                    <a:pt x="15827" y="174"/>
                    <a:pt x="15620" y="509"/>
                  </a:cubicBezTo>
                  <a:lnTo>
                    <a:pt x="6717" y="13973"/>
                  </a:lnTo>
                  <a:lnTo>
                    <a:pt x="2219" y="3758"/>
                  </a:lnTo>
                  <a:cubicBezTo>
                    <a:pt x="2082" y="3381"/>
                    <a:pt x="1694" y="3138"/>
                    <a:pt x="1264" y="3138"/>
                  </a:cubicBezTo>
                  <a:cubicBezTo>
                    <a:pt x="1106" y="3138"/>
                    <a:pt x="941" y="3171"/>
                    <a:pt x="782" y="3242"/>
                  </a:cubicBezTo>
                  <a:cubicBezTo>
                    <a:pt x="266" y="3492"/>
                    <a:pt x="1" y="4086"/>
                    <a:pt x="204" y="4663"/>
                  </a:cubicBezTo>
                  <a:lnTo>
                    <a:pt x="5546" y="16706"/>
                  </a:lnTo>
                  <a:cubicBezTo>
                    <a:pt x="5671" y="17097"/>
                    <a:pt x="5999" y="17362"/>
                    <a:pt x="6451" y="17425"/>
                  </a:cubicBezTo>
                  <a:lnTo>
                    <a:pt x="6514" y="17425"/>
                  </a:lnTo>
                  <a:cubicBezTo>
                    <a:pt x="6904" y="17425"/>
                    <a:pt x="7232" y="17237"/>
                    <a:pt x="7420" y="16909"/>
                  </a:cubicBezTo>
                  <a:lnTo>
                    <a:pt x="17448" y="1680"/>
                  </a:lnTo>
                  <a:cubicBezTo>
                    <a:pt x="17776" y="1149"/>
                    <a:pt x="17651" y="509"/>
                    <a:pt x="17119" y="181"/>
                  </a:cubicBezTo>
                  <a:cubicBezTo>
                    <a:pt x="16929" y="60"/>
                    <a:pt x="16720" y="0"/>
                    <a:pt x="165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50"/>
            <p:cNvSpPr/>
            <p:nvPr/>
          </p:nvSpPr>
          <p:spPr>
            <a:xfrm>
              <a:off x="3200500" y="2375850"/>
              <a:ext cx="385487" cy="391393"/>
            </a:xfrm>
            <a:custGeom>
              <a:avLst/>
              <a:gdLst/>
              <a:ahLst/>
              <a:cxnLst/>
              <a:rect l="l" t="t" r="r" b="b"/>
              <a:pathLst>
                <a:path w="4047" h="4109" extrusionOk="0">
                  <a:moveTo>
                    <a:pt x="2016" y="0"/>
                  </a:moveTo>
                  <a:cubicBezTo>
                    <a:pt x="1" y="0"/>
                    <a:pt x="1" y="922"/>
                    <a:pt x="1" y="2031"/>
                  </a:cubicBezTo>
                  <a:cubicBezTo>
                    <a:pt x="1" y="3202"/>
                    <a:pt x="391" y="4108"/>
                    <a:pt x="2016" y="4108"/>
                  </a:cubicBezTo>
                  <a:cubicBezTo>
                    <a:pt x="3718" y="4108"/>
                    <a:pt x="4046" y="3202"/>
                    <a:pt x="4046" y="2031"/>
                  </a:cubicBezTo>
                  <a:cubicBezTo>
                    <a:pt x="4046" y="922"/>
                    <a:pt x="4046" y="0"/>
                    <a:pt x="20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50"/>
            <p:cNvSpPr/>
            <p:nvPr/>
          </p:nvSpPr>
          <p:spPr>
            <a:xfrm>
              <a:off x="3200500" y="2872781"/>
              <a:ext cx="385487" cy="389868"/>
            </a:xfrm>
            <a:custGeom>
              <a:avLst/>
              <a:gdLst/>
              <a:ahLst/>
              <a:cxnLst/>
              <a:rect l="l" t="t" r="r" b="b"/>
              <a:pathLst>
                <a:path w="4047" h="4093" extrusionOk="0">
                  <a:moveTo>
                    <a:pt x="2016" y="0"/>
                  </a:moveTo>
                  <a:cubicBezTo>
                    <a:pt x="1" y="0"/>
                    <a:pt x="1" y="906"/>
                    <a:pt x="1" y="2015"/>
                  </a:cubicBezTo>
                  <a:cubicBezTo>
                    <a:pt x="1" y="3187"/>
                    <a:pt x="391" y="4093"/>
                    <a:pt x="2016" y="4093"/>
                  </a:cubicBezTo>
                  <a:cubicBezTo>
                    <a:pt x="3718" y="4093"/>
                    <a:pt x="4046" y="3187"/>
                    <a:pt x="4046" y="2015"/>
                  </a:cubicBezTo>
                  <a:cubicBezTo>
                    <a:pt x="4046" y="906"/>
                    <a:pt x="4046" y="0"/>
                    <a:pt x="20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50"/>
            <p:cNvSpPr/>
            <p:nvPr/>
          </p:nvSpPr>
          <p:spPr>
            <a:xfrm>
              <a:off x="3200500" y="3368187"/>
              <a:ext cx="385487" cy="391393"/>
            </a:xfrm>
            <a:custGeom>
              <a:avLst/>
              <a:gdLst/>
              <a:ahLst/>
              <a:cxnLst/>
              <a:rect l="l" t="t" r="r" b="b"/>
              <a:pathLst>
                <a:path w="4047" h="4109" extrusionOk="0">
                  <a:moveTo>
                    <a:pt x="2016" y="1"/>
                  </a:moveTo>
                  <a:cubicBezTo>
                    <a:pt x="1" y="1"/>
                    <a:pt x="1" y="906"/>
                    <a:pt x="1" y="2078"/>
                  </a:cubicBezTo>
                  <a:cubicBezTo>
                    <a:pt x="1" y="3187"/>
                    <a:pt x="391" y="4108"/>
                    <a:pt x="2016" y="4108"/>
                  </a:cubicBezTo>
                  <a:cubicBezTo>
                    <a:pt x="3718" y="4108"/>
                    <a:pt x="4046" y="3187"/>
                    <a:pt x="4046" y="2078"/>
                  </a:cubicBezTo>
                  <a:cubicBezTo>
                    <a:pt x="4046" y="906"/>
                    <a:pt x="4046" y="1"/>
                    <a:pt x="20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8" name="Google Shape;2228;p50"/>
          <p:cNvSpPr txBox="1">
            <a:spLocks noGrp="1"/>
          </p:cNvSpPr>
          <p:nvPr>
            <p:ph type="title"/>
          </p:nvPr>
        </p:nvSpPr>
        <p:spPr>
          <a:xfrm>
            <a:off x="4647350" y="1238625"/>
            <a:ext cx="3524100" cy="98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WIRING IN PROGRESS</a:t>
            </a:r>
            <a:endParaRPr/>
          </a:p>
        </p:txBody>
      </p:sp>
      <p:sp>
        <p:nvSpPr>
          <p:cNvPr id="2229" name="Google Shape;2229;p50"/>
          <p:cNvSpPr txBox="1">
            <a:spLocks noGrp="1"/>
          </p:cNvSpPr>
          <p:nvPr>
            <p:ph type="body" idx="1"/>
          </p:nvPr>
        </p:nvSpPr>
        <p:spPr>
          <a:xfrm>
            <a:off x="4647350" y="2375850"/>
            <a:ext cx="3347100" cy="18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Every input component runs back to the Arduino on its own pin, and the Arduino talks to the Pi over a single USB serial cable - no extra wiring needed between the controller and the software.</a:t>
            </a:r>
            <a:endParaRPr/>
          </a:p>
        </p:txBody>
      </p:sp>
      <p:pic>
        <p:nvPicPr>
          <p:cNvPr id="2230" name="Google Shape;223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38850" y="1310850"/>
            <a:ext cx="3889800" cy="2595300"/>
          </a:xfrm>
          <a:prstGeom prst="roundRect">
            <a:avLst>
              <a:gd name="adj" fmla="val 29353"/>
            </a:avLst>
          </a:prstGeom>
          <a:noFill/>
          <a:ln>
            <a:noFill/>
          </a:ln>
        </p:spPr>
      </p:pic>
      <p:pic>
        <p:nvPicPr>
          <p:cNvPr id="2231" name="Google Shape;2231;p50"/>
          <p:cNvPicPr preferRelativeResize="0"/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-838850" y="1310850"/>
            <a:ext cx="3889800" cy="2595300"/>
          </a:xfrm>
          <a:prstGeom prst="roundRect">
            <a:avLst>
              <a:gd name="adj" fmla="val 29353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6" name="Google Shape;2236;p51"/>
          <p:cNvPicPr preferRelativeResize="0"/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7" name="Google Shape;2237;p51"/>
          <p:cNvGrpSpPr/>
          <p:nvPr/>
        </p:nvGrpSpPr>
        <p:grpSpPr>
          <a:xfrm>
            <a:off x="-297100" y="-962975"/>
            <a:ext cx="1466225" cy="5867175"/>
            <a:chOff x="-297100" y="-962975"/>
            <a:chExt cx="1466225" cy="5867175"/>
          </a:xfrm>
        </p:grpSpPr>
        <p:grpSp>
          <p:nvGrpSpPr>
            <p:cNvPr id="2238" name="Google Shape;2238;p51"/>
            <p:cNvGrpSpPr/>
            <p:nvPr/>
          </p:nvGrpSpPr>
          <p:grpSpPr>
            <a:xfrm>
              <a:off x="-297100" y="2847025"/>
              <a:ext cx="1466225" cy="2057175"/>
              <a:chOff x="-297100" y="2847025"/>
              <a:chExt cx="1466225" cy="2057175"/>
            </a:xfrm>
          </p:grpSpPr>
          <p:sp>
            <p:nvSpPr>
              <p:cNvPr id="2239" name="Google Shape;2239;p51"/>
              <p:cNvSpPr/>
              <p:nvPr/>
            </p:nvSpPr>
            <p:spPr>
              <a:xfrm flipH="1">
                <a:off x="-56262" y="3975038"/>
                <a:ext cx="546400" cy="144050"/>
              </a:xfrm>
              <a:custGeom>
                <a:avLst/>
                <a:gdLst/>
                <a:ahLst/>
                <a:cxnLst/>
                <a:rect l="l" t="t" r="r" b="b"/>
                <a:pathLst>
                  <a:path w="21856" h="5762" extrusionOk="0">
                    <a:moveTo>
                      <a:pt x="0" y="0"/>
                    </a:moveTo>
                    <a:lnTo>
                      <a:pt x="0" y="5762"/>
                    </a:lnTo>
                    <a:lnTo>
                      <a:pt x="21856" y="5762"/>
                    </a:lnTo>
                    <a:lnTo>
                      <a:pt x="2185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240;p51"/>
              <p:cNvSpPr/>
              <p:nvPr/>
            </p:nvSpPr>
            <p:spPr>
              <a:xfrm>
                <a:off x="617300" y="4142425"/>
                <a:ext cx="551825" cy="152175"/>
              </a:xfrm>
              <a:custGeom>
                <a:avLst/>
                <a:gdLst/>
                <a:ahLst/>
                <a:cxnLst/>
                <a:rect l="l" t="t" r="r" b="b"/>
                <a:pathLst>
                  <a:path w="22073" h="6087" extrusionOk="0">
                    <a:moveTo>
                      <a:pt x="108" y="1"/>
                    </a:moveTo>
                    <a:lnTo>
                      <a:pt x="0" y="109"/>
                    </a:lnTo>
                    <a:lnTo>
                      <a:pt x="0" y="3030"/>
                    </a:lnTo>
                    <a:lnTo>
                      <a:pt x="0" y="5979"/>
                    </a:lnTo>
                    <a:lnTo>
                      <a:pt x="0" y="6087"/>
                    </a:lnTo>
                    <a:lnTo>
                      <a:pt x="108" y="6087"/>
                    </a:lnTo>
                    <a:lnTo>
                      <a:pt x="15878" y="5979"/>
                    </a:lnTo>
                    <a:lnTo>
                      <a:pt x="15770" y="5979"/>
                    </a:lnTo>
                    <a:lnTo>
                      <a:pt x="216" y="5871"/>
                    </a:lnTo>
                    <a:lnTo>
                      <a:pt x="216" y="5871"/>
                    </a:lnTo>
                    <a:lnTo>
                      <a:pt x="216" y="3166"/>
                    </a:lnTo>
                    <a:lnTo>
                      <a:pt x="216" y="325"/>
                    </a:lnTo>
                    <a:lnTo>
                      <a:pt x="216" y="325"/>
                    </a:lnTo>
                    <a:lnTo>
                      <a:pt x="21964" y="218"/>
                    </a:lnTo>
                    <a:lnTo>
                      <a:pt x="21964" y="218"/>
                    </a:lnTo>
                    <a:cubicBezTo>
                      <a:pt x="22072" y="2030"/>
                      <a:pt x="22072" y="3490"/>
                      <a:pt x="22072" y="4518"/>
                    </a:cubicBezTo>
                    <a:lnTo>
                      <a:pt x="22072" y="10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241;p51"/>
              <p:cNvSpPr/>
              <p:nvPr/>
            </p:nvSpPr>
            <p:spPr>
              <a:xfrm>
                <a:off x="312500" y="4294825"/>
                <a:ext cx="551825" cy="152175"/>
              </a:xfrm>
              <a:custGeom>
                <a:avLst/>
                <a:gdLst/>
                <a:ahLst/>
                <a:cxnLst/>
                <a:rect l="l" t="t" r="r" b="b"/>
                <a:pathLst>
                  <a:path w="22073" h="6087" extrusionOk="0">
                    <a:moveTo>
                      <a:pt x="108" y="1"/>
                    </a:moveTo>
                    <a:lnTo>
                      <a:pt x="0" y="109"/>
                    </a:lnTo>
                    <a:lnTo>
                      <a:pt x="0" y="3030"/>
                    </a:lnTo>
                    <a:lnTo>
                      <a:pt x="0" y="5979"/>
                    </a:lnTo>
                    <a:lnTo>
                      <a:pt x="0" y="6087"/>
                    </a:lnTo>
                    <a:lnTo>
                      <a:pt x="108" y="6087"/>
                    </a:lnTo>
                    <a:lnTo>
                      <a:pt x="15878" y="5979"/>
                    </a:lnTo>
                    <a:lnTo>
                      <a:pt x="15770" y="5979"/>
                    </a:lnTo>
                    <a:lnTo>
                      <a:pt x="216" y="5871"/>
                    </a:lnTo>
                    <a:lnTo>
                      <a:pt x="216" y="5871"/>
                    </a:lnTo>
                    <a:lnTo>
                      <a:pt x="216" y="3166"/>
                    </a:lnTo>
                    <a:lnTo>
                      <a:pt x="216" y="325"/>
                    </a:lnTo>
                    <a:lnTo>
                      <a:pt x="216" y="325"/>
                    </a:lnTo>
                    <a:lnTo>
                      <a:pt x="21964" y="218"/>
                    </a:lnTo>
                    <a:lnTo>
                      <a:pt x="21964" y="218"/>
                    </a:lnTo>
                    <a:cubicBezTo>
                      <a:pt x="22072" y="2030"/>
                      <a:pt x="22072" y="3490"/>
                      <a:pt x="22072" y="4518"/>
                    </a:cubicBezTo>
                    <a:lnTo>
                      <a:pt x="22072" y="10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242;p51"/>
              <p:cNvSpPr/>
              <p:nvPr/>
            </p:nvSpPr>
            <p:spPr>
              <a:xfrm>
                <a:off x="160100" y="4599625"/>
                <a:ext cx="551825" cy="152175"/>
              </a:xfrm>
              <a:custGeom>
                <a:avLst/>
                <a:gdLst/>
                <a:ahLst/>
                <a:cxnLst/>
                <a:rect l="l" t="t" r="r" b="b"/>
                <a:pathLst>
                  <a:path w="22073" h="6087" extrusionOk="0">
                    <a:moveTo>
                      <a:pt x="108" y="1"/>
                    </a:moveTo>
                    <a:lnTo>
                      <a:pt x="0" y="109"/>
                    </a:lnTo>
                    <a:lnTo>
                      <a:pt x="0" y="3030"/>
                    </a:lnTo>
                    <a:lnTo>
                      <a:pt x="0" y="5979"/>
                    </a:lnTo>
                    <a:lnTo>
                      <a:pt x="0" y="6087"/>
                    </a:lnTo>
                    <a:lnTo>
                      <a:pt x="108" y="6087"/>
                    </a:lnTo>
                    <a:lnTo>
                      <a:pt x="15878" y="5979"/>
                    </a:lnTo>
                    <a:lnTo>
                      <a:pt x="15770" y="5979"/>
                    </a:lnTo>
                    <a:lnTo>
                      <a:pt x="216" y="5871"/>
                    </a:lnTo>
                    <a:lnTo>
                      <a:pt x="216" y="5871"/>
                    </a:lnTo>
                    <a:lnTo>
                      <a:pt x="216" y="3166"/>
                    </a:lnTo>
                    <a:lnTo>
                      <a:pt x="216" y="325"/>
                    </a:lnTo>
                    <a:lnTo>
                      <a:pt x="216" y="325"/>
                    </a:lnTo>
                    <a:lnTo>
                      <a:pt x="21964" y="218"/>
                    </a:lnTo>
                    <a:lnTo>
                      <a:pt x="21964" y="218"/>
                    </a:lnTo>
                    <a:cubicBezTo>
                      <a:pt x="22072" y="2030"/>
                      <a:pt x="22072" y="3490"/>
                      <a:pt x="22072" y="4518"/>
                    </a:cubicBezTo>
                    <a:lnTo>
                      <a:pt x="22072" y="10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2243;p51"/>
              <p:cNvSpPr/>
              <p:nvPr/>
            </p:nvSpPr>
            <p:spPr>
              <a:xfrm>
                <a:off x="-144700" y="4752025"/>
                <a:ext cx="551825" cy="152175"/>
              </a:xfrm>
              <a:custGeom>
                <a:avLst/>
                <a:gdLst/>
                <a:ahLst/>
                <a:cxnLst/>
                <a:rect l="l" t="t" r="r" b="b"/>
                <a:pathLst>
                  <a:path w="22073" h="6087" extrusionOk="0">
                    <a:moveTo>
                      <a:pt x="108" y="1"/>
                    </a:moveTo>
                    <a:lnTo>
                      <a:pt x="0" y="109"/>
                    </a:lnTo>
                    <a:lnTo>
                      <a:pt x="0" y="3030"/>
                    </a:lnTo>
                    <a:lnTo>
                      <a:pt x="0" y="5979"/>
                    </a:lnTo>
                    <a:lnTo>
                      <a:pt x="0" y="6087"/>
                    </a:lnTo>
                    <a:lnTo>
                      <a:pt x="108" y="6087"/>
                    </a:lnTo>
                    <a:lnTo>
                      <a:pt x="15878" y="5979"/>
                    </a:lnTo>
                    <a:lnTo>
                      <a:pt x="15770" y="5979"/>
                    </a:lnTo>
                    <a:lnTo>
                      <a:pt x="216" y="5871"/>
                    </a:lnTo>
                    <a:lnTo>
                      <a:pt x="216" y="5871"/>
                    </a:lnTo>
                    <a:lnTo>
                      <a:pt x="216" y="3166"/>
                    </a:lnTo>
                    <a:lnTo>
                      <a:pt x="216" y="325"/>
                    </a:lnTo>
                    <a:lnTo>
                      <a:pt x="216" y="325"/>
                    </a:lnTo>
                    <a:lnTo>
                      <a:pt x="21964" y="218"/>
                    </a:lnTo>
                    <a:lnTo>
                      <a:pt x="21964" y="218"/>
                    </a:lnTo>
                    <a:cubicBezTo>
                      <a:pt x="22072" y="2030"/>
                      <a:pt x="22072" y="3490"/>
                      <a:pt x="22072" y="4518"/>
                    </a:cubicBezTo>
                    <a:lnTo>
                      <a:pt x="22072" y="10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2244;p51"/>
              <p:cNvSpPr/>
              <p:nvPr/>
            </p:nvSpPr>
            <p:spPr>
              <a:xfrm rot="10800000" flipH="1">
                <a:off x="83900" y="3609025"/>
                <a:ext cx="551825" cy="152175"/>
              </a:xfrm>
              <a:custGeom>
                <a:avLst/>
                <a:gdLst/>
                <a:ahLst/>
                <a:cxnLst/>
                <a:rect l="l" t="t" r="r" b="b"/>
                <a:pathLst>
                  <a:path w="22073" h="6087" extrusionOk="0">
                    <a:moveTo>
                      <a:pt x="108" y="1"/>
                    </a:moveTo>
                    <a:lnTo>
                      <a:pt x="0" y="109"/>
                    </a:lnTo>
                    <a:lnTo>
                      <a:pt x="0" y="3030"/>
                    </a:lnTo>
                    <a:lnTo>
                      <a:pt x="0" y="5979"/>
                    </a:lnTo>
                    <a:lnTo>
                      <a:pt x="0" y="6087"/>
                    </a:lnTo>
                    <a:lnTo>
                      <a:pt x="108" y="6087"/>
                    </a:lnTo>
                    <a:lnTo>
                      <a:pt x="15878" y="5979"/>
                    </a:lnTo>
                    <a:lnTo>
                      <a:pt x="15770" y="5979"/>
                    </a:lnTo>
                    <a:lnTo>
                      <a:pt x="216" y="5871"/>
                    </a:lnTo>
                    <a:lnTo>
                      <a:pt x="216" y="5871"/>
                    </a:lnTo>
                    <a:lnTo>
                      <a:pt x="216" y="3166"/>
                    </a:lnTo>
                    <a:lnTo>
                      <a:pt x="216" y="325"/>
                    </a:lnTo>
                    <a:lnTo>
                      <a:pt x="216" y="325"/>
                    </a:lnTo>
                    <a:lnTo>
                      <a:pt x="21964" y="218"/>
                    </a:lnTo>
                    <a:lnTo>
                      <a:pt x="21964" y="218"/>
                    </a:lnTo>
                    <a:cubicBezTo>
                      <a:pt x="22072" y="2030"/>
                      <a:pt x="22072" y="3490"/>
                      <a:pt x="22072" y="4518"/>
                    </a:cubicBezTo>
                    <a:lnTo>
                      <a:pt x="22072" y="10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2245;p51"/>
              <p:cNvSpPr/>
              <p:nvPr/>
            </p:nvSpPr>
            <p:spPr>
              <a:xfrm rot="10800000" flipH="1">
                <a:off x="-68500" y="3304225"/>
                <a:ext cx="551825" cy="152175"/>
              </a:xfrm>
              <a:custGeom>
                <a:avLst/>
                <a:gdLst/>
                <a:ahLst/>
                <a:cxnLst/>
                <a:rect l="l" t="t" r="r" b="b"/>
                <a:pathLst>
                  <a:path w="22073" h="6087" extrusionOk="0">
                    <a:moveTo>
                      <a:pt x="108" y="1"/>
                    </a:moveTo>
                    <a:lnTo>
                      <a:pt x="0" y="109"/>
                    </a:lnTo>
                    <a:lnTo>
                      <a:pt x="0" y="3030"/>
                    </a:lnTo>
                    <a:lnTo>
                      <a:pt x="0" y="5979"/>
                    </a:lnTo>
                    <a:lnTo>
                      <a:pt x="0" y="6087"/>
                    </a:lnTo>
                    <a:lnTo>
                      <a:pt x="108" y="6087"/>
                    </a:lnTo>
                    <a:lnTo>
                      <a:pt x="15878" y="5979"/>
                    </a:lnTo>
                    <a:lnTo>
                      <a:pt x="15770" y="5979"/>
                    </a:lnTo>
                    <a:lnTo>
                      <a:pt x="216" y="5871"/>
                    </a:lnTo>
                    <a:lnTo>
                      <a:pt x="216" y="5871"/>
                    </a:lnTo>
                    <a:lnTo>
                      <a:pt x="216" y="3166"/>
                    </a:lnTo>
                    <a:lnTo>
                      <a:pt x="216" y="325"/>
                    </a:lnTo>
                    <a:lnTo>
                      <a:pt x="216" y="325"/>
                    </a:lnTo>
                    <a:lnTo>
                      <a:pt x="21964" y="218"/>
                    </a:lnTo>
                    <a:lnTo>
                      <a:pt x="21964" y="218"/>
                    </a:lnTo>
                    <a:cubicBezTo>
                      <a:pt x="22072" y="2030"/>
                      <a:pt x="22072" y="3490"/>
                      <a:pt x="22072" y="4518"/>
                    </a:cubicBezTo>
                    <a:lnTo>
                      <a:pt x="22072" y="10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Google Shape;2246;p51"/>
              <p:cNvSpPr/>
              <p:nvPr/>
            </p:nvSpPr>
            <p:spPr>
              <a:xfrm>
                <a:off x="-297100" y="2847025"/>
                <a:ext cx="551825" cy="152175"/>
              </a:xfrm>
              <a:custGeom>
                <a:avLst/>
                <a:gdLst/>
                <a:ahLst/>
                <a:cxnLst/>
                <a:rect l="l" t="t" r="r" b="b"/>
                <a:pathLst>
                  <a:path w="22073" h="6087" extrusionOk="0">
                    <a:moveTo>
                      <a:pt x="108" y="1"/>
                    </a:moveTo>
                    <a:lnTo>
                      <a:pt x="0" y="109"/>
                    </a:lnTo>
                    <a:lnTo>
                      <a:pt x="0" y="3030"/>
                    </a:lnTo>
                    <a:lnTo>
                      <a:pt x="0" y="5979"/>
                    </a:lnTo>
                    <a:lnTo>
                      <a:pt x="0" y="6087"/>
                    </a:lnTo>
                    <a:lnTo>
                      <a:pt x="108" y="6087"/>
                    </a:lnTo>
                    <a:lnTo>
                      <a:pt x="15878" y="5979"/>
                    </a:lnTo>
                    <a:lnTo>
                      <a:pt x="15770" y="5979"/>
                    </a:lnTo>
                    <a:lnTo>
                      <a:pt x="216" y="5871"/>
                    </a:lnTo>
                    <a:lnTo>
                      <a:pt x="216" y="5871"/>
                    </a:lnTo>
                    <a:lnTo>
                      <a:pt x="216" y="3166"/>
                    </a:lnTo>
                    <a:lnTo>
                      <a:pt x="216" y="325"/>
                    </a:lnTo>
                    <a:lnTo>
                      <a:pt x="216" y="325"/>
                    </a:lnTo>
                    <a:lnTo>
                      <a:pt x="21964" y="218"/>
                    </a:lnTo>
                    <a:lnTo>
                      <a:pt x="21964" y="218"/>
                    </a:lnTo>
                    <a:cubicBezTo>
                      <a:pt x="22072" y="2030"/>
                      <a:pt x="22072" y="3490"/>
                      <a:pt x="22072" y="4518"/>
                    </a:cubicBezTo>
                    <a:lnTo>
                      <a:pt x="22072" y="10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47" name="Google Shape;2247;p51"/>
            <p:cNvGrpSpPr/>
            <p:nvPr/>
          </p:nvGrpSpPr>
          <p:grpSpPr>
            <a:xfrm>
              <a:off x="-297100" y="-962975"/>
              <a:ext cx="1466225" cy="2057175"/>
              <a:chOff x="-297100" y="2847025"/>
              <a:chExt cx="1466225" cy="2057175"/>
            </a:xfrm>
          </p:grpSpPr>
          <p:sp>
            <p:nvSpPr>
              <p:cNvPr id="2248" name="Google Shape;2248;p51"/>
              <p:cNvSpPr/>
              <p:nvPr/>
            </p:nvSpPr>
            <p:spPr>
              <a:xfrm flipH="1">
                <a:off x="-56262" y="3975038"/>
                <a:ext cx="546400" cy="144050"/>
              </a:xfrm>
              <a:custGeom>
                <a:avLst/>
                <a:gdLst/>
                <a:ahLst/>
                <a:cxnLst/>
                <a:rect l="l" t="t" r="r" b="b"/>
                <a:pathLst>
                  <a:path w="21856" h="5762" extrusionOk="0">
                    <a:moveTo>
                      <a:pt x="0" y="0"/>
                    </a:moveTo>
                    <a:lnTo>
                      <a:pt x="0" y="5762"/>
                    </a:lnTo>
                    <a:lnTo>
                      <a:pt x="21856" y="5762"/>
                    </a:lnTo>
                    <a:lnTo>
                      <a:pt x="2185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Google Shape;2249;p51"/>
              <p:cNvSpPr/>
              <p:nvPr/>
            </p:nvSpPr>
            <p:spPr>
              <a:xfrm>
                <a:off x="617300" y="4142425"/>
                <a:ext cx="551825" cy="152175"/>
              </a:xfrm>
              <a:custGeom>
                <a:avLst/>
                <a:gdLst/>
                <a:ahLst/>
                <a:cxnLst/>
                <a:rect l="l" t="t" r="r" b="b"/>
                <a:pathLst>
                  <a:path w="22073" h="6087" extrusionOk="0">
                    <a:moveTo>
                      <a:pt x="108" y="1"/>
                    </a:moveTo>
                    <a:lnTo>
                      <a:pt x="0" y="109"/>
                    </a:lnTo>
                    <a:lnTo>
                      <a:pt x="0" y="3030"/>
                    </a:lnTo>
                    <a:lnTo>
                      <a:pt x="0" y="5979"/>
                    </a:lnTo>
                    <a:lnTo>
                      <a:pt x="0" y="6087"/>
                    </a:lnTo>
                    <a:lnTo>
                      <a:pt x="108" y="6087"/>
                    </a:lnTo>
                    <a:lnTo>
                      <a:pt x="15878" y="5979"/>
                    </a:lnTo>
                    <a:lnTo>
                      <a:pt x="15770" y="5979"/>
                    </a:lnTo>
                    <a:lnTo>
                      <a:pt x="216" y="5871"/>
                    </a:lnTo>
                    <a:lnTo>
                      <a:pt x="216" y="5871"/>
                    </a:lnTo>
                    <a:lnTo>
                      <a:pt x="216" y="3166"/>
                    </a:lnTo>
                    <a:lnTo>
                      <a:pt x="216" y="325"/>
                    </a:lnTo>
                    <a:lnTo>
                      <a:pt x="216" y="325"/>
                    </a:lnTo>
                    <a:lnTo>
                      <a:pt x="21964" y="218"/>
                    </a:lnTo>
                    <a:lnTo>
                      <a:pt x="21964" y="218"/>
                    </a:lnTo>
                    <a:cubicBezTo>
                      <a:pt x="22072" y="2030"/>
                      <a:pt x="22072" y="3490"/>
                      <a:pt x="22072" y="4518"/>
                    </a:cubicBezTo>
                    <a:lnTo>
                      <a:pt x="22072" y="10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Google Shape;2250;p51"/>
              <p:cNvSpPr/>
              <p:nvPr/>
            </p:nvSpPr>
            <p:spPr>
              <a:xfrm>
                <a:off x="312500" y="4294825"/>
                <a:ext cx="551825" cy="152175"/>
              </a:xfrm>
              <a:custGeom>
                <a:avLst/>
                <a:gdLst/>
                <a:ahLst/>
                <a:cxnLst/>
                <a:rect l="l" t="t" r="r" b="b"/>
                <a:pathLst>
                  <a:path w="22073" h="6087" extrusionOk="0">
                    <a:moveTo>
                      <a:pt x="108" y="1"/>
                    </a:moveTo>
                    <a:lnTo>
                      <a:pt x="0" y="109"/>
                    </a:lnTo>
                    <a:lnTo>
                      <a:pt x="0" y="3030"/>
                    </a:lnTo>
                    <a:lnTo>
                      <a:pt x="0" y="5979"/>
                    </a:lnTo>
                    <a:lnTo>
                      <a:pt x="0" y="6087"/>
                    </a:lnTo>
                    <a:lnTo>
                      <a:pt x="108" y="6087"/>
                    </a:lnTo>
                    <a:lnTo>
                      <a:pt x="15878" y="5979"/>
                    </a:lnTo>
                    <a:lnTo>
                      <a:pt x="15770" y="5979"/>
                    </a:lnTo>
                    <a:lnTo>
                      <a:pt x="216" y="5871"/>
                    </a:lnTo>
                    <a:lnTo>
                      <a:pt x="216" y="5871"/>
                    </a:lnTo>
                    <a:lnTo>
                      <a:pt x="216" y="3166"/>
                    </a:lnTo>
                    <a:lnTo>
                      <a:pt x="216" y="325"/>
                    </a:lnTo>
                    <a:lnTo>
                      <a:pt x="216" y="325"/>
                    </a:lnTo>
                    <a:lnTo>
                      <a:pt x="21964" y="218"/>
                    </a:lnTo>
                    <a:lnTo>
                      <a:pt x="21964" y="218"/>
                    </a:lnTo>
                    <a:cubicBezTo>
                      <a:pt x="22072" y="2030"/>
                      <a:pt x="22072" y="3490"/>
                      <a:pt x="22072" y="4518"/>
                    </a:cubicBezTo>
                    <a:lnTo>
                      <a:pt x="22072" y="10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Google Shape;2251;p51"/>
              <p:cNvSpPr/>
              <p:nvPr/>
            </p:nvSpPr>
            <p:spPr>
              <a:xfrm>
                <a:off x="160100" y="4599625"/>
                <a:ext cx="551825" cy="152175"/>
              </a:xfrm>
              <a:custGeom>
                <a:avLst/>
                <a:gdLst/>
                <a:ahLst/>
                <a:cxnLst/>
                <a:rect l="l" t="t" r="r" b="b"/>
                <a:pathLst>
                  <a:path w="22073" h="6087" extrusionOk="0">
                    <a:moveTo>
                      <a:pt x="108" y="1"/>
                    </a:moveTo>
                    <a:lnTo>
                      <a:pt x="0" y="109"/>
                    </a:lnTo>
                    <a:lnTo>
                      <a:pt x="0" y="3030"/>
                    </a:lnTo>
                    <a:lnTo>
                      <a:pt x="0" y="5979"/>
                    </a:lnTo>
                    <a:lnTo>
                      <a:pt x="0" y="6087"/>
                    </a:lnTo>
                    <a:lnTo>
                      <a:pt x="108" y="6087"/>
                    </a:lnTo>
                    <a:lnTo>
                      <a:pt x="15878" y="5979"/>
                    </a:lnTo>
                    <a:lnTo>
                      <a:pt x="15770" y="5979"/>
                    </a:lnTo>
                    <a:lnTo>
                      <a:pt x="216" y="5871"/>
                    </a:lnTo>
                    <a:lnTo>
                      <a:pt x="216" y="5871"/>
                    </a:lnTo>
                    <a:lnTo>
                      <a:pt x="216" y="3166"/>
                    </a:lnTo>
                    <a:lnTo>
                      <a:pt x="216" y="325"/>
                    </a:lnTo>
                    <a:lnTo>
                      <a:pt x="216" y="325"/>
                    </a:lnTo>
                    <a:lnTo>
                      <a:pt x="21964" y="218"/>
                    </a:lnTo>
                    <a:lnTo>
                      <a:pt x="21964" y="218"/>
                    </a:lnTo>
                    <a:cubicBezTo>
                      <a:pt x="22072" y="2030"/>
                      <a:pt x="22072" y="3490"/>
                      <a:pt x="22072" y="4518"/>
                    </a:cubicBezTo>
                    <a:lnTo>
                      <a:pt x="22072" y="10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Google Shape;2252;p51"/>
              <p:cNvSpPr/>
              <p:nvPr/>
            </p:nvSpPr>
            <p:spPr>
              <a:xfrm>
                <a:off x="-144700" y="4752025"/>
                <a:ext cx="551825" cy="152175"/>
              </a:xfrm>
              <a:custGeom>
                <a:avLst/>
                <a:gdLst/>
                <a:ahLst/>
                <a:cxnLst/>
                <a:rect l="l" t="t" r="r" b="b"/>
                <a:pathLst>
                  <a:path w="22073" h="6087" extrusionOk="0">
                    <a:moveTo>
                      <a:pt x="108" y="1"/>
                    </a:moveTo>
                    <a:lnTo>
                      <a:pt x="0" y="109"/>
                    </a:lnTo>
                    <a:lnTo>
                      <a:pt x="0" y="3030"/>
                    </a:lnTo>
                    <a:lnTo>
                      <a:pt x="0" y="5979"/>
                    </a:lnTo>
                    <a:lnTo>
                      <a:pt x="0" y="6087"/>
                    </a:lnTo>
                    <a:lnTo>
                      <a:pt x="108" y="6087"/>
                    </a:lnTo>
                    <a:lnTo>
                      <a:pt x="15878" y="5979"/>
                    </a:lnTo>
                    <a:lnTo>
                      <a:pt x="15770" y="5979"/>
                    </a:lnTo>
                    <a:lnTo>
                      <a:pt x="216" y="5871"/>
                    </a:lnTo>
                    <a:lnTo>
                      <a:pt x="216" y="5871"/>
                    </a:lnTo>
                    <a:lnTo>
                      <a:pt x="216" y="3166"/>
                    </a:lnTo>
                    <a:lnTo>
                      <a:pt x="216" y="325"/>
                    </a:lnTo>
                    <a:lnTo>
                      <a:pt x="216" y="325"/>
                    </a:lnTo>
                    <a:lnTo>
                      <a:pt x="21964" y="218"/>
                    </a:lnTo>
                    <a:lnTo>
                      <a:pt x="21964" y="218"/>
                    </a:lnTo>
                    <a:cubicBezTo>
                      <a:pt x="22072" y="2030"/>
                      <a:pt x="22072" y="3490"/>
                      <a:pt x="22072" y="4518"/>
                    </a:cubicBezTo>
                    <a:lnTo>
                      <a:pt x="22072" y="10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253;p51"/>
              <p:cNvSpPr/>
              <p:nvPr/>
            </p:nvSpPr>
            <p:spPr>
              <a:xfrm rot="10800000" flipH="1">
                <a:off x="83900" y="3609025"/>
                <a:ext cx="551825" cy="152175"/>
              </a:xfrm>
              <a:custGeom>
                <a:avLst/>
                <a:gdLst/>
                <a:ahLst/>
                <a:cxnLst/>
                <a:rect l="l" t="t" r="r" b="b"/>
                <a:pathLst>
                  <a:path w="22073" h="6087" extrusionOk="0">
                    <a:moveTo>
                      <a:pt x="108" y="1"/>
                    </a:moveTo>
                    <a:lnTo>
                      <a:pt x="0" y="109"/>
                    </a:lnTo>
                    <a:lnTo>
                      <a:pt x="0" y="3030"/>
                    </a:lnTo>
                    <a:lnTo>
                      <a:pt x="0" y="5979"/>
                    </a:lnTo>
                    <a:lnTo>
                      <a:pt x="0" y="6087"/>
                    </a:lnTo>
                    <a:lnTo>
                      <a:pt x="108" y="6087"/>
                    </a:lnTo>
                    <a:lnTo>
                      <a:pt x="15878" y="5979"/>
                    </a:lnTo>
                    <a:lnTo>
                      <a:pt x="15770" y="5979"/>
                    </a:lnTo>
                    <a:lnTo>
                      <a:pt x="216" y="5871"/>
                    </a:lnTo>
                    <a:lnTo>
                      <a:pt x="216" y="5871"/>
                    </a:lnTo>
                    <a:lnTo>
                      <a:pt x="216" y="3166"/>
                    </a:lnTo>
                    <a:lnTo>
                      <a:pt x="216" y="325"/>
                    </a:lnTo>
                    <a:lnTo>
                      <a:pt x="216" y="325"/>
                    </a:lnTo>
                    <a:lnTo>
                      <a:pt x="21964" y="218"/>
                    </a:lnTo>
                    <a:lnTo>
                      <a:pt x="21964" y="218"/>
                    </a:lnTo>
                    <a:cubicBezTo>
                      <a:pt x="22072" y="2030"/>
                      <a:pt x="22072" y="3490"/>
                      <a:pt x="22072" y="4518"/>
                    </a:cubicBezTo>
                    <a:lnTo>
                      <a:pt x="22072" y="10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254;p51"/>
              <p:cNvSpPr/>
              <p:nvPr/>
            </p:nvSpPr>
            <p:spPr>
              <a:xfrm rot="10800000" flipH="1">
                <a:off x="-68500" y="3304225"/>
                <a:ext cx="551825" cy="152175"/>
              </a:xfrm>
              <a:custGeom>
                <a:avLst/>
                <a:gdLst/>
                <a:ahLst/>
                <a:cxnLst/>
                <a:rect l="l" t="t" r="r" b="b"/>
                <a:pathLst>
                  <a:path w="22073" h="6087" extrusionOk="0">
                    <a:moveTo>
                      <a:pt x="108" y="1"/>
                    </a:moveTo>
                    <a:lnTo>
                      <a:pt x="0" y="109"/>
                    </a:lnTo>
                    <a:lnTo>
                      <a:pt x="0" y="3030"/>
                    </a:lnTo>
                    <a:lnTo>
                      <a:pt x="0" y="5979"/>
                    </a:lnTo>
                    <a:lnTo>
                      <a:pt x="0" y="6087"/>
                    </a:lnTo>
                    <a:lnTo>
                      <a:pt x="108" y="6087"/>
                    </a:lnTo>
                    <a:lnTo>
                      <a:pt x="15878" y="5979"/>
                    </a:lnTo>
                    <a:lnTo>
                      <a:pt x="15770" y="5979"/>
                    </a:lnTo>
                    <a:lnTo>
                      <a:pt x="216" y="5871"/>
                    </a:lnTo>
                    <a:lnTo>
                      <a:pt x="216" y="5871"/>
                    </a:lnTo>
                    <a:lnTo>
                      <a:pt x="216" y="3166"/>
                    </a:lnTo>
                    <a:lnTo>
                      <a:pt x="216" y="325"/>
                    </a:lnTo>
                    <a:lnTo>
                      <a:pt x="216" y="325"/>
                    </a:lnTo>
                    <a:lnTo>
                      <a:pt x="21964" y="218"/>
                    </a:lnTo>
                    <a:lnTo>
                      <a:pt x="21964" y="218"/>
                    </a:lnTo>
                    <a:cubicBezTo>
                      <a:pt x="22072" y="2030"/>
                      <a:pt x="22072" y="3490"/>
                      <a:pt x="22072" y="4518"/>
                    </a:cubicBezTo>
                    <a:lnTo>
                      <a:pt x="22072" y="10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255;p51"/>
              <p:cNvSpPr/>
              <p:nvPr/>
            </p:nvSpPr>
            <p:spPr>
              <a:xfrm>
                <a:off x="-297100" y="2847025"/>
                <a:ext cx="551825" cy="152175"/>
              </a:xfrm>
              <a:custGeom>
                <a:avLst/>
                <a:gdLst/>
                <a:ahLst/>
                <a:cxnLst/>
                <a:rect l="l" t="t" r="r" b="b"/>
                <a:pathLst>
                  <a:path w="22073" h="6087" extrusionOk="0">
                    <a:moveTo>
                      <a:pt x="108" y="1"/>
                    </a:moveTo>
                    <a:lnTo>
                      <a:pt x="0" y="109"/>
                    </a:lnTo>
                    <a:lnTo>
                      <a:pt x="0" y="3030"/>
                    </a:lnTo>
                    <a:lnTo>
                      <a:pt x="0" y="5979"/>
                    </a:lnTo>
                    <a:lnTo>
                      <a:pt x="0" y="6087"/>
                    </a:lnTo>
                    <a:lnTo>
                      <a:pt x="108" y="6087"/>
                    </a:lnTo>
                    <a:lnTo>
                      <a:pt x="15878" y="5979"/>
                    </a:lnTo>
                    <a:lnTo>
                      <a:pt x="15770" y="5979"/>
                    </a:lnTo>
                    <a:lnTo>
                      <a:pt x="216" y="5871"/>
                    </a:lnTo>
                    <a:lnTo>
                      <a:pt x="216" y="5871"/>
                    </a:lnTo>
                    <a:lnTo>
                      <a:pt x="216" y="3166"/>
                    </a:lnTo>
                    <a:lnTo>
                      <a:pt x="216" y="325"/>
                    </a:lnTo>
                    <a:lnTo>
                      <a:pt x="216" y="325"/>
                    </a:lnTo>
                    <a:lnTo>
                      <a:pt x="21964" y="218"/>
                    </a:lnTo>
                    <a:lnTo>
                      <a:pt x="21964" y="218"/>
                    </a:lnTo>
                    <a:cubicBezTo>
                      <a:pt x="22072" y="2030"/>
                      <a:pt x="22072" y="3490"/>
                      <a:pt x="22072" y="4518"/>
                    </a:cubicBezTo>
                    <a:lnTo>
                      <a:pt x="22072" y="10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56" name="Google Shape;2256;p51"/>
          <p:cNvSpPr txBox="1">
            <a:spLocks noGrp="1"/>
          </p:cNvSpPr>
          <p:nvPr>
            <p:ph type="title"/>
          </p:nvPr>
        </p:nvSpPr>
        <p:spPr>
          <a:xfrm>
            <a:off x="761200" y="1118325"/>
            <a:ext cx="2333700" cy="172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FINISHED BUILD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1" name="Google Shape;2261;p52"/>
          <p:cNvSpPr txBox="1">
            <a:spLocks noGrp="1"/>
          </p:cNvSpPr>
          <p:nvPr>
            <p:ph type="title"/>
          </p:nvPr>
        </p:nvSpPr>
        <p:spPr>
          <a:xfrm>
            <a:off x="713225" y="488975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MAIN CONNECTIONS</a:t>
            </a:r>
            <a:endParaRPr/>
          </a:p>
        </p:txBody>
      </p:sp>
      <p:grpSp>
        <p:nvGrpSpPr>
          <p:cNvPr id="2262" name="Google Shape;2262;p52"/>
          <p:cNvGrpSpPr/>
          <p:nvPr/>
        </p:nvGrpSpPr>
        <p:grpSpPr>
          <a:xfrm>
            <a:off x="6803575" y="3057304"/>
            <a:ext cx="2225383" cy="2631300"/>
            <a:chOff x="3184150" y="2683700"/>
            <a:chExt cx="2090150" cy="2471400"/>
          </a:xfrm>
        </p:grpSpPr>
        <p:sp>
          <p:nvSpPr>
            <p:cNvPr id="2263" name="Google Shape;2263;p52"/>
            <p:cNvSpPr/>
            <p:nvPr/>
          </p:nvSpPr>
          <p:spPr>
            <a:xfrm>
              <a:off x="3977625" y="2928925"/>
              <a:ext cx="257575" cy="977350"/>
            </a:xfrm>
            <a:custGeom>
              <a:avLst/>
              <a:gdLst/>
              <a:ahLst/>
              <a:cxnLst/>
              <a:rect l="l" t="t" r="r" b="b"/>
              <a:pathLst>
                <a:path w="10303" h="39094" extrusionOk="0">
                  <a:moveTo>
                    <a:pt x="10302" y="0"/>
                  </a:moveTo>
                  <a:cubicBezTo>
                    <a:pt x="10183" y="0"/>
                    <a:pt x="10064" y="119"/>
                    <a:pt x="10064" y="238"/>
                  </a:cubicBezTo>
                  <a:cubicBezTo>
                    <a:pt x="9677" y="506"/>
                    <a:pt x="9439" y="863"/>
                    <a:pt x="9201" y="1251"/>
                  </a:cubicBezTo>
                  <a:cubicBezTo>
                    <a:pt x="8814" y="1727"/>
                    <a:pt x="8575" y="2471"/>
                    <a:pt x="8456" y="3097"/>
                  </a:cubicBezTo>
                  <a:cubicBezTo>
                    <a:pt x="8188" y="3960"/>
                    <a:pt x="8188" y="4853"/>
                    <a:pt x="8188" y="5717"/>
                  </a:cubicBezTo>
                  <a:cubicBezTo>
                    <a:pt x="8188" y="7831"/>
                    <a:pt x="8933" y="10064"/>
                    <a:pt x="9052" y="12654"/>
                  </a:cubicBezTo>
                  <a:cubicBezTo>
                    <a:pt x="9320" y="14024"/>
                    <a:pt x="9052" y="15393"/>
                    <a:pt x="8694" y="16614"/>
                  </a:cubicBezTo>
                  <a:cubicBezTo>
                    <a:pt x="8069" y="17864"/>
                    <a:pt x="7206" y="18996"/>
                    <a:pt x="6580" y="20485"/>
                  </a:cubicBezTo>
                  <a:cubicBezTo>
                    <a:pt x="6223" y="21229"/>
                    <a:pt x="6074" y="21973"/>
                    <a:pt x="6074" y="22718"/>
                  </a:cubicBezTo>
                  <a:cubicBezTo>
                    <a:pt x="6223" y="23462"/>
                    <a:pt x="6342" y="24206"/>
                    <a:pt x="6461" y="24802"/>
                  </a:cubicBezTo>
                  <a:cubicBezTo>
                    <a:pt x="6580" y="25546"/>
                    <a:pt x="6700" y="26171"/>
                    <a:pt x="6819" y="26916"/>
                  </a:cubicBezTo>
                  <a:cubicBezTo>
                    <a:pt x="6819" y="27541"/>
                    <a:pt x="6700" y="28166"/>
                    <a:pt x="6580" y="28792"/>
                  </a:cubicBezTo>
                  <a:cubicBezTo>
                    <a:pt x="6342" y="29417"/>
                    <a:pt x="5836" y="29893"/>
                    <a:pt x="5330" y="30161"/>
                  </a:cubicBezTo>
                  <a:cubicBezTo>
                    <a:pt x="4854" y="30518"/>
                    <a:pt x="4347" y="30757"/>
                    <a:pt x="3841" y="31025"/>
                  </a:cubicBezTo>
                  <a:cubicBezTo>
                    <a:pt x="3246" y="31263"/>
                    <a:pt x="2740" y="31501"/>
                    <a:pt x="2353" y="31888"/>
                  </a:cubicBezTo>
                  <a:cubicBezTo>
                    <a:pt x="1876" y="32126"/>
                    <a:pt x="1489" y="32513"/>
                    <a:pt x="1251" y="32990"/>
                  </a:cubicBezTo>
                  <a:cubicBezTo>
                    <a:pt x="745" y="33734"/>
                    <a:pt x="387" y="34627"/>
                    <a:pt x="119" y="35491"/>
                  </a:cubicBezTo>
                  <a:cubicBezTo>
                    <a:pt x="0" y="36116"/>
                    <a:pt x="0" y="36860"/>
                    <a:pt x="119" y="37456"/>
                  </a:cubicBezTo>
                  <a:cubicBezTo>
                    <a:pt x="251" y="37799"/>
                    <a:pt x="360" y="38236"/>
                    <a:pt x="549" y="38579"/>
                  </a:cubicBezTo>
                  <a:lnTo>
                    <a:pt x="549" y="38579"/>
                  </a:lnTo>
                  <a:cubicBezTo>
                    <a:pt x="430" y="38200"/>
                    <a:pt x="349" y="37800"/>
                    <a:pt x="268" y="37456"/>
                  </a:cubicBezTo>
                  <a:cubicBezTo>
                    <a:pt x="119" y="36711"/>
                    <a:pt x="268" y="36116"/>
                    <a:pt x="387" y="35491"/>
                  </a:cubicBezTo>
                  <a:cubicBezTo>
                    <a:pt x="507" y="34627"/>
                    <a:pt x="864" y="33734"/>
                    <a:pt x="1370" y="32990"/>
                  </a:cubicBezTo>
                  <a:cubicBezTo>
                    <a:pt x="1608" y="32632"/>
                    <a:pt x="1995" y="32245"/>
                    <a:pt x="2353" y="32007"/>
                  </a:cubicBezTo>
                  <a:cubicBezTo>
                    <a:pt x="2859" y="31650"/>
                    <a:pt x="3365" y="31382"/>
                    <a:pt x="3841" y="31144"/>
                  </a:cubicBezTo>
                  <a:cubicBezTo>
                    <a:pt x="4467" y="31025"/>
                    <a:pt x="4973" y="30638"/>
                    <a:pt x="5479" y="30399"/>
                  </a:cubicBezTo>
                  <a:cubicBezTo>
                    <a:pt x="6074" y="30012"/>
                    <a:pt x="6461" y="29536"/>
                    <a:pt x="6700" y="28911"/>
                  </a:cubicBezTo>
                  <a:cubicBezTo>
                    <a:pt x="7206" y="27541"/>
                    <a:pt x="6968" y="26171"/>
                    <a:pt x="6700" y="24802"/>
                  </a:cubicBezTo>
                  <a:cubicBezTo>
                    <a:pt x="6580" y="24057"/>
                    <a:pt x="6461" y="23313"/>
                    <a:pt x="6342" y="22718"/>
                  </a:cubicBezTo>
                  <a:cubicBezTo>
                    <a:pt x="6342" y="21973"/>
                    <a:pt x="6461" y="21229"/>
                    <a:pt x="6700" y="20604"/>
                  </a:cubicBezTo>
                  <a:cubicBezTo>
                    <a:pt x="7325" y="19115"/>
                    <a:pt x="8307" y="17984"/>
                    <a:pt x="8814" y="16614"/>
                  </a:cubicBezTo>
                  <a:cubicBezTo>
                    <a:pt x="9320" y="15393"/>
                    <a:pt x="9558" y="14024"/>
                    <a:pt x="9320" y="12535"/>
                  </a:cubicBezTo>
                  <a:cubicBezTo>
                    <a:pt x="9052" y="9915"/>
                    <a:pt x="8456" y="7682"/>
                    <a:pt x="8307" y="5717"/>
                  </a:cubicBezTo>
                  <a:cubicBezTo>
                    <a:pt x="8188" y="4228"/>
                    <a:pt x="8575" y="2620"/>
                    <a:pt x="9320" y="1251"/>
                  </a:cubicBezTo>
                  <a:cubicBezTo>
                    <a:pt x="9558" y="744"/>
                    <a:pt x="9945" y="387"/>
                    <a:pt x="10302" y="0"/>
                  </a:cubicBezTo>
                  <a:close/>
                  <a:moveTo>
                    <a:pt x="549" y="38579"/>
                  </a:moveTo>
                  <a:cubicBezTo>
                    <a:pt x="605" y="38758"/>
                    <a:pt x="669" y="38932"/>
                    <a:pt x="745" y="39093"/>
                  </a:cubicBezTo>
                  <a:cubicBezTo>
                    <a:pt x="745" y="38945"/>
                    <a:pt x="626" y="38825"/>
                    <a:pt x="626" y="38706"/>
                  </a:cubicBezTo>
                  <a:cubicBezTo>
                    <a:pt x="599" y="38666"/>
                    <a:pt x="573" y="38623"/>
                    <a:pt x="549" y="3857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52"/>
            <p:cNvSpPr/>
            <p:nvPr/>
          </p:nvSpPr>
          <p:spPr>
            <a:xfrm>
              <a:off x="4002925" y="2696025"/>
              <a:ext cx="1252775" cy="1420300"/>
            </a:xfrm>
            <a:custGeom>
              <a:avLst/>
              <a:gdLst/>
              <a:ahLst/>
              <a:cxnLst/>
              <a:rect l="l" t="t" r="r" b="b"/>
              <a:pathLst>
                <a:path w="50111" h="56812" extrusionOk="0">
                  <a:moveTo>
                    <a:pt x="29657" y="1"/>
                  </a:moveTo>
                  <a:cubicBezTo>
                    <a:pt x="29076" y="1"/>
                    <a:pt x="28485" y="86"/>
                    <a:pt x="27899" y="265"/>
                  </a:cubicBezTo>
                  <a:cubicBezTo>
                    <a:pt x="27274" y="384"/>
                    <a:pt x="26529" y="771"/>
                    <a:pt x="26053" y="1247"/>
                  </a:cubicBezTo>
                  <a:lnTo>
                    <a:pt x="10660" y="4731"/>
                  </a:lnTo>
                  <a:cubicBezTo>
                    <a:pt x="8040" y="7708"/>
                    <a:pt x="7295" y="12532"/>
                    <a:pt x="7802" y="15658"/>
                  </a:cubicBezTo>
                  <a:cubicBezTo>
                    <a:pt x="8189" y="18754"/>
                    <a:pt x="9171" y="21851"/>
                    <a:pt x="8427" y="24828"/>
                  </a:cubicBezTo>
                  <a:cubicBezTo>
                    <a:pt x="7802" y="27180"/>
                    <a:pt x="6194" y="29294"/>
                    <a:pt x="6075" y="31766"/>
                  </a:cubicBezTo>
                  <a:cubicBezTo>
                    <a:pt x="6075" y="33373"/>
                    <a:pt x="6819" y="35130"/>
                    <a:pt x="6432" y="36738"/>
                  </a:cubicBezTo>
                  <a:cubicBezTo>
                    <a:pt x="6075" y="38852"/>
                    <a:pt x="4080" y="40222"/>
                    <a:pt x="2591" y="41829"/>
                  </a:cubicBezTo>
                  <a:cubicBezTo>
                    <a:pt x="596" y="44301"/>
                    <a:pt x="1" y="48141"/>
                    <a:pt x="1966" y="50494"/>
                  </a:cubicBezTo>
                  <a:cubicBezTo>
                    <a:pt x="3842" y="52727"/>
                    <a:pt x="6819" y="53114"/>
                    <a:pt x="9677" y="53233"/>
                  </a:cubicBezTo>
                  <a:cubicBezTo>
                    <a:pt x="15632" y="53233"/>
                    <a:pt x="21438" y="51982"/>
                    <a:pt x="27274" y="50762"/>
                  </a:cubicBezTo>
                  <a:cubicBezTo>
                    <a:pt x="28524" y="53739"/>
                    <a:pt x="31621" y="55853"/>
                    <a:pt x="34836" y="56448"/>
                  </a:cubicBezTo>
                  <a:cubicBezTo>
                    <a:pt x="35929" y="56699"/>
                    <a:pt x="37045" y="56811"/>
                    <a:pt x="38174" y="56811"/>
                  </a:cubicBezTo>
                  <a:cubicBezTo>
                    <a:pt x="40397" y="56811"/>
                    <a:pt x="42668" y="56376"/>
                    <a:pt x="44900" y="55704"/>
                  </a:cubicBezTo>
                  <a:cubicBezTo>
                    <a:pt x="46895" y="55228"/>
                    <a:pt x="49247" y="54215"/>
                    <a:pt x="49872" y="52131"/>
                  </a:cubicBezTo>
                  <a:cubicBezTo>
                    <a:pt x="50110" y="50881"/>
                    <a:pt x="49872" y="49630"/>
                    <a:pt x="49485" y="48409"/>
                  </a:cubicBezTo>
                  <a:cubicBezTo>
                    <a:pt x="48979" y="46653"/>
                    <a:pt x="48503" y="44926"/>
                    <a:pt x="48116" y="43318"/>
                  </a:cubicBezTo>
                  <a:cubicBezTo>
                    <a:pt x="47639" y="41710"/>
                    <a:pt x="47252" y="40222"/>
                    <a:pt x="46270" y="38971"/>
                  </a:cubicBezTo>
                  <a:cubicBezTo>
                    <a:pt x="44781" y="36976"/>
                    <a:pt x="42161" y="35994"/>
                    <a:pt x="40434" y="34267"/>
                  </a:cubicBezTo>
                  <a:cubicBezTo>
                    <a:pt x="38707" y="32391"/>
                    <a:pt x="37814" y="29920"/>
                    <a:pt x="37576" y="27419"/>
                  </a:cubicBezTo>
                  <a:cubicBezTo>
                    <a:pt x="37337" y="24947"/>
                    <a:pt x="37576" y="22476"/>
                    <a:pt x="37576" y="19856"/>
                  </a:cubicBezTo>
                  <a:lnTo>
                    <a:pt x="37576" y="16998"/>
                  </a:lnTo>
                  <a:cubicBezTo>
                    <a:pt x="37888" y="17132"/>
                    <a:pt x="38231" y="17199"/>
                    <a:pt x="38573" y="17199"/>
                  </a:cubicBezTo>
                  <a:cubicBezTo>
                    <a:pt x="38915" y="17199"/>
                    <a:pt x="39258" y="17132"/>
                    <a:pt x="39570" y="16998"/>
                  </a:cubicBezTo>
                  <a:cubicBezTo>
                    <a:pt x="41684" y="16253"/>
                    <a:pt x="42667" y="13901"/>
                    <a:pt x="43024" y="11787"/>
                  </a:cubicBezTo>
                  <a:lnTo>
                    <a:pt x="43024" y="11787"/>
                  </a:lnTo>
                  <a:cubicBezTo>
                    <a:pt x="42667" y="11948"/>
                    <a:pt x="42256" y="12012"/>
                    <a:pt x="41824" y="12012"/>
                  </a:cubicBezTo>
                  <a:cubicBezTo>
                    <a:pt x="41536" y="12012"/>
                    <a:pt x="41238" y="11984"/>
                    <a:pt x="40940" y="11936"/>
                  </a:cubicBezTo>
                  <a:cubicBezTo>
                    <a:pt x="41684" y="11311"/>
                    <a:pt x="42161" y="10299"/>
                    <a:pt x="42161" y="9316"/>
                  </a:cubicBezTo>
                  <a:lnTo>
                    <a:pt x="42161" y="9316"/>
                  </a:lnTo>
                  <a:cubicBezTo>
                    <a:pt x="41178" y="9554"/>
                    <a:pt x="40196" y="9554"/>
                    <a:pt x="39302" y="9554"/>
                  </a:cubicBezTo>
                  <a:cubicBezTo>
                    <a:pt x="38320" y="9554"/>
                    <a:pt x="37337" y="9078"/>
                    <a:pt x="36712" y="8333"/>
                  </a:cubicBezTo>
                  <a:cubicBezTo>
                    <a:pt x="35849" y="7321"/>
                    <a:pt x="35849" y="5713"/>
                    <a:pt x="35462" y="4344"/>
                  </a:cubicBezTo>
                  <a:cubicBezTo>
                    <a:pt x="34658" y="1714"/>
                    <a:pt x="32262" y="1"/>
                    <a:pt x="2965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52"/>
            <p:cNvSpPr/>
            <p:nvPr/>
          </p:nvSpPr>
          <p:spPr>
            <a:xfrm>
              <a:off x="4855225" y="2919975"/>
              <a:ext cx="390800" cy="926750"/>
            </a:xfrm>
            <a:custGeom>
              <a:avLst/>
              <a:gdLst/>
              <a:ahLst/>
              <a:cxnLst/>
              <a:rect l="l" t="t" r="r" b="b"/>
              <a:pathLst>
                <a:path w="15632" h="37070" extrusionOk="0">
                  <a:moveTo>
                    <a:pt x="0" y="1"/>
                  </a:moveTo>
                  <a:cubicBezTo>
                    <a:pt x="149" y="239"/>
                    <a:pt x="506" y="477"/>
                    <a:pt x="893" y="864"/>
                  </a:cubicBezTo>
                  <a:cubicBezTo>
                    <a:pt x="506" y="477"/>
                    <a:pt x="268" y="120"/>
                    <a:pt x="0" y="1"/>
                  </a:cubicBezTo>
                  <a:close/>
                  <a:moveTo>
                    <a:pt x="893" y="864"/>
                  </a:moveTo>
                  <a:cubicBezTo>
                    <a:pt x="1876" y="2085"/>
                    <a:pt x="2739" y="3455"/>
                    <a:pt x="3364" y="4824"/>
                  </a:cubicBezTo>
                  <a:cubicBezTo>
                    <a:pt x="4347" y="6938"/>
                    <a:pt x="4853" y="9290"/>
                    <a:pt x="4734" y="11642"/>
                  </a:cubicBezTo>
                  <a:cubicBezTo>
                    <a:pt x="4615" y="12893"/>
                    <a:pt x="4347" y="14263"/>
                    <a:pt x="4109" y="15751"/>
                  </a:cubicBezTo>
                  <a:cubicBezTo>
                    <a:pt x="3871" y="17240"/>
                    <a:pt x="3990" y="18729"/>
                    <a:pt x="4466" y="20217"/>
                  </a:cubicBezTo>
                  <a:cubicBezTo>
                    <a:pt x="4853" y="20843"/>
                    <a:pt x="5359" y="21587"/>
                    <a:pt x="5836" y="22063"/>
                  </a:cubicBezTo>
                  <a:cubicBezTo>
                    <a:pt x="6461" y="22569"/>
                    <a:pt x="7086" y="22927"/>
                    <a:pt x="7711" y="23314"/>
                  </a:cubicBezTo>
                  <a:cubicBezTo>
                    <a:pt x="8932" y="23939"/>
                    <a:pt x="10183" y="24564"/>
                    <a:pt x="11314" y="25309"/>
                  </a:cubicBezTo>
                  <a:cubicBezTo>
                    <a:pt x="12297" y="26053"/>
                    <a:pt x="13041" y="27036"/>
                    <a:pt x="13279" y="28286"/>
                  </a:cubicBezTo>
                  <a:cubicBezTo>
                    <a:pt x="13547" y="29269"/>
                    <a:pt x="13547" y="30370"/>
                    <a:pt x="13398" y="31502"/>
                  </a:cubicBezTo>
                  <a:cubicBezTo>
                    <a:pt x="13279" y="32365"/>
                    <a:pt x="13398" y="33229"/>
                    <a:pt x="13547" y="34241"/>
                  </a:cubicBezTo>
                  <a:cubicBezTo>
                    <a:pt x="13666" y="34836"/>
                    <a:pt x="13905" y="35462"/>
                    <a:pt x="14292" y="36087"/>
                  </a:cubicBezTo>
                  <a:cubicBezTo>
                    <a:pt x="14530" y="36474"/>
                    <a:pt x="14887" y="36712"/>
                    <a:pt x="15274" y="36950"/>
                  </a:cubicBezTo>
                  <a:cubicBezTo>
                    <a:pt x="15393" y="36950"/>
                    <a:pt x="15512" y="37069"/>
                    <a:pt x="15631" y="37069"/>
                  </a:cubicBezTo>
                  <a:cubicBezTo>
                    <a:pt x="15631" y="37069"/>
                    <a:pt x="15512" y="37069"/>
                    <a:pt x="15274" y="36831"/>
                  </a:cubicBezTo>
                  <a:cubicBezTo>
                    <a:pt x="14887" y="36593"/>
                    <a:pt x="14530" y="36325"/>
                    <a:pt x="14292" y="35968"/>
                  </a:cubicBezTo>
                  <a:cubicBezTo>
                    <a:pt x="14024" y="35462"/>
                    <a:pt x="13785" y="34717"/>
                    <a:pt x="13666" y="34092"/>
                  </a:cubicBezTo>
                  <a:cubicBezTo>
                    <a:pt x="13547" y="33229"/>
                    <a:pt x="13547" y="32365"/>
                    <a:pt x="13547" y="31502"/>
                  </a:cubicBezTo>
                  <a:cubicBezTo>
                    <a:pt x="13666" y="30370"/>
                    <a:pt x="13666" y="29269"/>
                    <a:pt x="13547" y="28137"/>
                  </a:cubicBezTo>
                  <a:cubicBezTo>
                    <a:pt x="13398" y="27899"/>
                    <a:pt x="13398" y="27542"/>
                    <a:pt x="13279" y="27274"/>
                  </a:cubicBezTo>
                  <a:cubicBezTo>
                    <a:pt x="13160" y="27155"/>
                    <a:pt x="13160" y="27036"/>
                    <a:pt x="13041" y="26916"/>
                  </a:cubicBezTo>
                  <a:cubicBezTo>
                    <a:pt x="12922" y="26797"/>
                    <a:pt x="12922" y="26529"/>
                    <a:pt x="12803" y="26410"/>
                  </a:cubicBezTo>
                  <a:cubicBezTo>
                    <a:pt x="12416" y="25904"/>
                    <a:pt x="11910" y="25428"/>
                    <a:pt x="11433" y="25041"/>
                  </a:cubicBezTo>
                  <a:cubicBezTo>
                    <a:pt x="10183" y="24296"/>
                    <a:pt x="9081" y="23671"/>
                    <a:pt x="7831" y="23076"/>
                  </a:cubicBezTo>
                  <a:cubicBezTo>
                    <a:pt x="6580" y="22331"/>
                    <a:pt x="5359" y="21438"/>
                    <a:pt x="4734" y="20098"/>
                  </a:cubicBezTo>
                  <a:cubicBezTo>
                    <a:pt x="4228" y="18729"/>
                    <a:pt x="4109" y="17240"/>
                    <a:pt x="4347" y="15751"/>
                  </a:cubicBezTo>
                  <a:cubicBezTo>
                    <a:pt x="4615" y="14382"/>
                    <a:pt x="4853" y="13012"/>
                    <a:pt x="4853" y="11642"/>
                  </a:cubicBezTo>
                  <a:cubicBezTo>
                    <a:pt x="5091" y="7682"/>
                    <a:pt x="3603" y="3722"/>
                    <a:pt x="893" y="86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52"/>
            <p:cNvSpPr/>
            <p:nvPr/>
          </p:nvSpPr>
          <p:spPr>
            <a:xfrm>
              <a:off x="3184150" y="3353325"/>
              <a:ext cx="468225" cy="540300"/>
            </a:xfrm>
            <a:custGeom>
              <a:avLst/>
              <a:gdLst/>
              <a:ahLst/>
              <a:cxnLst/>
              <a:rect l="l" t="t" r="r" b="b"/>
              <a:pathLst>
                <a:path w="18729" h="21612" extrusionOk="0">
                  <a:moveTo>
                    <a:pt x="5379" y="1"/>
                  </a:moveTo>
                  <a:cubicBezTo>
                    <a:pt x="5326" y="1"/>
                    <a:pt x="5270" y="9"/>
                    <a:pt x="5211" y="25"/>
                  </a:cubicBezTo>
                  <a:cubicBezTo>
                    <a:pt x="3573" y="382"/>
                    <a:pt x="6431" y="7975"/>
                    <a:pt x="6699" y="8570"/>
                  </a:cubicBezTo>
                  <a:cubicBezTo>
                    <a:pt x="6848" y="8885"/>
                    <a:pt x="6569" y="9096"/>
                    <a:pt x="6309" y="9096"/>
                  </a:cubicBezTo>
                  <a:cubicBezTo>
                    <a:pt x="6151" y="9096"/>
                    <a:pt x="6000" y="9018"/>
                    <a:pt x="5955" y="8838"/>
                  </a:cubicBezTo>
                  <a:cubicBezTo>
                    <a:pt x="5694" y="8229"/>
                    <a:pt x="4049" y="1857"/>
                    <a:pt x="2478" y="1857"/>
                  </a:cubicBezTo>
                  <a:cubicBezTo>
                    <a:pt x="2436" y="1857"/>
                    <a:pt x="2394" y="1862"/>
                    <a:pt x="2352" y="1871"/>
                  </a:cubicBezTo>
                  <a:cubicBezTo>
                    <a:pt x="983" y="2139"/>
                    <a:pt x="4585" y="8094"/>
                    <a:pt x="4198" y="9702"/>
                  </a:cubicBezTo>
                  <a:cubicBezTo>
                    <a:pt x="4158" y="9884"/>
                    <a:pt x="4098" y="9964"/>
                    <a:pt x="4022" y="9964"/>
                  </a:cubicBezTo>
                  <a:cubicBezTo>
                    <a:pt x="3437" y="9964"/>
                    <a:pt x="1894" y="5229"/>
                    <a:pt x="813" y="5229"/>
                  </a:cubicBezTo>
                  <a:cubicBezTo>
                    <a:pt x="790" y="5229"/>
                    <a:pt x="767" y="5231"/>
                    <a:pt x="745" y="5235"/>
                  </a:cubicBezTo>
                  <a:cubicBezTo>
                    <a:pt x="358" y="5355"/>
                    <a:pt x="0" y="5474"/>
                    <a:pt x="1608" y="8957"/>
                  </a:cubicBezTo>
                  <a:cubicBezTo>
                    <a:pt x="2471" y="10684"/>
                    <a:pt x="3335" y="12292"/>
                    <a:pt x="4317" y="13781"/>
                  </a:cubicBezTo>
                  <a:lnTo>
                    <a:pt x="7295" y="21611"/>
                  </a:lnTo>
                  <a:lnTo>
                    <a:pt x="17120" y="18515"/>
                  </a:lnTo>
                  <a:lnTo>
                    <a:pt x="15751" y="15269"/>
                  </a:lnTo>
                  <a:cubicBezTo>
                    <a:pt x="15751" y="13930"/>
                    <a:pt x="15870" y="12560"/>
                    <a:pt x="15989" y="11190"/>
                  </a:cubicBezTo>
                  <a:cubicBezTo>
                    <a:pt x="16108" y="10565"/>
                    <a:pt x="16376" y="9821"/>
                    <a:pt x="16733" y="9195"/>
                  </a:cubicBezTo>
                  <a:cubicBezTo>
                    <a:pt x="17120" y="8451"/>
                    <a:pt x="17597" y="7707"/>
                    <a:pt x="18103" y="7081"/>
                  </a:cubicBezTo>
                  <a:cubicBezTo>
                    <a:pt x="18728" y="6486"/>
                    <a:pt x="18341" y="5593"/>
                    <a:pt x="17597" y="5593"/>
                  </a:cubicBezTo>
                  <a:cubicBezTo>
                    <a:pt x="16971" y="5742"/>
                    <a:pt x="15245" y="7230"/>
                    <a:pt x="14262" y="9582"/>
                  </a:cubicBezTo>
                  <a:cubicBezTo>
                    <a:pt x="14034" y="10111"/>
                    <a:pt x="13802" y="10327"/>
                    <a:pt x="13574" y="10327"/>
                  </a:cubicBezTo>
                  <a:cubicBezTo>
                    <a:pt x="12785" y="10327"/>
                    <a:pt x="12034" y="7759"/>
                    <a:pt x="11642" y="6605"/>
                  </a:cubicBezTo>
                  <a:cubicBezTo>
                    <a:pt x="11166" y="5235"/>
                    <a:pt x="9677" y="888"/>
                    <a:pt x="9052" y="650"/>
                  </a:cubicBezTo>
                  <a:cubicBezTo>
                    <a:pt x="8951" y="614"/>
                    <a:pt x="8855" y="596"/>
                    <a:pt x="8766" y="596"/>
                  </a:cubicBezTo>
                  <a:cubicBezTo>
                    <a:pt x="8189" y="596"/>
                    <a:pt x="7869" y="1327"/>
                    <a:pt x="8307" y="2615"/>
                  </a:cubicBezTo>
                  <a:cubicBezTo>
                    <a:pt x="8784" y="3985"/>
                    <a:pt x="9915" y="8332"/>
                    <a:pt x="9171" y="8451"/>
                  </a:cubicBezTo>
                  <a:cubicBezTo>
                    <a:pt x="9157" y="8456"/>
                    <a:pt x="9143" y="8458"/>
                    <a:pt x="9129" y="8458"/>
                  </a:cubicBezTo>
                  <a:cubicBezTo>
                    <a:pt x="8347" y="8458"/>
                    <a:pt x="6193" y="1395"/>
                    <a:pt x="6193" y="1395"/>
                  </a:cubicBezTo>
                  <a:cubicBezTo>
                    <a:pt x="6193" y="1395"/>
                    <a:pt x="6090" y="1"/>
                    <a:pt x="5379" y="1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52"/>
            <p:cNvSpPr/>
            <p:nvPr/>
          </p:nvSpPr>
          <p:spPr>
            <a:xfrm>
              <a:off x="3373200" y="3648700"/>
              <a:ext cx="136250" cy="99025"/>
            </a:xfrm>
            <a:custGeom>
              <a:avLst/>
              <a:gdLst/>
              <a:ahLst/>
              <a:cxnLst/>
              <a:rect l="l" t="t" r="r" b="b"/>
              <a:pathLst>
                <a:path w="5450" h="3961" extrusionOk="0">
                  <a:moveTo>
                    <a:pt x="5450" y="1"/>
                  </a:moveTo>
                  <a:lnTo>
                    <a:pt x="5450" y="1"/>
                  </a:lnTo>
                  <a:cubicBezTo>
                    <a:pt x="5092" y="120"/>
                    <a:pt x="4705" y="239"/>
                    <a:pt x="4467" y="626"/>
                  </a:cubicBezTo>
                  <a:cubicBezTo>
                    <a:pt x="3723" y="1221"/>
                    <a:pt x="3216" y="2115"/>
                    <a:pt x="3097" y="3097"/>
                  </a:cubicBezTo>
                  <a:cubicBezTo>
                    <a:pt x="3015" y="3180"/>
                    <a:pt x="2989" y="3320"/>
                    <a:pt x="2982" y="3488"/>
                  </a:cubicBezTo>
                  <a:lnTo>
                    <a:pt x="2982" y="3488"/>
                  </a:lnTo>
                  <a:cubicBezTo>
                    <a:pt x="2506" y="3269"/>
                    <a:pt x="1995" y="3121"/>
                    <a:pt x="1503" y="3121"/>
                  </a:cubicBezTo>
                  <a:cubicBezTo>
                    <a:pt x="1285" y="3121"/>
                    <a:pt x="1070" y="3150"/>
                    <a:pt x="864" y="3216"/>
                  </a:cubicBezTo>
                  <a:cubicBezTo>
                    <a:pt x="477" y="3216"/>
                    <a:pt x="239" y="3335"/>
                    <a:pt x="1" y="3454"/>
                  </a:cubicBezTo>
                  <a:cubicBezTo>
                    <a:pt x="1" y="3487"/>
                    <a:pt x="12" y="3499"/>
                    <a:pt x="36" y="3499"/>
                  </a:cubicBezTo>
                  <a:cubicBezTo>
                    <a:pt x="123" y="3499"/>
                    <a:pt x="375" y="3335"/>
                    <a:pt x="864" y="3335"/>
                  </a:cubicBezTo>
                  <a:cubicBezTo>
                    <a:pt x="995" y="3314"/>
                    <a:pt x="1126" y="3304"/>
                    <a:pt x="1257" y="3304"/>
                  </a:cubicBezTo>
                  <a:cubicBezTo>
                    <a:pt x="1870" y="3304"/>
                    <a:pt x="2484" y="3522"/>
                    <a:pt x="3097" y="3841"/>
                  </a:cubicBezTo>
                  <a:lnTo>
                    <a:pt x="3216" y="3961"/>
                  </a:lnTo>
                  <a:lnTo>
                    <a:pt x="3216" y="3722"/>
                  </a:lnTo>
                  <a:cubicBezTo>
                    <a:pt x="3216" y="3454"/>
                    <a:pt x="3216" y="3335"/>
                    <a:pt x="3336" y="3097"/>
                  </a:cubicBezTo>
                  <a:cubicBezTo>
                    <a:pt x="3455" y="2115"/>
                    <a:pt x="3842" y="1370"/>
                    <a:pt x="4586" y="745"/>
                  </a:cubicBezTo>
                  <a:cubicBezTo>
                    <a:pt x="5092" y="239"/>
                    <a:pt x="5449" y="1"/>
                    <a:pt x="5450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52"/>
            <p:cNvSpPr/>
            <p:nvPr/>
          </p:nvSpPr>
          <p:spPr>
            <a:xfrm>
              <a:off x="3798225" y="3747700"/>
              <a:ext cx="1463425" cy="1398650"/>
            </a:xfrm>
            <a:custGeom>
              <a:avLst/>
              <a:gdLst/>
              <a:ahLst/>
              <a:cxnLst/>
              <a:rect l="l" t="t" r="r" b="b"/>
              <a:pathLst>
                <a:path w="58537" h="55946" extrusionOk="0">
                  <a:moveTo>
                    <a:pt x="29269" y="1"/>
                  </a:moveTo>
                  <a:cubicBezTo>
                    <a:pt x="13131" y="1"/>
                    <a:pt x="1" y="12535"/>
                    <a:pt x="1" y="28048"/>
                  </a:cubicBezTo>
                  <a:cubicBezTo>
                    <a:pt x="1" y="43411"/>
                    <a:pt x="13131" y="55946"/>
                    <a:pt x="29269" y="55946"/>
                  </a:cubicBezTo>
                  <a:cubicBezTo>
                    <a:pt x="45406" y="55946"/>
                    <a:pt x="58537" y="43411"/>
                    <a:pt x="58537" y="28048"/>
                  </a:cubicBezTo>
                  <a:cubicBezTo>
                    <a:pt x="58537" y="12535"/>
                    <a:pt x="45406" y="1"/>
                    <a:pt x="2926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52"/>
            <p:cNvSpPr/>
            <p:nvPr/>
          </p:nvSpPr>
          <p:spPr>
            <a:xfrm>
              <a:off x="4229225" y="2801125"/>
              <a:ext cx="588800" cy="1167000"/>
            </a:xfrm>
            <a:custGeom>
              <a:avLst/>
              <a:gdLst/>
              <a:ahLst/>
              <a:cxnLst/>
              <a:rect l="l" t="t" r="r" b="b"/>
              <a:pathLst>
                <a:path w="23552" h="46680" extrusionOk="0">
                  <a:moveTo>
                    <a:pt x="9899" y="0"/>
                  </a:moveTo>
                  <a:cubicBezTo>
                    <a:pt x="7143" y="0"/>
                    <a:pt x="4322" y="551"/>
                    <a:pt x="1608" y="1628"/>
                  </a:cubicBezTo>
                  <a:cubicBezTo>
                    <a:pt x="1608" y="1628"/>
                    <a:pt x="0" y="16039"/>
                    <a:pt x="983" y="22738"/>
                  </a:cubicBezTo>
                  <a:cubicBezTo>
                    <a:pt x="1965" y="29676"/>
                    <a:pt x="7324" y="30658"/>
                    <a:pt x="7324" y="30658"/>
                  </a:cubicBezTo>
                  <a:lnTo>
                    <a:pt x="7324" y="39233"/>
                  </a:lnTo>
                  <a:cubicBezTo>
                    <a:pt x="7324" y="43193"/>
                    <a:pt x="10659" y="46438"/>
                    <a:pt x="14887" y="46677"/>
                  </a:cubicBezTo>
                  <a:cubicBezTo>
                    <a:pt x="14965" y="46679"/>
                    <a:pt x="15043" y="46680"/>
                    <a:pt x="15121" y="46680"/>
                  </a:cubicBezTo>
                  <a:cubicBezTo>
                    <a:pt x="19214" y="46680"/>
                    <a:pt x="22571" y="43628"/>
                    <a:pt x="22688" y="39858"/>
                  </a:cubicBezTo>
                  <a:lnTo>
                    <a:pt x="23551" y="5975"/>
                  </a:lnTo>
                  <a:cubicBezTo>
                    <a:pt x="19998" y="1937"/>
                    <a:pt x="15065" y="0"/>
                    <a:pt x="9899" y="0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52"/>
            <p:cNvSpPr/>
            <p:nvPr/>
          </p:nvSpPr>
          <p:spPr>
            <a:xfrm>
              <a:off x="4303650" y="3096400"/>
              <a:ext cx="46175" cy="43200"/>
            </a:xfrm>
            <a:custGeom>
              <a:avLst/>
              <a:gdLst/>
              <a:ahLst/>
              <a:cxnLst/>
              <a:rect l="l" t="t" r="r" b="b"/>
              <a:pathLst>
                <a:path w="1847" h="1728" extrusionOk="0">
                  <a:moveTo>
                    <a:pt x="983" y="0"/>
                  </a:moveTo>
                  <a:cubicBezTo>
                    <a:pt x="477" y="0"/>
                    <a:pt x="120" y="387"/>
                    <a:pt x="120" y="864"/>
                  </a:cubicBezTo>
                  <a:cubicBezTo>
                    <a:pt x="0" y="1370"/>
                    <a:pt x="477" y="1727"/>
                    <a:pt x="864" y="1727"/>
                  </a:cubicBezTo>
                  <a:cubicBezTo>
                    <a:pt x="1370" y="1727"/>
                    <a:pt x="1846" y="1489"/>
                    <a:pt x="1846" y="983"/>
                  </a:cubicBezTo>
                  <a:cubicBezTo>
                    <a:pt x="1846" y="506"/>
                    <a:pt x="1489" y="0"/>
                    <a:pt x="98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52"/>
            <p:cNvSpPr/>
            <p:nvPr/>
          </p:nvSpPr>
          <p:spPr>
            <a:xfrm>
              <a:off x="4266425" y="3077775"/>
              <a:ext cx="93075" cy="23900"/>
            </a:xfrm>
            <a:custGeom>
              <a:avLst/>
              <a:gdLst/>
              <a:ahLst/>
              <a:cxnLst/>
              <a:rect l="l" t="t" r="r" b="b"/>
              <a:pathLst>
                <a:path w="3723" h="956" extrusionOk="0">
                  <a:moveTo>
                    <a:pt x="1847" y="1"/>
                  </a:moveTo>
                  <a:cubicBezTo>
                    <a:pt x="1370" y="1"/>
                    <a:pt x="864" y="120"/>
                    <a:pt x="477" y="388"/>
                  </a:cubicBezTo>
                  <a:cubicBezTo>
                    <a:pt x="120" y="626"/>
                    <a:pt x="1" y="864"/>
                    <a:pt x="120" y="864"/>
                  </a:cubicBezTo>
                  <a:cubicBezTo>
                    <a:pt x="133" y="878"/>
                    <a:pt x="153" y="883"/>
                    <a:pt x="178" y="883"/>
                  </a:cubicBezTo>
                  <a:cubicBezTo>
                    <a:pt x="382" y="883"/>
                    <a:pt x="973" y="507"/>
                    <a:pt x="1847" y="507"/>
                  </a:cubicBezTo>
                  <a:cubicBezTo>
                    <a:pt x="3273" y="688"/>
                    <a:pt x="3615" y="955"/>
                    <a:pt x="3644" y="955"/>
                  </a:cubicBezTo>
                  <a:cubicBezTo>
                    <a:pt x="3654" y="955"/>
                    <a:pt x="3632" y="929"/>
                    <a:pt x="3603" y="864"/>
                  </a:cubicBezTo>
                  <a:cubicBezTo>
                    <a:pt x="3722" y="864"/>
                    <a:pt x="3603" y="626"/>
                    <a:pt x="3216" y="388"/>
                  </a:cubicBezTo>
                  <a:cubicBezTo>
                    <a:pt x="2859" y="120"/>
                    <a:pt x="2353" y="1"/>
                    <a:pt x="184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52"/>
            <p:cNvSpPr/>
            <p:nvPr/>
          </p:nvSpPr>
          <p:spPr>
            <a:xfrm>
              <a:off x="4551525" y="3105275"/>
              <a:ext cx="46900" cy="41550"/>
            </a:xfrm>
            <a:custGeom>
              <a:avLst/>
              <a:gdLst/>
              <a:ahLst/>
              <a:cxnLst/>
              <a:rect l="l" t="t" r="r" b="b"/>
              <a:pathLst>
                <a:path w="1876" h="1662" extrusionOk="0">
                  <a:moveTo>
                    <a:pt x="779" y="0"/>
                  </a:moveTo>
                  <a:cubicBezTo>
                    <a:pt x="398" y="0"/>
                    <a:pt x="102" y="345"/>
                    <a:pt x="0" y="777"/>
                  </a:cubicBezTo>
                  <a:cubicBezTo>
                    <a:pt x="0" y="1253"/>
                    <a:pt x="387" y="1640"/>
                    <a:pt x="864" y="1640"/>
                  </a:cubicBezTo>
                  <a:cubicBezTo>
                    <a:pt x="926" y="1655"/>
                    <a:pt x="987" y="1662"/>
                    <a:pt x="1045" y="1662"/>
                  </a:cubicBezTo>
                  <a:cubicBezTo>
                    <a:pt x="1455" y="1662"/>
                    <a:pt x="1746" y="1313"/>
                    <a:pt x="1876" y="896"/>
                  </a:cubicBezTo>
                  <a:cubicBezTo>
                    <a:pt x="1876" y="390"/>
                    <a:pt x="1489" y="32"/>
                    <a:pt x="983" y="32"/>
                  </a:cubicBezTo>
                  <a:cubicBezTo>
                    <a:pt x="913" y="10"/>
                    <a:pt x="844" y="0"/>
                    <a:pt x="77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52"/>
            <p:cNvSpPr/>
            <p:nvPr/>
          </p:nvSpPr>
          <p:spPr>
            <a:xfrm>
              <a:off x="4520250" y="3083750"/>
              <a:ext cx="90100" cy="25775"/>
            </a:xfrm>
            <a:custGeom>
              <a:avLst/>
              <a:gdLst/>
              <a:ahLst/>
              <a:cxnLst/>
              <a:rect l="l" t="t" r="r" b="b"/>
              <a:pathLst>
                <a:path w="3604" h="1031" extrusionOk="0">
                  <a:moveTo>
                    <a:pt x="1757" y="0"/>
                  </a:moveTo>
                  <a:cubicBezTo>
                    <a:pt x="1251" y="0"/>
                    <a:pt x="745" y="149"/>
                    <a:pt x="388" y="506"/>
                  </a:cubicBezTo>
                  <a:cubicBezTo>
                    <a:pt x="150" y="744"/>
                    <a:pt x="1" y="893"/>
                    <a:pt x="1" y="1012"/>
                  </a:cubicBezTo>
                  <a:cubicBezTo>
                    <a:pt x="16" y="1025"/>
                    <a:pt x="39" y="1030"/>
                    <a:pt x="67" y="1030"/>
                  </a:cubicBezTo>
                  <a:cubicBezTo>
                    <a:pt x="308" y="1030"/>
                    <a:pt x="985" y="625"/>
                    <a:pt x="1757" y="625"/>
                  </a:cubicBezTo>
                  <a:cubicBezTo>
                    <a:pt x="2636" y="625"/>
                    <a:pt x="3325" y="1030"/>
                    <a:pt x="3545" y="1030"/>
                  </a:cubicBezTo>
                  <a:cubicBezTo>
                    <a:pt x="3571" y="1030"/>
                    <a:pt x="3591" y="1025"/>
                    <a:pt x="3603" y="1012"/>
                  </a:cubicBezTo>
                  <a:cubicBezTo>
                    <a:pt x="3603" y="893"/>
                    <a:pt x="3484" y="744"/>
                    <a:pt x="3246" y="506"/>
                  </a:cubicBezTo>
                  <a:cubicBezTo>
                    <a:pt x="2740" y="268"/>
                    <a:pt x="2234" y="0"/>
                    <a:pt x="175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52"/>
            <p:cNvSpPr/>
            <p:nvPr/>
          </p:nvSpPr>
          <p:spPr>
            <a:xfrm>
              <a:off x="4368400" y="3080650"/>
              <a:ext cx="81175" cy="201850"/>
            </a:xfrm>
            <a:custGeom>
              <a:avLst/>
              <a:gdLst/>
              <a:ahLst/>
              <a:cxnLst/>
              <a:rect l="l" t="t" r="r" b="b"/>
              <a:pathLst>
                <a:path w="3247" h="8074" extrusionOk="0">
                  <a:moveTo>
                    <a:pt x="3086" y="0"/>
                  </a:moveTo>
                  <a:cubicBezTo>
                    <a:pt x="2928" y="0"/>
                    <a:pt x="1970" y="2186"/>
                    <a:pt x="1013" y="4739"/>
                  </a:cubicBezTo>
                  <a:lnTo>
                    <a:pt x="269" y="6585"/>
                  </a:lnTo>
                  <a:cubicBezTo>
                    <a:pt x="120" y="6972"/>
                    <a:pt x="1" y="7210"/>
                    <a:pt x="120" y="7568"/>
                  </a:cubicBezTo>
                  <a:cubicBezTo>
                    <a:pt x="120" y="7716"/>
                    <a:pt x="388" y="7955"/>
                    <a:pt x="507" y="7955"/>
                  </a:cubicBezTo>
                  <a:lnTo>
                    <a:pt x="1013" y="7955"/>
                  </a:lnTo>
                  <a:cubicBezTo>
                    <a:pt x="1489" y="8074"/>
                    <a:pt x="1996" y="8074"/>
                    <a:pt x="2502" y="8074"/>
                  </a:cubicBezTo>
                  <a:cubicBezTo>
                    <a:pt x="1996" y="7836"/>
                    <a:pt x="1489" y="7716"/>
                    <a:pt x="1013" y="7716"/>
                  </a:cubicBezTo>
                  <a:cubicBezTo>
                    <a:pt x="745" y="7716"/>
                    <a:pt x="507" y="7716"/>
                    <a:pt x="507" y="7448"/>
                  </a:cubicBezTo>
                  <a:cubicBezTo>
                    <a:pt x="388" y="7210"/>
                    <a:pt x="507" y="6972"/>
                    <a:pt x="626" y="6704"/>
                  </a:cubicBezTo>
                  <a:lnTo>
                    <a:pt x="1370" y="4858"/>
                  </a:lnTo>
                  <a:cubicBezTo>
                    <a:pt x="2353" y="2238"/>
                    <a:pt x="3246" y="5"/>
                    <a:pt x="3097" y="5"/>
                  </a:cubicBezTo>
                  <a:cubicBezTo>
                    <a:pt x="3094" y="2"/>
                    <a:pt x="3091" y="0"/>
                    <a:pt x="308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52"/>
            <p:cNvSpPr/>
            <p:nvPr/>
          </p:nvSpPr>
          <p:spPr>
            <a:xfrm>
              <a:off x="4412325" y="3505775"/>
              <a:ext cx="235250" cy="104700"/>
            </a:xfrm>
            <a:custGeom>
              <a:avLst/>
              <a:gdLst/>
              <a:ahLst/>
              <a:cxnLst/>
              <a:rect l="l" t="t" r="r" b="b"/>
              <a:pathLst>
                <a:path w="9410" h="4188" extrusionOk="0">
                  <a:moveTo>
                    <a:pt x="9409" y="1"/>
                  </a:moveTo>
                  <a:lnTo>
                    <a:pt x="9409" y="1"/>
                  </a:lnTo>
                  <a:cubicBezTo>
                    <a:pt x="6551" y="1728"/>
                    <a:pt x="3216" y="2472"/>
                    <a:pt x="0" y="2472"/>
                  </a:cubicBezTo>
                  <a:lnTo>
                    <a:pt x="0" y="4110"/>
                  </a:lnTo>
                  <a:cubicBezTo>
                    <a:pt x="503" y="4163"/>
                    <a:pt x="982" y="4187"/>
                    <a:pt x="1437" y="4187"/>
                  </a:cubicBezTo>
                  <a:cubicBezTo>
                    <a:pt x="7380" y="4187"/>
                    <a:pt x="9409" y="1"/>
                    <a:pt x="9409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52"/>
            <p:cNvSpPr/>
            <p:nvPr/>
          </p:nvSpPr>
          <p:spPr>
            <a:xfrm>
              <a:off x="4439875" y="3299925"/>
              <a:ext cx="90075" cy="86750"/>
            </a:xfrm>
            <a:custGeom>
              <a:avLst/>
              <a:gdLst/>
              <a:ahLst/>
              <a:cxnLst/>
              <a:rect l="l" t="t" r="r" b="b"/>
              <a:pathLst>
                <a:path w="3603" h="3470" extrusionOk="0">
                  <a:moveTo>
                    <a:pt x="1813" y="0"/>
                  </a:moveTo>
                  <a:cubicBezTo>
                    <a:pt x="1553" y="0"/>
                    <a:pt x="1338" y="111"/>
                    <a:pt x="1251" y="285"/>
                  </a:cubicBezTo>
                  <a:cubicBezTo>
                    <a:pt x="1132" y="434"/>
                    <a:pt x="1132" y="553"/>
                    <a:pt x="983" y="672"/>
                  </a:cubicBezTo>
                  <a:cubicBezTo>
                    <a:pt x="744" y="911"/>
                    <a:pt x="506" y="911"/>
                    <a:pt x="238" y="1178"/>
                  </a:cubicBezTo>
                  <a:cubicBezTo>
                    <a:pt x="119" y="1298"/>
                    <a:pt x="0" y="1536"/>
                    <a:pt x="0" y="1774"/>
                  </a:cubicBezTo>
                  <a:cubicBezTo>
                    <a:pt x="0" y="1910"/>
                    <a:pt x="0" y="2068"/>
                    <a:pt x="16" y="2227"/>
                  </a:cubicBezTo>
                  <a:lnTo>
                    <a:pt x="16" y="2227"/>
                  </a:lnTo>
                  <a:lnTo>
                    <a:pt x="0" y="2161"/>
                  </a:lnTo>
                  <a:lnTo>
                    <a:pt x="0" y="2161"/>
                  </a:lnTo>
                  <a:cubicBezTo>
                    <a:pt x="5" y="2187"/>
                    <a:pt x="10" y="2212"/>
                    <a:pt x="17" y="2237"/>
                  </a:cubicBezTo>
                  <a:lnTo>
                    <a:pt x="17" y="2237"/>
                  </a:lnTo>
                  <a:cubicBezTo>
                    <a:pt x="32" y="2388"/>
                    <a:pt x="62" y="2538"/>
                    <a:pt x="119" y="2667"/>
                  </a:cubicBezTo>
                  <a:lnTo>
                    <a:pt x="29" y="2285"/>
                  </a:lnTo>
                  <a:lnTo>
                    <a:pt x="29" y="2285"/>
                  </a:lnTo>
                  <a:cubicBezTo>
                    <a:pt x="188" y="2849"/>
                    <a:pt x="667" y="3273"/>
                    <a:pt x="1251" y="3412"/>
                  </a:cubicBezTo>
                  <a:cubicBezTo>
                    <a:pt x="1393" y="3451"/>
                    <a:pt x="1539" y="3470"/>
                    <a:pt x="1684" y="3470"/>
                  </a:cubicBezTo>
                  <a:cubicBezTo>
                    <a:pt x="2419" y="3470"/>
                    <a:pt x="3141" y="2982"/>
                    <a:pt x="3365" y="2161"/>
                  </a:cubicBezTo>
                  <a:cubicBezTo>
                    <a:pt x="3603" y="1298"/>
                    <a:pt x="2977" y="285"/>
                    <a:pt x="2114" y="47"/>
                  </a:cubicBezTo>
                  <a:cubicBezTo>
                    <a:pt x="2010" y="15"/>
                    <a:pt x="1909" y="0"/>
                    <a:pt x="1813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52"/>
            <p:cNvSpPr/>
            <p:nvPr/>
          </p:nvSpPr>
          <p:spPr>
            <a:xfrm>
              <a:off x="4424225" y="3298100"/>
              <a:ext cx="84150" cy="69225"/>
            </a:xfrm>
            <a:custGeom>
              <a:avLst/>
              <a:gdLst/>
              <a:ahLst/>
              <a:cxnLst/>
              <a:rect l="l" t="t" r="r" b="b"/>
              <a:pathLst>
                <a:path w="3366" h="2769" extrusionOk="0">
                  <a:moveTo>
                    <a:pt x="3097" y="1"/>
                  </a:moveTo>
                  <a:cubicBezTo>
                    <a:pt x="2978" y="1"/>
                    <a:pt x="2978" y="1103"/>
                    <a:pt x="1996" y="1847"/>
                  </a:cubicBezTo>
                  <a:cubicBezTo>
                    <a:pt x="1132" y="2472"/>
                    <a:pt x="1" y="2353"/>
                    <a:pt x="1" y="2591"/>
                  </a:cubicBezTo>
                  <a:cubicBezTo>
                    <a:pt x="1" y="2591"/>
                    <a:pt x="269" y="2740"/>
                    <a:pt x="745" y="2740"/>
                  </a:cubicBezTo>
                  <a:cubicBezTo>
                    <a:pt x="848" y="2760"/>
                    <a:pt x="951" y="2769"/>
                    <a:pt x="1052" y="2769"/>
                  </a:cubicBezTo>
                  <a:cubicBezTo>
                    <a:pt x="1569" y="2769"/>
                    <a:pt x="2054" y="2533"/>
                    <a:pt x="2353" y="2234"/>
                  </a:cubicBezTo>
                  <a:cubicBezTo>
                    <a:pt x="2859" y="1847"/>
                    <a:pt x="3246" y="1371"/>
                    <a:pt x="3246" y="745"/>
                  </a:cubicBezTo>
                  <a:cubicBezTo>
                    <a:pt x="3365" y="239"/>
                    <a:pt x="3246" y="1"/>
                    <a:pt x="309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52"/>
            <p:cNvSpPr/>
            <p:nvPr/>
          </p:nvSpPr>
          <p:spPr>
            <a:xfrm>
              <a:off x="4520250" y="3037600"/>
              <a:ext cx="99775" cy="23650"/>
            </a:xfrm>
            <a:custGeom>
              <a:avLst/>
              <a:gdLst/>
              <a:ahLst/>
              <a:cxnLst/>
              <a:rect l="l" t="t" r="r" b="b"/>
              <a:pathLst>
                <a:path w="3991" h="946" extrusionOk="0">
                  <a:moveTo>
                    <a:pt x="1996" y="0"/>
                  </a:moveTo>
                  <a:cubicBezTo>
                    <a:pt x="1489" y="0"/>
                    <a:pt x="894" y="119"/>
                    <a:pt x="507" y="357"/>
                  </a:cubicBezTo>
                  <a:cubicBezTo>
                    <a:pt x="150" y="625"/>
                    <a:pt x="1" y="744"/>
                    <a:pt x="1" y="863"/>
                  </a:cubicBezTo>
                  <a:cubicBezTo>
                    <a:pt x="38" y="923"/>
                    <a:pt x="120" y="945"/>
                    <a:pt x="237" y="945"/>
                  </a:cubicBezTo>
                  <a:cubicBezTo>
                    <a:pt x="589" y="945"/>
                    <a:pt x="1259" y="744"/>
                    <a:pt x="1996" y="744"/>
                  </a:cubicBezTo>
                  <a:cubicBezTo>
                    <a:pt x="2732" y="744"/>
                    <a:pt x="3419" y="945"/>
                    <a:pt x="3767" y="945"/>
                  </a:cubicBezTo>
                  <a:cubicBezTo>
                    <a:pt x="3882" y="945"/>
                    <a:pt x="3961" y="923"/>
                    <a:pt x="3990" y="863"/>
                  </a:cubicBezTo>
                  <a:cubicBezTo>
                    <a:pt x="3990" y="863"/>
                    <a:pt x="3871" y="625"/>
                    <a:pt x="3484" y="357"/>
                  </a:cubicBezTo>
                  <a:cubicBezTo>
                    <a:pt x="2978" y="119"/>
                    <a:pt x="2502" y="0"/>
                    <a:pt x="199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52"/>
            <p:cNvSpPr/>
            <p:nvPr/>
          </p:nvSpPr>
          <p:spPr>
            <a:xfrm>
              <a:off x="4282050" y="3014875"/>
              <a:ext cx="89350" cy="25725"/>
            </a:xfrm>
            <a:custGeom>
              <a:avLst/>
              <a:gdLst/>
              <a:ahLst/>
              <a:cxnLst/>
              <a:rect l="l" t="t" r="r" b="b"/>
              <a:pathLst>
                <a:path w="3574" h="1029" extrusionOk="0">
                  <a:moveTo>
                    <a:pt x="1474" y="1"/>
                  </a:moveTo>
                  <a:cubicBezTo>
                    <a:pt x="1108" y="1"/>
                    <a:pt x="768" y="135"/>
                    <a:pt x="477" y="403"/>
                  </a:cubicBezTo>
                  <a:cubicBezTo>
                    <a:pt x="120" y="522"/>
                    <a:pt x="1" y="790"/>
                    <a:pt x="120" y="909"/>
                  </a:cubicBezTo>
                  <a:cubicBezTo>
                    <a:pt x="138" y="926"/>
                    <a:pt x="168" y="934"/>
                    <a:pt x="211" y="934"/>
                  </a:cubicBezTo>
                  <a:cubicBezTo>
                    <a:pt x="417" y="934"/>
                    <a:pt x="899" y="765"/>
                    <a:pt x="1477" y="765"/>
                  </a:cubicBezTo>
                  <a:cubicBezTo>
                    <a:pt x="1597" y="765"/>
                    <a:pt x="1721" y="772"/>
                    <a:pt x="1847" y="790"/>
                  </a:cubicBezTo>
                  <a:cubicBezTo>
                    <a:pt x="2234" y="790"/>
                    <a:pt x="2591" y="909"/>
                    <a:pt x="2978" y="1028"/>
                  </a:cubicBezTo>
                  <a:lnTo>
                    <a:pt x="3574" y="1028"/>
                  </a:lnTo>
                  <a:cubicBezTo>
                    <a:pt x="3574" y="909"/>
                    <a:pt x="3455" y="671"/>
                    <a:pt x="3217" y="522"/>
                  </a:cubicBezTo>
                  <a:cubicBezTo>
                    <a:pt x="2830" y="165"/>
                    <a:pt x="2353" y="46"/>
                    <a:pt x="1847" y="46"/>
                  </a:cubicBezTo>
                  <a:cubicBezTo>
                    <a:pt x="1720" y="16"/>
                    <a:pt x="1596" y="1"/>
                    <a:pt x="14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52"/>
            <p:cNvSpPr/>
            <p:nvPr/>
          </p:nvSpPr>
          <p:spPr>
            <a:xfrm>
              <a:off x="4203900" y="2683700"/>
              <a:ext cx="722800" cy="1017575"/>
            </a:xfrm>
            <a:custGeom>
              <a:avLst/>
              <a:gdLst/>
              <a:ahLst/>
              <a:cxnLst/>
              <a:rect l="l" t="t" r="r" b="b"/>
              <a:pathLst>
                <a:path w="28912" h="40703" extrusionOk="0">
                  <a:moveTo>
                    <a:pt x="12277" y="0"/>
                  </a:moveTo>
                  <a:cubicBezTo>
                    <a:pt x="10008" y="0"/>
                    <a:pt x="7751" y="597"/>
                    <a:pt x="5836" y="1859"/>
                  </a:cubicBezTo>
                  <a:cubicBezTo>
                    <a:pt x="1757" y="4599"/>
                    <a:pt x="1" y="8439"/>
                    <a:pt x="1876" y="13025"/>
                  </a:cubicBezTo>
                  <a:cubicBezTo>
                    <a:pt x="4616" y="11298"/>
                    <a:pt x="6849" y="8946"/>
                    <a:pt x="8457" y="6087"/>
                  </a:cubicBezTo>
                  <a:cubicBezTo>
                    <a:pt x="8576" y="6087"/>
                    <a:pt x="8695" y="6206"/>
                    <a:pt x="8814" y="6325"/>
                  </a:cubicBezTo>
                  <a:cubicBezTo>
                    <a:pt x="10183" y="9184"/>
                    <a:pt x="12416" y="12280"/>
                    <a:pt x="15037" y="13412"/>
                  </a:cubicBezTo>
                  <a:cubicBezTo>
                    <a:pt x="16438" y="13957"/>
                    <a:pt x="17929" y="14298"/>
                    <a:pt x="19432" y="14298"/>
                  </a:cubicBezTo>
                  <a:cubicBezTo>
                    <a:pt x="19654" y="14298"/>
                    <a:pt x="19876" y="14290"/>
                    <a:pt x="20098" y="14275"/>
                  </a:cubicBezTo>
                  <a:cubicBezTo>
                    <a:pt x="20604" y="15764"/>
                    <a:pt x="20604" y="17372"/>
                    <a:pt x="20366" y="18860"/>
                  </a:cubicBezTo>
                  <a:cubicBezTo>
                    <a:pt x="19979" y="21212"/>
                    <a:pt x="19354" y="23714"/>
                    <a:pt x="19979" y="25947"/>
                  </a:cubicBezTo>
                  <a:cubicBezTo>
                    <a:pt x="20366" y="27554"/>
                    <a:pt x="21349" y="29043"/>
                    <a:pt x="21468" y="30651"/>
                  </a:cubicBezTo>
                  <a:cubicBezTo>
                    <a:pt x="21587" y="32020"/>
                    <a:pt x="20991" y="33390"/>
                    <a:pt x="20485" y="34760"/>
                  </a:cubicBezTo>
                  <a:cubicBezTo>
                    <a:pt x="20098" y="36100"/>
                    <a:pt x="19860" y="37588"/>
                    <a:pt x="20485" y="38839"/>
                  </a:cubicBezTo>
                  <a:cubicBezTo>
                    <a:pt x="21241" y="40167"/>
                    <a:pt x="22808" y="40703"/>
                    <a:pt x="24399" y="40703"/>
                  </a:cubicBezTo>
                  <a:cubicBezTo>
                    <a:pt x="24876" y="40703"/>
                    <a:pt x="25355" y="40655"/>
                    <a:pt x="25815" y="40566"/>
                  </a:cubicBezTo>
                  <a:cubicBezTo>
                    <a:pt x="26946" y="40447"/>
                    <a:pt x="28167" y="39970"/>
                    <a:pt x="28673" y="38839"/>
                  </a:cubicBezTo>
                  <a:cubicBezTo>
                    <a:pt x="28911" y="38094"/>
                    <a:pt x="28673" y="37231"/>
                    <a:pt x="28435" y="36367"/>
                  </a:cubicBezTo>
                  <a:cubicBezTo>
                    <a:pt x="26440" y="30026"/>
                    <a:pt x="25309" y="23446"/>
                    <a:pt x="24445" y="16895"/>
                  </a:cubicBezTo>
                  <a:cubicBezTo>
                    <a:pt x="24951" y="16508"/>
                    <a:pt x="25190" y="15764"/>
                    <a:pt x="25190" y="15019"/>
                  </a:cubicBezTo>
                  <a:cubicBezTo>
                    <a:pt x="25696" y="10196"/>
                    <a:pt x="23582" y="5105"/>
                    <a:pt x="19622" y="2246"/>
                  </a:cubicBezTo>
                  <a:cubicBezTo>
                    <a:pt x="17491" y="784"/>
                    <a:pt x="14877" y="0"/>
                    <a:pt x="122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52"/>
            <p:cNvSpPr/>
            <p:nvPr/>
          </p:nvSpPr>
          <p:spPr>
            <a:xfrm>
              <a:off x="4408600" y="2851500"/>
              <a:ext cx="381875" cy="221125"/>
            </a:xfrm>
            <a:custGeom>
              <a:avLst/>
              <a:gdLst/>
              <a:ahLst/>
              <a:cxnLst/>
              <a:rect l="l" t="t" r="r" b="b"/>
              <a:pathLst>
                <a:path w="15275" h="8845" extrusionOk="0">
                  <a:moveTo>
                    <a:pt x="1" y="1"/>
                  </a:moveTo>
                  <a:lnTo>
                    <a:pt x="1" y="1"/>
                  </a:lnTo>
                  <a:cubicBezTo>
                    <a:pt x="149" y="507"/>
                    <a:pt x="507" y="1251"/>
                    <a:pt x="894" y="1995"/>
                  </a:cubicBezTo>
                  <a:cubicBezTo>
                    <a:pt x="1370" y="2978"/>
                    <a:pt x="1995" y="3960"/>
                    <a:pt x="2740" y="4824"/>
                  </a:cubicBezTo>
                  <a:cubicBezTo>
                    <a:pt x="3603" y="5955"/>
                    <a:pt x="4616" y="6819"/>
                    <a:pt x="5717" y="7563"/>
                  </a:cubicBezTo>
                  <a:cubicBezTo>
                    <a:pt x="6968" y="8307"/>
                    <a:pt x="8188" y="8695"/>
                    <a:pt x="9558" y="8814"/>
                  </a:cubicBezTo>
                  <a:cubicBezTo>
                    <a:pt x="9757" y="8835"/>
                    <a:pt x="9955" y="8844"/>
                    <a:pt x="10152" y="8844"/>
                  </a:cubicBezTo>
                  <a:cubicBezTo>
                    <a:pt x="11077" y="8844"/>
                    <a:pt x="11990" y="8627"/>
                    <a:pt x="12923" y="8307"/>
                  </a:cubicBezTo>
                  <a:cubicBezTo>
                    <a:pt x="13548" y="8069"/>
                    <a:pt x="14143" y="7563"/>
                    <a:pt x="14769" y="7057"/>
                  </a:cubicBezTo>
                  <a:cubicBezTo>
                    <a:pt x="14888" y="6938"/>
                    <a:pt x="15036" y="6700"/>
                    <a:pt x="15156" y="6581"/>
                  </a:cubicBezTo>
                  <a:cubicBezTo>
                    <a:pt x="15156" y="6461"/>
                    <a:pt x="15275" y="6461"/>
                    <a:pt x="15275" y="6461"/>
                  </a:cubicBezTo>
                  <a:cubicBezTo>
                    <a:pt x="15275" y="6433"/>
                    <a:pt x="15266" y="6420"/>
                    <a:pt x="15249" y="6420"/>
                  </a:cubicBezTo>
                  <a:cubicBezTo>
                    <a:pt x="15177" y="6420"/>
                    <a:pt x="14962" y="6650"/>
                    <a:pt x="14649" y="6938"/>
                  </a:cubicBezTo>
                  <a:cubicBezTo>
                    <a:pt x="14143" y="7444"/>
                    <a:pt x="13548" y="7801"/>
                    <a:pt x="12803" y="8188"/>
                  </a:cubicBezTo>
                  <a:cubicBezTo>
                    <a:pt x="11791" y="8546"/>
                    <a:pt x="10689" y="8695"/>
                    <a:pt x="9558" y="8695"/>
                  </a:cubicBezTo>
                  <a:cubicBezTo>
                    <a:pt x="8337" y="8546"/>
                    <a:pt x="6968" y="8069"/>
                    <a:pt x="5836" y="7325"/>
                  </a:cubicBezTo>
                  <a:cubicBezTo>
                    <a:pt x="4735" y="6581"/>
                    <a:pt x="3722" y="5717"/>
                    <a:pt x="2859" y="4705"/>
                  </a:cubicBezTo>
                  <a:cubicBezTo>
                    <a:pt x="2234" y="3841"/>
                    <a:pt x="1638" y="2978"/>
                    <a:pt x="1132" y="1995"/>
                  </a:cubicBezTo>
                  <a:cubicBezTo>
                    <a:pt x="626" y="1102"/>
                    <a:pt x="269" y="507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52"/>
            <p:cNvSpPr/>
            <p:nvPr/>
          </p:nvSpPr>
          <p:spPr>
            <a:xfrm>
              <a:off x="4660200" y="2721975"/>
              <a:ext cx="145900" cy="116900"/>
            </a:xfrm>
            <a:custGeom>
              <a:avLst/>
              <a:gdLst/>
              <a:ahLst/>
              <a:cxnLst/>
              <a:rect l="l" t="t" r="r" b="b"/>
              <a:pathLst>
                <a:path w="5836" h="4676" extrusionOk="0">
                  <a:moveTo>
                    <a:pt x="614" y="1"/>
                  </a:moveTo>
                  <a:cubicBezTo>
                    <a:pt x="395" y="1"/>
                    <a:pt x="179" y="31"/>
                    <a:pt x="0" y="90"/>
                  </a:cubicBezTo>
                  <a:cubicBezTo>
                    <a:pt x="0" y="150"/>
                    <a:pt x="127" y="150"/>
                    <a:pt x="346" y="150"/>
                  </a:cubicBezTo>
                  <a:cubicBezTo>
                    <a:pt x="566" y="150"/>
                    <a:pt x="879" y="150"/>
                    <a:pt x="1251" y="209"/>
                  </a:cubicBezTo>
                  <a:cubicBezTo>
                    <a:pt x="3097" y="477"/>
                    <a:pt x="4705" y="1817"/>
                    <a:pt x="5449" y="3574"/>
                  </a:cubicBezTo>
                  <a:cubicBezTo>
                    <a:pt x="5717" y="4318"/>
                    <a:pt x="5717" y="4675"/>
                    <a:pt x="5717" y="4675"/>
                  </a:cubicBezTo>
                  <a:cubicBezTo>
                    <a:pt x="5836" y="4318"/>
                    <a:pt x="5717" y="3931"/>
                    <a:pt x="5568" y="3574"/>
                  </a:cubicBezTo>
                  <a:cubicBezTo>
                    <a:pt x="4972" y="1579"/>
                    <a:pt x="3216" y="209"/>
                    <a:pt x="1251" y="90"/>
                  </a:cubicBezTo>
                  <a:cubicBezTo>
                    <a:pt x="1057" y="31"/>
                    <a:pt x="834" y="1"/>
                    <a:pt x="614" y="1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52"/>
            <p:cNvSpPr/>
            <p:nvPr/>
          </p:nvSpPr>
          <p:spPr>
            <a:xfrm>
              <a:off x="4445825" y="2729075"/>
              <a:ext cx="397500" cy="308550"/>
            </a:xfrm>
            <a:custGeom>
              <a:avLst/>
              <a:gdLst/>
              <a:ahLst/>
              <a:cxnLst/>
              <a:rect l="l" t="t" r="r" b="b"/>
              <a:pathLst>
                <a:path w="15900" h="12342" extrusionOk="0">
                  <a:moveTo>
                    <a:pt x="1443" y="0"/>
                  </a:moveTo>
                  <a:cubicBezTo>
                    <a:pt x="1260" y="0"/>
                    <a:pt x="1077" y="15"/>
                    <a:pt x="894" y="44"/>
                  </a:cubicBezTo>
                  <a:cubicBezTo>
                    <a:pt x="626" y="44"/>
                    <a:pt x="387" y="44"/>
                    <a:pt x="268" y="193"/>
                  </a:cubicBezTo>
                  <a:cubicBezTo>
                    <a:pt x="149" y="193"/>
                    <a:pt x="149" y="193"/>
                    <a:pt x="0" y="312"/>
                  </a:cubicBezTo>
                  <a:cubicBezTo>
                    <a:pt x="0" y="312"/>
                    <a:pt x="387" y="193"/>
                    <a:pt x="894" y="193"/>
                  </a:cubicBezTo>
                  <a:cubicBezTo>
                    <a:pt x="1042" y="163"/>
                    <a:pt x="1191" y="150"/>
                    <a:pt x="1340" y="150"/>
                  </a:cubicBezTo>
                  <a:cubicBezTo>
                    <a:pt x="1936" y="150"/>
                    <a:pt x="2531" y="360"/>
                    <a:pt x="3127" y="550"/>
                  </a:cubicBezTo>
                  <a:cubicBezTo>
                    <a:pt x="4109" y="1057"/>
                    <a:pt x="4973" y="1682"/>
                    <a:pt x="5717" y="2664"/>
                  </a:cubicBezTo>
                  <a:cubicBezTo>
                    <a:pt x="6580" y="3766"/>
                    <a:pt x="7206" y="4898"/>
                    <a:pt x="7831" y="6148"/>
                  </a:cubicBezTo>
                  <a:cubicBezTo>
                    <a:pt x="8456" y="7488"/>
                    <a:pt x="9200" y="8619"/>
                    <a:pt x="10064" y="9721"/>
                  </a:cubicBezTo>
                  <a:cubicBezTo>
                    <a:pt x="10689" y="10733"/>
                    <a:pt x="11672" y="11478"/>
                    <a:pt x="12654" y="11835"/>
                  </a:cubicBezTo>
                  <a:cubicBezTo>
                    <a:pt x="13399" y="12222"/>
                    <a:pt x="14143" y="12341"/>
                    <a:pt x="15036" y="12341"/>
                  </a:cubicBezTo>
                  <a:cubicBezTo>
                    <a:pt x="15274" y="12341"/>
                    <a:pt x="15393" y="12222"/>
                    <a:pt x="15632" y="12222"/>
                  </a:cubicBezTo>
                  <a:cubicBezTo>
                    <a:pt x="15632" y="12222"/>
                    <a:pt x="15780" y="12103"/>
                    <a:pt x="15900" y="12103"/>
                  </a:cubicBezTo>
                  <a:lnTo>
                    <a:pt x="15900" y="12103"/>
                  </a:lnTo>
                  <a:cubicBezTo>
                    <a:pt x="15780" y="12103"/>
                    <a:pt x="15512" y="12222"/>
                    <a:pt x="15036" y="12222"/>
                  </a:cubicBezTo>
                  <a:cubicBezTo>
                    <a:pt x="14292" y="12222"/>
                    <a:pt x="13547" y="12103"/>
                    <a:pt x="12803" y="11716"/>
                  </a:cubicBezTo>
                  <a:cubicBezTo>
                    <a:pt x="11791" y="11210"/>
                    <a:pt x="10927" y="10465"/>
                    <a:pt x="10183" y="9602"/>
                  </a:cubicBezTo>
                  <a:cubicBezTo>
                    <a:pt x="9439" y="8500"/>
                    <a:pt x="8694" y="7369"/>
                    <a:pt x="8069" y="5999"/>
                  </a:cubicBezTo>
                  <a:cubicBezTo>
                    <a:pt x="7444" y="4778"/>
                    <a:pt x="6699" y="3528"/>
                    <a:pt x="5836" y="2426"/>
                  </a:cubicBezTo>
                  <a:cubicBezTo>
                    <a:pt x="5211" y="1533"/>
                    <a:pt x="4228" y="789"/>
                    <a:pt x="3127" y="431"/>
                  </a:cubicBezTo>
                  <a:cubicBezTo>
                    <a:pt x="2565" y="140"/>
                    <a:pt x="2004" y="0"/>
                    <a:pt x="144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52"/>
            <p:cNvSpPr/>
            <p:nvPr/>
          </p:nvSpPr>
          <p:spPr>
            <a:xfrm>
              <a:off x="4731650" y="2764400"/>
              <a:ext cx="328275" cy="1023525"/>
            </a:xfrm>
            <a:custGeom>
              <a:avLst/>
              <a:gdLst/>
              <a:ahLst/>
              <a:cxnLst/>
              <a:rect l="l" t="t" r="r" b="b"/>
              <a:pathLst>
                <a:path w="13131" h="40941" extrusionOk="0">
                  <a:moveTo>
                    <a:pt x="1" y="1"/>
                  </a:moveTo>
                  <a:lnTo>
                    <a:pt x="120" y="120"/>
                  </a:lnTo>
                  <a:lnTo>
                    <a:pt x="477" y="269"/>
                  </a:lnTo>
                  <a:cubicBezTo>
                    <a:pt x="745" y="626"/>
                    <a:pt x="1102" y="864"/>
                    <a:pt x="1489" y="1251"/>
                  </a:cubicBezTo>
                  <a:cubicBezTo>
                    <a:pt x="2591" y="2353"/>
                    <a:pt x="3454" y="3723"/>
                    <a:pt x="4199" y="5211"/>
                  </a:cubicBezTo>
                  <a:cubicBezTo>
                    <a:pt x="4586" y="6343"/>
                    <a:pt x="4943" y="7325"/>
                    <a:pt x="5211" y="8457"/>
                  </a:cubicBezTo>
                  <a:cubicBezTo>
                    <a:pt x="5449" y="9797"/>
                    <a:pt x="5568" y="11047"/>
                    <a:pt x="5568" y="12417"/>
                  </a:cubicBezTo>
                  <a:cubicBezTo>
                    <a:pt x="5836" y="15156"/>
                    <a:pt x="4705" y="17984"/>
                    <a:pt x="4199" y="21230"/>
                  </a:cubicBezTo>
                  <a:cubicBezTo>
                    <a:pt x="3841" y="22719"/>
                    <a:pt x="3841" y="24326"/>
                    <a:pt x="3960" y="25815"/>
                  </a:cubicBezTo>
                  <a:cubicBezTo>
                    <a:pt x="4080" y="27304"/>
                    <a:pt x="4467" y="28673"/>
                    <a:pt x="5211" y="30043"/>
                  </a:cubicBezTo>
                  <a:cubicBezTo>
                    <a:pt x="5955" y="31145"/>
                    <a:pt x="6819" y="32127"/>
                    <a:pt x="7920" y="32872"/>
                  </a:cubicBezTo>
                  <a:cubicBezTo>
                    <a:pt x="8814" y="33765"/>
                    <a:pt x="9677" y="34360"/>
                    <a:pt x="10541" y="35105"/>
                  </a:cubicBezTo>
                  <a:cubicBezTo>
                    <a:pt x="11791" y="36236"/>
                    <a:pt x="12654" y="37606"/>
                    <a:pt x="13012" y="39213"/>
                  </a:cubicBezTo>
                  <a:cubicBezTo>
                    <a:pt x="13131" y="39839"/>
                    <a:pt x="13131" y="40464"/>
                    <a:pt x="13012" y="40940"/>
                  </a:cubicBezTo>
                  <a:cubicBezTo>
                    <a:pt x="13131" y="40821"/>
                    <a:pt x="13131" y="40702"/>
                    <a:pt x="13131" y="40583"/>
                  </a:cubicBezTo>
                  <a:lnTo>
                    <a:pt x="13131" y="39213"/>
                  </a:lnTo>
                  <a:cubicBezTo>
                    <a:pt x="12774" y="37606"/>
                    <a:pt x="11910" y="36117"/>
                    <a:pt x="10660" y="34985"/>
                  </a:cubicBezTo>
                  <a:cubicBezTo>
                    <a:pt x="9796" y="34241"/>
                    <a:pt x="8933" y="33497"/>
                    <a:pt x="8069" y="32752"/>
                  </a:cubicBezTo>
                  <a:cubicBezTo>
                    <a:pt x="7057" y="31889"/>
                    <a:pt x="6074" y="31026"/>
                    <a:pt x="5449" y="29894"/>
                  </a:cubicBezTo>
                  <a:cubicBezTo>
                    <a:pt x="4705" y="28673"/>
                    <a:pt x="4348" y="27304"/>
                    <a:pt x="4199" y="25815"/>
                  </a:cubicBezTo>
                  <a:cubicBezTo>
                    <a:pt x="4080" y="24326"/>
                    <a:pt x="4199" y="22719"/>
                    <a:pt x="4467" y="21230"/>
                  </a:cubicBezTo>
                  <a:cubicBezTo>
                    <a:pt x="4705" y="19622"/>
                    <a:pt x="5092" y="18133"/>
                    <a:pt x="5449" y="16645"/>
                  </a:cubicBezTo>
                  <a:cubicBezTo>
                    <a:pt x="5568" y="16019"/>
                    <a:pt x="5687" y="15275"/>
                    <a:pt x="5836" y="14531"/>
                  </a:cubicBezTo>
                  <a:cubicBezTo>
                    <a:pt x="5836" y="13786"/>
                    <a:pt x="5955" y="13042"/>
                    <a:pt x="5836" y="12417"/>
                  </a:cubicBezTo>
                  <a:cubicBezTo>
                    <a:pt x="5836" y="11047"/>
                    <a:pt x="5687" y="9678"/>
                    <a:pt x="5449" y="8457"/>
                  </a:cubicBezTo>
                  <a:cubicBezTo>
                    <a:pt x="5330" y="7832"/>
                    <a:pt x="5211" y="7325"/>
                    <a:pt x="4943" y="6700"/>
                  </a:cubicBezTo>
                  <a:cubicBezTo>
                    <a:pt x="4824" y="6224"/>
                    <a:pt x="4586" y="5718"/>
                    <a:pt x="4348" y="5211"/>
                  </a:cubicBezTo>
                  <a:cubicBezTo>
                    <a:pt x="3603" y="3723"/>
                    <a:pt x="2710" y="2353"/>
                    <a:pt x="1489" y="1132"/>
                  </a:cubicBezTo>
                  <a:cubicBezTo>
                    <a:pt x="1102" y="626"/>
                    <a:pt x="626" y="269"/>
                    <a:pt x="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52"/>
            <p:cNvSpPr/>
            <p:nvPr/>
          </p:nvSpPr>
          <p:spPr>
            <a:xfrm>
              <a:off x="3323325" y="3741750"/>
              <a:ext cx="1950975" cy="1413350"/>
            </a:xfrm>
            <a:custGeom>
              <a:avLst/>
              <a:gdLst/>
              <a:ahLst/>
              <a:cxnLst/>
              <a:rect l="l" t="t" r="r" b="b"/>
              <a:pathLst>
                <a:path w="78039" h="56534" extrusionOk="0">
                  <a:moveTo>
                    <a:pt x="59043" y="0"/>
                  </a:moveTo>
                  <a:lnTo>
                    <a:pt x="55827" y="2114"/>
                  </a:lnTo>
                  <a:cubicBezTo>
                    <a:pt x="54217" y="3300"/>
                    <a:pt x="52147" y="3905"/>
                    <a:pt x="50140" y="3905"/>
                  </a:cubicBezTo>
                  <a:cubicBezTo>
                    <a:pt x="47360" y="3905"/>
                    <a:pt x="44702" y="2744"/>
                    <a:pt x="43560" y="358"/>
                  </a:cubicBezTo>
                  <a:cubicBezTo>
                    <a:pt x="43560" y="358"/>
                    <a:pt x="36474" y="1102"/>
                    <a:pt x="31145" y="3960"/>
                  </a:cubicBezTo>
                  <a:cubicBezTo>
                    <a:pt x="29537" y="4824"/>
                    <a:pt x="27542" y="7176"/>
                    <a:pt x="25428" y="10153"/>
                  </a:cubicBezTo>
                  <a:cubicBezTo>
                    <a:pt x="24058" y="12148"/>
                    <a:pt x="22838" y="14262"/>
                    <a:pt x="21706" y="16376"/>
                  </a:cubicBezTo>
                  <a:lnTo>
                    <a:pt x="21706" y="16495"/>
                  </a:lnTo>
                  <a:lnTo>
                    <a:pt x="18104" y="22450"/>
                  </a:lnTo>
                  <a:lnTo>
                    <a:pt x="11911" y="983"/>
                  </a:lnTo>
                  <a:lnTo>
                    <a:pt x="1" y="6074"/>
                  </a:lnTo>
                  <a:cubicBezTo>
                    <a:pt x="1" y="6074"/>
                    <a:pt x="6938" y="30251"/>
                    <a:pt x="7951" y="34241"/>
                  </a:cubicBezTo>
                  <a:cubicBezTo>
                    <a:pt x="9338" y="39125"/>
                    <a:pt x="12533" y="40368"/>
                    <a:pt x="15440" y="40368"/>
                  </a:cubicBezTo>
                  <a:cubicBezTo>
                    <a:pt x="16964" y="40368"/>
                    <a:pt x="18409" y="40027"/>
                    <a:pt x="19473" y="39689"/>
                  </a:cubicBezTo>
                  <a:cubicBezTo>
                    <a:pt x="19592" y="39570"/>
                    <a:pt x="19860" y="39570"/>
                    <a:pt x="19979" y="39451"/>
                  </a:cubicBezTo>
                  <a:cubicBezTo>
                    <a:pt x="20486" y="39183"/>
                    <a:pt x="20843" y="38826"/>
                    <a:pt x="21081" y="38439"/>
                  </a:cubicBezTo>
                  <a:lnTo>
                    <a:pt x="29269" y="30638"/>
                  </a:lnTo>
                  <a:lnTo>
                    <a:pt x="29269" y="30757"/>
                  </a:lnTo>
                  <a:cubicBezTo>
                    <a:pt x="29418" y="31263"/>
                    <a:pt x="28286" y="40314"/>
                    <a:pt x="27036" y="47371"/>
                  </a:cubicBezTo>
                  <a:cubicBezTo>
                    <a:pt x="32580" y="53242"/>
                    <a:pt x="40154" y="56533"/>
                    <a:pt x="48048" y="56533"/>
                  </a:cubicBezTo>
                  <a:cubicBezTo>
                    <a:pt x="49522" y="56533"/>
                    <a:pt x="51007" y="56418"/>
                    <a:pt x="52493" y="56184"/>
                  </a:cubicBezTo>
                  <a:cubicBezTo>
                    <a:pt x="56810" y="55440"/>
                    <a:pt x="58299" y="54814"/>
                    <a:pt x="61901" y="53088"/>
                  </a:cubicBezTo>
                  <a:cubicBezTo>
                    <a:pt x="62407" y="52849"/>
                    <a:pt x="62914" y="52581"/>
                    <a:pt x="63271" y="52343"/>
                  </a:cubicBezTo>
                  <a:cubicBezTo>
                    <a:pt x="63271" y="52343"/>
                    <a:pt x="69464" y="49753"/>
                    <a:pt x="73811" y="42160"/>
                  </a:cubicBezTo>
                  <a:cubicBezTo>
                    <a:pt x="76431" y="37456"/>
                    <a:pt x="78039" y="32127"/>
                    <a:pt x="77533" y="26529"/>
                  </a:cubicBezTo>
                  <a:cubicBezTo>
                    <a:pt x="77175" y="22450"/>
                    <a:pt x="76907" y="16495"/>
                    <a:pt x="75925" y="13637"/>
                  </a:cubicBezTo>
                  <a:lnTo>
                    <a:pt x="75806" y="13637"/>
                  </a:lnTo>
                  <a:cubicBezTo>
                    <a:pt x="75806" y="13131"/>
                    <a:pt x="75687" y="12654"/>
                    <a:pt x="75568" y="12267"/>
                  </a:cubicBezTo>
                  <a:cubicBezTo>
                    <a:pt x="74317" y="7325"/>
                    <a:pt x="70833" y="3097"/>
                    <a:pt x="66010" y="1221"/>
                  </a:cubicBezTo>
                  <a:cubicBezTo>
                    <a:pt x="63777" y="358"/>
                    <a:pt x="61425" y="0"/>
                    <a:pt x="59043" y="0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52"/>
            <p:cNvSpPr/>
            <p:nvPr/>
          </p:nvSpPr>
          <p:spPr>
            <a:xfrm>
              <a:off x="4427200" y="4464500"/>
              <a:ext cx="757050" cy="576900"/>
            </a:xfrm>
            <a:custGeom>
              <a:avLst/>
              <a:gdLst/>
              <a:ahLst/>
              <a:cxnLst/>
              <a:rect l="l" t="t" r="r" b="b"/>
              <a:pathLst>
                <a:path w="30282" h="23076" extrusionOk="0">
                  <a:moveTo>
                    <a:pt x="29251" y="11690"/>
                  </a:moveTo>
                  <a:lnTo>
                    <a:pt x="29656" y="11911"/>
                  </a:lnTo>
                  <a:lnTo>
                    <a:pt x="30043" y="12030"/>
                  </a:lnTo>
                  <a:cubicBezTo>
                    <a:pt x="30103" y="12030"/>
                    <a:pt x="30133" y="12060"/>
                    <a:pt x="30163" y="12090"/>
                  </a:cubicBezTo>
                  <a:lnTo>
                    <a:pt x="30163" y="12090"/>
                  </a:lnTo>
                  <a:cubicBezTo>
                    <a:pt x="30162" y="12075"/>
                    <a:pt x="30162" y="12055"/>
                    <a:pt x="30162" y="12030"/>
                  </a:cubicBezTo>
                  <a:lnTo>
                    <a:pt x="29775" y="11911"/>
                  </a:lnTo>
                  <a:lnTo>
                    <a:pt x="29251" y="11690"/>
                  </a:lnTo>
                  <a:close/>
                  <a:moveTo>
                    <a:pt x="30163" y="12090"/>
                  </a:moveTo>
                  <a:cubicBezTo>
                    <a:pt x="30167" y="12149"/>
                    <a:pt x="30187" y="12149"/>
                    <a:pt x="30281" y="12149"/>
                  </a:cubicBezTo>
                  <a:cubicBezTo>
                    <a:pt x="30222" y="12149"/>
                    <a:pt x="30193" y="12120"/>
                    <a:pt x="30163" y="12090"/>
                  </a:cubicBezTo>
                  <a:close/>
                  <a:moveTo>
                    <a:pt x="5092" y="1"/>
                  </a:moveTo>
                  <a:lnTo>
                    <a:pt x="4973" y="120"/>
                  </a:lnTo>
                  <a:lnTo>
                    <a:pt x="3484" y="2829"/>
                  </a:lnTo>
                  <a:lnTo>
                    <a:pt x="1" y="9290"/>
                  </a:lnTo>
                  <a:lnTo>
                    <a:pt x="1" y="9410"/>
                  </a:lnTo>
                  <a:lnTo>
                    <a:pt x="150" y="9529"/>
                  </a:lnTo>
                  <a:cubicBezTo>
                    <a:pt x="150" y="9529"/>
                    <a:pt x="150" y="9678"/>
                    <a:pt x="269" y="9678"/>
                  </a:cubicBezTo>
                  <a:lnTo>
                    <a:pt x="507" y="9916"/>
                  </a:lnTo>
                  <a:cubicBezTo>
                    <a:pt x="626" y="10035"/>
                    <a:pt x="745" y="10154"/>
                    <a:pt x="1013" y="10273"/>
                  </a:cubicBezTo>
                  <a:cubicBezTo>
                    <a:pt x="1251" y="10541"/>
                    <a:pt x="1639" y="10779"/>
                    <a:pt x="1996" y="11017"/>
                  </a:cubicBezTo>
                  <a:cubicBezTo>
                    <a:pt x="2621" y="11524"/>
                    <a:pt x="3246" y="12030"/>
                    <a:pt x="3872" y="12506"/>
                  </a:cubicBezTo>
                  <a:cubicBezTo>
                    <a:pt x="5211" y="13399"/>
                    <a:pt x="6343" y="14263"/>
                    <a:pt x="7593" y="15126"/>
                  </a:cubicBezTo>
                  <a:cubicBezTo>
                    <a:pt x="9945" y="16734"/>
                    <a:pt x="11911" y="18223"/>
                    <a:pt x="13667" y="19354"/>
                  </a:cubicBezTo>
                  <a:lnTo>
                    <a:pt x="17746" y="22064"/>
                  </a:lnTo>
                  <a:lnTo>
                    <a:pt x="18878" y="22808"/>
                  </a:lnTo>
                  <a:lnTo>
                    <a:pt x="19235" y="23076"/>
                  </a:lnTo>
                  <a:lnTo>
                    <a:pt x="18997" y="22808"/>
                  </a:lnTo>
                  <a:lnTo>
                    <a:pt x="17865" y="22064"/>
                  </a:lnTo>
                  <a:lnTo>
                    <a:pt x="13786" y="19205"/>
                  </a:lnTo>
                  <a:lnTo>
                    <a:pt x="7712" y="14888"/>
                  </a:lnTo>
                  <a:cubicBezTo>
                    <a:pt x="6581" y="14144"/>
                    <a:pt x="5360" y="13250"/>
                    <a:pt x="4110" y="12268"/>
                  </a:cubicBezTo>
                  <a:cubicBezTo>
                    <a:pt x="3365" y="11762"/>
                    <a:pt x="2740" y="11285"/>
                    <a:pt x="2115" y="10779"/>
                  </a:cubicBezTo>
                  <a:cubicBezTo>
                    <a:pt x="1758" y="10541"/>
                    <a:pt x="1490" y="10273"/>
                    <a:pt x="1132" y="10035"/>
                  </a:cubicBezTo>
                  <a:lnTo>
                    <a:pt x="626" y="9678"/>
                  </a:lnTo>
                  <a:cubicBezTo>
                    <a:pt x="507" y="9529"/>
                    <a:pt x="507" y="9529"/>
                    <a:pt x="388" y="9410"/>
                  </a:cubicBezTo>
                  <a:lnTo>
                    <a:pt x="311" y="9332"/>
                  </a:lnTo>
                  <a:lnTo>
                    <a:pt x="311" y="9332"/>
                  </a:lnTo>
                  <a:lnTo>
                    <a:pt x="3723" y="2978"/>
                  </a:lnTo>
                  <a:cubicBezTo>
                    <a:pt x="4302" y="2151"/>
                    <a:pt x="4779" y="1247"/>
                    <a:pt x="5248" y="432"/>
                  </a:cubicBezTo>
                  <a:lnTo>
                    <a:pt x="5248" y="432"/>
                  </a:lnTo>
                  <a:lnTo>
                    <a:pt x="22957" y="8784"/>
                  </a:lnTo>
                  <a:lnTo>
                    <a:pt x="28286" y="11285"/>
                  </a:lnTo>
                  <a:lnTo>
                    <a:pt x="29251" y="11690"/>
                  </a:lnTo>
                  <a:lnTo>
                    <a:pt x="29251" y="11690"/>
                  </a:lnTo>
                  <a:lnTo>
                    <a:pt x="28286" y="11166"/>
                  </a:lnTo>
                  <a:lnTo>
                    <a:pt x="22957" y="8665"/>
                  </a:lnTo>
                  <a:lnTo>
                    <a:pt x="5211" y="120"/>
                  </a:lnTo>
                  <a:lnTo>
                    <a:pt x="509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52"/>
            <p:cNvSpPr/>
            <p:nvPr/>
          </p:nvSpPr>
          <p:spPr>
            <a:xfrm>
              <a:off x="4883500" y="3840750"/>
              <a:ext cx="145925" cy="794250"/>
            </a:xfrm>
            <a:custGeom>
              <a:avLst/>
              <a:gdLst/>
              <a:ahLst/>
              <a:cxnLst/>
              <a:rect l="l" t="t" r="r" b="b"/>
              <a:pathLst>
                <a:path w="5837" h="31770" extrusionOk="0">
                  <a:moveTo>
                    <a:pt x="5836" y="0"/>
                  </a:moveTo>
                  <a:cubicBezTo>
                    <a:pt x="5722" y="0"/>
                    <a:pt x="5580" y="0"/>
                    <a:pt x="5569" y="105"/>
                  </a:cubicBezTo>
                  <a:lnTo>
                    <a:pt x="5569" y="105"/>
                  </a:lnTo>
                  <a:cubicBezTo>
                    <a:pt x="5658" y="64"/>
                    <a:pt x="5746" y="28"/>
                    <a:pt x="5836" y="0"/>
                  </a:cubicBezTo>
                  <a:close/>
                  <a:moveTo>
                    <a:pt x="5569" y="105"/>
                  </a:moveTo>
                  <a:cubicBezTo>
                    <a:pt x="5535" y="121"/>
                    <a:pt x="5501" y="138"/>
                    <a:pt x="5467" y="155"/>
                  </a:cubicBezTo>
                  <a:lnTo>
                    <a:pt x="5467" y="155"/>
                  </a:lnTo>
                  <a:cubicBezTo>
                    <a:pt x="5500" y="143"/>
                    <a:pt x="5533" y="131"/>
                    <a:pt x="5568" y="119"/>
                  </a:cubicBezTo>
                  <a:cubicBezTo>
                    <a:pt x="5568" y="114"/>
                    <a:pt x="5568" y="110"/>
                    <a:pt x="5569" y="105"/>
                  </a:cubicBezTo>
                  <a:close/>
                  <a:moveTo>
                    <a:pt x="5467" y="155"/>
                  </a:moveTo>
                  <a:cubicBezTo>
                    <a:pt x="5163" y="267"/>
                    <a:pt x="4935" y="399"/>
                    <a:pt x="4586" y="506"/>
                  </a:cubicBezTo>
                  <a:cubicBezTo>
                    <a:pt x="3484" y="1132"/>
                    <a:pt x="2591" y="1995"/>
                    <a:pt x="1995" y="3097"/>
                  </a:cubicBezTo>
                  <a:cubicBezTo>
                    <a:pt x="1489" y="3722"/>
                    <a:pt x="1102" y="4585"/>
                    <a:pt x="864" y="5330"/>
                  </a:cubicBezTo>
                  <a:cubicBezTo>
                    <a:pt x="507" y="6342"/>
                    <a:pt x="239" y="7325"/>
                    <a:pt x="239" y="8188"/>
                  </a:cubicBezTo>
                  <a:cubicBezTo>
                    <a:pt x="120" y="9320"/>
                    <a:pt x="0" y="10421"/>
                    <a:pt x="0" y="11553"/>
                  </a:cubicBezTo>
                  <a:lnTo>
                    <a:pt x="0" y="15006"/>
                  </a:lnTo>
                  <a:cubicBezTo>
                    <a:pt x="120" y="17359"/>
                    <a:pt x="358" y="19592"/>
                    <a:pt x="626" y="21706"/>
                  </a:cubicBezTo>
                  <a:cubicBezTo>
                    <a:pt x="864" y="23700"/>
                    <a:pt x="1102" y="25546"/>
                    <a:pt x="1251" y="27184"/>
                  </a:cubicBezTo>
                  <a:cubicBezTo>
                    <a:pt x="1370" y="28673"/>
                    <a:pt x="1489" y="29893"/>
                    <a:pt x="1489" y="30757"/>
                  </a:cubicBezTo>
                  <a:cubicBezTo>
                    <a:pt x="1489" y="31144"/>
                    <a:pt x="1608" y="31501"/>
                    <a:pt x="1608" y="31769"/>
                  </a:cubicBezTo>
                  <a:lnTo>
                    <a:pt x="1608" y="30757"/>
                  </a:lnTo>
                  <a:cubicBezTo>
                    <a:pt x="1608" y="29893"/>
                    <a:pt x="1489" y="28673"/>
                    <a:pt x="1370" y="27035"/>
                  </a:cubicBezTo>
                  <a:cubicBezTo>
                    <a:pt x="1251" y="25546"/>
                    <a:pt x="1102" y="23700"/>
                    <a:pt x="864" y="21586"/>
                  </a:cubicBezTo>
                  <a:cubicBezTo>
                    <a:pt x="626" y="19592"/>
                    <a:pt x="358" y="17359"/>
                    <a:pt x="239" y="15006"/>
                  </a:cubicBezTo>
                  <a:lnTo>
                    <a:pt x="239" y="11553"/>
                  </a:lnTo>
                  <a:cubicBezTo>
                    <a:pt x="239" y="10421"/>
                    <a:pt x="239" y="9320"/>
                    <a:pt x="358" y="8307"/>
                  </a:cubicBezTo>
                  <a:cubicBezTo>
                    <a:pt x="507" y="6461"/>
                    <a:pt x="1102" y="4705"/>
                    <a:pt x="2114" y="3097"/>
                  </a:cubicBezTo>
                  <a:cubicBezTo>
                    <a:pt x="2740" y="2114"/>
                    <a:pt x="3603" y="1251"/>
                    <a:pt x="4586" y="626"/>
                  </a:cubicBezTo>
                  <a:cubicBezTo>
                    <a:pt x="4929" y="464"/>
                    <a:pt x="5205" y="288"/>
                    <a:pt x="5467" y="15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52"/>
            <p:cNvSpPr/>
            <p:nvPr/>
          </p:nvSpPr>
          <p:spPr>
            <a:xfrm>
              <a:off x="4449550" y="4706425"/>
              <a:ext cx="471200" cy="387100"/>
            </a:xfrm>
            <a:custGeom>
              <a:avLst/>
              <a:gdLst/>
              <a:ahLst/>
              <a:cxnLst/>
              <a:rect l="l" t="t" r="r" b="b"/>
              <a:pathLst>
                <a:path w="18848" h="15484" extrusionOk="0">
                  <a:moveTo>
                    <a:pt x="0" y="1"/>
                  </a:moveTo>
                  <a:lnTo>
                    <a:pt x="745" y="745"/>
                  </a:lnTo>
                  <a:cubicBezTo>
                    <a:pt x="864" y="864"/>
                    <a:pt x="983" y="983"/>
                    <a:pt x="1221" y="1102"/>
                  </a:cubicBezTo>
                  <a:cubicBezTo>
                    <a:pt x="1846" y="1608"/>
                    <a:pt x="2471" y="2085"/>
                    <a:pt x="3216" y="2591"/>
                  </a:cubicBezTo>
                  <a:cubicBezTo>
                    <a:pt x="4466" y="3573"/>
                    <a:pt x="5687" y="4467"/>
                    <a:pt x="6818" y="5211"/>
                  </a:cubicBezTo>
                  <a:lnTo>
                    <a:pt x="12892" y="9528"/>
                  </a:lnTo>
                  <a:lnTo>
                    <a:pt x="16971" y="12387"/>
                  </a:lnTo>
                  <a:lnTo>
                    <a:pt x="18103" y="13131"/>
                  </a:lnTo>
                  <a:lnTo>
                    <a:pt x="18341" y="13399"/>
                  </a:lnTo>
                  <a:lnTo>
                    <a:pt x="17984" y="13131"/>
                  </a:lnTo>
                  <a:lnTo>
                    <a:pt x="16852" y="12387"/>
                  </a:lnTo>
                  <a:lnTo>
                    <a:pt x="12773" y="9677"/>
                  </a:lnTo>
                  <a:cubicBezTo>
                    <a:pt x="11017" y="8546"/>
                    <a:pt x="9051" y="7057"/>
                    <a:pt x="6699" y="5449"/>
                  </a:cubicBezTo>
                  <a:cubicBezTo>
                    <a:pt x="5449" y="4586"/>
                    <a:pt x="4317" y="3722"/>
                    <a:pt x="2978" y="2829"/>
                  </a:cubicBezTo>
                  <a:cubicBezTo>
                    <a:pt x="2590" y="2472"/>
                    <a:pt x="2233" y="2234"/>
                    <a:pt x="1846" y="1966"/>
                  </a:cubicBezTo>
                  <a:lnTo>
                    <a:pt x="1846" y="1966"/>
                  </a:lnTo>
                  <a:lnTo>
                    <a:pt x="14619" y="15483"/>
                  </a:lnTo>
                  <a:lnTo>
                    <a:pt x="18847" y="133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9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52"/>
            <p:cNvSpPr/>
            <p:nvPr/>
          </p:nvSpPr>
          <p:spPr>
            <a:xfrm>
              <a:off x="4468150" y="4725025"/>
              <a:ext cx="439925" cy="316375"/>
            </a:xfrm>
            <a:custGeom>
              <a:avLst/>
              <a:gdLst/>
              <a:ahLst/>
              <a:cxnLst/>
              <a:rect l="l" t="t" r="r" b="b"/>
              <a:pathLst>
                <a:path w="17597" h="12655" extrusionOk="0">
                  <a:moveTo>
                    <a:pt x="1" y="1"/>
                  </a:moveTo>
                  <a:lnTo>
                    <a:pt x="1102" y="1222"/>
                  </a:lnTo>
                  <a:cubicBezTo>
                    <a:pt x="1489" y="1490"/>
                    <a:pt x="1846" y="1728"/>
                    <a:pt x="2234" y="2085"/>
                  </a:cubicBezTo>
                  <a:cubicBezTo>
                    <a:pt x="3573" y="2978"/>
                    <a:pt x="4705" y="3842"/>
                    <a:pt x="5955" y="4705"/>
                  </a:cubicBezTo>
                  <a:cubicBezTo>
                    <a:pt x="8307" y="6313"/>
                    <a:pt x="10273" y="7802"/>
                    <a:pt x="12029" y="8933"/>
                  </a:cubicBezTo>
                  <a:lnTo>
                    <a:pt x="16108" y="11643"/>
                  </a:lnTo>
                  <a:lnTo>
                    <a:pt x="17240" y="12387"/>
                  </a:lnTo>
                  <a:lnTo>
                    <a:pt x="17597" y="12655"/>
                  </a:lnTo>
                  <a:lnTo>
                    <a:pt x="17359" y="12387"/>
                  </a:lnTo>
                  <a:lnTo>
                    <a:pt x="16227" y="11643"/>
                  </a:lnTo>
                  <a:lnTo>
                    <a:pt x="12148" y="8784"/>
                  </a:lnTo>
                  <a:lnTo>
                    <a:pt x="6074" y="4467"/>
                  </a:lnTo>
                  <a:cubicBezTo>
                    <a:pt x="4943" y="3723"/>
                    <a:pt x="3722" y="2829"/>
                    <a:pt x="2472" y="1847"/>
                  </a:cubicBezTo>
                  <a:cubicBezTo>
                    <a:pt x="1727" y="1341"/>
                    <a:pt x="1102" y="864"/>
                    <a:pt x="477" y="358"/>
                  </a:cubicBezTo>
                  <a:cubicBezTo>
                    <a:pt x="239" y="239"/>
                    <a:pt x="120" y="120"/>
                    <a:pt x="1" y="1"/>
                  </a:cubicBezTo>
                  <a:close/>
                </a:path>
              </a:pathLst>
            </a:custGeom>
            <a:solidFill>
              <a:srgbClr val="171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52"/>
            <p:cNvSpPr/>
            <p:nvPr/>
          </p:nvSpPr>
          <p:spPr>
            <a:xfrm>
              <a:off x="4846275" y="4070000"/>
              <a:ext cx="90100" cy="570950"/>
            </a:xfrm>
            <a:custGeom>
              <a:avLst/>
              <a:gdLst/>
              <a:ahLst/>
              <a:cxnLst/>
              <a:rect l="l" t="t" r="r" b="b"/>
              <a:pathLst>
                <a:path w="3604" h="22838" extrusionOk="0">
                  <a:moveTo>
                    <a:pt x="1489" y="2621"/>
                  </a:moveTo>
                  <a:cubicBezTo>
                    <a:pt x="507" y="8933"/>
                    <a:pt x="507" y="14888"/>
                    <a:pt x="1" y="21349"/>
                  </a:cubicBezTo>
                  <a:lnTo>
                    <a:pt x="3097" y="22599"/>
                  </a:lnTo>
                  <a:cubicBezTo>
                    <a:pt x="3097" y="22331"/>
                    <a:pt x="2978" y="21974"/>
                    <a:pt x="2978" y="21587"/>
                  </a:cubicBezTo>
                  <a:cubicBezTo>
                    <a:pt x="2978" y="20723"/>
                    <a:pt x="2859" y="19503"/>
                    <a:pt x="2740" y="18014"/>
                  </a:cubicBezTo>
                  <a:cubicBezTo>
                    <a:pt x="2591" y="16376"/>
                    <a:pt x="2353" y="14530"/>
                    <a:pt x="2115" y="12536"/>
                  </a:cubicBezTo>
                  <a:cubicBezTo>
                    <a:pt x="1847" y="10422"/>
                    <a:pt x="1609" y="8189"/>
                    <a:pt x="1489" y="5836"/>
                  </a:cubicBezTo>
                  <a:lnTo>
                    <a:pt x="1489" y="2621"/>
                  </a:lnTo>
                  <a:close/>
                  <a:moveTo>
                    <a:pt x="1996" y="1"/>
                  </a:moveTo>
                  <a:cubicBezTo>
                    <a:pt x="1847" y="388"/>
                    <a:pt x="1847" y="894"/>
                    <a:pt x="1728" y="1251"/>
                  </a:cubicBezTo>
                  <a:lnTo>
                    <a:pt x="1728" y="2383"/>
                  </a:lnTo>
                  <a:lnTo>
                    <a:pt x="1728" y="5836"/>
                  </a:lnTo>
                  <a:cubicBezTo>
                    <a:pt x="1847" y="8189"/>
                    <a:pt x="2115" y="10422"/>
                    <a:pt x="2353" y="12416"/>
                  </a:cubicBezTo>
                  <a:cubicBezTo>
                    <a:pt x="2591" y="14530"/>
                    <a:pt x="2740" y="16376"/>
                    <a:pt x="2859" y="17865"/>
                  </a:cubicBezTo>
                  <a:cubicBezTo>
                    <a:pt x="2978" y="19503"/>
                    <a:pt x="3097" y="20723"/>
                    <a:pt x="3097" y="21587"/>
                  </a:cubicBezTo>
                  <a:lnTo>
                    <a:pt x="3097" y="22599"/>
                  </a:lnTo>
                  <a:lnTo>
                    <a:pt x="3603" y="22837"/>
                  </a:lnTo>
                  <a:cubicBezTo>
                    <a:pt x="2859" y="14769"/>
                    <a:pt x="1847" y="7593"/>
                    <a:pt x="1996" y="1"/>
                  </a:cubicBezTo>
                  <a:close/>
                </a:path>
              </a:pathLst>
            </a:custGeom>
            <a:solidFill>
              <a:srgbClr val="89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52"/>
            <p:cNvSpPr/>
            <p:nvPr/>
          </p:nvSpPr>
          <p:spPr>
            <a:xfrm>
              <a:off x="4883500" y="4101275"/>
              <a:ext cx="40225" cy="533725"/>
            </a:xfrm>
            <a:custGeom>
              <a:avLst/>
              <a:gdLst/>
              <a:ahLst/>
              <a:cxnLst/>
              <a:rect l="l" t="t" r="r" b="b"/>
              <a:pathLst>
                <a:path w="1609" h="21349" extrusionOk="0">
                  <a:moveTo>
                    <a:pt x="239" y="0"/>
                  </a:moveTo>
                  <a:cubicBezTo>
                    <a:pt x="120" y="506"/>
                    <a:pt x="120" y="864"/>
                    <a:pt x="0" y="1370"/>
                  </a:cubicBezTo>
                  <a:lnTo>
                    <a:pt x="0" y="4585"/>
                  </a:lnTo>
                  <a:cubicBezTo>
                    <a:pt x="120" y="6938"/>
                    <a:pt x="358" y="9171"/>
                    <a:pt x="626" y="11285"/>
                  </a:cubicBezTo>
                  <a:cubicBezTo>
                    <a:pt x="864" y="13279"/>
                    <a:pt x="1102" y="15125"/>
                    <a:pt x="1251" y="16763"/>
                  </a:cubicBezTo>
                  <a:cubicBezTo>
                    <a:pt x="1370" y="18252"/>
                    <a:pt x="1489" y="19472"/>
                    <a:pt x="1489" y="20336"/>
                  </a:cubicBezTo>
                  <a:cubicBezTo>
                    <a:pt x="1489" y="20723"/>
                    <a:pt x="1608" y="21080"/>
                    <a:pt x="1608" y="21348"/>
                  </a:cubicBezTo>
                  <a:lnTo>
                    <a:pt x="1608" y="20336"/>
                  </a:lnTo>
                  <a:cubicBezTo>
                    <a:pt x="1608" y="19472"/>
                    <a:pt x="1489" y="18252"/>
                    <a:pt x="1370" y="16614"/>
                  </a:cubicBezTo>
                  <a:cubicBezTo>
                    <a:pt x="1251" y="15125"/>
                    <a:pt x="1102" y="13279"/>
                    <a:pt x="864" y="11165"/>
                  </a:cubicBezTo>
                  <a:cubicBezTo>
                    <a:pt x="626" y="9171"/>
                    <a:pt x="358" y="6938"/>
                    <a:pt x="239" y="4585"/>
                  </a:cubicBezTo>
                  <a:lnTo>
                    <a:pt x="239" y="1132"/>
                  </a:lnTo>
                  <a:lnTo>
                    <a:pt x="239" y="0"/>
                  </a:lnTo>
                  <a:close/>
                </a:path>
              </a:pathLst>
            </a:custGeom>
            <a:solidFill>
              <a:srgbClr val="171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52"/>
            <p:cNvSpPr/>
            <p:nvPr/>
          </p:nvSpPr>
          <p:spPr>
            <a:xfrm>
              <a:off x="4043125" y="4367750"/>
              <a:ext cx="446625" cy="297750"/>
            </a:xfrm>
            <a:custGeom>
              <a:avLst/>
              <a:gdLst/>
              <a:ahLst/>
              <a:cxnLst/>
              <a:rect l="l" t="t" r="r" b="b"/>
              <a:pathLst>
                <a:path w="17865" h="11910" extrusionOk="0">
                  <a:moveTo>
                    <a:pt x="6581" y="0"/>
                  </a:moveTo>
                  <a:lnTo>
                    <a:pt x="5687" y="1251"/>
                  </a:lnTo>
                  <a:lnTo>
                    <a:pt x="1966" y="9826"/>
                  </a:lnTo>
                  <a:lnTo>
                    <a:pt x="120" y="9201"/>
                  </a:lnTo>
                  <a:lnTo>
                    <a:pt x="1" y="11166"/>
                  </a:lnTo>
                  <a:cubicBezTo>
                    <a:pt x="239" y="11672"/>
                    <a:pt x="1102" y="11910"/>
                    <a:pt x="1847" y="11910"/>
                  </a:cubicBezTo>
                  <a:cubicBezTo>
                    <a:pt x="2234" y="11910"/>
                    <a:pt x="2591" y="11910"/>
                    <a:pt x="2859" y="11791"/>
                  </a:cubicBezTo>
                  <a:cubicBezTo>
                    <a:pt x="3603" y="11314"/>
                    <a:pt x="4348" y="10570"/>
                    <a:pt x="4586" y="9677"/>
                  </a:cubicBezTo>
                  <a:cubicBezTo>
                    <a:pt x="4943" y="8813"/>
                    <a:pt x="5449" y="8069"/>
                    <a:pt x="5955" y="7206"/>
                  </a:cubicBezTo>
                  <a:cubicBezTo>
                    <a:pt x="8069" y="9945"/>
                    <a:pt x="13280" y="11672"/>
                    <a:pt x="15513" y="11672"/>
                  </a:cubicBezTo>
                  <a:cubicBezTo>
                    <a:pt x="15751" y="11672"/>
                    <a:pt x="16108" y="11672"/>
                    <a:pt x="16257" y="11553"/>
                  </a:cubicBezTo>
                  <a:lnTo>
                    <a:pt x="17865" y="8694"/>
                  </a:lnTo>
                  <a:lnTo>
                    <a:pt x="6581" y="0"/>
                  </a:lnTo>
                  <a:close/>
                </a:path>
              </a:pathLst>
            </a:custGeom>
            <a:solidFill>
              <a:srgbClr val="89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52"/>
            <p:cNvSpPr/>
            <p:nvPr/>
          </p:nvSpPr>
          <p:spPr>
            <a:xfrm>
              <a:off x="4449550" y="4585100"/>
              <a:ext cx="40200" cy="71475"/>
            </a:xfrm>
            <a:custGeom>
              <a:avLst/>
              <a:gdLst/>
              <a:ahLst/>
              <a:cxnLst/>
              <a:rect l="l" t="t" r="r" b="b"/>
              <a:pathLst>
                <a:path w="1608" h="2859" extrusionOk="0">
                  <a:moveTo>
                    <a:pt x="1608" y="0"/>
                  </a:moveTo>
                  <a:lnTo>
                    <a:pt x="0" y="2859"/>
                  </a:lnTo>
                  <a:lnTo>
                    <a:pt x="0" y="2859"/>
                  </a:lnTo>
                  <a:lnTo>
                    <a:pt x="1608" y="0"/>
                  </a:lnTo>
                  <a:close/>
                </a:path>
              </a:pathLst>
            </a:custGeom>
            <a:solidFill>
              <a:srgbClr val="171E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52"/>
            <p:cNvSpPr/>
            <p:nvPr/>
          </p:nvSpPr>
          <p:spPr>
            <a:xfrm>
              <a:off x="3496775" y="4023850"/>
              <a:ext cx="9700" cy="18650"/>
            </a:xfrm>
            <a:custGeom>
              <a:avLst/>
              <a:gdLst/>
              <a:ahLst/>
              <a:cxnLst/>
              <a:rect l="l" t="t" r="r" b="b"/>
              <a:pathLst>
                <a:path w="388" h="746" extrusionOk="0">
                  <a:moveTo>
                    <a:pt x="268" y="1"/>
                  </a:moveTo>
                  <a:cubicBezTo>
                    <a:pt x="149" y="1"/>
                    <a:pt x="149" y="120"/>
                    <a:pt x="149" y="358"/>
                  </a:cubicBezTo>
                  <a:cubicBezTo>
                    <a:pt x="0" y="507"/>
                    <a:pt x="149" y="745"/>
                    <a:pt x="149" y="745"/>
                  </a:cubicBezTo>
                  <a:cubicBezTo>
                    <a:pt x="268" y="745"/>
                    <a:pt x="268" y="626"/>
                    <a:pt x="387" y="358"/>
                  </a:cubicBezTo>
                  <a:cubicBezTo>
                    <a:pt x="387" y="120"/>
                    <a:pt x="268" y="1"/>
                    <a:pt x="26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52"/>
            <p:cNvSpPr/>
            <p:nvPr/>
          </p:nvSpPr>
          <p:spPr>
            <a:xfrm>
              <a:off x="3636700" y="4112750"/>
              <a:ext cx="12700" cy="16825"/>
            </a:xfrm>
            <a:custGeom>
              <a:avLst/>
              <a:gdLst/>
              <a:ahLst/>
              <a:cxnLst/>
              <a:rect l="l" t="t" r="r" b="b"/>
              <a:pathLst>
                <a:path w="508" h="673" extrusionOk="0">
                  <a:moveTo>
                    <a:pt x="94" y="1"/>
                  </a:moveTo>
                  <a:cubicBezTo>
                    <a:pt x="65" y="1"/>
                    <a:pt x="33" y="15"/>
                    <a:pt x="1" y="47"/>
                  </a:cubicBezTo>
                  <a:cubicBezTo>
                    <a:pt x="1" y="47"/>
                    <a:pt x="1" y="166"/>
                    <a:pt x="120" y="405"/>
                  </a:cubicBezTo>
                  <a:cubicBezTo>
                    <a:pt x="120" y="524"/>
                    <a:pt x="358" y="673"/>
                    <a:pt x="358" y="673"/>
                  </a:cubicBezTo>
                  <a:cubicBezTo>
                    <a:pt x="507" y="673"/>
                    <a:pt x="358" y="405"/>
                    <a:pt x="239" y="286"/>
                  </a:cubicBezTo>
                  <a:cubicBezTo>
                    <a:pt x="239" y="111"/>
                    <a:pt x="175" y="1"/>
                    <a:pt x="9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52"/>
            <p:cNvSpPr/>
            <p:nvPr/>
          </p:nvSpPr>
          <p:spPr>
            <a:xfrm>
              <a:off x="3534000" y="4212925"/>
              <a:ext cx="6725" cy="18625"/>
            </a:xfrm>
            <a:custGeom>
              <a:avLst/>
              <a:gdLst/>
              <a:ahLst/>
              <a:cxnLst/>
              <a:rect l="l" t="t" r="r" b="b"/>
              <a:pathLst>
                <a:path w="269" h="745" extrusionOk="0">
                  <a:moveTo>
                    <a:pt x="149" y="0"/>
                  </a:moveTo>
                  <a:cubicBezTo>
                    <a:pt x="149" y="0"/>
                    <a:pt x="0" y="239"/>
                    <a:pt x="0" y="387"/>
                  </a:cubicBezTo>
                  <a:cubicBezTo>
                    <a:pt x="0" y="626"/>
                    <a:pt x="149" y="745"/>
                    <a:pt x="149" y="745"/>
                  </a:cubicBezTo>
                  <a:cubicBezTo>
                    <a:pt x="268" y="745"/>
                    <a:pt x="268" y="626"/>
                    <a:pt x="268" y="387"/>
                  </a:cubicBezTo>
                  <a:cubicBezTo>
                    <a:pt x="268" y="239"/>
                    <a:pt x="268" y="0"/>
                    <a:pt x="14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52"/>
            <p:cNvSpPr/>
            <p:nvPr/>
          </p:nvSpPr>
          <p:spPr>
            <a:xfrm>
              <a:off x="3664250" y="4375475"/>
              <a:ext cx="22350" cy="17600"/>
            </a:xfrm>
            <a:custGeom>
              <a:avLst/>
              <a:gdLst/>
              <a:ahLst/>
              <a:cxnLst/>
              <a:rect l="l" t="t" r="r" b="b"/>
              <a:pathLst>
                <a:path w="894" h="704" extrusionOk="0">
                  <a:moveTo>
                    <a:pt x="117" y="0"/>
                  </a:moveTo>
                  <a:cubicBezTo>
                    <a:pt x="46" y="0"/>
                    <a:pt x="1" y="29"/>
                    <a:pt x="1" y="78"/>
                  </a:cubicBezTo>
                  <a:lnTo>
                    <a:pt x="388" y="436"/>
                  </a:lnTo>
                  <a:cubicBezTo>
                    <a:pt x="507" y="585"/>
                    <a:pt x="626" y="704"/>
                    <a:pt x="745" y="704"/>
                  </a:cubicBezTo>
                  <a:cubicBezTo>
                    <a:pt x="894" y="704"/>
                    <a:pt x="745" y="436"/>
                    <a:pt x="507" y="197"/>
                  </a:cubicBezTo>
                  <a:cubicBezTo>
                    <a:pt x="367" y="58"/>
                    <a:pt x="217" y="0"/>
                    <a:pt x="11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52"/>
            <p:cNvSpPr/>
            <p:nvPr/>
          </p:nvSpPr>
          <p:spPr>
            <a:xfrm>
              <a:off x="3661275" y="4534000"/>
              <a:ext cx="9700" cy="13900"/>
            </a:xfrm>
            <a:custGeom>
              <a:avLst/>
              <a:gdLst/>
              <a:ahLst/>
              <a:cxnLst/>
              <a:rect l="l" t="t" r="r" b="b"/>
              <a:pathLst>
                <a:path w="388" h="556" extrusionOk="0">
                  <a:moveTo>
                    <a:pt x="236" y="1"/>
                  </a:moveTo>
                  <a:cubicBezTo>
                    <a:pt x="186" y="1"/>
                    <a:pt x="85" y="92"/>
                    <a:pt x="0" y="198"/>
                  </a:cubicBezTo>
                  <a:lnTo>
                    <a:pt x="0" y="556"/>
                  </a:lnTo>
                  <a:cubicBezTo>
                    <a:pt x="120" y="556"/>
                    <a:pt x="268" y="437"/>
                    <a:pt x="268" y="317"/>
                  </a:cubicBezTo>
                  <a:cubicBezTo>
                    <a:pt x="387" y="198"/>
                    <a:pt x="387" y="49"/>
                    <a:pt x="268" y="49"/>
                  </a:cubicBezTo>
                  <a:cubicBezTo>
                    <a:pt x="268" y="15"/>
                    <a:pt x="256" y="1"/>
                    <a:pt x="23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52"/>
            <p:cNvSpPr/>
            <p:nvPr/>
          </p:nvSpPr>
          <p:spPr>
            <a:xfrm>
              <a:off x="3798225" y="4579150"/>
              <a:ext cx="21625" cy="16800"/>
            </a:xfrm>
            <a:custGeom>
              <a:avLst/>
              <a:gdLst/>
              <a:ahLst/>
              <a:cxnLst/>
              <a:rect l="l" t="t" r="r" b="b"/>
              <a:pathLst>
                <a:path w="865" h="672" extrusionOk="0">
                  <a:moveTo>
                    <a:pt x="1" y="0"/>
                  </a:moveTo>
                  <a:cubicBezTo>
                    <a:pt x="1" y="0"/>
                    <a:pt x="120" y="238"/>
                    <a:pt x="239" y="357"/>
                  </a:cubicBezTo>
                  <a:cubicBezTo>
                    <a:pt x="415" y="555"/>
                    <a:pt x="606" y="672"/>
                    <a:pt x="695" y="672"/>
                  </a:cubicBezTo>
                  <a:cubicBezTo>
                    <a:pt x="727" y="672"/>
                    <a:pt x="745" y="657"/>
                    <a:pt x="745" y="625"/>
                  </a:cubicBezTo>
                  <a:cubicBezTo>
                    <a:pt x="864" y="625"/>
                    <a:pt x="596" y="357"/>
                    <a:pt x="477" y="238"/>
                  </a:cubicBezTo>
                  <a:cubicBezTo>
                    <a:pt x="239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52"/>
            <p:cNvSpPr/>
            <p:nvPr/>
          </p:nvSpPr>
          <p:spPr>
            <a:xfrm>
              <a:off x="3894250" y="4340200"/>
              <a:ext cx="8950" cy="21625"/>
            </a:xfrm>
            <a:custGeom>
              <a:avLst/>
              <a:gdLst/>
              <a:ahLst/>
              <a:cxnLst/>
              <a:rect l="l" t="t" r="r" b="b"/>
              <a:pathLst>
                <a:path w="358" h="865" extrusionOk="0">
                  <a:moveTo>
                    <a:pt x="239" y="1"/>
                  </a:moveTo>
                  <a:cubicBezTo>
                    <a:pt x="120" y="1"/>
                    <a:pt x="1" y="120"/>
                    <a:pt x="1" y="358"/>
                  </a:cubicBezTo>
                  <a:cubicBezTo>
                    <a:pt x="1" y="626"/>
                    <a:pt x="120" y="864"/>
                    <a:pt x="239" y="864"/>
                  </a:cubicBezTo>
                  <a:cubicBezTo>
                    <a:pt x="239" y="864"/>
                    <a:pt x="358" y="626"/>
                    <a:pt x="358" y="358"/>
                  </a:cubicBezTo>
                  <a:cubicBezTo>
                    <a:pt x="358" y="120"/>
                    <a:pt x="239" y="1"/>
                    <a:pt x="239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52"/>
            <p:cNvSpPr/>
            <p:nvPr/>
          </p:nvSpPr>
          <p:spPr>
            <a:xfrm>
              <a:off x="3863000" y="4464500"/>
              <a:ext cx="12675" cy="14925"/>
            </a:xfrm>
            <a:custGeom>
              <a:avLst/>
              <a:gdLst/>
              <a:ahLst/>
              <a:cxnLst/>
              <a:rect l="l" t="t" r="r" b="b"/>
              <a:pathLst>
                <a:path w="507" h="597" extrusionOk="0">
                  <a:moveTo>
                    <a:pt x="0" y="1"/>
                  </a:moveTo>
                  <a:cubicBezTo>
                    <a:pt x="0" y="120"/>
                    <a:pt x="0" y="239"/>
                    <a:pt x="119" y="358"/>
                  </a:cubicBezTo>
                  <a:cubicBezTo>
                    <a:pt x="238" y="477"/>
                    <a:pt x="387" y="596"/>
                    <a:pt x="506" y="596"/>
                  </a:cubicBezTo>
                  <a:cubicBezTo>
                    <a:pt x="506" y="477"/>
                    <a:pt x="506" y="358"/>
                    <a:pt x="387" y="239"/>
                  </a:cubicBezTo>
                  <a:cubicBezTo>
                    <a:pt x="238" y="120"/>
                    <a:pt x="119" y="1"/>
                    <a:pt x="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52"/>
            <p:cNvSpPr/>
            <p:nvPr/>
          </p:nvSpPr>
          <p:spPr>
            <a:xfrm>
              <a:off x="3977625" y="4108150"/>
              <a:ext cx="25325" cy="11000"/>
            </a:xfrm>
            <a:custGeom>
              <a:avLst/>
              <a:gdLst/>
              <a:ahLst/>
              <a:cxnLst/>
              <a:rect l="l" t="t" r="r" b="b"/>
              <a:pathLst>
                <a:path w="1013" h="440" extrusionOk="0">
                  <a:moveTo>
                    <a:pt x="164" y="1"/>
                  </a:moveTo>
                  <a:cubicBezTo>
                    <a:pt x="67" y="1"/>
                    <a:pt x="0" y="38"/>
                    <a:pt x="0" y="112"/>
                  </a:cubicBezTo>
                  <a:cubicBezTo>
                    <a:pt x="0" y="112"/>
                    <a:pt x="119" y="231"/>
                    <a:pt x="507" y="350"/>
                  </a:cubicBezTo>
                  <a:cubicBezTo>
                    <a:pt x="626" y="410"/>
                    <a:pt x="752" y="440"/>
                    <a:pt x="849" y="440"/>
                  </a:cubicBezTo>
                  <a:cubicBezTo>
                    <a:pt x="946" y="440"/>
                    <a:pt x="1013" y="410"/>
                    <a:pt x="1013" y="350"/>
                  </a:cubicBezTo>
                  <a:cubicBezTo>
                    <a:pt x="1013" y="350"/>
                    <a:pt x="745" y="231"/>
                    <a:pt x="507" y="112"/>
                  </a:cubicBezTo>
                  <a:cubicBezTo>
                    <a:pt x="387" y="38"/>
                    <a:pt x="261" y="1"/>
                    <a:pt x="16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52"/>
            <p:cNvSpPr/>
            <p:nvPr/>
          </p:nvSpPr>
          <p:spPr>
            <a:xfrm>
              <a:off x="3525050" y="4413400"/>
              <a:ext cx="8975" cy="10200"/>
            </a:xfrm>
            <a:custGeom>
              <a:avLst/>
              <a:gdLst/>
              <a:ahLst/>
              <a:cxnLst/>
              <a:rect l="l" t="t" r="r" b="b"/>
              <a:pathLst>
                <a:path w="359" h="408" extrusionOk="0">
                  <a:moveTo>
                    <a:pt x="214" y="1"/>
                  </a:moveTo>
                  <a:cubicBezTo>
                    <a:pt x="179" y="1"/>
                    <a:pt x="120" y="85"/>
                    <a:pt x="120" y="169"/>
                  </a:cubicBezTo>
                  <a:cubicBezTo>
                    <a:pt x="1" y="169"/>
                    <a:pt x="1" y="288"/>
                    <a:pt x="120" y="407"/>
                  </a:cubicBezTo>
                  <a:cubicBezTo>
                    <a:pt x="120" y="407"/>
                    <a:pt x="239" y="407"/>
                    <a:pt x="239" y="288"/>
                  </a:cubicBezTo>
                  <a:cubicBezTo>
                    <a:pt x="358" y="169"/>
                    <a:pt x="358" y="50"/>
                    <a:pt x="239" y="50"/>
                  </a:cubicBezTo>
                  <a:cubicBezTo>
                    <a:pt x="239" y="15"/>
                    <a:pt x="229" y="1"/>
                    <a:pt x="21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52"/>
            <p:cNvSpPr/>
            <p:nvPr/>
          </p:nvSpPr>
          <p:spPr>
            <a:xfrm>
              <a:off x="3540700" y="3888375"/>
              <a:ext cx="21600" cy="10450"/>
            </a:xfrm>
            <a:custGeom>
              <a:avLst/>
              <a:gdLst/>
              <a:ahLst/>
              <a:cxnLst/>
              <a:rect l="l" t="t" r="r" b="b"/>
              <a:pathLst>
                <a:path w="864" h="418" extrusionOk="0">
                  <a:moveTo>
                    <a:pt x="208" y="1"/>
                  </a:moveTo>
                  <a:cubicBezTo>
                    <a:pt x="149" y="1"/>
                    <a:pt x="119" y="31"/>
                    <a:pt x="119" y="90"/>
                  </a:cubicBezTo>
                  <a:cubicBezTo>
                    <a:pt x="0" y="90"/>
                    <a:pt x="238" y="209"/>
                    <a:pt x="357" y="328"/>
                  </a:cubicBezTo>
                  <a:cubicBezTo>
                    <a:pt x="491" y="388"/>
                    <a:pt x="618" y="418"/>
                    <a:pt x="711" y="418"/>
                  </a:cubicBezTo>
                  <a:cubicBezTo>
                    <a:pt x="804" y="418"/>
                    <a:pt x="863" y="388"/>
                    <a:pt x="863" y="328"/>
                  </a:cubicBezTo>
                  <a:cubicBezTo>
                    <a:pt x="863" y="328"/>
                    <a:pt x="744" y="209"/>
                    <a:pt x="476" y="90"/>
                  </a:cubicBezTo>
                  <a:cubicBezTo>
                    <a:pt x="357" y="31"/>
                    <a:pt x="268" y="1"/>
                    <a:pt x="20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52"/>
            <p:cNvSpPr/>
            <p:nvPr/>
          </p:nvSpPr>
          <p:spPr>
            <a:xfrm>
              <a:off x="3394800" y="3934525"/>
              <a:ext cx="8950" cy="11950"/>
            </a:xfrm>
            <a:custGeom>
              <a:avLst/>
              <a:gdLst/>
              <a:ahLst/>
              <a:cxnLst/>
              <a:rect l="l" t="t" r="r" b="b"/>
              <a:pathLst>
                <a:path w="358" h="478" extrusionOk="0">
                  <a:moveTo>
                    <a:pt x="283" y="1"/>
                  </a:moveTo>
                  <a:cubicBezTo>
                    <a:pt x="238" y="1"/>
                    <a:pt x="179" y="31"/>
                    <a:pt x="119" y="90"/>
                  </a:cubicBezTo>
                  <a:cubicBezTo>
                    <a:pt x="0" y="209"/>
                    <a:pt x="0" y="358"/>
                    <a:pt x="0" y="477"/>
                  </a:cubicBezTo>
                  <a:cubicBezTo>
                    <a:pt x="119" y="477"/>
                    <a:pt x="119" y="477"/>
                    <a:pt x="238" y="358"/>
                  </a:cubicBezTo>
                  <a:cubicBezTo>
                    <a:pt x="358" y="209"/>
                    <a:pt x="358" y="90"/>
                    <a:pt x="358" y="90"/>
                  </a:cubicBezTo>
                  <a:cubicBezTo>
                    <a:pt x="358" y="31"/>
                    <a:pt x="328" y="1"/>
                    <a:pt x="28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52"/>
            <p:cNvSpPr/>
            <p:nvPr/>
          </p:nvSpPr>
          <p:spPr>
            <a:xfrm>
              <a:off x="4210600" y="4760750"/>
              <a:ext cx="15650" cy="20125"/>
            </a:xfrm>
            <a:custGeom>
              <a:avLst/>
              <a:gdLst/>
              <a:ahLst/>
              <a:cxnLst/>
              <a:rect l="l" t="t" r="r" b="b"/>
              <a:pathLst>
                <a:path w="626" h="805" extrusionOk="0">
                  <a:moveTo>
                    <a:pt x="164" y="1"/>
                  </a:moveTo>
                  <a:cubicBezTo>
                    <a:pt x="138" y="1"/>
                    <a:pt x="120" y="19"/>
                    <a:pt x="120" y="61"/>
                  </a:cubicBezTo>
                  <a:cubicBezTo>
                    <a:pt x="1" y="61"/>
                    <a:pt x="120" y="180"/>
                    <a:pt x="239" y="418"/>
                  </a:cubicBezTo>
                  <a:cubicBezTo>
                    <a:pt x="239" y="656"/>
                    <a:pt x="358" y="805"/>
                    <a:pt x="477" y="805"/>
                  </a:cubicBezTo>
                  <a:cubicBezTo>
                    <a:pt x="626" y="656"/>
                    <a:pt x="477" y="537"/>
                    <a:pt x="358" y="299"/>
                  </a:cubicBezTo>
                  <a:cubicBezTo>
                    <a:pt x="358" y="127"/>
                    <a:pt x="233" y="1"/>
                    <a:pt x="16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52"/>
            <p:cNvSpPr/>
            <p:nvPr/>
          </p:nvSpPr>
          <p:spPr>
            <a:xfrm>
              <a:off x="4139150" y="4923025"/>
              <a:ext cx="18625" cy="13925"/>
            </a:xfrm>
            <a:custGeom>
              <a:avLst/>
              <a:gdLst/>
              <a:ahLst/>
              <a:cxnLst/>
              <a:rect l="l" t="t" r="r" b="b"/>
              <a:pathLst>
                <a:path w="745" h="557" extrusionOk="0">
                  <a:moveTo>
                    <a:pt x="0" y="1"/>
                  </a:moveTo>
                  <a:cubicBezTo>
                    <a:pt x="0" y="120"/>
                    <a:pt x="119" y="269"/>
                    <a:pt x="239" y="388"/>
                  </a:cubicBezTo>
                  <a:cubicBezTo>
                    <a:pt x="428" y="472"/>
                    <a:pt x="543" y="556"/>
                    <a:pt x="594" y="556"/>
                  </a:cubicBezTo>
                  <a:cubicBezTo>
                    <a:pt x="615" y="556"/>
                    <a:pt x="626" y="542"/>
                    <a:pt x="626" y="507"/>
                  </a:cubicBezTo>
                  <a:cubicBezTo>
                    <a:pt x="745" y="507"/>
                    <a:pt x="626" y="269"/>
                    <a:pt x="358" y="120"/>
                  </a:cubicBezTo>
                  <a:cubicBezTo>
                    <a:pt x="239" y="1"/>
                    <a:pt x="119" y="1"/>
                    <a:pt x="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52"/>
            <p:cNvSpPr/>
            <p:nvPr/>
          </p:nvSpPr>
          <p:spPr>
            <a:xfrm>
              <a:off x="4104900" y="4769950"/>
              <a:ext cx="15675" cy="13925"/>
            </a:xfrm>
            <a:custGeom>
              <a:avLst/>
              <a:gdLst/>
              <a:ahLst/>
              <a:cxnLst/>
              <a:rect l="l" t="t" r="r" b="b"/>
              <a:pathLst>
                <a:path w="627" h="557" extrusionOk="0">
                  <a:moveTo>
                    <a:pt x="476" y="1"/>
                  </a:moveTo>
                  <a:cubicBezTo>
                    <a:pt x="424" y="1"/>
                    <a:pt x="309" y="85"/>
                    <a:pt x="120" y="169"/>
                  </a:cubicBezTo>
                  <a:cubicBezTo>
                    <a:pt x="1" y="288"/>
                    <a:pt x="1" y="556"/>
                    <a:pt x="1" y="556"/>
                  </a:cubicBezTo>
                  <a:cubicBezTo>
                    <a:pt x="1" y="556"/>
                    <a:pt x="239" y="556"/>
                    <a:pt x="388" y="437"/>
                  </a:cubicBezTo>
                  <a:cubicBezTo>
                    <a:pt x="507" y="288"/>
                    <a:pt x="626" y="50"/>
                    <a:pt x="507" y="50"/>
                  </a:cubicBezTo>
                  <a:cubicBezTo>
                    <a:pt x="507" y="15"/>
                    <a:pt x="497" y="1"/>
                    <a:pt x="47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52"/>
            <p:cNvSpPr/>
            <p:nvPr/>
          </p:nvSpPr>
          <p:spPr>
            <a:xfrm>
              <a:off x="4356500" y="4994500"/>
              <a:ext cx="8950" cy="18625"/>
            </a:xfrm>
            <a:custGeom>
              <a:avLst/>
              <a:gdLst/>
              <a:ahLst/>
              <a:cxnLst/>
              <a:rect l="l" t="t" r="r" b="b"/>
              <a:pathLst>
                <a:path w="358" h="745" extrusionOk="0">
                  <a:moveTo>
                    <a:pt x="239" y="0"/>
                  </a:moveTo>
                  <a:cubicBezTo>
                    <a:pt x="119" y="0"/>
                    <a:pt x="0" y="119"/>
                    <a:pt x="0" y="387"/>
                  </a:cubicBezTo>
                  <a:cubicBezTo>
                    <a:pt x="0" y="625"/>
                    <a:pt x="0" y="744"/>
                    <a:pt x="119" y="744"/>
                  </a:cubicBezTo>
                  <a:cubicBezTo>
                    <a:pt x="119" y="744"/>
                    <a:pt x="239" y="625"/>
                    <a:pt x="239" y="387"/>
                  </a:cubicBezTo>
                  <a:cubicBezTo>
                    <a:pt x="358" y="119"/>
                    <a:pt x="239" y="0"/>
                    <a:pt x="23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52"/>
            <p:cNvSpPr/>
            <p:nvPr/>
          </p:nvSpPr>
          <p:spPr>
            <a:xfrm>
              <a:off x="4365425" y="4853650"/>
              <a:ext cx="21625" cy="8950"/>
            </a:xfrm>
            <a:custGeom>
              <a:avLst/>
              <a:gdLst/>
              <a:ahLst/>
              <a:cxnLst/>
              <a:rect l="l" t="t" r="r" b="b"/>
              <a:pathLst>
                <a:path w="865" h="358" extrusionOk="0">
                  <a:moveTo>
                    <a:pt x="257" y="0"/>
                  </a:moveTo>
                  <a:cubicBezTo>
                    <a:pt x="107" y="0"/>
                    <a:pt x="1" y="66"/>
                    <a:pt x="1" y="66"/>
                  </a:cubicBezTo>
                  <a:cubicBezTo>
                    <a:pt x="1" y="185"/>
                    <a:pt x="239" y="185"/>
                    <a:pt x="388" y="305"/>
                  </a:cubicBezTo>
                  <a:cubicBezTo>
                    <a:pt x="547" y="305"/>
                    <a:pt x="652" y="357"/>
                    <a:pt x="741" y="357"/>
                  </a:cubicBezTo>
                  <a:cubicBezTo>
                    <a:pt x="785" y="357"/>
                    <a:pt x="824" y="344"/>
                    <a:pt x="864" y="305"/>
                  </a:cubicBezTo>
                  <a:cubicBezTo>
                    <a:pt x="864" y="305"/>
                    <a:pt x="745" y="66"/>
                    <a:pt x="507" y="66"/>
                  </a:cubicBezTo>
                  <a:cubicBezTo>
                    <a:pt x="418" y="17"/>
                    <a:pt x="332" y="0"/>
                    <a:pt x="25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52"/>
            <p:cNvSpPr/>
            <p:nvPr/>
          </p:nvSpPr>
          <p:spPr>
            <a:xfrm>
              <a:off x="4303650" y="4682875"/>
              <a:ext cx="24575" cy="13900"/>
            </a:xfrm>
            <a:custGeom>
              <a:avLst/>
              <a:gdLst/>
              <a:ahLst/>
              <a:cxnLst/>
              <a:rect l="l" t="t" r="r" b="b"/>
              <a:pathLst>
                <a:path w="983" h="556" extrusionOk="0">
                  <a:moveTo>
                    <a:pt x="810" y="1"/>
                  </a:moveTo>
                  <a:cubicBezTo>
                    <a:pt x="725" y="1"/>
                    <a:pt x="549" y="92"/>
                    <a:pt x="358" y="198"/>
                  </a:cubicBezTo>
                  <a:cubicBezTo>
                    <a:pt x="239" y="317"/>
                    <a:pt x="0" y="436"/>
                    <a:pt x="120" y="555"/>
                  </a:cubicBezTo>
                  <a:cubicBezTo>
                    <a:pt x="120" y="555"/>
                    <a:pt x="358" y="555"/>
                    <a:pt x="626" y="436"/>
                  </a:cubicBezTo>
                  <a:cubicBezTo>
                    <a:pt x="745" y="198"/>
                    <a:pt x="983" y="49"/>
                    <a:pt x="864" y="49"/>
                  </a:cubicBezTo>
                  <a:cubicBezTo>
                    <a:pt x="864" y="15"/>
                    <a:pt x="844" y="1"/>
                    <a:pt x="81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52"/>
            <p:cNvSpPr/>
            <p:nvPr/>
          </p:nvSpPr>
          <p:spPr>
            <a:xfrm>
              <a:off x="4554500" y="4960250"/>
              <a:ext cx="6725" cy="18625"/>
            </a:xfrm>
            <a:custGeom>
              <a:avLst/>
              <a:gdLst/>
              <a:ahLst/>
              <a:cxnLst/>
              <a:rect l="l" t="t" r="r" b="b"/>
              <a:pathLst>
                <a:path w="269" h="745" extrusionOk="0">
                  <a:moveTo>
                    <a:pt x="119" y="0"/>
                  </a:moveTo>
                  <a:cubicBezTo>
                    <a:pt x="119" y="0"/>
                    <a:pt x="0" y="120"/>
                    <a:pt x="0" y="388"/>
                  </a:cubicBezTo>
                  <a:cubicBezTo>
                    <a:pt x="0" y="626"/>
                    <a:pt x="0" y="745"/>
                    <a:pt x="119" y="745"/>
                  </a:cubicBezTo>
                  <a:cubicBezTo>
                    <a:pt x="119" y="745"/>
                    <a:pt x="268" y="626"/>
                    <a:pt x="268" y="388"/>
                  </a:cubicBezTo>
                  <a:cubicBezTo>
                    <a:pt x="268" y="268"/>
                    <a:pt x="268" y="120"/>
                    <a:pt x="11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52"/>
            <p:cNvSpPr/>
            <p:nvPr/>
          </p:nvSpPr>
          <p:spPr>
            <a:xfrm>
              <a:off x="4719000" y="5014750"/>
              <a:ext cx="12675" cy="11025"/>
            </a:xfrm>
            <a:custGeom>
              <a:avLst/>
              <a:gdLst/>
              <a:ahLst/>
              <a:cxnLst/>
              <a:rect l="l" t="t" r="r" b="b"/>
              <a:pathLst>
                <a:path w="507" h="441" extrusionOk="0">
                  <a:moveTo>
                    <a:pt x="466" y="1"/>
                  </a:moveTo>
                  <a:cubicBezTo>
                    <a:pt x="411" y="1"/>
                    <a:pt x="298" y="54"/>
                    <a:pt x="119" y="54"/>
                  </a:cubicBezTo>
                  <a:cubicBezTo>
                    <a:pt x="0" y="173"/>
                    <a:pt x="0" y="322"/>
                    <a:pt x="0" y="441"/>
                  </a:cubicBezTo>
                  <a:cubicBezTo>
                    <a:pt x="0" y="441"/>
                    <a:pt x="119" y="441"/>
                    <a:pt x="387" y="322"/>
                  </a:cubicBezTo>
                  <a:cubicBezTo>
                    <a:pt x="507" y="173"/>
                    <a:pt x="507" y="54"/>
                    <a:pt x="507" y="54"/>
                  </a:cubicBezTo>
                  <a:cubicBezTo>
                    <a:pt x="507" y="14"/>
                    <a:pt x="493" y="1"/>
                    <a:pt x="46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52"/>
            <p:cNvSpPr/>
            <p:nvPr/>
          </p:nvSpPr>
          <p:spPr>
            <a:xfrm>
              <a:off x="4638600" y="4684100"/>
              <a:ext cx="8975" cy="18625"/>
            </a:xfrm>
            <a:custGeom>
              <a:avLst/>
              <a:gdLst/>
              <a:ahLst/>
              <a:cxnLst/>
              <a:rect l="l" t="t" r="r" b="b"/>
              <a:pathLst>
                <a:path w="359" h="745" extrusionOk="0">
                  <a:moveTo>
                    <a:pt x="120" y="0"/>
                  </a:moveTo>
                  <a:cubicBezTo>
                    <a:pt x="1" y="0"/>
                    <a:pt x="1" y="268"/>
                    <a:pt x="1" y="387"/>
                  </a:cubicBezTo>
                  <a:cubicBezTo>
                    <a:pt x="120" y="626"/>
                    <a:pt x="120" y="745"/>
                    <a:pt x="239" y="745"/>
                  </a:cubicBezTo>
                  <a:cubicBezTo>
                    <a:pt x="239" y="626"/>
                    <a:pt x="358" y="506"/>
                    <a:pt x="239" y="387"/>
                  </a:cubicBezTo>
                  <a:cubicBezTo>
                    <a:pt x="239" y="149"/>
                    <a:pt x="120" y="0"/>
                    <a:pt x="12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52"/>
            <p:cNvSpPr/>
            <p:nvPr/>
          </p:nvSpPr>
          <p:spPr>
            <a:xfrm>
              <a:off x="4756225" y="4659525"/>
              <a:ext cx="9700" cy="15675"/>
            </a:xfrm>
            <a:custGeom>
              <a:avLst/>
              <a:gdLst/>
              <a:ahLst/>
              <a:cxnLst/>
              <a:rect l="l" t="t" r="r" b="b"/>
              <a:pathLst>
                <a:path w="388" h="627" extrusionOk="0">
                  <a:moveTo>
                    <a:pt x="238" y="1"/>
                  </a:moveTo>
                  <a:cubicBezTo>
                    <a:pt x="119" y="1"/>
                    <a:pt x="0" y="120"/>
                    <a:pt x="0" y="239"/>
                  </a:cubicBezTo>
                  <a:cubicBezTo>
                    <a:pt x="0" y="388"/>
                    <a:pt x="0" y="626"/>
                    <a:pt x="119" y="626"/>
                  </a:cubicBezTo>
                  <a:cubicBezTo>
                    <a:pt x="238" y="626"/>
                    <a:pt x="238" y="507"/>
                    <a:pt x="238" y="239"/>
                  </a:cubicBezTo>
                  <a:cubicBezTo>
                    <a:pt x="387" y="120"/>
                    <a:pt x="238" y="1"/>
                    <a:pt x="23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52"/>
            <p:cNvSpPr/>
            <p:nvPr/>
          </p:nvSpPr>
          <p:spPr>
            <a:xfrm>
              <a:off x="4542575" y="4565250"/>
              <a:ext cx="24600" cy="12150"/>
            </a:xfrm>
            <a:custGeom>
              <a:avLst/>
              <a:gdLst/>
              <a:ahLst/>
              <a:cxnLst/>
              <a:rect l="l" t="t" r="r" b="b"/>
              <a:pathLst>
                <a:path w="984" h="486" extrusionOk="0">
                  <a:moveTo>
                    <a:pt x="151" y="1"/>
                  </a:moveTo>
                  <a:cubicBezTo>
                    <a:pt x="130" y="1"/>
                    <a:pt x="120" y="15"/>
                    <a:pt x="120" y="50"/>
                  </a:cubicBezTo>
                  <a:cubicBezTo>
                    <a:pt x="1" y="50"/>
                    <a:pt x="120" y="288"/>
                    <a:pt x="358" y="437"/>
                  </a:cubicBezTo>
                  <a:cubicBezTo>
                    <a:pt x="469" y="471"/>
                    <a:pt x="567" y="486"/>
                    <a:pt x="651" y="486"/>
                  </a:cubicBezTo>
                  <a:cubicBezTo>
                    <a:pt x="862" y="486"/>
                    <a:pt x="983" y="395"/>
                    <a:pt x="983" y="288"/>
                  </a:cubicBezTo>
                  <a:cubicBezTo>
                    <a:pt x="983" y="288"/>
                    <a:pt x="745" y="288"/>
                    <a:pt x="477" y="169"/>
                  </a:cubicBezTo>
                  <a:cubicBezTo>
                    <a:pt x="309" y="85"/>
                    <a:pt x="200" y="1"/>
                    <a:pt x="15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52"/>
            <p:cNvSpPr/>
            <p:nvPr/>
          </p:nvSpPr>
          <p:spPr>
            <a:xfrm>
              <a:off x="4759200" y="4837425"/>
              <a:ext cx="18625" cy="8225"/>
            </a:xfrm>
            <a:custGeom>
              <a:avLst/>
              <a:gdLst/>
              <a:ahLst/>
              <a:cxnLst/>
              <a:rect l="l" t="t" r="r" b="b"/>
              <a:pathLst>
                <a:path w="745" h="329" extrusionOk="0">
                  <a:moveTo>
                    <a:pt x="611" y="1"/>
                  </a:moveTo>
                  <a:cubicBezTo>
                    <a:pt x="536" y="1"/>
                    <a:pt x="447" y="31"/>
                    <a:pt x="387" y="90"/>
                  </a:cubicBezTo>
                  <a:cubicBezTo>
                    <a:pt x="119" y="90"/>
                    <a:pt x="0" y="209"/>
                    <a:pt x="0" y="328"/>
                  </a:cubicBezTo>
                  <a:lnTo>
                    <a:pt x="387" y="328"/>
                  </a:lnTo>
                  <a:cubicBezTo>
                    <a:pt x="625" y="209"/>
                    <a:pt x="745" y="90"/>
                    <a:pt x="745" y="90"/>
                  </a:cubicBezTo>
                  <a:cubicBezTo>
                    <a:pt x="745" y="31"/>
                    <a:pt x="685" y="1"/>
                    <a:pt x="61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52"/>
            <p:cNvSpPr/>
            <p:nvPr/>
          </p:nvSpPr>
          <p:spPr>
            <a:xfrm>
              <a:off x="4963900" y="4786825"/>
              <a:ext cx="9700" cy="21600"/>
            </a:xfrm>
            <a:custGeom>
              <a:avLst/>
              <a:gdLst/>
              <a:ahLst/>
              <a:cxnLst/>
              <a:rect l="l" t="t" r="r" b="b"/>
              <a:pathLst>
                <a:path w="388" h="864" extrusionOk="0">
                  <a:moveTo>
                    <a:pt x="119" y="0"/>
                  </a:moveTo>
                  <a:cubicBezTo>
                    <a:pt x="0" y="0"/>
                    <a:pt x="0" y="238"/>
                    <a:pt x="0" y="506"/>
                  </a:cubicBezTo>
                  <a:cubicBezTo>
                    <a:pt x="0" y="625"/>
                    <a:pt x="119" y="864"/>
                    <a:pt x="268" y="864"/>
                  </a:cubicBezTo>
                  <a:cubicBezTo>
                    <a:pt x="268" y="864"/>
                    <a:pt x="387" y="625"/>
                    <a:pt x="268" y="357"/>
                  </a:cubicBezTo>
                  <a:cubicBezTo>
                    <a:pt x="268" y="119"/>
                    <a:pt x="119" y="0"/>
                    <a:pt x="11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52"/>
            <p:cNvSpPr/>
            <p:nvPr/>
          </p:nvSpPr>
          <p:spPr>
            <a:xfrm>
              <a:off x="4905075" y="4900125"/>
              <a:ext cx="18650" cy="12250"/>
            </a:xfrm>
            <a:custGeom>
              <a:avLst/>
              <a:gdLst/>
              <a:ahLst/>
              <a:cxnLst/>
              <a:rect l="l" t="t" r="r" b="b"/>
              <a:pathLst>
                <a:path w="746" h="490" extrusionOk="0">
                  <a:moveTo>
                    <a:pt x="257" y="0"/>
                  </a:moveTo>
                  <a:cubicBezTo>
                    <a:pt x="107" y="0"/>
                    <a:pt x="1" y="53"/>
                    <a:pt x="1" y="53"/>
                  </a:cubicBezTo>
                  <a:cubicBezTo>
                    <a:pt x="1" y="172"/>
                    <a:pt x="120" y="292"/>
                    <a:pt x="388" y="292"/>
                  </a:cubicBezTo>
                  <a:cubicBezTo>
                    <a:pt x="473" y="398"/>
                    <a:pt x="558" y="489"/>
                    <a:pt x="643" y="489"/>
                  </a:cubicBezTo>
                  <a:cubicBezTo>
                    <a:pt x="677" y="489"/>
                    <a:pt x="711" y="474"/>
                    <a:pt x="745" y="440"/>
                  </a:cubicBezTo>
                  <a:cubicBezTo>
                    <a:pt x="745" y="440"/>
                    <a:pt x="745" y="172"/>
                    <a:pt x="507" y="53"/>
                  </a:cubicBezTo>
                  <a:cubicBezTo>
                    <a:pt x="418" y="14"/>
                    <a:pt x="332" y="0"/>
                    <a:pt x="25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52"/>
            <p:cNvSpPr/>
            <p:nvPr/>
          </p:nvSpPr>
          <p:spPr>
            <a:xfrm>
              <a:off x="5106800" y="4593200"/>
              <a:ext cx="18625" cy="13500"/>
            </a:xfrm>
            <a:custGeom>
              <a:avLst/>
              <a:gdLst/>
              <a:ahLst/>
              <a:cxnLst/>
              <a:rect l="l" t="t" r="r" b="b"/>
              <a:pathLst>
                <a:path w="745" h="540" extrusionOk="0">
                  <a:moveTo>
                    <a:pt x="687" y="1"/>
                  </a:moveTo>
                  <a:cubicBezTo>
                    <a:pt x="600" y="1"/>
                    <a:pt x="427" y="99"/>
                    <a:pt x="239" y="183"/>
                  </a:cubicBezTo>
                  <a:cubicBezTo>
                    <a:pt x="120" y="302"/>
                    <a:pt x="1" y="421"/>
                    <a:pt x="1" y="540"/>
                  </a:cubicBezTo>
                  <a:cubicBezTo>
                    <a:pt x="1" y="540"/>
                    <a:pt x="239" y="540"/>
                    <a:pt x="507" y="421"/>
                  </a:cubicBezTo>
                  <a:cubicBezTo>
                    <a:pt x="626" y="183"/>
                    <a:pt x="745" y="63"/>
                    <a:pt x="745" y="63"/>
                  </a:cubicBezTo>
                  <a:cubicBezTo>
                    <a:pt x="745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52"/>
            <p:cNvSpPr/>
            <p:nvPr/>
          </p:nvSpPr>
          <p:spPr>
            <a:xfrm>
              <a:off x="5013750" y="4498950"/>
              <a:ext cx="18650" cy="8750"/>
            </a:xfrm>
            <a:custGeom>
              <a:avLst/>
              <a:gdLst/>
              <a:ahLst/>
              <a:cxnLst/>
              <a:rect l="l" t="t" r="r" b="b"/>
              <a:pathLst>
                <a:path w="746" h="350" extrusionOk="0">
                  <a:moveTo>
                    <a:pt x="135" y="0"/>
                  </a:moveTo>
                  <a:cubicBezTo>
                    <a:pt x="60" y="0"/>
                    <a:pt x="1" y="37"/>
                    <a:pt x="1" y="112"/>
                  </a:cubicBezTo>
                  <a:cubicBezTo>
                    <a:pt x="1" y="112"/>
                    <a:pt x="120" y="231"/>
                    <a:pt x="358" y="350"/>
                  </a:cubicBezTo>
                  <a:lnTo>
                    <a:pt x="745" y="350"/>
                  </a:lnTo>
                  <a:cubicBezTo>
                    <a:pt x="745" y="231"/>
                    <a:pt x="626" y="112"/>
                    <a:pt x="358" y="112"/>
                  </a:cubicBezTo>
                  <a:cubicBezTo>
                    <a:pt x="299" y="37"/>
                    <a:pt x="209" y="0"/>
                    <a:pt x="13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52"/>
            <p:cNvSpPr/>
            <p:nvPr/>
          </p:nvSpPr>
          <p:spPr>
            <a:xfrm>
              <a:off x="5184225" y="4390075"/>
              <a:ext cx="15650" cy="11925"/>
            </a:xfrm>
            <a:custGeom>
              <a:avLst/>
              <a:gdLst/>
              <a:ahLst/>
              <a:cxnLst/>
              <a:rect l="l" t="t" r="r" b="b"/>
              <a:pathLst>
                <a:path w="626" h="477" extrusionOk="0">
                  <a:moveTo>
                    <a:pt x="506" y="1"/>
                  </a:moveTo>
                  <a:lnTo>
                    <a:pt x="506" y="1"/>
                  </a:lnTo>
                  <a:cubicBezTo>
                    <a:pt x="506" y="1"/>
                    <a:pt x="387" y="1"/>
                    <a:pt x="238" y="120"/>
                  </a:cubicBezTo>
                  <a:cubicBezTo>
                    <a:pt x="119" y="239"/>
                    <a:pt x="0" y="358"/>
                    <a:pt x="119" y="477"/>
                  </a:cubicBezTo>
                  <a:cubicBezTo>
                    <a:pt x="119" y="477"/>
                    <a:pt x="238" y="477"/>
                    <a:pt x="387" y="358"/>
                  </a:cubicBezTo>
                  <a:cubicBezTo>
                    <a:pt x="506" y="239"/>
                    <a:pt x="625" y="120"/>
                    <a:pt x="50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52"/>
            <p:cNvSpPr/>
            <p:nvPr/>
          </p:nvSpPr>
          <p:spPr>
            <a:xfrm>
              <a:off x="5053950" y="4297025"/>
              <a:ext cx="12675" cy="16400"/>
            </a:xfrm>
            <a:custGeom>
              <a:avLst/>
              <a:gdLst/>
              <a:ahLst/>
              <a:cxnLst/>
              <a:rect l="l" t="t" r="r" b="b"/>
              <a:pathLst>
                <a:path w="507" h="656" extrusionOk="0">
                  <a:moveTo>
                    <a:pt x="1" y="1"/>
                  </a:moveTo>
                  <a:cubicBezTo>
                    <a:pt x="1" y="1"/>
                    <a:pt x="1" y="239"/>
                    <a:pt x="120" y="358"/>
                  </a:cubicBezTo>
                  <a:cubicBezTo>
                    <a:pt x="206" y="530"/>
                    <a:pt x="308" y="656"/>
                    <a:pt x="402" y="656"/>
                  </a:cubicBezTo>
                  <a:cubicBezTo>
                    <a:pt x="439" y="656"/>
                    <a:pt x="474" y="637"/>
                    <a:pt x="507" y="596"/>
                  </a:cubicBezTo>
                  <a:cubicBezTo>
                    <a:pt x="507" y="596"/>
                    <a:pt x="507" y="358"/>
                    <a:pt x="388" y="239"/>
                  </a:cubicBezTo>
                  <a:cubicBezTo>
                    <a:pt x="239" y="120"/>
                    <a:pt x="120" y="1"/>
                    <a:pt x="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52"/>
            <p:cNvSpPr/>
            <p:nvPr/>
          </p:nvSpPr>
          <p:spPr>
            <a:xfrm>
              <a:off x="5202825" y="4200275"/>
              <a:ext cx="12675" cy="10925"/>
            </a:xfrm>
            <a:custGeom>
              <a:avLst/>
              <a:gdLst/>
              <a:ahLst/>
              <a:cxnLst/>
              <a:rect l="l" t="t" r="r" b="b"/>
              <a:pathLst>
                <a:path w="507" h="437" extrusionOk="0">
                  <a:moveTo>
                    <a:pt x="388" y="0"/>
                  </a:moveTo>
                  <a:cubicBezTo>
                    <a:pt x="388" y="0"/>
                    <a:pt x="239" y="0"/>
                    <a:pt x="120" y="149"/>
                  </a:cubicBezTo>
                  <a:cubicBezTo>
                    <a:pt x="120" y="268"/>
                    <a:pt x="1" y="387"/>
                    <a:pt x="120" y="387"/>
                  </a:cubicBezTo>
                  <a:cubicBezTo>
                    <a:pt x="120" y="422"/>
                    <a:pt x="130" y="437"/>
                    <a:pt x="148" y="437"/>
                  </a:cubicBezTo>
                  <a:cubicBezTo>
                    <a:pt x="192" y="437"/>
                    <a:pt x="282" y="352"/>
                    <a:pt x="388" y="268"/>
                  </a:cubicBezTo>
                  <a:cubicBezTo>
                    <a:pt x="388" y="268"/>
                    <a:pt x="507" y="149"/>
                    <a:pt x="38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52"/>
            <p:cNvSpPr/>
            <p:nvPr/>
          </p:nvSpPr>
          <p:spPr>
            <a:xfrm>
              <a:off x="4945275" y="4151150"/>
              <a:ext cx="6725" cy="21600"/>
            </a:xfrm>
            <a:custGeom>
              <a:avLst/>
              <a:gdLst/>
              <a:ahLst/>
              <a:cxnLst/>
              <a:rect l="l" t="t" r="r" b="b"/>
              <a:pathLst>
                <a:path w="269" h="864" extrusionOk="0">
                  <a:moveTo>
                    <a:pt x="120" y="0"/>
                  </a:moveTo>
                  <a:cubicBezTo>
                    <a:pt x="1" y="0"/>
                    <a:pt x="1" y="238"/>
                    <a:pt x="1" y="476"/>
                  </a:cubicBezTo>
                  <a:cubicBezTo>
                    <a:pt x="1" y="744"/>
                    <a:pt x="1" y="864"/>
                    <a:pt x="120" y="864"/>
                  </a:cubicBezTo>
                  <a:cubicBezTo>
                    <a:pt x="120" y="864"/>
                    <a:pt x="269" y="744"/>
                    <a:pt x="269" y="476"/>
                  </a:cubicBezTo>
                  <a:cubicBezTo>
                    <a:pt x="269" y="238"/>
                    <a:pt x="120" y="0"/>
                    <a:pt x="12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52"/>
            <p:cNvSpPr/>
            <p:nvPr/>
          </p:nvSpPr>
          <p:spPr>
            <a:xfrm>
              <a:off x="5029400" y="4029800"/>
              <a:ext cx="8950" cy="9700"/>
            </a:xfrm>
            <a:custGeom>
              <a:avLst/>
              <a:gdLst/>
              <a:ahLst/>
              <a:cxnLst/>
              <a:rect l="l" t="t" r="r" b="b"/>
              <a:pathLst>
                <a:path w="358" h="388" extrusionOk="0">
                  <a:moveTo>
                    <a:pt x="0" y="1"/>
                  </a:moveTo>
                  <a:cubicBezTo>
                    <a:pt x="0" y="120"/>
                    <a:pt x="0" y="269"/>
                    <a:pt x="119" y="269"/>
                  </a:cubicBezTo>
                  <a:cubicBezTo>
                    <a:pt x="238" y="388"/>
                    <a:pt x="357" y="388"/>
                    <a:pt x="357" y="388"/>
                  </a:cubicBezTo>
                  <a:cubicBezTo>
                    <a:pt x="357" y="269"/>
                    <a:pt x="357" y="120"/>
                    <a:pt x="238" y="120"/>
                  </a:cubicBezTo>
                  <a:cubicBezTo>
                    <a:pt x="119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52"/>
            <p:cNvSpPr/>
            <p:nvPr/>
          </p:nvSpPr>
          <p:spPr>
            <a:xfrm>
              <a:off x="5115725" y="3918150"/>
              <a:ext cx="12700" cy="25350"/>
            </a:xfrm>
            <a:custGeom>
              <a:avLst/>
              <a:gdLst/>
              <a:ahLst/>
              <a:cxnLst/>
              <a:rect l="l" t="t" r="r" b="b"/>
              <a:pathLst>
                <a:path w="508" h="1014" extrusionOk="0">
                  <a:moveTo>
                    <a:pt x="150" y="1"/>
                  </a:moveTo>
                  <a:cubicBezTo>
                    <a:pt x="1" y="1"/>
                    <a:pt x="1" y="269"/>
                    <a:pt x="150" y="507"/>
                  </a:cubicBezTo>
                  <a:cubicBezTo>
                    <a:pt x="269" y="864"/>
                    <a:pt x="388" y="1013"/>
                    <a:pt x="507" y="1013"/>
                  </a:cubicBezTo>
                  <a:cubicBezTo>
                    <a:pt x="507" y="1013"/>
                    <a:pt x="507" y="745"/>
                    <a:pt x="388" y="507"/>
                  </a:cubicBezTo>
                  <a:cubicBezTo>
                    <a:pt x="269" y="269"/>
                    <a:pt x="150" y="1"/>
                    <a:pt x="15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52"/>
            <p:cNvSpPr/>
            <p:nvPr/>
          </p:nvSpPr>
          <p:spPr>
            <a:xfrm>
              <a:off x="4700400" y="4360550"/>
              <a:ext cx="12675" cy="12150"/>
            </a:xfrm>
            <a:custGeom>
              <a:avLst/>
              <a:gdLst/>
              <a:ahLst/>
              <a:cxnLst/>
              <a:rect l="l" t="t" r="r" b="b"/>
              <a:pathLst>
                <a:path w="507" h="486" extrusionOk="0">
                  <a:moveTo>
                    <a:pt x="478" y="1"/>
                  </a:moveTo>
                  <a:cubicBezTo>
                    <a:pt x="434" y="1"/>
                    <a:pt x="343" y="85"/>
                    <a:pt x="238" y="169"/>
                  </a:cubicBezTo>
                  <a:cubicBezTo>
                    <a:pt x="0" y="288"/>
                    <a:pt x="0" y="437"/>
                    <a:pt x="0" y="437"/>
                  </a:cubicBezTo>
                  <a:cubicBezTo>
                    <a:pt x="34" y="471"/>
                    <a:pt x="68" y="486"/>
                    <a:pt x="103" y="486"/>
                  </a:cubicBezTo>
                  <a:cubicBezTo>
                    <a:pt x="190" y="486"/>
                    <a:pt x="281" y="395"/>
                    <a:pt x="387" y="288"/>
                  </a:cubicBezTo>
                  <a:cubicBezTo>
                    <a:pt x="506" y="169"/>
                    <a:pt x="506" y="50"/>
                    <a:pt x="506" y="50"/>
                  </a:cubicBezTo>
                  <a:cubicBezTo>
                    <a:pt x="506" y="15"/>
                    <a:pt x="496" y="1"/>
                    <a:pt x="47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52"/>
            <p:cNvSpPr/>
            <p:nvPr/>
          </p:nvSpPr>
          <p:spPr>
            <a:xfrm>
              <a:off x="4474100" y="4311925"/>
              <a:ext cx="18650" cy="20125"/>
            </a:xfrm>
            <a:custGeom>
              <a:avLst/>
              <a:gdLst/>
              <a:ahLst/>
              <a:cxnLst/>
              <a:rect l="l" t="t" r="r" b="b"/>
              <a:pathLst>
                <a:path w="746" h="805" extrusionOk="0">
                  <a:moveTo>
                    <a:pt x="1" y="0"/>
                  </a:moveTo>
                  <a:cubicBezTo>
                    <a:pt x="1" y="149"/>
                    <a:pt x="120" y="268"/>
                    <a:pt x="239" y="506"/>
                  </a:cubicBezTo>
                  <a:cubicBezTo>
                    <a:pt x="325" y="679"/>
                    <a:pt x="489" y="804"/>
                    <a:pt x="573" y="804"/>
                  </a:cubicBezTo>
                  <a:cubicBezTo>
                    <a:pt x="605" y="804"/>
                    <a:pt x="626" y="786"/>
                    <a:pt x="626" y="745"/>
                  </a:cubicBezTo>
                  <a:cubicBezTo>
                    <a:pt x="745" y="745"/>
                    <a:pt x="626" y="506"/>
                    <a:pt x="507" y="387"/>
                  </a:cubicBezTo>
                  <a:cubicBezTo>
                    <a:pt x="239" y="149"/>
                    <a:pt x="120" y="0"/>
                    <a:pt x="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52"/>
            <p:cNvSpPr/>
            <p:nvPr/>
          </p:nvSpPr>
          <p:spPr>
            <a:xfrm>
              <a:off x="4784500" y="4505450"/>
              <a:ext cx="24600" cy="8225"/>
            </a:xfrm>
            <a:custGeom>
              <a:avLst/>
              <a:gdLst/>
              <a:ahLst/>
              <a:cxnLst/>
              <a:rect l="l" t="t" r="r" b="b"/>
              <a:pathLst>
                <a:path w="984" h="329" extrusionOk="0">
                  <a:moveTo>
                    <a:pt x="830" y="1"/>
                  </a:moveTo>
                  <a:cubicBezTo>
                    <a:pt x="737" y="1"/>
                    <a:pt x="611" y="30"/>
                    <a:pt x="477" y="90"/>
                  </a:cubicBezTo>
                  <a:cubicBezTo>
                    <a:pt x="239" y="90"/>
                    <a:pt x="0" y="209"/>
                    <a:pt x="0" y="328"/>
                  </a:cubicBezTo>
                  <a:lnTo>
                    <a:pt x="477" y="328"/>
                  </a:lnTo>
                  <a:lnTo>
                    <a:pt x="983" y="90"/>
                  </a:lnTo>
                  <a:cubicBezTo>
                    <a:pt x="983" y="30"/>
                    <a:pt x="923" y="1"/>
                    <a:pt x="83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52"/>
            <p:cNvSpPr/>
            <p:nvPr/>
          </p:nvSpPr>
          <p:spPr>
            <a:xfrm>
              <a:off x="4613300" y="4181650"/>
              <a:ext cx="9700" cy="25350"/>
            </a:xfrm>
            <a:custGeom>
              <a:avLst/>
              <a:gdLst/>
              <a:ahLst/>
              <a:cxnLst/>
              <a:rect l="l" t="t" r="r" b="b"/>
              <a:pathLst>
                <a:path w="388" h="1014" extrusionOk="0">
                  <a:moveTo>
                    <a:pt x="388" y="1"/>
                  </a:moveTo>
                  <a:cubicBezTo>
                    <a:pt x="268" y="1"/>
                    <a:pt x="149" y="269"/>
                    <a:pt x="149" y="507"/>
                  </a:cubicBezTo>
                  <a:cubicBezTo>
                    <a:pt x="0" y="745"/>
                    <a:pt x="0" y="1013"/>
                    <a:pt x="149" y="1013"/>
                  </a:cubicBezTo>
                  <a:cubicBezTo>
                    <a:pt x="149" y="1013"/>
                    <a:pt x="268" y="745"/>
                    <a:pt x="388" y="507"/>
                  </a:cubicBezTo>
                  <a:lnTo>
                    <a:pt x="388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52"/>
            <p:cNvSpPr/>
            <p:nvPr/>
          </p:nvSpPr>
          <p:spPr>
            <a:xfrm>
              <a:off x="4780775" y="4242950"/>
              <a:ext cx="18625" cy="14725"/>
            </a:xfrm>
            <a:custGeom>
              <a:avLst/>
              <a:gdLst/>
              <a:ahLst/>
              <a:cxnLst/>
              <a:rect l="l" t="t" r="r" b="b"/>
              <a:pathLst>
                <a:path w="745" h="589" extrusionOk="0">
                  <a:moveTo>
                    <a:pt x="125" y="0"/>
                  </a:moveTo>
                  <a:cubicBezTo>
                    <a:pt x="85" y="0"/>
                    <a:pt x="44" y="15"/>
                    <a:pt x="1" y="50"/>
                  </a:cubicBezTo>
                  <a:cubicBezTo>
                    <a:pt x="1" y="50"/>
                    <a:pt x="149" y="169"/>
                    <a:pt x="269" y="407"/>
                  </a:cubicBezTo>
                  <a:cubicBezTo>
                    <a:pt x="352" y="491"/>
                    <a:pt x="494" y="589"/>
                    <a:pt x="571" y="589"/>
                  </a:cubicBezTo>
                  <a:cubicBezTo>
                    <a:pt x="605" y="589"/>
                    <a:pt x="626" y="571"/>
                    <a:pt x="626" y="526"/>
                  </a:cubicBezTo>
                  <a:cubicBezTo>
                    <a:pt x="745" y="526"/>
                    <a:pt x="626" y="288"/>
                    <a:pt x="388" y="169"/>
                  </a:cubicBezTo>
                  <a:cubicBezTo>
                    <a:pt x="303" y="85"/>
                    <a:pt x="219" y="0"/>
                    <a:pt x="12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52"/>
            <p:cNvSpPr/>
            <p:nvPr/>
          </p:nvSpPr>
          <p:spPr>
            <a:xfrm>
              <a:off x="4812050" y="4079675"/>
              <a:ext cx="9700" cy="12675"/>
            </a:xfrm>
            <a:custGeom>
              <a:avLst/>
              <a:gdLst/>
              <a:ahLst/>
              <a:cxnLst/>
              <a:rect l="l" t="t" r="r" b="b"/>
              <a:pathLst>
                <a:path w="388" h="507" extrusionOk="0">
                  <a:moveTo>
                    <a:pt x="238" y="1"/>
                  </a:moveTo>
                  <a:cubicBezTo>
                    <a:pt x="238" y="1"/>
                    <a:pt x="119" y="1"/>
                    <a:pt x="0" y="120"/>
                  </a:cubicBezTo>
                  <a:lnTo>
                    <a:pt x="0" y="507"/>
                  </a:lnTo>
                  <a:cubicBezTo>
                    <a:pt x="119" y="507"/>
                    <a:pt x="238" y="358"/>
                    <a:pt x="238" y="239"/>
                  </a:cubicBezTo>
                  <a:cubicBezTo>
                    <a:pt x="387" y="120"/>
                    <a:pt x="387" y="1"/>
                    <a:pt x="23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52"/>
            <p:cNvSpPr/>
            <p:nvPr/>
          </p:nvSpPr>
          <p:spPr>
            <a:xfrm>
              <a:off x="4675825" y="4061075"/>
              <a:ext cx="15650" cy="5975"/>
            </a:xfrm>
            <a:custGeom>
              <a:avLst/>
              <a:gdLst/>
              <a:ahLst/>
              <a:cxnLst/>
              <a:rect l="l" t="t" r="r" b="b"/>
              <a:pathLst>
                <a:path w="626" h="239" extrusionOk="0">
                  <a:moveTo>
                    <a:pt x="239" y="0"/>
                  </a:moveTo>
                  <a:cubicBezTo>
                    <a:pt x="120" y="0"/>
                    <a:pt x="0" y="0"/>
                    <a:pt x="0" y="119"/>
                  </a:cubicBezTo>
                  <a:cubicBezTo>
                    <a:pt x="0" y="239"/>
                    <a:pt x="120" y="239"/>
                    <a:pt x="239" y="239"/>
                  </a:cubicBezTo>
                  <a:cubicBezTo>
                    <a:pt x="477" y="239"/>
                    <a:pt x="626" y="239"/>
                    <a:pt x="626" y="119"/>
                  </a:cubicBezTo>
                  <a:cubicBezTo>
                    <a:pt x="626" y="0"/>
                    <a:pt x="477" y="0"/>
                    <a:pt x="23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52"/>
            <p:cNvSpPr/>
            <p:nvPr/>
          </p:nvSpPr>
          <p:spPr>
            <a:xfrm>
              <a:off x="4452525" y="4061075"/>
              <a:ext cx="8950" cy="21600"/>
            </a:xfrm>
            <a:custGeom>
              <a:avLst/>
              <a:gdLst/>
              <a:ahLst/>
              <a:cxnLst/>
              <a:rect l="l" t="t" r="r" b="b"/>
              <a:pathLst>
                <a:path w="358" h="864" extrusionOk="0">
                  <a:moveTo>
                    <a:pt x="119" y="0"/>
                  </a:moveTo>
                  <a:cubicBezTo>
                    <a:pt x="0" y="0"/>
                    <a:pt x="0" y="119"/>
                    <a:pt x="0" y="358"/>
                  </a:cubicBezTo>
                  <a:cubicBezTo>
                    <a:pt x="119" y="626"/>
                    <a:pt x="119" y="864"/>
                    <a:pt x="238" y="864"/>
                  </a:cubicBezTo>
                  <a:cubicBezTo>
                    <a:pt x="238" y="864"/>
                    <a:pt x="358" y="626"/>
                    <a:pt x="358" y="358"/>
                  </a:cubicBezTo>
                  <a:cubicBezTo>
                    <a:pt x="238" y="119"/>
                    <a:pt x="238" y="0"/>
                    <a:pt x="11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52"/>
            <p:cNvSpPr/>
            <p:nvPr/>
          </p:nvSpPr>
          <p:spPr>
            <a:xfrm>
              <a:off x="4864900" y="3898225"/>
              <a:ext cx="5975" cy="8050"/>
            </a:xfrm>
            <a:custGeom>
              <a:avLst/>
              <a:gdLst/>
              <a:ahLst/>
              <a:cxnLst/>
              <a:rect l="l" t="t" r="r" b="b"/>
              <a:pathLst>
                <a:path w="239" h="322" extrusionOk="0">
                  <a:moveTo>
                    <a:pt x="124" y="0"/>
                  </a:moveTo>
                  <a:cubicBezTo>
                    <a:pt x="53" y="0"/>
                    <a:pt x="0" y="53"/>
                    <a:pt x="0" y="53"/>
                  </a:cubicBezTo>
                  <a:lnTo>
                    <a:pt x="0" y="173"/>
                  </a:lnTo>
                  <a:cubicBezTo>
                    <a:pt x="0" y="173"/>
                    <a:pt x="0" y="321"/>
                    <a:pt x="119" y="321"/>
                  </a:cubicBezTo>
                  <a:cubicBezTo>
                    <a:pt x="119" y="321"/>
                    <a:pt x="238" y="321"/>
                    <a:pt x="238" y="173"/>
                  </a:cubicBezTo>
                  <a:lnTo>
                    <a:pt x="238" y="53"/>
                  </a:lnTo>
                  <a:cubicBezTo>
                    <a:pt x="199" y="14"/>
                    <a:pt x="159" y="0"/>
                    <a:pt x="12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52"/>
            <p:cNvSpPr/>
            <p:nvPr/>
          </p:nvSpPr>
          <p:spPr>
            <a:xfrm>
              <a:off x="4861900" y="3803525"/>
              <a:ext cx="8975" cy="12675"/>
            </a:xfrm>
            <a:custGeom>
              <a:avLst/>
              <a:gdLst/>
              <a:ahLst/>
              <a:cxnLst/>
              <a:rect l="l" t="t" r="r" b="b"/>
              <a:pathLst>
                <a:path w="359" h="507" extrusionOk="0">
                  <a:moveTo>
                    <a:pt x="1" y="1"/>
                  </a:moveTo>
                  <a:lnTo>
                    <a:pt x="1" y="239"/>
                  </a:lnTo>
                  <a:cubicBezTo>
                    <a:pt x="120" y="388"/>
                    <a:pt x="239" y="507"/>
                    <a:pt x="239" y="507"/>
                  </a:cubicBezTo>
                  <a:cubicBezTo>
                    <a:pt x="239" y="388"/>
                    <a:pt x="358" y="239"/>
                    <a:pt x="239" y="120"/>
                  </a:cubicBezTo>
                  <a:cubicBezTo>
                    <a:pt x="120" y="1"/>
                    <a:pt x="120" y="1"/>
                    <a:pt x="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52"/>
            <p:cNvSpPr/>
            <p:nvPr/>
          </p:nvSpPr>
          <p:spPr>
            <a:xfrm>
              <a:off x="4951975" y="3813200"/>
              <a:ext cx="14925" cy="7300"/>
            </a:xfrm>
            <a:custGeom>
              <a:avLst/>
              <a:gdLst/>
              <a:ahLst/>
              <a:cxnLst/>
              <a:rect l="l" t="t" r="r" b="b"/>
              <a:pathLst>
                <a:path w="597" h="292" extrusionOk="0">
                  <a:moveTo>
                    <a:pt x="358" y="1"/>
                  </a:moveTo>
                  <a:cubicBezTo>
                    <a:pt x="239" y="1"/>
                    <a:pt x="1" y="120"/>
                    <a:pt x="1" y="120"/>
                  </a:cubicBezTo>
                  <a:cubicBezTo>
                    <a:pt x="1" y="239"/>
                    <a:pt x="120" y="239"/>
                    <a:pt x="358" y="239"/>
                  </a:cubicBezTo>
                  <a:cubicBezTo>
                    <a:pt x="398" y="279"/>
                    <a:pt x="437" y="292"/>
                    <a:pt x="473" y="292"/>
                  </a:cubicBezTo>
                  <a:cubicBezTo>
                    <a:pt x="543" y="292"/>
                    <a:pt x="596" y="239"/>
                    <a:pt x="596" y="239"/>
                  </a:cubicBezTo>
                  <a:cubicBezTo>
                    <a:pt x="596" y="120"/>
                    <a:pt x="477" y="120"/>
                    <a:pt x="35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52"/>
            <p:cNvSpPr/>
            <p:nvPr/>
          </p:nvSpPr>
          <p:spPr>
            <a:xfrm>
              <a:off x="3965725" y="3927825"/>
              <a:ext cx="396750" cy="685575"/>
            </a:xfrm>
            <a:custGeom>
              <a:avLst/>
              <a:gdLst/>
              <a:ahLst/>
              <a:cxnLst/>
              <a:rect l="l" t="t" r="r" b="b"/>
              <a:pathLst>
                <a:path w="15870" h="27423" extrusionOk="0">
                  <a:moveTo>
                    <a:pt x="8932" y="1"/>
                  </a:moveTo>
                  <a:lnTo>
                    <a:pt x="0" y="25547"/>
                  </a:lnTo>
                  <a:lnTo>
                    <a:pt x="5062" y="27423"/>
                  </a:lnTo>
                  <a:lnTo>
                    <a:pt x="15870" y="2472"/>
                  </a:lnTo>
                  <a:lnTo>
                    <a:pt x="893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52"/>
            <p:cNvSpPr/>
            <p:nvPr/>
          </p:nvSpPr>
          <p:spPr>
            <a:xfrm>
              <a:off x="4200925" y="3654400"/>
              <a:ext cx="241950" cy="237175"/>
            </a:xfrm>
            <a:custGeom>
              <a:avLst/>
              <a:gdLst/>
              <a:ahLst/>
              <a:cxnLst/>
              <a:rect l="l" t="t" r="r" b="b"/>
              <a:pathLst>
                <a:path w="9678" h="9487" extrusionOk="0">
                  <a:moveTo>
                    <a:pt x="4756" y="0"/>
                  </a:moveTo>
                  <a:cubicBezTo>
                    <a:pt x="2956" y="0"/>
                    <a:pt x="724" y="902"/>
                    <a:pt x="388" y="3226"/>
                  </a:cubicBezTo>
                  <a:cubicBezTo>
                    <a:pt x="1" y="5102"/>
                    <a:pt x="1" y="8199"/>
                    <a:pt x="1608" y="9062"/>
                  </a:cubicBezTo>
                  <a:lnTo>
                    <a:pt x="2502" y="9181"/>
                  </a:lnTo>
                  <a:cubicBezTo>
                    <a:pt x="3071" y="9387"/>
                    <a:pt x="3670" y="9487"/>
                    <a:pt x="4269" y="9487"/>
                  </a:cubicBezTo>
                  <a:cubicBezTo>
                    <a:pt x="5489" y="9487"/>
                    <a:pt x="6714" y="9076"/>
                    <a:pt x="7712" y="8318"/>
                  </a:cubicBezTo>
                  <a:cubicBezTo>
                    <a:pt x="9052" y="7097"/>
                    <a:pt x="9677" y="5102"/>
                    <a:pt x="9201" y="3226"/>
                  </a:cubicBezTo>
                  <a:cubicBezTo>
                    <a:pt x="8576" y="1380"/>
                    <a:pt x="6968" y="130"/>
                    <a:pt x="5092" y="11"/>
                  </a:cubicBezTo>
                  <a:cubicBezTo>
                    <a:pt x="4982" y="4"/>
                    <a:pt x="4870" y="0"/>
                    <a:pt x="475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52"/>
            <p:cNvSpPr/>
            <p:nvPr/>
          </p:nvSpPr>
          <p:spPr>
            <a:xfrm>
              <a:off x="4005900" y="3769275"/>
              <a:ext cx="474175" cy="387850"/>
            </a:xfrm>
            <a:custGeom>
              <a:avLst/>
              <a:gdLst/>
              <a:ahLst/>
              <a:cxnLst/>
              <a:rect l="l" t="t" r="r" b="b"/>
              <a:pathLst>
                <a:path w="18967" h="15514" extrusionOk="0">
                  <a:moveTo>
                    <a:pt x="4586" y="1"/>
                  </a:moveTo>
                  <a:lnTo>
                    <a:pt x="1" y="9201"/>
                  </a:lnTo>
                  <a:lnTo>
                    <a:pt x="15632" y="15513"/>
                  </a:lnTo>
                  <a:lnTo>
                    <a:pt x="18967" y="4973"/>
                  </a:lnTo>
                  <a:lnTo>
                    <a:pt x="4586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52"/>
            <p:cNvSpPr/>
            <p:nvPr/>
          </p:nvSpPr>
          <p:spPr>
            <a:xfrm>
              <a:off x="4077375" y="3834800"/>
              <a:ext cx="11925" cy="21600"/>
            </a:xfrm>
            <a:custGeom>
              <a:avLst/>
              <a:gdLst/>
              <a:ahLst/>
              <a:cxnLst/>
              <a:rect l="l" t="t" r="r" b="b"/>
              <a:pathLst>
                <a:path w="477" h="864" extrusionOk="0">
                  <a:moveTo>
                    <a:pt x="477" y="0"/>
                  </a:moveTo>
                  <a:lnTo>
                    <a:pt x="0" y="864"/>
                  </a:lnTo>
                  <a:close/>
                </a:path>
              </a:pathLst>
            </a:custGeom>
            <a:solidFill>
              <a:srgbClr val="7B82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52"/>
            <p:cNvSpPr/>
            <p:nvPr/>
          </p:nvSpPr>
          <p:spPr>
            <a:xfrm>
              <a:off x="4043125" y="3834800"/>
              <a:ext cx="328275" cy="195025"/>
            </a:xfrm>
            <a:custGeom>
              <a:avLst/>
              <a:gdLst/>
              <a:ahLst/>
              <a:cxnLst/>
              <a:rect l="l" t="t" r="r" b="b"/>
              <a:pathLst>
                <a:path w="13131" h="7801" extrusionOk="0">
                  <a:moveTo>
                    <a:pt x="1847" y="0"/>
                  </a:moveTo>
                  <a:lnTo>
                    <a:pt x="1370" y="864"/>
                  </a:lnTo>
                  <a:lnTo>
                    <a:pt x="1" y="3603"/>
                  </a:lnTo>
                  <a:lnTo>
                    <a:pt x="11166" y="7801"/>
                  </a:lnTo>
                  <a:lnTo>
                    <a:pt x="13131" y="3603"/>
                  </a:lnTo>
                  <a:lnTo>
                    <a:pt x="1847" y="0"/>
                  </a:lnTo>
                  <a:close/>
                </a:path>
              </a:pathLst>
            </a:custGeom>
            <a:solidFill>
              <a:srgbClr val="8D9A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52"/>
            <p:cNvSpPr/>
            <p:nvPr/>
          </p:nvSpPr>
          <p:spPr>
            <a:xfrm>
              <a:off x="4207625" y="3741750"/>
              <a:ext cx="226300" cy="55850"/>
            </a:xfrm>
            <a:custGeom>
              <a:avLst/>
              <a:gdLst/>
              <a:ahLst/>
              <a:cxnLst/>
              <a:rect l="l" t="t" r="r" b="b"/>
              <a:pathLst>
                <a:path w="9052" h="2234" extrusionOk="0">
                  <a:moveTo>
                    <a:pt x="1" y="0"/>
                  </a:moveTo>
                  <a:lnTo>
                    <a:pt x="1" y="0"/>
                  </a:lnTo>
                  <a:cubicBezTo>
                    <a:pt x="358" y="239"/>
                    <a:pt x="864" y="358"/>
                    <a:pt x="1221" y="477"/>
                  </a:cubicBezTo>
                  <a:cubicBezTo>
                    <a:pt x="2085" y="745"/>
                    <a:pt x="3216" y="1102"/>
                    <a:pt x="4467" y="1370"/>
                  </a:cubicBezTo>
                  <a:cubicBezTo>
                    <a:pt x="5687" y="1727"/>
                    <a:pt x="6819" y="1846"/>
                    <a:pt x="7682" y="2114"/>
                  </a:cubicBezTo>
                  <a:cubicBezTo>
                    <a:pt x="8040" y="2114"/>
                    <a:pt x="8546" y="2233"/>
                    <a:pt x="9052" y="2233"/>
                  </a:cubicBezTo>
                  <a:cubicBezTo>
                    <a:pt x="8546" y="2114"/>
                    <a:pt x="8188" y="1965"/>
                    <a:pt x="7682" y="1846"/>
                  </a:cubicBezTo>
                  <a:cubicBezTo>
                    <a:pt x="6819" y="1727"/>
                    <a:pt x="5687" y="1489"/>
                    <a:pt x="4467" y="1102"/>
                  </a:cubicBezTo>
                  <a:cubicBezTo>
                    <a:pt x="3216" y="864"/>
                    <a:pt x="2085" y="477"/>
                    <a:pt x="1340" y="358"/>
                  </a:cubicBezTo>
                  <a:cubicBezTo>
                    <a:pt x="864" y="119"/>
                    <a:pt x="477" y="119"/>
                    <a:pt x="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52"/>
            <p:cNvSpPr/>
            <p:nvPr/>
          </p:nvSpPr>
          <p:spPr>
            <a:xfrm>
              <a:off x="4142125" y="4055125"/>
              <a:ext cx="164525" cy="77425"/>
            </a:xfrm>
            <a:custGeom>
              <a:avLst/>
              <a:gdLst/>
              <a:ahLst/>
              <a:cxnLst/>
              <a:rect l="l" t="t" r="r" b="b"/>
              <a:pathLst>
                <a:path w="6581" h="3097" extrusionOk="0">
                  <a:moveTo>
                    <a:pt x="120" y="0"/>
                  </a:moveTo>
                  <a:lnTo>
                    <a:pt x="0" y="596"/>
                  </a:lnTo>
                  <a:lnTo>
                    <a:pt x="6342" y="3097"/>
                  </a:lnTo>
                  <a:lnTo>
                    <a:pt x="6581" y="2591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52"/>
            <p:cNvSpPr/>
            <p:nvPr/>
          </p:nvSpPr>
          <p:spPr>
            <a:xfrm>
              <a:off x="4024525" y="4064650"/>
              <a:ext cx="502450" cy="591925"/>
            </a:xfrm>
            <a:custGeom>
              <a:avLst/>
              <a:gdLst/>
              <a:ahLst/>
              <a:cxnLst/>
              <a:rect l="l" t="t" r="r" b="b"/>
              <a:pathLst>
                <a:path w="20098" h="23677" extrusionOk="0">
                  <a:moveTo>
                    <a:pt x="3454" y="0"/>
                  </a:moveTo>
                  <a:cubicBezTo>
                    <a:pt x="3144" y="0"/>
                    <a:pt x="2904" y="203"/>
                    <a:pt x="2710" y="483"/>
                  </a:cubicBezTo>
                  <a:cubicBezTo>
                    <a:pt x="2471" y="840"/>
                    <a:pt x="2591" y="1346"/>
                    <a:pt x="2978" y="1465"/>
                  </a:cubicBezTo>
                  <a:lnTo>
                    <a:pt x="9796" y="5306"/>
                  </a:lnTo>
                  <a:lnTo>
                    <a:pt x="9558" y="5931"/>
                  </a:lnTo>
                  <a:lnTo>
                    <a:pt x="2591" y="2448"/>
                  </a:lnTo>
                  <a:cubicBezTo>
                    <a:pt x="2486" y="2398"/>
                    <a:pt x="2377" y="2374"/>
                    <a:pt x="2272" y="2374"/>
                  </a:cubicBezTo>
                  <a:cubicBezTo>
                    <a:pt x="1631" y="2374"/>
                    <a:pt x="1160" y="3265"/>
                    <a:pt x="2978" y="4443"/>
                  </a:cubicBezTo>
                  <a:lnTo>
                    <a:pt x="8664" y="7539"/>
                  </a:lnTo>
                  <a:lnTo>
                    <a:pt x="8426" y="7926"/>
                  </a:lnTo>
                  <a:lnTo>
                    <a:pt x="2233" y="5693"/>
                  </a:lnTo>
                  <a:cubicBezTo>
                    <a:pt x="1975" y="5693"/>
                    <a:pt x="1505" y="5521"/>
                    <a:pt x="1186" y="5521"/>
                  </a:cubicBezTo>
                  <a:cubicBezTo>
                    <a:pt x="1026" y="5521"/>
                    <a:pt x="903" y="5564"/>
                    <a:pt x="864" y="5693"/>
                  </a:cubicBezTo>
                  <a:cubicBezTo>
                    <a:pt x="864" y="5693"/>
                    <a:pt x="119" y="6170"/>
                    <a:pt x="1727" y="7301"/>
                  </a:cubicBezTo>
                  <a:cubicBezTo>
                    <a:pt x="2233" y="7658"/>
                    <a:pt x="7444" y="10159"/>
                    <a:pt x="7444" y="10159"/>
                  </a:cubicBezTo>
                  <a:lnTo>
                    <a:pt x="6938" y="10517"/>
                  </a:lnTo>
                  <a:lnTo>
                    <a:pt x="1102" y="8909"/>
                  </a:lnTo>
                  <a:cubicBezTo>
                    <a:pt x="1039" y="8888"/>
                    <a:pt x="972" y="8878"/>
                    <a:pt x="903" y="8878"/>
                  </a:cubicBezTo>
                  <a:cubicBezTo>
                    <a:pt x="579" y="8878"/>
                    <a:pt x="217" y="9096"/>
                    <a:pt x="119" y="9415"/>
                  </a:cubicBezTo>
                  <a:cubicBezTo>
                    <a:pt x="0" y="9772"/>
                    <a:pt x="238" y="10278"/>
                    <a:pt x="625" y="10397"/>
                  </a:cubicBezTo>
                  <a:lnTo>
                    <a:pt x="6431" y="12869"/>
                  </a:lnTo>
                  <a:lnTo>
                    <a:pt x="8932" y="18347"/>
                  </a:lnTo>
                  <a:cubicBezTo>
                    <a:pt x="9409" y="19449"/>
                    <a:pt x="10302" y="20461"/>
                    <a:pt x="11404" y="21057"/>
                  </a:cubicBezTo>
                  <a:lnTo>
                    <a:pt x="17001" y="23677"/>
                  </a:lnTo>
                  <a:lnTo>
                    <a:pt x="20098" y="18228"/>
                  </a:lnTo>
                  <a:lnTo>
                    <a:pt x="16852" y="16590"/>
                  </a:lnTo>
                  <a:cubicBezTo>
                    <a:pt x="16852" y="16590"/>
                    <a:pt x="13875" y="5574"/>
                    <a:pt x="12773" y="4681"/>
                  </a:cubicBezTo>
                  <a:cubicBezTo>
                    <a:pt x="11791" y="4085"/>
                    <a:pt x="5836" y="1108"/>
                    <a:pt x="3841" y="96"/>
                  </a:cubicBezTo>
                  <a:cubicBezTo>
                    <a:pt x="3701" y="30"/>
                    <a:pt x="3573" y="0"/>
                    <a:pt x="3454" y="0"/>
                  </a:cubicBezTo>
                  <a:close/>
                </a:path>
              </a:pathLst>
            </a:custGeom>
            <a:solidFill>
              <a:srgbClr val="FFB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52"/>
            <p:cNvSpPr/>
            <p:nvPr/>
          </p:nvSpPr>
          <p:spPr>
            <a:xfrm>
              <a:off x="4120550" y="4067025"/>
              <a:ext cx="325300" cy="406450"/>
            </a:xfrm>
            <a:custGeom>
              <a:avLst/>
              <a:gdLst/>
              <a:ahLst/>
              <a:cxnLst/>
              <a:rect l="l" t="t" r="r" b="b"/>
              <a:pathLst>
                <a:path w="13012" h="16258" extrusionOk="0">
                  <a:moveTo>
                    <a:pt x="0" y="1"/>
                  </a:moveTo>
                  <a:lnTo>
                    <a:pt x="119" y="120"/>
                  </a:lnTo>
                  <a:cubicBezTo>
                    <a:pt x="119" y="1"/>
                    <a:pt x="0" y="1"/>
                    <a:pt x="0" y="1"/>
                  </a:cubicBezTo>
                  <a:close/>
                  <a:moveTo>
                    <a:pt x="119" y="120"/>
                  </a:moveTo>
                  <a:lnTo>
                    <a:pt x="744" y="507"/>
                  </a:lnTo>
                  <a:lnTo>
                    <a:pt x="2858" y="1608"/>
                  </a:lnTo>
                  <a:lnTo>
                    <a:pt x="6074" y="3365"/>
                  </a:lnTo>
                  <a:lnTo>
                    <a:pt x="7950" y="4348"/>
                  </a:lnTo>
                  <a:lnTo>
                    <a:pt x="8426" y="4586"/>
                  </a:lnTo>
                  <a:lnTo>
                    <a:pt x="8694" y="4735"/>
                  </a:lnTo>
                  <a:cubicBezTo>
                    <a:pt x="8813" y="4735"/>
                    <a:pt x="8813" y="4735"/>
                    <a:pt x="8932" y="4854"/>
                  </a:cubicBezTo>
                  <a:cubicBezTo>
                    <a:pt x="9170" y="5092"/>
                    <a:pt x="9290" y="5479"/>
                    <a:pt x="9557" y="5717"/>
                  </a:cubicBezTo>
                  <a:cubicBezTo>
                    <a:pt x="10183" y="7087"/>
                    <a:pt x="10659" y="8456"/>
                    <a:pt x="11046" y="9796"/>
                  </a:cubicBezTo>
                  <a:cubicBezTo>
                    <a:pt x="11523" y="11166"/>
                    <a:pt x="11791" y="12297"/>
                    <a:pt x="12148" y="13280"/>
                  </a:cubicBezTo>
                  <a:lnTo>
                    <a:pt x="12773" y="15632"/>
                  </a:lnTo>
                  <a:cubicBezTo>
                    <a:pt x="12892" y="15900"/>
                    <a:pt x="12892" y="16138"/>
                    <a:pt x="13011" y="16257"/>
                  </a:cubicBezTo>
                  <a:cubicBezTo>
                    <a:pt x="13011" y="16138"/>
                    <a:pt x="12892" y="15900"/>
                    <a:pt x="12892" y="15632"/>
                  </a:cubicBezTo>
                  <a:cubicBezTo>
                    <a:pt x="12773" y="15007"/>
                    <a:pt x="12535" y="14262"/>
                    <a:pt x="12267" y="13280"/>
                  </a:cubicBezTo>
                  <a:cubicBezTo>
                    <a:pt x="12029" y="12297"/>
                    <a:pt x="11671" y="11047"/>
                    <a:pt x="11284" y="9796"/>
                  </a:cubicBezTo>
                  <a:cubicBezTo>
                    <a:pt x="10927" y="8308"/>
                    <a:pt x="10421" y="6968"/>
                    <a:pt x="9796" y="5598"/>
                  </a:cubicBezTo>
                  <a:cubicBezTo>
                    <a:pt x="9557" y="5211"/>
                    <a:pt x="9290" y="4973"/>
                    <a:pt x="9051" y="4586"/>
                  </a:cubicBezTo>
                  <a:cubicBezTo>
                    <a:pt x="9051" y="4586"/>
                    <a:pt x="8932" y="4467"/>
                    <a:pt x="8813" y="4467"/>
                  </a:cubicBezTo>
                  <a:lnTo>
                    <a:pt x="8545" y="4348"/>
                  </a:lnTo>
                  <a:lnTo>
                    <a:pt x="8069" y="4109"/>
                  </a:lnTo>
                  <a:lnTo>
                    <a:pt x="6193" y="3097"/>
                  </a:lnTo>
                  <a:lnTo>
                    <a:pt x="2977" y="1489"/>
                  </a:lnTo>
                  <a:lnTo>
                    <a:pt x="744" y="388"/>
                  </a:lnTo>
                  <a:lnTo>
                    <a:pt x="119" y="120"/>
                  </a:ln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52"/>
            <p:cNvSpPr/>
            <p:nvPr/>
          </p:nvSpPr>
          <p:spPr>
            <a:xfrm>
              <a:off x="4120550" y="3769275"/>
              <a:ext cx="359525" cy="124350"/>
            </a:xfrm>
            <a:custGeom>
              <a:avLst/>
              <a:gdLst/>
              <a:ahLst/>
              <a:cxnLst/>
              <a:rect l="l" t="t" r="r" b="b"/>
              <a:pathLst>
                <a:path w="14381" h="4974" extrusionOk="0">
                  <a:moveTo>
                    <a:pt x="0" y="1"/>
                  </a:moveTo>
                  <a:lnTo>
                    <a:pt x="0" y="1"/>
                  </a:lnTo>
                  <a:cubicBezTo>
                    <a:pt x="238" y="120"/>
                    <a:pt x="357" y="269"/>
                    <a:pt x="625" y="269"/>
                  </a:cubicBezTo>
                  <a:cubicBezTo>
                    <a:pt x="506" y="120"/>
                    <a:pt x="238" y="120"/>
                    <a:pt x="0" y="1"/>
                  </a:cubicBezTo>
                  <a:close/>
                  <a:moveTo>
                    <a:pt x="625" y="269"/>
                  </a:moveTo>
                  <a:lnTo>
                    <a:pt x="2114" y="864"/>
                  </a:lnTo>
                  <a:cubicBezTo>
                    <a:pt x="3484" y="1371"/>
                    <a:pt x="5210" y="1996"/>
                    <a:pt x="7205" y="2621"/>
                  </a:cubicBezTo>
                  <a:cubicBezTo>
                    <a:pt x="9170" y="3365"/>
                    <a:pt x="10927" y="3991"/>
                    <a:pt x="12267" y="4348"/>
                  </a:cubicBezTo>
                  <a:lnTo>
                    <a:pt x="13756" y="4854"/>
                  </a:lnTo>
                  <a:cubicBezTo>
                    <a:pt x="14024" y="4854"/>
                    <a:pt x="14262" y="4973"/>
                    <a:pt x="14381" y="4973"/>
                  </a:cubicBezTo>
                  <a:cubicBezTo>
                    <a:pt x="14262" y="4854"/>
                    <a:pt x="14024" y="4854"/>
                    <a:pt x="13905" y="4735"/>
                  </a:cubicBezTo>
                  <a:lnTo>
                    <a:pt x="12267" y="4229"/>
                  </a:lnTo>
                  <a:cubicBezTo>
                    <a:pt x="11046" y="3723"/>
                    <a:pt x="9290" y="3097"/>
                    <a:pt x="7324" y="2353"/>
                  </a:cubicBezTo>
                  <a:cubicBezTo>
                    <a:pt x="5330" y="1758"/>
                    <a:pt x="3484" y="1132"/>
                    <a:pt x="2233" y="745"/>
                  </a:cubicBezTo>
                  <a:lnTo>
                    <a:pt x="625" y="269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9" name="Google Shape;2349;p52"/>
          <p:cNvGrpSpPr/>
          <p:nvPr/>
        </p:nvGrpSpPr>
        <p:grpSpPr>
          <a:xfrm>
            <a:off x="1279342" y="2310504"/>
            <a:ext cx="618961" cy="608669"/>
            <a:chOff x="2866317" y="3817357"/>
            <a:chExt cx="362920" cy="356865"/>
          </a:xfrm>
        </p:grpSpPr>
        <p:sp>
          <p:nvSpPr>
            <p:cNvPr id="2350" name="Google Shape;2350;p52"/>
            <p:cNvSpPr/>
            <p:nvPr/>
          </p:nvSpPr>
          <p:spPr>
            <a:xfrm>
              <a:off x="2866317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799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799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799" y="0"/>
                  </a:cubicBezTo>
                  <a:close/>
                </a:path>
              </a:pathLst>
            </a:custGeom>
            <a:solidFill>
              <a:srgbClr val="FF0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52"/>
            <p:cNvSpPr/>
            <p:nvPr/>
          </p:nvSpPr>
          <p:spPr>
            <a:xfrm>
              <a:off x="3021457" y="3817357"/>
              <a:ext cx="207780" cy="356576"/>
            </a:xfrm>
            <a:custGeom>
              <a:avLst/>
              <a:gdLst/>
              <a:ahLst/>
              <a:cxnLst/>
              <a:rect l="l" t="t" r="r" b="b"/>
              <a:pathLst>
                <a:path w="7926" h="13602" extrusionOk="0">
                  <a:moveTo>
                    <a:pt x="881" y="0"/>
                  </a:moveTo>
                  <a:cubicBezTo>
                    <a:pt x="593" y="0"/>
                    <a:pt x="290" y="15"/>
                    <a:pt x="1" y="58"/>
                  </a:cubicBezTo>
                  <a:cubicBezTo>
                    <a:pt x="3379" y="505"/>
                    <a:pt x="5919" y="3378"/>
                    <a:pt x="5919" y="6799"/>
                  </a:cubicBezTo>
                  <a:cubicBezTo>
                    <a:pt x="5919" y="10220"/>
                    <a:pt x="3379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0" y="10865"/>
                    <a:pt x="7666" y="7247"/>
                  </a:cubicBezTo>
                  <a:cubicBezTo>
                    <a:pt x="7926" y="3320"/>
                    <a:pt x="4822" y="0"/>
                    <a:pt x="881" y="0"/>
                  </a:cubicBezTo>
                  <a:close/>
                </a:path>
              </a:pathLst>
            </a:custGeom>
            <a:solidFill>
              <a:srgbClr val="FF0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52"/>
            <p:cNvSpPr/>
            <p:nvPr/>
          </p:nvSpPr>
          <p:spPr>
            <a:xfrm>
              <a:off x="2928367" y="3894561"/>
              <a:ext cx="194175" cy="279662"/>
            </a:xfrm>
            <a:custGeom>
              <a:avLst/>
              <a:gdLst/>
              <a:ahLst/>
              <a:cxnLst/>
              <a:rect l="l" t="t" r="r" b="b"/>
              <a:pathLst>
                <a:path w="7407" h="10668" extrusionOk="0">
                  <a:moveTo>
                    <a:pt x="6208" y="0"/>
                  </a:moveTo>
                  <a:cubicBezTo>
                    <a:pt x="4086" y="14"/>
                    <a:pt x="2079" y="1732"/>
                    <a:pt x="2079" y="3854"/>
                  </a:cubicBezTo>
                  <a:lnTo>
                    <a:pt x="2079" y="4114"/>
                  </a:lnTo>
                  <a:cubicBezTo>
                    <a:pt x="2079" y="4129"/>
                    <a:pt x="2051" y="4157"/>
                    <a:pt x="2036" y="4157"/>
                  </a:cubicBezTo>
                  <a:lnTo>
                    <a:pt x="174" y="4157"/>
                  </a:lnTo>
                  <a:cubicBezTo>
                    <a:pt x="73" y="4157"/>
                    <a:pt x="1" y="4230"/>
                    <a:pt x="1" y="4331"/>
                  </a:cubicBezTo>
                  <a:lnTo>
                    <a:pt x="1" y="6048"/>
                  </a:lnTo>
                  <a:cubicBezTo>
                    <a:pt x="1" y="6149"/>
                    <a:pt x="73" y="6236"/>
                    <a:pt x="174" y="6236"/>
                  </a:cubicBezTo>
                  <a:lnTo>
                    <a:pt x="2036" y="6236"/>
                  </a:lnTo>
                  <a:cubicBezTo>
                    <a:pt x="2051" y="6236"/>
                    <a:pt x="2079" y="6251"/>
                    <a:pt x="2079" y="6279"/>
                  </a:cubicBezTo>
                  <a:lnTo>
                    <a:pt x="2079" y="10220"/>
                  </a:lnTo>
                  <a:cubicBezTo>
                    <a:pt x="2079" y="10235"/>
                    <a:pt x="2079" y="10249"/>
                    <a:pt x="2108" y="10264"/>
                  </a:cubicBezTo>
                  <a:cubicBezTo>
                    <a:pt x="2743" y="10495"/>
                    <a:pt x="3422" y="10624"/>
                    <a:pt x="4100" y="10668"/>
                  </a:cubicBezTo>
                  <a:cubicBezTo>
                    <a:pt x="4129" y="10668"/>
                    <a:pt x="4144" y="10639"/>
                    <a:pt x="4144" y="10624"/>
                  </a:cubicBezTo>
                  <a:lnTo>
                    <a:pt x="4144" y="6279"/>
                  </a:lnTo>
                  <a:cubicBezTo>
                    <a:pt x="4144" y="6251"/>
                    <a:pt x="4158" y="6236"/>
                    <a:pt x="4187" y="6236"/>
                  </a:cubicBezTo>
                  <a:lnTo>
                    <a:pt x="7218" y="6236"/>
                  </a:lnTo>
                  <a:cubicBezTo>
                    <a:pt x="7319" y="6236"/>
                    <a:pt x="7406" y="6149"/>
                    <a:pt x="7406" y="6048"/>
                  </a:cubicBezTo>
                  <a:lnTo>
                    <a:pt x="7406" y="4331"/>
                  </a:lnTo>
                  <a:cubicBezTo>
                    <a:pt x="7406" y="4230"/>
                    <a:pt x="7319" y="4143"/>
                    <a:pt x="7218" y="4143"/>
                  </a:cubicBezTo>
                  <a:lnTo>
                    <a:pt x="4187" y="4143"/>
                  </a:lnTo>
                  <a:cubicBezTo>
                    <a:pt x="4158" y="4143"/>
                    <a:pt x="4144" y="4129"/>
                    <a:pt x="4144" y="4100"/>
                  </a:cubicBezTo>
                  <a:lnTo>
                    <a:pt x="4144" y="3854"/>
                  </a:lnTo>
                  <a:cubicBezTo>
                    <a:pt x="4144" y="2714"/>
                    <a:pt x="5068" y="2079"/>
                    <a:pt x="6208" y="2079"/>
                  </a:cubicBezTo>
                  <a:lnTo>
                    <a:pt x="7218" y="2079"/>
                  </a:lnTo>
                  <a:cubicBezTo>
                    <a:pt x="7319" y="2079"/>
                    <a:pt x="7406" y="1992"/>
                    <a:pt x="7406" y="1891"/>
                  </a:cubicBezTo>
                  <a:lnTo>
                    <a:pt x="7406" y="173"/>
                  </a:lnTo>
                  <a:cubicBezTo>
                    <a:pt x="7406" y="72"/>
                    <a:pt x="7319" y="0"/>
                    <a:pt x="72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53" name="Google Shape;2353;p52"/>
          <p:cNvSpPr txBox="1">
            <a:spLocks noGrp="1"/>
          </p:cNvSpPr>
          <p:nvPr>
            <p:ph type="subTitle" idx="4294967295"/>
          </p:nvPr>
        </p:nvSpPr>
        <p:spPr>
          <a:xfrm>
            <a:off x="709072" y="3659385"/>
            <a:ext cx="17595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</a:rPr>
              <a:t>Arduino to Raspberry Pi, carrying every joystick, knob, and button command</a:t>
            </a:r>
            <a:endParaRPr sz="1400"/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400"/>
          </a:p>
        </p:txBody>
      </p:sp>
      <p:sp>
        <p:nvSpPr>
          <p:cNvPr id="2354" name="Google Shape;2354;p52"/>
          <p:cNvSpPr txBox="1">
            <a:spLocks noGrp="1"/>
          </p:cNvSpPr>
          <p:nvPr>
            <p:ph type="subTitle" idx="4294967295"/>
          </p:nvPr>
        </p:nvSpPr>
        <p:spPr>
          <a:xfrm>
            <a:off x="3147472" y="3120560"/>
            <a:ext cx="17595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The power button wired straight to the Pi for a direct, reliable shutdown</a:t>
            </a:r>
            <a:endParaRPr sz="1400"/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400"/>
          </a:p>
        </p:txBody>
      </p:sp>
      <p:grpSp>
        <p:nvGrpSpPr>
          <p:cNvPr id="2355" name="Google Shape;2355;p52"/>
          <p:cNvGrpSpPr/>
          <p:nvPr/>
        </p:nvGrpSpPr>
        <p:grpSpPr>
          <a:xfrm>
            <a:off x="3717542" y="1771430"/>
            <a:ext cx="619360" cy="609168"/>
            <a:chOff x="3314750" y="3817357"/>
            <a:chExt cx="362920" cy="356865"/>
          </a:xfrm>
        </p:grpSpPr>
        <p:sp>
          <p:nvSpPr>
            <p:cNvPr id="2356" name="Google Shape;2356;p52"/>
            <p:cNvSpPr/>
            <p:nvPr/>
          </p:nvSpPr>
          <p:spPr>
            <a:xfrm>
              <a:off x="3314750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rgbClr val="FF0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52"/>
            <p:cNvSpPr/>
            <p:nvPr/>
          </p:nvSpPr>
          <p:spPr>
            <a:xfrm>
              <a:off x="3469891" y="3817357"/>
              <a:ext cx="207780" cy="356865"/>
            </a:xfrm>
            <a:custGeom>
              <a:avLst/>
              <a:gdLst/>
              <a:ahLst/>
              <a:cxnLst/>
              <a:rect l="l" t="t" r="r" b="b"/>
              <a:pathLst>
                <a:path w="7926" h="13613" extrusionOk="0">
                  <a:moveTo>
                    <a:pt x="881" y="0"/>
                  </a:moveTo>
                  <a:cubicBezTo>
                    <a:pt x="884" y="0"/>
                    <a:pt x="886" y="0"/>
                    <a:pt x="888" y="0"/>
                  </a:cubicBezTo>
                  <a:lnTo>
                    <a:pt x="888" y="0"/>
                  </a:lnTo>
                  <a:cubicBezTo>
                    <a:pt x="891" y="0"/>
                    <a:pt x="893" y="0"/>
                    <a:pt x="896" y="0"/>
                  </a:cubicBezTo>
                  <a:close/>
                  <a:moveTo>
                    <a:pt x="888" y="0"/>
                  </a:moveTo>
                  <a:lnTo>
                    <a:pt x="888" y="0"/>
                  </a:lnTo>
                  <a:cubicBezTo>
                    <a:pt x="588" y="0"/>
                    <a:pt x="301" y="15"/>
                    <a:pt x="1" y="58"/>
                  </a:cubicBezTo>
                  <a:cubicBezTo>
                    <a:pt x="3393" y="491"/>
                    <a:pt x="5934" y="3378"/>
                    <a:pt x="5934" y="6799"/>
                  </a:cubicBezTo>
                  <a:cubicBezTo>
                    <a:pt x="5934" y="10220"/>
                    <a:pt x="3393" y="13107"/>
                    <a:pt x="1" y="13555"/>
                  </a:cubicBezTo>
                  <a:cubicBezTo>
                    <a:pt x="299" y="13594"/>
                    <a:pt x="595" y="13612"/>
                    <a:pt x="887" y="13612"/>
                  </a:cubicBezTo>
                  <a:cubicBezTo>
                    <a:pt x="4418" y="13612"/>
                    <a:pt x="7441" y="10873"/>
                    <a:pt x="7680" y="7247"/>
                  </a:cubicBezTo>
                  <a:cubicBezTo>
                    <a:pt x="7926" y="3323"/>
                    <a:pt x="4826" y="4"/>
                    <a:pt x="888" y="0"/>
                  </a:cubicBezTo>
                  <a:close/>
                </a:path>
              </a:pathLst>
            </a:custGeom>
            <a:solidFill>
              <a:srgbClr val="FF0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52"/>
            <p:cNvSpPr/>
            <p:nvPr/>
          </p:nvSpPr>
          <p:spPr>
            <a:xfrm>
              <a:off x="3379082" y="3881296"/>
              <a:ext cx="228595" cy="228595"/>
            </a:xfrm>
            <a:custGeom>
              <a:avLst/>
              <a:gdLst/>
              <a:ahLst/>
              <a:cxnLst/>
              <a:rect l="l" t="t" r="r" b="b"/>
              <a:pathLst>
                <a:path w="8720" h="8720" extrusionOk="0">
                  <a:moveTo>
                    <a:pt x="6886" y="448"/>
                  </a:moveTo>
                  <a:cubicBezTo>
                    <a:pt x="7651" y="448"/>
                    <a:pt x="8272" y="1069"/>
                    <a:pt x="8272" y="1834"/>
                  </a:cubicBezTo>
                  <a:lnTo>
                    <a:pt x="8272" y="6872"/>
                  </a:lnTo>
                  <a:lnTo>
                    <a:pt x="8272" y="6886"/>
                  </a:lnTo>
                  <a:cubicBezTo>
                    <a:pt x="8272" y="7652"/>
                    <a:pt x="7651" y="8272"/>
                    <a:pt x="6872" y="8272"/>
                  </a:cubicBezTo>
                  <a:lnTo>
                    <a:pt x="1848" y="8272"/>
                  </a:lnTo>
                  <a:cubicBezTo>
                    <a:pt x="1069" y="8272"/>
                    <a:pt x="448" y="7652"/>
                    <a:pt x="448" y="6886"/>
                  </a:cubicBezTo>
                  <a:lnTo>
                    <a:pt x="448" y="1834"/>
                  </a:lnTo>
                  <a:cubicBezTo>
                    <a:pt x="448" y="1069"/>
                    <a:pt x="1069" y="448"/>
                    <a:pt x="1848" y="448"/>
                  </a:cubicBezTo>
                  <a:close/>
                  <a:moveTo>
                    <a:pt x="1848" y="1"/>
                  </a:moveTo>
                  <a:cubicBezTo>
                    <a:pt x="823" y="1"/>
                    <a:pt x="0" y="824"/>
                    <a:pt x="0" y="1834"/>
                  </a:cubicBezTo>
                  <a:lnTo>
                    <a:pt x="0" y="6872"/>
                  </a:lnTo>
                  <a:cubicBezTo>
                    <a:pt x="0" y="7897"/>
                    <a:pt x="823" y="8720"/>
                    <a:pt x="1848" y="8720"/>
                  </a:cubicBezTo>
                  <a:lnTo>
                    <a:pt x="6886" y="8720"/>
                  </a:lnTo>
                  <a:cubicBezTo>
                    <a:pt x="7897" y="8720"/>
                    <a:pt x="8719" y="7897"/>
                    <a:pt x="8719" y="6886"/>
                  </a:cubicBezTo>
                  <a:lnTo>
                    <a:pt x="8719" y="1834"/>
                  </a:lnTo>
                  <a:cubicBezTo>
                    <a:pt x="8719" y="824"/>
                    <a:pt x="7897" y="1"/>
                    <a:pt x="68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52"/>
            <p:cNvSpPr/>
            <p:nvPr/>
          </p:nvSpPr>
          <p:spPr>
            <a:xfrm>
              <a:off x="3412768" y="3935430"/>
              <a:ext cx="140408" cy="120274"/>
            </a:xfrm>
            <a:custGeom>
              <a:avLst/>
              <a:gdLst/>
              <a:ahLst/>
              <a:cxnLst/>
              <a:rect l="l" t="t" r="r" b="b"/>
              <a:pathLst>
                <a:path w="5356" h="4588" extrusionOk="0">
                  <a:moveTo>
                    <a:pt x="3063" y="447"/>
                  </a:moveTo>
                  <a:cubicBezTo>
                    <a:pt x="4013" y="447"/>
                    <a:pt x="4923" y="1183"/>
                    <a:pt x="4923" y="2295"/>
                  </a:cubicBezTo>
                  <a:cubicBezTo>
                    <a:pt x="4908" y="3320"/>
                    <a:pt x="4085" y="4143"/>
                    <a:pt x="3075" y="4143"/>
                  </a:cubicBezTo>
                  <a:cubicBezTo>
                    <a:pt x="1429" y="4143"/>
                    <a:pt x="592" y="2151"/>
                    <a:pt x="1761" y="996"/>
                  </a:cubicBezTo>
                  <a:cubicBezTo>
                    <a:pt x="2140" y="617"/>
                    <a:pt x="2606" y="447"/>
                    <a:pt x="3063" y="447"/>
                  </a:cubicBezTo>
                  <a:close/>
                  <a:moveTo>
                    <a:pt x="3075" y="0"/>
                  </a:moveTo>
                  <a:cubicBezTo>
                    <a:pt x="1025" y="0"/>
                    <a:pt x="0" y="2468"/>
                    <a:pt x="1444" y="3912"/>
                  </a:cubicBezTo>
                  <a:cubicBezTo>
                    <a:pt x="1910" y="4379"/>
                    <a:pt x="2484" y="4587"/>
                    <a:pt x="3047" y="4587"/>
                  </a:cubicBezTo>
                  <a:cubicBezTo>
                    <a:pt x="4225" y="4587"/>
                    <a:pt x="5356" y="3673"/>
                    <a:pt x="5356" y="2295"/>
                  </a:cubicBezTo>
                  <a:cubicBezTo>
                    <a:pt x="5356" y="1025"/>
                    <a:pt x="4331" y="0"/>
                    <a:pt x="30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52"/>
            <p:cNvSpPr/>
            <p:nvPr/>
          </p:nvSpPr>
          <p:spPr>
            <a:xfrm>
              <a:off x="3539518" y="3910447"/>
              <a:ext cx="31065" cy="31039"/>
            </a:xfrm>
            <a:custGeom>
              <a:avLst/>
              <a:gdLst/>
              <a:ahLst/>
              <a:cxnLst/>
              <a:rect l="l" t="t" r="r" b="b"/>
              <a:pathLst>
                <a:path w="1185" h="1184" extrusionOk="0">
                  <a:moveTo>
                    <a:pt x="593" y="0"/>
                  </a:moveTo>
                  <a:cubicBezTo>
                    <a:pt x="275" y="0"/>
                    <a:pt x="1" y="260"/>
                    <a:pt x="1" y="592"/>
                  </a:cubicBezTo>
                  <a:cubicBezTo>
                    <a:pt x="1" y="910"/>
                    <a:pt x="275" y="1184"/>
                    <a:pt x="593" y="1184"/>
                  </a:cubicBezTo>
                  <a:cubicBezTo>
                    <a:pt x="925" y="1184"/>
                    <a:pt x="1185" y="910"/>
                    <a:pt x="1185" y="592"/>
                  </a:cubicBezTo>
                  <a:cubicBezTo>
                    <a:pt x="1185" y="260"/>
                    <a:pt x="925" y="0"/>
                    <a:pt x="5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1" name="Google Shape;2361;p52"/>
          <p:cNvSpPr txBox="1">
            <a:spLocks noGrp="1"/>
          </p:cNvSpPr>
          <p:nvPr>
            <p:ph type="subTitle" idx="4294967295"/>
          </p:nvPr>
        </p:nvSpPr>
        <p:spPr>
          <a:xfrm>
            <a:off x="5585872" y="2587160"/>
            <a:ext cx="17595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Raspberry Pi to the driver board, carrying video to the recycled laptop screen</a:t>
            </a:r>
            <a:endParaRPr sz="1400"/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400"/>
          </a:p>
        </p:txBody>
      </p:sp>
      <p:grpSp>
        <p:nvGrpSpPr>
          <p:cNvPr id="2362" name="Google Shape;2362;p52"/>
          <p:cNvGrpSpPr/>
          <p:nvPr/>
        </p:nvGrpSpPr>
        <p:grpSpPr>
          <a:xfrm>
            <a:off x="6161927" y="1244357"/>
            <a:ext cx="607391" cy="596517"/>
            <a:chOff x="4211985" y="3817357"/>
            <a:chExt cx="362947" cy="356576"/>
          </a:xfrm>
        </p:grpSpPr>
        <p:sp>
          <p:nvSpPr>
            <p:cNvPr id="2363" name="Google Shape;2363;p52"/>
            <p:cNvSpPr/>
            <p:nvPr/>
          </p:nvSpPr>
          <p:spPr>
            <a:xfrm>
              <a:off x="4211985" y="3817357"/>
              <a:ext cx="356498" cy="356498"/>
            </a:xfrm>
            <a:custGeom>
              <a:avLst/>
              <a:gdLst/>
              <a:ahLst/>
              <a:cxnLst/>
              <a:rect l="l" t="t" r="r" b="b"/>
              <a:pathLst>
                <a:path w="13599" h="13599" extrusionOk="0">
                  <a:moveTo>
                    <a:pt x="6800" y="0"/>
                  </a:moveTo>
                  <a:cubicBezTo>
                    <a:pt x="3047" y="0"/>
                    <a:pt x="1" y="3046"/>
                    <a:pt x="1" y="6799"/>
                  </a:cubicBezTo>
                  <a:cubicBezTo>
                    <a:pt x="1" y="10552"/>
                    <a:pt x="3047" y="13598"/>
                    <a:pt x="6800" y="13598"/>
                  </a:cubicBezTo>
                  <a:cubicBezTo>
                    <a:pt x="10553" y="13598"/>
                    <a:pt x="13599" y="10552"/>
                    <a:pt x="13599" y="6799"/>
                  </a:cubicBezTo>
                  <a:cubicBezTo>
                    <a:pt x="13599" y="3046"/>
                    <a:pt x="10553" y="0"/>
                    <a:pt x="68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52"/>
            <p:cNvSpPr/>
            <p:nvPr/>
          </p:nvSpPr>
          <p:spPr>
            <a:xfrm>
              <a:off x="4366758" y="3817357"/>
              <a:ext cx="208173" cy="356576"/>
            </a:xfrm>
            <a:custGeom>
              <a:avLst/>
              <a:gdLst/>
              <a:ahLst/>
              <a:cxnLst/>
              <a:rect l="l" t="t" r="r" b="b"/>
              <a:pathLst>
                <a:path w="7941" h="13602" extrusionOk="0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52"/>
            <p:cNvSpPr/>
            <p:nvPr/>
          </p:nvSpPr>
          <p:spPr>
            <a:xfrm>
              <a:off x="4288061" y="3909555"/>
              <a:ext cx="227756" cy="187463"/>
            </a:xfrm>
            <a:custGeom>
              <a:avLst/>
              <a:gdLst/>
              <a:ahLst/>
              <a:cxnLst/>
              <a:rect l="l" t="t" r="r" b="b"/>
              <a:pathLst>
                <a:path w="8688" h="7151" extrusionOk="0">
                  <a:moveTo>
                    <a:pt x="5678" y="0"/>
                  </a:moveTo>
                  <a:cubicBezTo>
                    <a:pt x="4639" y="0"/>
                    <a:pt x="3643" y="810"/>
                    <a:pt x="3652" y="2026"/>
                  </a:cubicBezTo>
                  <a:lnTo>
                    <a:pt x="3652" y="2070"/>
                  </a:lnTo>
                  <a:lnTo>
                    <a:pt x="3551" y="2070"/>
                  </a:lnTo>
                  <a:cubicBezTo>
                    <a:pt x="3219" y="2012"/>
                    <a:pt x="2887" y="1940"/>
                    <a:pt x="2570" y="1839"/>
                  </a:cubicBezTo>
                  <a:cubicBezTo>
                    <a:pt x="1819" y="1579"/>
                    <a:pt x="1155" y="1160"/>
                    <a:pt x="592" y="612"/>
                  </a:cubicBezTo>
                  <a:lnTo>
                    <a:pt x="390" y="410"/>
                  </a:lnTo>
                  <a:cubicBezTo>
                    <a:pt x="375" y="395"/>
                    <a:pt x="358" y="388"/>
                    <a:pt x="342" y="388"/>
                  </a:cubicBezTo>
                  <a:cubicBezTo>
                    <a:pt x="312" y="388"/>
                    <a:pt x="284" y="410"/>
                    <a:pt x="275" y="438"/>
                  </a:cubicBezTo>
                  <a:lnTo>
                    <a:pt x="202" y="727"/>
                  </a:lnTo>
                  <a:cubicBezTo>
                    <a:pt x="0" y="1492"/>
                    <a:pt x="318" y="2301"/>
                    <a:pt x="982" y="2734"/>
                  </a:cubicBezTo>
                  <a:cubicBezTo>
                    <a:pt x="852" y="2734"/>
                    <a:pt x="708" y="2719"/>
                    <a:pt x="578" y="2690"/>
                  </a:cubicBezTo>
                  <a:lnTo>
                    <a:pt x="332" y="2633"/>
                  </a:lnTo>
                  <a:cubicBezTo>
                    <a:pt x="327" y="2631"/>
                    <a:pt x="321" y="2630"/>
                    <a:pt x="315" y="2630"/>
                  </a:cubicBezTo>
                  <a:cubicBezTo>
                    <a:pt x="278" y="2630"/>
                    <a:pt x="246" y="2667"/>
                    <a:pt x="246" y="2705"/>
                  </a:cubicBezTo>
                  <a:lnTo>
                    <a:pt x="289" y="2950"/>
                  </a:lnTo>
                  <a:cubicBezTo>
                    <a:pt x="390" y="3513"/>
                    <a:pt x="751" y="3990"/>
                    <a:pt x="1256" y="4221"/>
                  </a:cubicBezTo>
                  <a:cubicBezTo>
                    <a:pt x="1314" y="4249"/>
                    <a:pt x="1299" y="4336"/>
                    <a:pt x="1242" y="4350"/>
                  </a:cubicBezTo>
                  <a:lnTo>
                    <a:pt x="967" y="4350"/>
                  </a:lnTo>
                  <a:cubicBezTo>
                    <a:pt x="910" y="4365"/>
                    <a:pt x="881" y="4408"/>
                    <a:pt x="910" y="4452"/>
                  </a:cubicBezTo>
                  <a:lnTo>
                    <a:pt x="1040" y="4697"/>
                  </a:lnTo>
                  <a:cubicBezTo>
                    <a:pt x="1314" y="5173"/>
                    <a:pt x="1790" y="5491"/>
                    <a:pt x="2324" y="5563"/>
                  </a:cubicBezTo>
                  <a:cubicBezTo>
                    <a:pt x="2382" y="5577"/>
                    <a:pt x="2397" y="5650"/>
                    <a:pt x="2353" y="5693"/>
                  </a:cubicBezTo>
                  <a:cubicBezTo>
                    <a:pt x="1891" y="6025"/>
                    <a:pt x="1357" y="6256"/>
                    <a:pt x="794" y="6357"/>
                  </a:cubicBezTo>
                  <a:lnTo>
                    <a:pt x="188" y="6458"/>
                  </a:lnTo>
                  <a:cubicBezTo>
                    <a:pt x="116" y="6472"/>
                    <a:pt x="116" y="6559"/>
                    <a:pt x="174" y="6588"/>
                  </a:cubicBezTo>
                  <a:lnTo>
                    <a:pt x="751" y="6804"/>
                  </a:lnTo>
                  <a:cubicBezTo>
                    <a:pt x="1328" y="7035"/>
                    <a:pt x="1949" y="7151"/>
                    <a:pt x="2570" y="7151"/>
                  </a:cubicBezTo>
                  <a:cubicBezTo>
                    <a:pt x="5385" y="7136"/>
                    <a:pt x="7680" y="4870"/>
                    <a:pt x="7694" y="2055"/>
                  </a:cubicBezTo>
                  <a:lnTo>
                    <a:pt x="7694" y="2026"/>
                  </a:lnTo>
                  <a:lnTo>
                    <a:pt x="7694" y="1983"/>
                  </a:lnTo>
                  <a:lnTo>
                    <a:pt x="7694" y="1969"/>
                  </a:lnTo>
                  <a:cubicBezTo>
                    <a:pt x="7896" y="1839"/>
                    <a:pt x="8070" y="1680"/>
                    <a:pt x="8243" y="1507"/>
                  </a:cubicBezTo>
                  <a:lnTo>
                    <a:pt x="8647" y="1088"/>
                  </a:lnTo>
                  <a:cubicBezTo>
                    <a:pt x="8687" y="1048"/>
                    <a:pt x="8653" y="971"/>
                    <a:pt x="8591" y="971"/>
                  </a:cubicBezTo>
                  <a:cubicBezTo>
                    <a:pt x="8586" y="971"/>
                    <a:pt x="8580" y="971"/>
                    <a:pt x="8575" y="973"/>
                  </a:cubicBezTo>
                  <a:lnTo>
                    <a:pt x="8012" y="1117"/>
                  </a:lnTo>
                  <a:lnTo>
                    <a:pt x="7824" y="1146"/>
                  </a:lnTo>
                  <a:cubicBezTo>
                    <a:pt x="7820" y="1147"/>
                    <a:pt x="7816" y="1147"/>
                    <a:pt x="7812" y="1147"/>
                  </a:cubicBezTo>
                  <a:cubicBezTo>
                    <a:pt x="7761" y="1147"/>
                    <a:pt x="7728" y="1070"/>
                    <a:pt x="7781" y="1030"/>
                  </a:cubicBezTo>
                  <a:cubicBezTo>
                    <a:pt x="7839" y="973"/>
                    <a:pt x="7896" y="915"/>
                    <a:pt x="7954" y="857"/>
                  </a:cubicBezTo>
                  <a:lnTo>
                    <a:pt x="8402" y="366"/>
                  </a:lnTo>
                  <a:cubicBezTo>
                    <a:pt x="8439" y="329"/>
                    <a:pt x="8401" y="259"/>
                    <a:pt x="8353" y="259"/>
                  </a:cubicBezTo>
                  <a:cubicBezTo>
                    <a:pt x="8346" y="259"/>
                    <a:pt x="8338" y="261"/>
                    <a:pt x="8330" y="265"/>
                  </a:cubicBezTo>
                  <a:lnTo>
                    <a:pt x="7709" y="467"/>
                  </a:lnTo>
                  <a:cubicBezTo>
                    <a:pt x="7521" y="525"/>
                    <a:pt x="7334" y="583"/>
                    <a:pt x="7131" y="612"/>
                  </a:cubicBezTo>
                  <a:cubicBezTo>
                    <a:pt x="7117" y="612"/>
                    <a:pt x="7088" y="597"/>
                    <a:pt x="7074" y="583"/>
                  </a:cubicBezTo>
                  <a:cubicBezTo>
                    <a:pt x="6667" y="180"/>
                    <a:pt x="6168" y="0"/>
                    <a:pt x="56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6" name="Google Shape;2366;p52"/>
          <p:cNvSpPr txBox="1">
            <a:spLocks noGrp="1"/>
          </p:cNvSpPr>
          <p:nvPr>
            <p:ph type="title" idx="4294967295"/>
          </p:nvPr>
        </p:nvSpPr>
        <p:spPr>
          <a:xfrm>
            <a:off x="709072" y="3139310"/>
            <a:ext cx="17595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USB SERIAL</a:t>
            </a:r>
            <a:endParaRPr sz="1800"/>
          </a:p>
        </p:txBody>
      </p:sp>
      <p:sp>
        <p:nvSpPr>
          <p:cNvPr id="2367" name="Google Shape;2367;p52"/>
          <p:cNvSpPr txBox="1">
            <a:spLocks noGrp="1"/>
          </p:cNvSpPr>
          <p:nvPr>
            <p:ph type="title" idx="4294967295"/>
          </p:nvPr>
        </p:nvSpPr>
        <p:spPr>
          <a:xfrm>
            <a:off x="3147472" y="2605910"/>
            <a:ext cx="17595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GPIO</a:t>
            </a:r>
            <a:endParaRPr sz="1800"/>
          </a:p>
        </p:txBody>
      </p:sp>
      <p:sp>
        <p:nvSpPr>
          <p:cNvPr id="2368" name="Google Shape;2368;p52"/>
          <p:cNvSpPr txBox="1">
            <a:spLocks noGrp="1"/>
          </p:cNvSpPr>
          <p:nvPr>
            <p:ph type="title" idx="4294967295"/>
          </p:nvPr>
        </p:nvSpPr>
        <p:spPr>
          <a:xfrm>
            <a:off x="5585872" y="2062985"/>
            <a:ext cx="17595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HDMI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3" name="Google Shape;2373;p53"/>
          <p:cNvGrpSpPr/>
          <p:nvPr/>
        </p:nvGrpSpPr>
        <p:grpSpPr>
          <a:xfrm>
            <a:off x="452400" y="1233650"/>
            <a:ext cx="8239200" cy="3639400"/>
            <a:chOff x="452400" y="1233650"/>
            <a:chExt cx="8239200" cy="3639400"/>
          </a:xfrm>
        </p:grpSpPr>
        <p:sp>
          <p:nvSpPr>
            <p:cNvPr id="2374" name="Google Shape;2374;p53"/>
            <p:cNvSpPr/>
            <p:nvPr/>
          </p:nvSpPr>
          <p:spPr>
            <a:xfrm>
              <a:off x="452400" y="1233650"/>
              <a:ext cx="8239200" cy="3486900"/>
            </a:xfrm>
            <a:prstGeom prst="roundRect">
              <a:avLst>
                <a:gd name="adj" fmla="val 11859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53"/>
            <p:cNvSpPr/>
            <p:nvPr/>
          </p:nvSpPr>
          <p:spPr>
            <a:xfrm>
              <a:off x="583800" y="1364670"/>
              <a:ext cx="7976400" cy="3228600"/>
            </a:xfrm>
            <a:prstGeom prst="roundRect">
              <a:avLst>
                <a:gd name="adj" fmla="val 11237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53"/>
            <p:cNvSpPr/>
            <p:nvPr/>
          </p:nvSpPr>
          <p:spPr>
            <a:xfrm>
              <a:off x="1857450" y="4625550"/>
              <a:ext cx="5429100" cy="2475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7" name="Google Shape;2377;p53"/>
          <p:cNvSpPr txBox="1">
            <a:spLocks noGrp="1"/>
          </p:cNvSpPr>
          <p:nvPr>
            <p:ph type="title"/>
          </p:nvPr>
        </p:nvSpPr>
        <p:spPr>
          <a:xfrm>
            <a:off x="713225" y="488975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WIRING REFERENCE TABLE</a:t>
            </a:r>
            <a:endParaRPr/>
          </a:p>
        </p:txBody>
      </p:sp>
      <p:graphicFrame>
        <p:nvGraphicFramePr>
          <p:cNvPr id="2378" name="Google Shape;2378;p53"/>
          <p:cNvGraphicFramePr/>
          <p:nvPr/>
        </p:nvGraphicFramePr>
        <p:xfrm>
          <a:off x="1005700" y="21484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{06C9BFDA-D533-4318-A00A-715C373CFB32}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450">
                <a:tc>
                  <a:txBody>
                    <a:bodyPr/>
                    <a:lstStyle/>
                    <a:p>
                      <a:r>
                        <a:t>ARDUINO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Joystick X/Y/click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Knob wiper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Button pin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50">
                <a:tc>
                  <a:txBody>
                    <a:bodyPr/>
                    <a:lstStyle/>
                    <a:p>
                      <a:r>
                        <a:t>PI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USB from Arduino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HDMI to driver board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GPIO to power button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50">
                <a:tc>
                  <a:txBody>
                    <a:bodyPr/>
                    <a:lstStyle/>
                    <a:p>
                      <a:r>
                        <a:t>DRIVER BOARD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HDMI in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LVDS out to panel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Backlight power out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50">
                <a:tc>
                  <a:txBody>
                    <a:bodyPr/>
                    <a:lstStyle/>
                    <a:p>
                      <a:r>
                        <a:t>SCREEN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LVDS in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Backlight in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50">
                <a:tc>
                  <a:txBody>
                    <a:bodyPr/>
                    <a:lstStyle/>
                    <a:p>
                      <a:r>
                        <a:t>POWER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5V to Pi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12V to driver board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Shared ground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379" name="Google Shape;2379;p53"/>
          <p:cNvGrpSpPr/>
          <p:nvPr/>
        </p:nvGrpSpPr>
        <p:grpSpPr>
          <a:xfrm>
            <a:off x="3530615" y="1652454"/>
            <a:ext cx="363066" cy="357008"/>
            <a:chOff x="2866317" y="3817357"/>
            <a:chExt cx="362920" cy="356865"/>
          </a:xfrm>
        </p:grpSpPr>
        <p:sp>
          <p:nvSpPr>
            <p:cNvPr id="2380" name="Google Shape;2380;p53"/>
            <p:cNvSpPr/>
            <p:nvPr/>
          </p:nvSpPr>
          <p:spPr>
            <a:xfrm>
              <a:off x="2866317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799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799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799" y="0"/>
                  </a:cubicBezTo>
                  <a:close/>
                </a:path>
              </a:pathLst>
            </a:custGeom>
            <a:solidFill>
              <a:srgbClr val="FF0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53"/>
            <p:cNvSpPr/>
            <p:nvPr/>
          </p:nvSpPr>
          <p:spPr>
            <a:xfrm>
              <a:off x="3021457" y="3817357"/>
              <a:ext cx="207780" cy="356576"/>
            </a:xfrm>
            <a:custGeom>
              <a:avLst/>
              <a:gdLst/>
              <a:ahLst/>
              <a:cxnLst/>
              <a:rect l="l" t="t" r="r" b="b"/>
              <a:pathLst>
                <a:path w="7926" h="13602" extrusionOk="0">
                  <a:moveTo>
                    <a:pt x="881" y="0"/>
                  </a:moveTo>
                  <a:cubicBezTo>
                    <a:pt x="593" y="0"/>
                    <a:pt x="290" y="15"/>
                    <a:pt x="1" y="58"/>
                  </a:cubicBezTo>
                  <a:cubicBezTo>
                    <a:pt x="3379" y="505"/>
                    <a:pt x="5919" y="3378"/>
                    <a:pt x="5919" y="6799"/>
                  </a:cubicBezTo>
                  <a:cubicBezTo>
                    <a:pt x="5919" y="10220"/>
                    <a:pt x="3379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0" y="10865"/>
                    <a:pt x="7666" y="7247"/>
                  </a:cubicBezTo>
                  <a:cubicBezTo>
                    <a:pt x="7926" y="3320"/>
                    <a:pt x="4822" y="0"/>
                    <a:pt x="881" y="0"/>
                  </a:cubicBezTo>
                  <a:close/>
                </a:path>
              </a:pathLst>
            </a:custGeom>
            <a:solidFill>
              <a:srgbClr val="FF0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53"/>
            <p:cNvSpPr/>
            <p:nvPr/>
          </p:nvSpPr>
          <p:spPr>
            <a:xfrm>
              <a:off x="2928367" y="3894561"/>
              <a:ext cx="194175" cy="279662"/>
            </a:xfrm>
            <a:custGeom>
              <a:avLst/>
              <a:gdLst/>
              <a:ahLst/>
              <a:cxnLst/>
              <a:rect l="l" t="t" r="r" b="b"/>
              <a:pathLst>
                <a:path w="7407" h="10668" extrusionOk="0">
                  <a:moveTo>
                    <a:pt x="6208" y="0"/>
                  </a:moveTo>
                  <a:cubicBezTo>
                    <a:pt x="4086" y="14"/>
                    <a:pt x="2079" y="1732"/>
                    <a:pt x="2079" y="3854"/>
                  </a:cubicBezTo>
                  <a:lnTo>
                    <a:pt x="2079" y="4114"/>
                  </a:lnTo>
                  <a:cubicBezTo>
                    <a:pt x="2079" y="4129"/>
                    <a:pt x="2051" y="4157"/>
                    <a:pt x="2036" y="4157"/>
                  </a:cubicBezTo>
                  <a:lnTo>
                    <a:pt x="174" y="4157"/>
                  </a:lnTo>
                  <a:cubicBezTo>
                    <a:pt x="73" y="4157"/>
                    <a:pt x="1" y="4230"/>
                    <a:pt x="1" y="4331"/>
                  </a:cubicBezTo>
                  <a:lnTo>
                    <a:pt x="1" y="6048"/>
                  </a:lnTo>
                  <a:cubicBezTo>
                    <a:pt x="1" y="6149"/>
                    <a:pt x="73" y="6236"/>
                    <a:pt x="174" y="6236"/>
                  </a:cubicBezTo>
                  <a:lnTo>
                    <a:pt x="2036" y="6236"/>
                  </a:lnTo>
                  <a:cubicBezTo>
                    <a:pt x="2051" y="6236"/>
                    <a:pt x="2079" y="6251"/>
                    <a:pt x="2079" y="6279"/>
                  </a:cubicBezTo>
                  <a:lnTo>
                    <a:pt x="2079" y="10220"/>
                  </a:lnTo>
                  <a:cubicBezTo>
                    <a:pt x="2079" y="10235"/>
                    <a:pt x="2079" y="10249"/>
                    <a:pt x="2108" y="10264"/>
                  </a:cubicBezTo>
                  <a:cubicBezTo>
                    <a:pt x="2743" y="10495"/>
                    <a:pt x="3422" y="10624"/>
                    <a:pt x="4100" y="10668"/>
                  </a:cubicBezTo>
                  <a:cubicBezTo>
                    <a:pt x="4129" y="10668"/>
                    <a:pt x="4144" y="10639"/>
                    <a:pt x="4144" y="10624"/>
                  </a:cubicBezTo>
                  <a:lnTo>
                    <a:pt x="4144" y="6279"/>
                  </a:lnTo>
                  <a:cubicBezTo>
                    <a:pt x="4144" y="6251"/>
                    <a:pt x="4158" y="6236"/>
                    <a:pt x="4187" y="6236"/>
                  </a:cubicBezTo>
                  <a:lnTo>
                    <a:pt x="7218" y="6236"/>
                  </a:lnTo>
                  <a:cubicBezTo>
                    <a:pt x="7319" y="6236"/>
                    <a:pt x="7406" y="6149"/>
                    <a:pt x="7406" y="6048"/>
                  </a:cubicBezTo>
                  <a:lnTo>
                    <a:pt x="7406" y="4331"/>
                  </a:lnTo>
                  <a:cubicBezTo>
                    <a:pt x="7406" y="4230"/>
                    <a:pt x="7319" y="4143"/>
                    <a:pt x="7218" y="4143"/>
                  </a:cubicBezTo>
                  <a:lnTo>
                    <a:pt x="4187" y="4143"/>
                  </a:lnTo>
                  <a:cubicBezTo>
                    <a:pt x="4158" y="4143"/>
                    <a:pt x="4144" y="4129"/>
                    <a:pt x="4144" y="4100"/>
                  </a:cubicBezTo>
                  <a:lnTo>
                    <a:pt x="4144" y="3854"/>
                  </a:lnTo>
                  <a:cubicBezTo>
                    <a:pt x="4144" y="2714"/>
                    <a:pt x="5068" y="2079"/>
                    <a:pt x="6208" y="2079"/>
                  </a:cubicBezTo>
                  <a:lnTo>
                    <a:pt x="7218" y="2079"/>
                  </a:lnTo>
                  <a:cubicBezTo>
                    <a:pt x="7319" y="2079"/>
                    <a:pt x="7406" y="1992"/>
                    <a:pt x="7406" y="1891"/>
                  </a:cubicBezTo>
                  <a:lnTo>
                    <a:pt x="7406" y="173"/>
                  </a:lnTo>
                  <a:cubicBezTo>
                    <a:pt x="7406" y="72"/>
                    <a:pt x="7319" y="0"/>
                    <a:pt x="72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3" name="Google Shape;2383;p53"/>
          <p:cNvGrpSpPr/>
          <p:nvPr/>
        </p:nvGrpSpPr>
        <p:grpSpPr>
          <a:xfrm>
            <a:off x="5334059" y="1652454"/>
            <a:ext cx="363066" cy="357008"/>
            <a:chOff x="3314750" y="3817357"/>
            <a:chExt cx="362920" cy="356865"/>
          </a:xfrm>
        </p:grpSpPr>
        <p:sp>
          <p:nvSpPr>
            <p:cNvPr id="2384" name="Google Shape;2384;p53"/>
            <p:cNvSpPr/>
            <p:nvPr/>
          </p:nvSpPr>
          <p:spPr>
            <a:xfrm>
              <a:off x="3314750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rgbClr val="FF0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53"/>
            <p:cNvSpPr/>
            <p:nvPr/>
          </p:nvSpPr>
          <p:spPr>
            <a:xfrm>
              <a:off x="3469891" y="3817357"/>
              <a:ext cx="207780" cy="356865"/>
            </a:xfrm>
            <a:custGeom>
              <a:avLst/>
              <a:gdLst/>
              <a:ahLst/>
              <a:cxnLst/>
              <a:rect l="l" t="t" r="r" b="b"/>
              <a:pathLst>
                <a:path w="7926" h="13613" extrusionOk="0">
                  <a:moveTo>
                    <a:pt x="881" y="0"/>
                  </a:moveTo>
                  <a:cubicBezTo>
                    <a:pt x="884" y="0"/>
                    <a:pt x="886" y="0"/>
                    <a:pt x="888" y="0"/>
                  </a:cubicBezTo>
                  <a:lnTo>
                    <a:pt x="888" y="0"/>
                  </a:lnTo>
                  <a:cubicBezTo>
                    <a:pt x="891" y="0"/>
                    <a:pt x="893" y="0"/>
                    <a:pt x="896" y="0"/>
                  </a:cubicBezTo>
                  <a:close/>
                  <a:moveTo>
                    <a:pt x="888" y="0"/>
                  </a:moveTo>
                  <a:lnTo>
                    <a:pt x="888" y="0"/>
                  </a:lnTo>
                  <a:cubicBezTo>
                    <a:pt x="588" y="0"/>
                    <a:pt x="301" y="15"/>
                    <a:pt x="1" y="58"/>
                  </a:cubicBezTo>
                  <a:cubicBezTo>
                    <a:pt x="3393" y="491"/>
                    <a:pt x="5934" y="3378"/>
                    <a:pt x="5934" y="6799"/>
                  </a:cubicBezTo>
                  <a:cubicBezTo>
                    <a:pt x="5934" y="10220"/>
                    <a:pt x="3393" y="13107"/>
                    <a:pt x="1" y="13555"/>
                  </a:cubicBezTo>
                  <a:cubicBezTo>
                    <a:pt x="299" y="13594"/>
                    <a:pt x="595" y="13612"/>
                    <a:pt x="887" y="13612"/>
                  </a:cubicBezTo>
                  <a:cubicBezTo>
                    <a:pt x="4418" y="13612"/>
                    <a:pt x="7441" y="10873"/>
                    <a:pt x="7680" y="7247"/>
                  </a:cubicBezTo>
                  <a:cubicBezTo>
                    <a:pt x="7926" y="3323"/>
                    <a:pt x="4826" y="4"/>
                    <a:pt x="888" y="0"/>
                  </a:cubicBezTo>
                  <a:close/>
                </a:path>
              </a:pathLst>
            </a:custGeom>
            <a:solidFill>
              <a:srgbClr val="FF0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53"/>
            <p:cNvSpPr/>
            <p:nvPr/>
          </p:nvSpPr>
          <p:spPr>
            <a:xfrm>
              <a:off x="3379082" y="3881296"/>
              <a:ext cx="228595" cy="228595"/>
            </a:xfrm>
            <a:custGeom>
              <a:avLst/>
              <a:gdLst/>
              <a:ahLst/>
              <a:cxnLst/>
              <a:rect l="l" t="t" r="r" b="b"/>
              <a:pathLst>
                <a:path w="8720" h="8720" extrusionOk="0">
                  <a:moveTo>
                    <a:pt x="6886" y="448"/>
                  </a:moveTo>
                  <a:cubicBezTo>
                    <a:pt x="7651" y="448"/>
                    <a:pt x="8272" y="1069"/>
                    <a:pt x="8272" y="1834"/>
                  </a:cubicBezTo>
                  <a:lnTo>
                    <a:pt x="8272" y="6872"/>
                  </a:lnTo>
                  <a:lnTo>
                    <a:pt x="8272" y="6886"/>
                  </a:lnTo>
                  <a:cubicBezTo>
                    <a:pt x="8272" y="7652"/>
                    <a:pt x="7651" y="8272"/>
                    <a:pt x="6872" y="8272"/>
                  </a:cubicBezTo>
                  <a:lnTo>
                    <a:pt x="1848" y="8272"/>
                  </a:lnTo>
                  <a:cubicBezTo>
                    <a:pt x="1069" y="8272"/>
                    <a:pt x="448" y="7652"/>
                    <a:pt x="448" y="6886"/>
                  </a:cubicBezTo>
                  <a:lnTo>
                    <a:pt x="448" y="1834"/>
                  </a:lnTo>
                  <a:cubicBezTo>
                    <a:pt x="448" y="1069"/>
                    <a:pt x="1069" y="448"/>
                    <a:pt x="1848" y="448"/>
                  </a:cubicBezTo>
                  <a:close/>
                  <a:moveTo>
                    <a:pt x="1848" y="1"/>
                  </a:moveTo>
                  <a:cubicBezTo>
                    <a:pt x="823" y="1"/>
                    <a:pt x="0" y="824"/>
                    <a:pt x="0" y="1834"/>
                  </a:cubicBezTo>
                  <a:lnTo>
                    <a:pt x="0" y="6872"/>
                  </a:lnTo>
                  <a:cubicBezTo>
                    <a:pt x="0" y="7897"/>
                    <a:pt x="823" y="8720"/>
                    <a:pt x="1848" y="8720"/>
                  </a:cubicBezTo>
                  <a:lnTo>
                    <a:pt x="6886" y="8720"/>
                  </a:lnTo>
                  <a:cubicBezTo>
                    <a:pt x="7897" y="8720"/>
                    <a:pt x="8719" y="7897"/>
                    <a:pt x="8719" y="6886"/>
                  </a:cubicBezTo>
                  <a:lnTo>
                    <a:pt x="8719" y="1834"/>
                  </a:lnTo>
                  <a:cubicBezTo>
                    <a:pt x="8719" y="824"/>
                    <a:pt x="7897" y="1"/>
                    <a:pt x="68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53"/>
            <p:cNvSpPr/>
            <p:nvPr/>
          </p:nvSpPr>
          <p:spPr>
            <a:xfrm>
              <a:off x="3412768" y="3935430"/>
              <a:ext cx="140408" cy="120274"/>
            </a:xfrm>
            <a:custGeom>
              <a:avLst/>
              <a:gdLst/>
              <a:ahLst/>
              <a:cxnLst/>
              <a:rect l="l" t="t" r="r" b="b"/>
              <a:pathLst>
                <a:path w="5356" h="4588" extrusionOk="0">
                  <a:moveTo>
                    <a:pt x="3063" y="447"/>
                  </a:moveTo>
                  <a:cubicBezTo>
                    <a:pt x="4013" y="447"/>
                    <a:pt x="4923" y="1183"/>
                    <a:pt x="4923" y="2295"/>
                  </a:cubicBezTo>
                  <a:cubicBezTo>
                    <a:pt x="4908" y="3320"/>
                    <a:pt x="4085" y="4143"/>
                    <a:pt x="3075" y="4143"/>
                  </a:cubicBezTo>
                  <a:cubicBezTo>
                    <a:pt x="1429" y="4143"/>
                    <a:pt x="592" y="2151"/>
                    <a:pt x="1761" y="996"/>
                  </a:cubicBezTo>
                  <a:cubicBezTo>
                    <a:pt x="2140" y="617"/>
                    <a:pt x="2606" y="447"/>
                    <a:pt x="3063" y="447"/>
                  </a:cubicBezTo>
                  <a:close/>
                  <a:moveTo>
                    <a:pt x="3075" y="0"/>
                  </a:moveTo>
                  <a:cubicBezTo>
                    <a:pt x="1025" y="0"/>
                    <a:pt x="0" y="2468"/>
                    <a:pt x="1444" y="3912"/>
                  </a:cubicBezTo>
                  <a:cubicBezTo>
                    <a:pt x="1910" y="4379"/>
                    <a:pt x="2484" y="4587"/>
                    <a:pt x="3047" y="4587"/>
                  </a:cubicBezTo>
                  <a:cubicBezTo>
                    <a:pt x="4225" y="4587"/>
                    <a:pt x="5356" y="3673"/>
                    <a:pt x="5356" y="2295"/>
                  </a:cubicBezTo>
                  <a:cubicBezTo>
                    <a:pt x="5356" y="1025"/>
                    <a:pt x="4331" y="0"/>
                    <a:pt x="30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53"/>
            <p:cNvSpPr/>
            <p:nvPr/>
          </p:nvSpPr>
          <p:spPr>
            <a:xfrm>
              <a:off x="3539518" y="3910447"/>
              <a:ext cx="31065" cy="31039"/>
            </a:xfrm>
            <a:custGeom>
              <a:avLst/>
              <a:gdLst/>
              <a:ahLst/>
              <a:cxnLst/>
              <a:rect l="l" t="t" r="r" b="b"/>
              <a:pathLst>
                <a:path w="1185" h="1184" extrusionOk="0">
                  <a:moveTo>
                    <a:pt x="593" y="0"/>
                  </a:moveTo>
                  <a:cubicBezTo>
                    <a:pt x="275" y="0"/>
                    <a:pt x="1" y="260"/>
                    <a:pt x="1" y="592"/>
                  </a:cubicBezTo>
                  <a:cubicBezTo>
                    <a:pt x="1" y="910"/>
                    <a:pt x="275" y="1184"/>
                    <a:pt x="593" y="1184"/>
                  </a:cubicBezTo>
                  <a:cubicBezTo>
                    <a:pt x="925" y="1184"/>
                    <a:pt x="1185" y="910"/>
                    <a:pt x="1185" y="592"/>
                  </a:cubicBezTo>
                  <a:cubicBezTo>
                    <a:pt x="1185" y="260"/>
                    <a:pt x="925" y="0"/>
                    <a:pt x="5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9" name="Google Shape;2389;p53"/>
          <p:cNvGrpSpPr/>
          <p:nvPr/>
        </p:nvGrpSpPr>
        <p:grpSpPr>
          <a:xfrm>
            <a:off x="7164862" y="1654453"/>
            <a:ext cx="361858" cy="355328"/>
            <a:chOff x="4211985" y="3817357"/>
            <a:chExt cx="362947" cy="356576"/>
          </a:xfrm>
        </p:grpSpPr>
        <p:sp>
          <p:nvSpPr>
            <p:cNvPr id="2390" name="Google Shape;2390;p53"/>
            <p:cNvSpPr/>
            <p:nvPr/>
          </p:nvSpPr>
          <p:spPr>
            <a:xfrm>
              <a:off x="4211985" y="3817357"/>
              <a:ext cx="356498" cy="356498"/>
            </a:xfrm>
            <a:custGeom>
              <a:avLst/>
              <a:gdLst/>
              <a:ahLst/>
              <a:cxnLst/>
              <a:rect l="l" t="t" r="r" b="b"/>
              <a:pathLst>
                <a:path w="13599" h="13599" extrusionOk="0">
                  <a:moveTo>
                    <a:pt x="6800" y="0"/>
                  </a:moveTo>
                  <a:cubicBezTo>
                    <a:pt x="3047" y="0"/>
                    <a:pt x="1" y="3046"/>
                    <a:pt x="1" y="6799"/>
                  </a:cubicBezTo>
                  <a:cubicBezTo>
                    <a:pt x="1" y="10552"/>
                    <a:pt x="3047" y="13598"/>
                    <a:pt x="6800" y="13598"/>
                  </a:cubicBezTo>
                  <a:cubicBezTo>
                    <a:pt x="10553" y="13598"/>
                    <a:pt x="13599" y="10552"/>
                    <a:pt x="13599" y="6799"/>
                  </a:cubicBezTo>
                  <a:cubicBezTo>
                    <a:pt x="13599" y="3046"/>
                    <a:pt x="10553" y="0"/>
                    <a:pt x="68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53"/>
            <p:cNvSpPr/>
            <p:nvPr/>
          </p:nvSpPr>
          <p:spPr>
            <a:xfrm>
              <a:off x="4366758" y="3817357"/>
              <a:ext cx="208173" cy="356576"/>
            </a:xfrm>
            <a:custGeom>
              <a:avLst/>
              <a:gdLst/>
              <a:ahLst/>
              <a:cxnLst/>
              <a:rect l="l" t="t" r="r" b="b"/>
              <a:pathLst>
                <a:path w="7941" h="13602" extrusionOk="0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53"/>
            <p:cNvSpPr/>
            <p:nvPr/>
          </p:nvSpPr>
          <p:spPr>
            <a:xfrm>
              <a:off x="4288061" y="3909555"/>
              <a:ext cx="227756" cy="187463"/>
            </a:xfrm>
            <a:custGeom>
              <a:avLst/>
              <a:gdLst/>
              <a:ahLst/>
              <a:cxnLst/>
              <a:rect l="l" t="t" r="r" b="b"/>
              <a:pathLst>
                <a:path w="8688" h="7151" extrusionOk="0">
                  <a:moveTo>
                    <a:pt x="5678" y="0"/>
                  </a:moveTo>
                  <a:cubicBezTo>
                    <a:pt x="4639" y="0"/>
                    <a:pt x="3643" y="810"/>
                    <a:pt x="3652" y="2026"/>
                  </a:cubicBezTo>
                  <a:lnTo>
                    <a:pt x="3652" y="2070"/>
                  </a:lnTo>
                  <a:lnTo>
                    <a:pt x="3551" y="2070"/>
                  </a:lnTo>
                  <a:cubicBezTo>
                    <a:pt x="3219" y="2012"/>
                    <a:pt x="2887" y="1940"/>
                    <a:pt x="2570" y="1839"/>
                  </a:cubicBezTo>
                  <a:cubicBezTo>
                    <a:pt x="1819" y="1579"/>
                    <a:pt x="1155" y="1160"/>
                    <a:pt x="592" y="612"/>
                  </a:cubicBezTo>
                  <a:lnTo>
                    <a:pt x="390" y="410"/>
                  </a:lnTo>
                  <a:cubicBezTo>
                    <a:pt x="375" y="395"/>
                    <a:pt x="358" y="388"/>
                    <a:pt x="342" y="388"/>
                  </a:cubicBezTo>
                  <a:cubicBezTo>
                    <a:pt x="312" y="388"/>
                    <a:pt x="284" y="410"/>
                    <a:pt x="275" y="438"/>
                  </a:cubicBezTo>
                  <a:lnTo>
                    <a:pt x="202" y="727"/>
                  </a:lnTo>
                  <a:cubicBezTo>
                    <a:pt x="0" y="1492"/>
                    <a:pt x="318" y="2301"/>
                    <a:pt x="982" y="2734"/>
                  </a:cubicBezTo>
                  <a:cubicBezTo>
                    <a:pt x="852" y="2734"/>
                    <a:pt x="708" y="2719"/>
                    <a:pt x="578" y="2690"/>
                  </a:cubicBezTo>
                  <a:lnTo>
                    <a:pt x="332" y="2633"/>
                  </a:lnTo>
                  <a:cubicBezTo>
                    <a:pt x="327" y="2631"/>
                    <a:pt x="321" y="2630"/>
                    <a:pt x="315" y="2630"/>
                  </a:cubicBezTo>
                  <a:cubicBezTo>
                    <a:pt x="278" y="2630"/>
                    <a:pt x="246" y="2667"/>
                    <a:pt x="246" y="2705"/>
                  </a:cubicBezTo>
                  <a:lnTo>
                    <a:pt x="289" y="2950"/>
                  </a:lnTo>
                  <a:cubicBezTo>
                    <a:pt x="390" y="3513"/>
                    <a:pt x="751" y="3990"/>
                    <a:pt x="1256" y="4221"/>
                  </a:cubicBezTo>
                  <a:cubicBezTo>
                    <a:pt x="1314" y="4249"/>
                    <a:pt x="1299" y="4336"/>
                    <a:pt x="1242" y="4350"/>
                  </a:cubicBezTo>
                  <a:lnTo>
                    <a:pt x="967" y="4350"/>
                  </a:lnTo>
                  <a:cubicBezTo>
                    <a:pt x="910" y="4365"/>
                    <a:pt x="881" y="4408"/>
                    <a:pt x="910" y="4452"/>
                  </a:cubicBezTo>
                  <a:lnTo>
                    <a:pt x="1040" y="4697"/>
                  </a:lnTo>
                  <a:cubicBezTo>
                    <a:pt x="1314" y="5173"/>
                    <a:pt x="1790" y="5491"/>
                    <a:pt x="2324" y="5563"/>
                  </a:cubicBezTo>
                  <a:cubicBezTo>
                    <a:pt x="2382" y="5577"/>
                    <a:pt x="2397" y="5650"/>
                    <a:pt x="2353" y="5693"/>
                  </a:cubicBezTo>
                  <a:cubicBezTo>
                    <a:pt x="1891" y="6025"/>
                    <a:pt x="1357" y="6256"/>
                    <a:pt x="794" y="6357"/>
                  </a:cubicBezTo>
                  <a:lnTo>
                    <a:pt x="188" y="6458"/>
                  </a:lnTo>
                  <a:cubicBezTo>
                    <a:pt x="116" y="6472"/>
                    <a:pt x="116" y="6559"/>
                    <a:pt x="174" y="6588"/>
                  </a:cubicBezTo>
                  <a:lnTo>
                    <a:pt x="751" y="6804"/>
                  </a:lnTo>
                  <a:cubicBezTo>
                    <a:pt x="1328" y="7035"/>
                    <a:pt x="1949" y="7151"/>
                    <a:pt x="2570" y="7151"/>
                  </a:cubicBezTo>
                  <a:cubicBezTo>
                    <a:pt x="5385" y="7136"/>
                    <a:pt x="7680" y="4870"/>
                    <a:pt x="7694" y="2055"/>
                  </a:cubicBezTo>
                  <a:lnTo>
                    <a:pt x="7694" y="2026"/>
                  </a:lnTo>
                  <a:lnTo>
                    <a:pt x="7694" y="1983"/>
                  </a:lnTo>
                  <a:lnTo>
                    <a:pt x="7694" y="1969"/>
                  </a:lnTo>
                  <a:cubicBezTo>
                    <a:pt x="7896" y="1839"/>
                    <a:pt x="8070" y="1680"/>
                    <a:pt x="8243" y="1507"/>
                  </a:cubicBezTo>
                  <a:lnTo>
                    <a:pt x="8647" y="1088"/>
                  </a:lnTo>
                  <a:cubicBezTo>
                    <a:pt x="8687" y="1048"/>
                    <a:pt x="8653" y="971"/>
                    <a:pt x="8591" y="971"/>
                  </a:cubicBezTo>
                  <a:cubicBezTo>
                    <a:pt x="8586" y="971"/>
                    <a:pt x="8580" y="971"/>
                    <a:pt x="8575" y="973"/>
                  </a:cubicBezTo>
                  <a:lnTo>
                    <a:pt x="8012" y="1117"/>
                  </a:lnTo>
                  <a:lnTo>
                    <a:pt x="7824" y="1146"/>
                  </a:lnTo>
                  <a:cubicBezTo>
                    <a:pt x="7820" y="1147"/>
                    <a:pt x="7816" y="1147"/>
                    <a:pt x="7812" y="1147"/>
                  </a:cubicBezTo>
                  <a:cubicBezTo>
                    <a:pt x="7761" y="1147"/>
                    <a:pt x="7728" y="1070"/>
                    <a:pt x="7781" y="1030"/>
                  </a:cubicBezTo>
                  <a:cubicBezTo>
                    <a:pt x="7839" y="973"/>
                    <a:pt x="7896" y="915"/>
                    <a:pt x="7954" y="857"/>
                  </a:cubicBezTo>
                  <a:lnTo>
                    <a:pt x="8402" y="366"/>
                  </a:lnTo>
                  <a:cubicBezTo>
                    <a:pt x="8439" y="329"/>
                    <a:pt x="8401" y="259"/>
                    <a:pt x="8353" y="259"/>
                  </a:cubicBezTo>
                  <a:cubicBezTo>
                    <a:pt x="8346" y="259"/>
                    <a:pt x="8338" y="261"/>
                    <a:pt x="8330" y="265"/>
                  </a:cubicBezTo>
                  <a:lnTo>
                    <a:pt x="7709" y="467"/>
                  </a:lnTo>
                  <a:cubicBezTo>
                    <a:pt x="7521" y="525"/>
                    <a:pt x="7334" y="583"/>
                    <a:pt x="7131" y="612"/>
                  </a:cubicBezTo>
                  <a:cubicBezTo>
                    <a:pt x="7117" y="612"/>
                    <a:pt x="7088" y="597"/>
                    <a:pt x="7074" y="583"/>
                  </a:cubicBezTo>
                  <a:cubicBezTo>
                    <a:pt x="6667" y="180"/>
                    <a:pt x="6168" y="0"/>
                    <a:pt x="56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p54"/>
          <p:cNvSpPr txBox="1">
            <a:spLocks noGrp="1"/>
          </p:cNvSpPr>
          <p:nvPr>
            <p:ph type="title"/>
          </p:nvPr>
        </p:nvSpPr>
        <p:spPr>
          <a:xfrm>
            <a:off x="713225" y="488975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MILESTONES</a:t>
            </a:r>
            <a:endParaRPr/>
          </a:p>
        </p:txBody>
      </p:sp>
      <p:sp>
        <p:nvSpPr>
          <p:cNvPr id="2398" name="Google Shape;2398;p54"/>
          <p:cNvSpPr txBox="1">
            <a:spLocks noGrp="1"/>
          </p:cNvSpPr>
          <p:nvPr>
            <p:ph type="subTitle" idx="4294967295"/>
          </p:nvPr>
        </p:nvSpPr>
        <p:spPr>
          <a:xfrm>
            <a:off x="305100" y="2279380"/>
            <a:ext cx="17595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PHASE 1</a:t>
            </a:r>
            <a:endParaRPr sz="1400"/>
          </a:p>
        </p:txBody>
      </p:sp>
      <p:sp>
        <p:nvSpPr>
          <p:cNvPr id="2399" name="Google Shape;2399;p54"/>
          <p:cNvSpPr txBox="1">
            <a:spLocks noGrp="1"/>
          </p:cNvSpPr>
          <p:nvPr>
            <p:ph type="subTitle" idx="4294967295"/>
          </p:nvPr>
        </p:nvSpPr>
        <p:spPr>
          <a:xfrm>
            <a:off x="7079400" y="3221905"/>
            <a:ext cx="17595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PHASE 2</a:t>
            </a:r>
            <a:endParaRPr sz="1400"/>
          </a:p>
        </p:txBody>
      </p:sp>
      <p:sp>
        <p:nvSpPr>
          <p:cNvPr id="2400" name="Google Shape;2400;p54"/>
          <p:cNvSpPr txBox="1">
            <a:spLocks noGrp="1"/>
          </p:cNvSpPr>
          <p:nvPr>
            <p:ph type="title" idx="4294967295"/>
          </p:nvPr>
        </p:nvSpPr>
        <p:spPr>
          <a:xfrm>
            <a:off x="2866610" y="3584684"/>
            <a:ext cx="17595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Step 3</a:t>
            </a:r>
            <a:endParaRPr sz="1800"/>
          </a:p>
        </p:txBody>
      </p:sp>
      <p:sp>
        <p:nvSpPr>
          <p:cNvPr id="2401" name="Google Shape;2401;p54"/>
          <p:cNvSpPr txBox="1">
            <a:spLocks noGrp="1"/>
          </p:cNvSpPr>
          <p:nvPr>
            <p:ph type="subTitle" idx="4294967295"/>
          </p:nvPr>
        </p:nvSpPr>
        <p:spPr>
          <a:xfrm>
            <a:off x="2866615" y="3947308"/>
            <a:ext cx="17595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Bridge turns serial into key events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400"/>
          </a:p>
        </p:txBody>
      </p:sp>
      <p:sp>
        <p:nvSpPr>
          <p:cNvPr id="2402" name="Google Shape;2402;p54"/>
          <p:cNvSpPr txBox="1">
            <a:spLocks noGrp="1"/>
          </p:cNvSpPr>
          <p:nvPr>
            <p:ph type="title" idx="4294967295"/>
          </p:nvPr>
        </p:nvSpPr>
        <p:spPr>
          <a:xfrm>
            <a:off x="4662915" y="3584692"/>
            <a:ext cx="17595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Step 4</a:t>
            </a:r>
            <a:endParaRPr sz="1800"/>
          </a:p>
        </p:txBody>
      </p:sp>
      <p:sp>
        <p:nvSpPr>
          <p:cNvPr id="2403" name="Google Shape;2403;p54"/>
          <p:cNvSpPr txBox="1">
            <a:spLocks noGrp="1"/>
          </p:cNvSpPr>
          <p:nvPr>
            <p:ph type="subTitle" idx="4294967295"/>
          </p:nvPr>
        </p:nvSpPr>
        <p:spPr>
          <a:xfrm>
            <a:off x="4662920" y="3947314"/>
            <a:ext cx="17595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Wire board and screen into case</a:t>
            </a:r>
            <a:endParaRPr sz="1400"/>
          </a:p>
        </p:txBody>
      </p:sp>
      <p:sp>
        <p:nvSpPr>
          <p:cNvPr id="2404" name="Google Shape;2404;p54"/>
          <p:cNvSpPr txBox="1">
            <a:spLocks noGrp="1"/>
          </p:cNvSpPr>
          <p:nvPr>
            <p:ph type="title" idx="4294967295"/>
          </p:nvPr>
        </p:nvSpPr>
        <p:spPr>
          <a:xfrm>
            <a:off x="1837833" y="1286127"/>
            <a:ext cx="17595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Step 1</a:t>
            </a:r>
            <a:endParaRPr sz="1800"/>
          </a:p>
        </p:txBody>
      </p:sp>
      <p:sp>
        <p:nvSpPr>
          <p:cNvPr id="2405" name="Google Shape;2405;p54"/>
          <p:cNvSpPr txBox="1">
            <a:spLocks noGrp="1"/>
          </p:cNvSpPr>
          <p:nvPr>
            <p:ph type="subTitle" idx="4294967295"/>
          </p:nvPr>
        </p:nvSpPr>
        <p:spPr>
          <a:xfrm>
            <a:off x="1837838" y="1647855"/>
            <a:ext cx="17595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Wire inputs to the Arduino</a:t>
            </a:r>
            <a:endParaRPr sz="1400"/>
          </a:p>
        </p:txBody>
      </p:sp>
      <p:sp>
        <p:nvSpPr>
          <p:cNvPr id="2406" name="Google Shape;2406;p54"/>
          <p:cNvSpPr txBox="1">
            <a:spLocks noGrp="1"/>
          </p:cNvSpPr>
          <p:nvPr>
            <p:ph type="title" idx="4294967295"/>
          </p:nvPr>
        </p:nvSpPr>
        <p:spPr>
          <a:xfrm>
            <a:off x="3582495" y="1286127"/>
            <a:ext cx="17595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Step 2</a:t>
            </a:r>
            <a:endParaRPr sz="1800"/>
          </a:p>
        </p:txBody>
      </p:sp>
      <p:sp>
        <p:nvSpPr>
          <p:cNvPr id="2407" name="Google Shape;2407;p54"/>
          <p:cNvSpPr txBox="1">
            <a:spLocks noGrp="1"/>
          </p:cNvSpPr>
          <p:nvPr>
            <p:ph type="subTitle" idx="4294967295"/>
          </p:nvPr>
        </p:nvSpPr>
        <p:spPr>
          <a:xfrm>
            <a:off x="3582500" y="1647855"/>
            <a:ext cx="17595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Flash sketch, test serial output</a:t>
            </a:r>
            <a:endParaRPr sz="1400"/>
          </a:p>
        </p:txBody>
      </p:sp>
      <p:cxnSp>
        <p:nvCxnSpPr>
          <p:cNvPr id="2408" name="Google Shape;2408;p54"/>
          <p:cNvCxnSpPr/>
          <p:nvPr/>
        </p:nvCxnSpPr>
        <p:spPr>
          <a:xfrm rot="10800000" flipH="1">
            <a:off x="5536863" y="2625500"/>
            <a:ext cx="1267800" cy="9132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09" name="Google Shape;2409;p54"/>
          <p:cNvCxnSpPr/>
          <p:nvPr/>
        </p:nvCxnSpPr>
        <p:spPr>
          <a:xfrm rot="10800000" flipH="1">
            <a:off x="1482138" y="2338561"/>
            <a:ext cx="1240200" cy="8955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0" name="Google Shape;2410;p54"/>
          <p:cNvCxnSpPr/>
          <p:nvPr/>
        </p:nvCxnSpPr>
        <p:spPr>
          <a:xfrm rot="10800000" flipH="1">
            <a:off x="3246644" y="2338261"/>
            <a:ext cx="1216500" cy="8958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1" name="Google Shape;2411;p54"/>
          <p:cNvCxnSpPr>
            <a:stCxn id="2398" idx="2"/>
          </p:cNvCxnSpPr>
          <p:nvPr/>
        </p:nvCxnSpPr>
        <p:spPr>
          <a:xfrm>
            <a:off x="1184850" y="2675680"/>
            <a:ext cx="65184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2" name="Google Shape;2412;p54"/>
          <p:cNvCxnSpPr>
            <a:stCxn id="2399" idx="0"/>
            <a:endCxn id="2413" idx="6"/>
          </p:cNvCxnSpPr>
          <p:nvPr/>
        </p:nvCxnSpPr>
        <p:spPr>
          <a:xfrm rot="10800000">
            <a:off x="1594650" y="3205705"/>
            <a:ext cx="6364500" cy="162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4" name="Google Shape;2414;p54"/>
          <p:cNvCxnSpPr/>
          <p:nvPr/>
        </p:nvCxnSpPr>
        <p:spPr>
          <a:xfrm rot="10800000" flipH="1">
            <a:off x="3741400" y="2625500"/>
            <a:ext cx="1267800" cy="9132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15" name="Google Shape;2415;p54"/>
          <p:cNvSpPr/>
          <p:nvPr/>
        </p:nvSpPr>
        <p:spPr>
          <a:xfrm>
            <a:off x="2158779" y="2575811"/>
            <a:ext cx="193200" cy="19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6" name="Google Shape;2416;p54"/>
          <p:cNvSpPr/>
          <p:nvPr/>
        </p:nvSpPr>
        <p:spPr>
          <a:xfrm>
            <a:off x="3060437" y="2575811"/>
            <a:ext cx="193200" cy="19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7" name="Google Shape;2417;p54"/>
          <p:cNvSpPr/>
          <p:nvPr/>
        </p:nvSpPr>
        <p:spPr>
          <a:xfrm>
            <a:off x="3962096" y="2575811"/>
            <a:ext cx="193200" cy="19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18" name="Google Shape;2418;p54"/>
          <p:cNvGrpSpPr/>
          <p:nvPr/>
        </p:nvGrpSpPr>
        <p:grpSpPr>
          <a:xfrm>
            <a:off x="3190695" y="3109211"/>
            <a:ext cx="2898176" cy="192900"/>
            <a:chOff x="-1828280" y="678823"/>
            <a:chExt cx="2898176" cy="192900"/>
          </a:xfrm>
        </p:grpSpPr>
        <p:sp>
          <p:nvSpPr>
            <p:cNvPr id="2419" name="Google Shape;2419;p54"/>
            <p:cNvSpPr/>
            <p:nvPr/>
          </p:nvSpPr>
          <p:spPr>
            <a:xfrm>
              <a:off x="-1828280" y="678823"/>
              <a:ext cx="193200" cy="19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54"/>
            <p:cNvSpPr/>
            <p:nvPr/>
          </p:nvSpPr>
          <p:spPr>
            <a:xfrm>
              <a:off x="-926621" y="678823"/>
              <a:ext cx="193200" cy="19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54"/>
            <p:cNvSpPr/>
            <p:nvPr/>
          </p:nvSpPr>
          <p:spPr>
            <a:xfrm>
              <a:off x="-24963" y="678823"/>
              <a:ext cx="193200" cy="19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54"/>
            <p:cNvSpPr/>
            <p:nvPr/>
          </p:nvSpPr>
          <p:spPr>
            <a:xfrm>
              <a:off x="876696" y="678823"/>
              <a:ext cx="193200" cy="19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23" name="Google Shape;2423;p54"/>
          <p:cNvSpPr/>
          <p:nvPr/>
        </p:nvSpPr>
        <p:spPr>
          <a:xfrm>
            <a:off x="6826029" y="3109211"/>
            <a:ext cx="193200" cy="19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24" name="Google Shape;2424;p54"/>
          <p:cNvGrpSpPr/>
          <p:nvPr/>
        </p:nvGrpSpPr>
        <p:grpSpPr>
          <a:xfrm>
            <a:off x="3952100" y="2575811"/>
            <a:ext cx="2898176" cy="192900"/>
            <a:chOff x="-1828280" y="678823"/>
            <a:chExt cx="2898176" cy="192900"/>
          </a:xfrm>
        </p:grpSpPr>
        <p:sp>
          <p:nvSpPr>
            <p:cNvPr id="2425" name="Google Shape;2425;p54"/>
            <p:cNvSpPr/>
            <p:nvPr/>
          </p:nvSpPr>
          <p:spPr>
            <a:xfrm>
              <a:off x="-1828280" y="678823"/>
              <a:ext cx="193200" cy="19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54"/>
            <p:cNvSpPr/>
            <p:nvPr/>
          </p:nvSpPr>
          <p:spPr>
            <a:xfrm>
              <a:off x="-926621" y="678823"/>
              <a:ext cx="193200" cy="19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54"/>
            <p:cNvSpPr/>
            <p:nvPr/>
          </p:nvSpPr>
          <p:spPr>
            <a:xfrm>
              <a:off x="-24963" y="678823"/>
              <a:ext cx="193200" cy="19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54"/>
            <p:cNvSpPr/>
            <p:nvPr/>
          </p:nvSpPr>
          <p:spPr>
            <a:xfrm>
              <a:off x="876696" y="678823"/>
              <a:ext cx="193200" cy="19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13" name="Google Shape;2413;p54"/>
          <p:cNvSpPr/>
          <p:nvPr/>
        </p:nvSpPr>
        <p:spPr>
          <a:xfrm>
            <a:off x="1401483" y="3109211"/>
            <a:ext cx="193200" cy="19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9" name="Google Shape;2429;p54"/>
          <p:cNvSpPr/>
          <p:nvPr/>
        </p:nvSpPr>
        <p:spPr>
          <a:xfrm>
            <a:off x="2303142" y="3109211"/>
            <a:ext cx="193200" cy="19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55"/>
          <p:cNvSpPr txBox="1">
            <a:spLocks noGrp="1"/>
          </p:cNvSpPr>
          <p:nvPr>
            <p:ph type="title" idx="2"/>
          </p:nvPr>
        </p:nvSpPr>
        <p:spPr>
          <a:xfrm>
            <a:off x="1457725" y="2812000"/>
            <a:ext cx="360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Goals</a:t>
            </a:r>
            <a:endParaRPr dirty="0"/>
          </a:p>
        </p:txBody>
      </p:sp>
      <p:sp>
        <p:nvSpPr>
          <p:cNvPr id="2435" name="Google Shape;2435;p55"/>
          <p:cNvSpPr txBox="1">
            <a:spLocks noGrp="1"/>
          </p:cNvSpPr>
          <p:nvPr>
            <p:ph type="title"/>
          </p:nvPr>
        </p:nvSpPr>
        <p:spPr>
          <a:xfrm>
            <a:off x="1457725" y="1259507"/>
            <a:ext cx="3738900" cy="10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436" name="Google Shape;2436;p55"/>
          <p:cNvSpPr txBox="1">
            <a:spLocks noGrp="1"/>
          </p:cNvSpPr>
          <p:nvPr>
            <p:ph type="subTitle" idx="1"/>
          </p:nvPr>
        </p:nvSpPr>
        <p:spPr>
          <a:xfrm>
            <a:off x="1457725" y="3401725"/>
            <a:ext cx="26286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What are my project’s goals.</a:t>
            </a:r>
            <a:endParaRPr lang="en-US" dirty="0">
              <a:effectLst/>
            </a:endParaRPr>
          </a:p>
        </p:txBody>
      </p:sp>
      <p:grpSp>
        <p:nvGrpSpPr>
          <p:cNvPr id="2437" name="Google Shape;2437;p55"/>
          <p:cNvGrpSpPr/>
          <p:nvPr/>
        </p:nvGrpSpPr>
        <p:grpSpPr>
          <a:xfrm>
            <a:off x="3781801" y="783097"/>
            <a:ext cx="4115721" cy="3567803"/>
            <a:chOff x="3781801" y="783097"/>
            <a:chExt cx="4115721" cy="3567803"/>
          </a:xfrm>
        </p:grpSpPr>
        <p:sp>
          <p:nvSpPr>
            <p:cNvPr id="2438" name="Google Shape;2438;p55"/>
            <p:cNvSpPr/>
            <p:nvPr/>
          </p:nvSpPr>
          <p:spPr>
            <a:xfrm>
              <a:off x="3781801" y="4225320"/>
              <a:ext cx="3652430" cy="11250"/>
            </a:xfrm>
            <a:custGeom>
              <a:avLst/>
              <a:gdLst/>
              <a:ahLst/>
              <a:cxnLst/>
              <a:rect l="l" t="t" r="r" b="b"/>
              <a:pathLst>
                <a:path w="204790" h="217" extrusionOk="0">
                  <a:moveTo>
                    <a:pt x="102436" y="0"/>
                  </a:moveTo>
                  <a:cubicBezTo>
                    <a:pt x="45876" y="0"/>
                    <a:pt x="1" y="0"/>
                    <a:pt x="1" y="108"/>
                  </a:cubicBezTo>
                  <a:cubicBezTo>
                    <a:pt x="1" y="108"/>
                    <a:pt x="45876" y="217"/>
                    <a:pt x="102436" y="217"/>
                  </a:cubicBezTo>
                  <a:cubicBezTo>
                    <a:pt x="159023" y="217"/>
                    <a:pt x="204790" y="108"/>
                    <a:pt x="204790" y="108"/>
                  </a:cubicBezTo>
                  <a:cubicBezTo>
                    <a:pt x="204790" y="0"/>
                    <a:pt x="159023" y="0"/>
                    <a:pt x="1024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39" name="Google Shape;2439;p55"/>
            <p:cNvGrpSpPr/>
            <p:nvPr/>
          </p:nvGrpSpPr>
          <p:grpSpPr>
            <a:xfrm flipH="1">
              <a:off x="5522230" y="1212814"/>
              <a:ext cx="1119627" cy="3138086"/>
              <a:chOff x="3124425" y="1395650"/>
              <a:chExt cx="1452175" cy="4070150"/>
            </a:xfrm>
          </p:grpSpPr>
          <p:sp>
            <p:nvSpPr>
              <p:cNvPr id="2440" name="Google Shape;2440;p55"/>
              <p:cNvSpPr/>
              <p:nvPr/>
            </p:nvSpPr>
            <p:spPr>
              <a:xfrm>
                <a:off x="4319425" y="2251000"/>
                <a:ext cx="257175" cy="314700"/>
              </a:xfrm>
              <a:custGeom>
                <a:avLst/>
                <a:gdLst/>
                <a:ahLst/>
                <a:cxnLst/>
                <a:rect l="l" t="t" r="r" b="b"/>
                <a:pathLst>
                  <a:path w="10287" h="12588" extrusionOk="0">
                    <a:moveTo>
                      <a:pt x="10065" y="0"/>
                    </a:moveTo>
                    <a:lnTo>
                      <a:pt x="5324" y="3577"/>
                    </a:lnTo>
                    <a:lnTo>
                      <a:pt x="3245" y="3577"/>
                    </a:lnTo>
                    <a:lnTo>
                      <a:pt x="2662" y="4519"/>
                    </a:lnTo>
                    <a:lnTo>
                      <a:pt x="583" y="7403"/>
                    </a:lnTo>
                    <a:lnTo>
                      <a:pt x="1" y="9704"/>
                    </a:lnTo>
                    <a:lnTo>
                      <a:pt x="2080" y="12588"/>
                    </a:lnTo>
                    <a:lnTo>
                      <a:pt x="6017" y="10286"/>
                    </a:lnTo>
                    <a:lnTo>
                      <a:pt x="9372" y="6932"/>
                    </a:lnTo>
                    <a:cubicBezTo>
                      <a:pt x="9594" y="6710"/>
                      <a:pt x="9705" y="6349"/>
                      <a:pt x="9483" y="6127"/>
                    </a:cubicBezTo>
                    <a:lnTo>
                      <a:pt x="8901" y="5323"/>
                    </a:lnTo>
                    <a:lnTo>
                      <a:pt x="9012" y="5213"/>
                    </a:lnTo>
                    <a:cubicBezTo>
                      <a:pt x="9233" y="4741"/>
                      <a:pt x="9012" y="4159"/>
                      <a:pt x="8679" y="3937"/>
                    </a:cubicBezTo>
                    <a:lnTo>
                      <a:pt x="8207" y="3577"/>
                    </a:lnTo>
                    <a:lnTo>
                      <a:pt x="10065" y="1165"/>
                    </a:lnTo>
                    <a:cubicBezTo>
                      <a:pt x="10287" y="804"/>
                      <a:pt x="10287" y="361"/>
                      <a:pt x="10065" y="0"/>
                    </a:cubicBezTo>
                    <a:close/>
                  </a:path>
                </a:pathLst>
              </a:custGeom>
              <a:solidFill>
                <a:srgbClr val="B788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Google Shape;2441;p55"/>
              <p:cNvSpPr/>
              <p:nvPr/>
            </p:nvSpPr>
            <p:spPr>
              <a:xfrm>
                <a:off x="4480925" y="2340400"/>
                <a:ext cx="63800" cy="69350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2774" extrusionOk="0">
                    <a:moveTo>
                      <a:pt x="1747" y="1"/>
                    </a:moveTo>
                    <a:cubicBezTo>
                      <a:pt x="1526" y="139"/>
                      <a:pt x="1276" y="361"/>
                      <a:pt x="1165" y="583"/>
                    </a:cubicBezTo>
                    <a:lnTo>
                      <a:pt x="583" y="1165"/>
                    </a:lnTo>
                    <a:cubicBezTo>
                      <a:pt x="361" y="1387"/>
                      <a:pt x="250" y="1526"/>
                      <a:pt x="139" y="1637"/>
                    </a:cubicBezTo>
                    <a:cubicBezTo>
                      <a:pt x="1" y="1858"/>
                      <a:pt x="1" y="2080"/>
                      <a:pt x="1" y="2330"/>
                    </a:cubicBezTo>
                    <a:cubicBezTo>
                      <a:pt x="139" y="2551"/>
                      <a:pt x="250" y="2662"/>
                      <a:pt x="472" y="2773"/>
                    </a:cubicBezTo>
                    <a:cubicBezTo>
                      <a:pt x="694" y="2773"/>
                      <a:pt x="943" y="2773"/>
                      <a:pt x="1054" y="2662"/>
                    </a:cubicBezTo>
                    <a:cubicBezTo>
                      <a:pt x="1387" y="2551"/>
                      <a:pt x="1637" y="2441"/>
                      <a:pt x="1858" y="2219"/>
                    </a:cubicBezTo>
                    <a:cubicBezTo>
                      <a:pt x="2219" y="2080"/>
                      <a:pt x="2330" y="1858"/>
                      <a:pt x="2552" y="1637"/>
                    </a:cubicBezTo>
                    <a:lnTo>
                      <a:pt x="2552" y="1637"/>
                    </a:lnTo>
                    <a:cubicBezTo>
                      <a:pt x="2330" y="1747"/>
                      <a:pt x="2080" y="1969"/>
                      <a:pt x="1858" y="2080"/>
                    </a:cubicBezTo>
                    <a:cubicBezTo>
                      <a:pt x="1637" y="2219"/>
                      <a:pt x="1276" y="2330"/>
                      <a:pt x="1054" y="2441"/>
                    </a:cubicBezTo>
                    <a:cubicBezTo>
                      <a:pt x="943" y="2551"/>
                      <a:pt x="694" y="2551"/>
                      <a:pt x="583" y="2551"/>
                    </a:cubicBezTo>
                    <a:cubicBezTo>
                      <a:pt x="472" y="2551"/>
                      <a:pt x="361" y="2441"/>
                      <a:pt x="250" y="2219"/>
                    </a:cubicBezTo>
                    <a:cubicBezTo>
                      <a:pt x="250" y="1858"/>
                      <a:pt x="472" y="1637"/>
                      <a:pt x="694" y="1387"/>
                    </a:cubicBezTo>
                    <a:lnTo>
                      <a:pt x="1276" y="694"/>
                    </a:lnTo>
                    <a:cubicBezTo>
                      <a:pt x="1526" y="472"/>
                      <a:pt x="1637" y="250"/>
                      <a:pt x="1747" y="1"/>
                    </a:cubicBezTo>
                    <a:close/>
                  </a:path>
                </a:pathLst>
              </a:custGeom>
              <a:solidFill>
                <a:srgbClr val="AA65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Google Shape;2442;p55"/>
              <p:cNvSpPr/>
              <p:nvPr/>
            </p:nvSpPr>
            <p:spPr>
              <a:xfrm>
                <a:off x="4492725" y="2386850"/>
                <a:ext cx="63775" cy="63875"/>
              </a:xfrm>
              <a:custGeom>
                <a:avLst/>
                <a:gdLst/>
                <a:ahLst/>
                <a:cxnLst/>
                <a:rect l="l" t="t" r="r" b="b"/>
                <a:pathLst>
                  <a:path w="2551" h="2555" extrusionOk="0">
                    <a:moveTo>
                      <a:pt x="1969" y="0"/>
                    </a:moveTo>
                    <a:cubicBezTo>
                      <a:pt x="1608" y="0"/>
                      <a:pt x="1386" y="222"/>
                      <a:pt x="1165" y="361"/>
                    </a:cubicBezTo>
                    <a:cubicBezTo>
                      <a:pt x="915" y="583"/>
                      <a:pt x="693" y="804"/>
                      <a:pt x="471" y="1054"/>
                    </a:cubicBezTo>
                    <a:cubicBezTo>
                      <a:pt x="361" y="1165"/>
                      <a:pt x="222" y="1276"/>
                      <a:pt x="111" y="1498"/>
                    </a:cubicBezTo>
                    <a:cubicBezTo>
                      <a:pt x="0" y="1747"/>
                      <a:pt x="0" y="1969"/>
                      <a:pt x="111" y="2191"/>
                    </a:cubicBezTo>
                    <a:cubicBezTo>
                      <a:pt x="274" y="2425"/>
                      <a:pt x="519" y="2554"/>
                      <a:pt x="800" y="2554"/>
                    </a:cubicBezTo>
                    <a:cubicBezTo>
                      <a:pt x="950" y="2554"/>
                      <a:pt x="1111" y="2517"/>
                      <a:pt x="1275" y="2440"/>
                    </a:cubicBezTo>
                    <a:cubicBezTo>
                      <a:pt x="1497" y="2191"/>
                      <a:pt x="1747" y="2080"/>
                      <a:pt x="1969" y="1858"/>
                    </a:cubicBezTo>
                    <a:cubicBezTo>
                      <a:pt x="2440" y="1498"/>
                      <a:pt x="2551" y="1276"/>
                      <a:pt x="2551" y="1276"/>
                    </a:cubicBezTo>
                    <a:lnTo>
                      <a:pt x="2551" y="1276"/>
                    </a:lnTo>
                    <a:cubicBezTo>
                      <a:pt x="2301" y="1387"/>
                      <a:pt x="2080" y="1498"/>
                      <a:pt x="1858" y="1747"/>
                    </a:cubicBezTo>
                    <a:cubicBezTo>
                      <a:pt x="1608" y="1858"/>
                      <a:pt x="1386" y="2080"/>
                      <a:pt x="1165" y="2191"/>
                    </a:cubicBezTo>
                    <a:cubicBezTo>
                      <a:pt x="1054" y="2302"/>
                      <a:pt x="804" y="2302"/>
                      <a:pt x="693" y="2302"/>
                    </a:cubicBezTo>
                    <a:cubicBezTo>
                      <a:pt x="582" y="2302"/>
                      <a:pt x="361" y="2191"/>
                      <a:pt x="361" y="2080"/>
                    </a:cubicBezTo>
                    <a:cubicBezTo>
                      <a:pt x="222" y="1858"/>
                      <a:pt x="222" y="1747"/>
                      <a:pt x="361" y="1608"/>
                    </a:cubicBezTo>
                    <a:cubicBezTo>
                      <a:pt x="471" y="1498"/>
                      <a:pt x="582" y="1276"/>
                      <a:pt x="693" y="1165"/>
                    </a:cubicBezTo>
                    <a:cubicBezTo>
                      <a:pt x="804" y="915"/>
                      <a:pt x="1054" y="693"/>
                      <a:pt x="1275" y="472"/>
                    </a:cubicBezTo>
                    <a:cubicBezTo>
                      <a:pt x="1497" y="361"/>
                      <a:pt x="1747" y="111"/>
                      <a:pt x="1969" y="0"/>
                    </a:cubicBezTo>
                    <a:close/>
                  </a:path>
                </a:pathLst>
              </a:custGeom>
              <a:solidFill>
                <a:srgbClr val="AA65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443;p55"/>
              <p:cNvSpPr/>
              <p:nvPr/>
            </p:nvSpPr>
            <p:spPr>
              <a:xfrm>
                <a:off x="4417850" y="2340400"/>
                <a:ext cx="77650" cy="118550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4742" extrusionOk="0">
                    <a:moveTo>
                      <a:pt x="1276" y="1"/>
                    </a:moveTo>
                    <a:cubicBezTo>
                      <a:pt x="1027" y="1"/>
                      <a:pt x="805" y="1"/>
                      <a:pt x="694" y="139"/>
                    </a:cubicBezTo>
                    <a:lnTo>
                      <a:pt x="1276" y="139"/>
                    </a:lnTo>
                    <a:cubicBezTo>
                      <a:pt x="1687" y="242"/>
                      <a:pt x="2218" y="250"/>
                      <a:pt x="2846" y="250"/>
                    </a:cubicBezTo>
                    <a:lnTo>
                      <a:pt x="2846" y="250"/>
                    </a:lnTo>
                    <a:cubicBezTo>
                      <a:pt x="2746" y="524"/>
                      <a:pt x="2634" y="723"/>
                      <a:pt x="2413" y="943"/>
                    </a:cubicBezTo>
                    <a:cubicBezTo>
                      <a:pt x="2080" y="1165"/>
                      <a:pt x="1720" y="1276"/>
                      <a:pt x="1387" y="1387"/>
                    </a:cubicBezTo>
                    <a:lnTo>
                      <a:pt x="583" y="1387"/>
                    </a:lnTo>
                    <a:lnTo>
                      <a:pt x="223" y="1276"/>
                    </a:lnTo>
                    <a:lnTo>
                      <a:pt x="223" y="1276"/>
                    </a:lnTo>
                    <a:lnTo>
                      <a:pt x="444" y="1526"/>
                    </a:lnTo>
                    <a:cubicBezTo>
                      <a:pt x="694" y="1969"/>
                      <a:pt x="805" y="2441"/>
                      <a:pt x="805" y="2912"/>
                    </a:cubicBezTo>
                    <a:cubicBezTo>
                      <a:pt x="805" y="3245"/>
                      <a:pt x="805" y="3605"/>
                      <a:pt x="583" y="3938"/>
                    </a:cubicBezTo>
                    <a:cubicBezTo>
                      <a:pt x="444" y="4298"/>
                      <a:pt x="223" y="4520"/>
                      <a:pt x="1" y="4742"/>
                    </a:cubicBezTo>
                    <a:cubicBezTo>
                      <a:pt x="1" y="4742"/>
                      <a:pt x="112" y="4742"/>
                      <a:pt x="223" y="4631"/>
                    </a:cubicBezTo>
                    <a:cubicBezTo>
                      <a:pt x="444" y="4520"/>
                      <a:pt x="583" y="4298"/>
                      <a:pt x="805" y="4049"/>
                    </a:cubicBezTo>
                    <a:cubicBezTo>
                      <a:pt x="916" y="3716"/>
                      <a:pt x="1027" y="3245"/>
                      <a:pt x="1027" y="2912"/>
                    </a:cubicBezTo>
                    <a:cubicBezTo>
                      <a:pt x="1027" y="2414"/>
                      <a:pt x="945" y="1997"/>
                      <a:pt x="783" y="1591"/>
                    </a:cubicBezTo>
                    <a:lnTo>
                      <a:pt x="783" y="1591"/>
                    </a:lnTo>
                    <a:cubicBezTo>
                      <a:pt x="844" y="1603"/>
                      <a:pt x="909" y="1609"/>
                      <a:pt x="975" y="1609"/>
                    </a:cubicBezTo>
                    <a:cubicBezTo>
                      <a:pt x="1117" y="1609"/>
                      <a:pt x="1262" y="1581"/>
                      <a:pt x="1387" y="1526"/>
                    </a:cubicBezTo>
                    <a:cubicBezTo>
                      <a:pt x="1831" y="1526"/>
                      <a:pt x="2191" y="1387"/>
                      <a:pt x="2524" y="1054"/>
                    </a:cubicBezTo>
                    <a:cubicBezTo>
                      <a:pt x="2773" y="943"/>
                      <a:pt x="2995" y="583"/>
                      <a:pt x="3106" y="139"/>
                    </a:cubicBezTo>
                    <a:lnTo>
                      <a:pt x="3106" y="1"/>
                    </a:lnTo>
                    <a:close/>
                  </a:path>
                </a:pathLst>
              </a:custGeom>
              <a:solidFill>
                <a:srgbClr val="AA65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Google Shape;2444;p55"/>
              <p:cNvSpPr/>
              <p:nvPr/>
            </p:nvSpPr>
            <p:spPr>
              <a:xfrm>
                <a:off x="3906325" y="1569625"/>
                <a:ext cx="61025" cy="375725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15029" extrusionOk="0">
                    <a:moveTo>
                      <a:pt x="1165" y="1"/>
                    </a:moveTo>
                    <a:lnTo>
                      <a:pt x="1165" y="1"/>
                    </a:lnTo>
                    <a:cubicBezTo>
                      <a:pt x="1276" y="223"/>
                      <a:pt x="1276" y="334"/>
                      <a:pt x="1387" y="583"/>
                    </a:cubicBezTo>
                    <a:cubicBezTo>
                      <a:pt x="1498" y="1165"/>
                      <a:pt x="1387" y="1720"/>
                      <a:pt x="1165" y="2302"/>
                    </a:cubicBezTo>
                    <a:cubicBezTo>
                      <a:pt x="943" y="2995"/>
                      <a:pt x="361" y="3688"/>
                      <a:pt x="111" y="4742"/>
                    </a:cubicBezTo>
                    <a:cubicBezTo>
                      <a:pt x="0" y="5186"/>
                      <a:pt x="111" y="5768"/>
                      <a:pt x="250" y="6239"/>
                    </a:cubicBezTo>
                    <a:cubicBezTo>
                      <a:pt x="472" y="6821"/>
                      <a:pt x="693" y="7265"/>
                      <a:pt x="1054" y="7736"/>
                    </a:cubicBezTo>
                    <a:cubicBezTo>
                      <a:pt x="1276" y="8208"/>
                      <a:pt x="1636" y="8651"/>
                      <a:pt x="1747" y="9123"/>
                    </a:cubicBezTo>
                    <a:cubicBezTo>
                      <a:pt x="1969" y="9594"/>
                      <a:pt x="2080" y="10176"/>
                      <a:pt x="1969" y="10620"/>
                    </a:cubicBezTo>
                    <a:cubicBezTo>
                      <a:pt x="1969" y="11091"/>
                      <a:pt x="1858" y="11562"/>
                      <a:pt x="1747" y="11895"/>
                    </a:cubicBezTo>
                    <a:cubicBezTo>
                      <a:pt x="1498" y="12256"/>
                      <a:pt x="1276" y="12588"/>
                      <a:pt x="1054" y="12810"/>
                    </a:cubicBezTo>
                    <a:cubicBezTo>
                      <a:pt x="693" y="13171"/>
                      <a:pt x="583" y="13392"/>
                      <a:pt x="361" y="13642"/>
                    </a:cubicBezTo>
                    <a:cubicBezTo>
                      <a:pt x="250" y="13864"/>
                      <a:pt x="111" y="14196"/>
                      <a:pt x="111" y="14446"/>
                    </a:cubicBezTo>
                    <a:cubicBezTo>
                      <a:pt x="111" y="14557"/>
                      <a:pt x="111" y="14779"/>
                      <a:pt x="250" y="14890"/>
                    </a:cubicBezTo>
                    <a:lnTo>
                      <a:pt x="361" y="15028"/>
                    </a:lnTo>
                    <a:cubicBezTo>
                      <a:pt x="250" y="14890"/>
                      <a:pt x="250" y="14668"/>
                      <a:pt x="250" y="14446"/>
                    </a:cubicBezTo>
                    <a:cubicBezTo>
                      <a:pt x="361" y="14196"/>
                      <a:pt x="361" y="13975"/>
                      <a:pt x="472" y="13753"/>
                    </a:cubicBezTo>
                    <a:lnTo>
                      <a:pt x="1165" y="13060"/>
                    </a:lnTo>
                    <a:cubicBezTo>
                      <a:pt x="1387" y="12699"/>
                      <a:pt x="1747" y="12366"/>
                      <a:pt x="1858" y="12006"/>
                    </a:cubicBezTo>
                    <a:cubicBezTo>
                      <a:pt x="2329" y="11091"/>
                      <a:pt x="2440" y="10038"/>
                      <a:pt x="2080" y="9123"/>
                    </a:cubicBezTo>
                    <a:cubicBezTo>
                      <a:pt x="1858" y="8540"/>
                      <a:pt x="1498" y="8097"/>
                      <a:pt x="1276" y="7625"/>
                    </a:cubicBezTo>
                    <a:cubicBezTo>
                      <a:pt x="943" y="7154"/>
                      <a:pt x="693" y="6710"/>
                      <a:pt x="472" y="6239"/>
                    </a:cubicBezTo>
                    <a:cubicBezTo>
                      <a:pt x="361" y="5768"/>
                      <a:pt x="361" y="5186"/>
                      <a:pt x="361" y="4742"/>
                    </a:cubicBezTo>
                    <a:cubicBezTo>
                      <a:pt x="583" y="3799"/>
                      <a:pt x="1165" y="3106"/>
                      <a:pt x="1276" y="2302"/>
                    </a:cubicBezTo>
                    <a:cubicBezTo>
                      <a:pt x="1498" y="1858"/>
                      <a:pt x="1636" y="1165"/>
                      <a:pt x="1498" y="583"/>
                    </a:cubicBezTo>
                    <a:cubicBezTo>
                      <a:pt x="1387" y="472"/>
                      <a:pt x="1387" y="223"/>
                      <a:pt x="1276" y="112"/>
                    </a:cubicBezTo>
                    <a:lnTo>
                      <a:pt x="1165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Google Shape;2445;p55"/>
              <p:cNvSpPr/>
              <p:nvPr/>
            </p:nvSpPr>
            <p:spPr>
              <a:xfrm>
                <a:off x="3444700" y="1663900"/>
                <a:ext cx="144200" cy="226000"/>
              </a:xfrm>
              <a:custGeom>
                <a:avLst/>
                <a:gdLst/>
                <a:ahLst/>
                <a:cxnLst/>
                <a:rect l="l" t="t" r="r" b="b"/>
                <a:pathLst>
                  <a:path w="5768" h="9040" extrusionOk="0">
                    <a:moveTo>
                      <a:pt x="3283" y="1"/>
                    </a:moveTo>
                    <a:cubicBezTo>
                      <a:pt x="2714" y="1"/>
                      <a:pt x="2138" y="116"/>
                      <a:pt x="1608" y="389"/>
                    </a:cubicBezTo>
                    <a:cubicBezTo>
                      <a:pt x="693" y="860"/>
                      <a:pt x="0" y="1886"/>
                      <a:pt x="333" y="2801"/>
                    </a:cubicBezTo>
                    <a:cubicBezTo>
                      <a:pt x="444" y="3383"/>
                      <a:pt x="915" y="3743"/>
                      <a:pt x="1026" y="4326"/>
                    </a:cubicBezTo>
                    <a:cubicBezTo>
                      <a:pt x="1026" y="4658"/>
                      <a:pt x="1026" y="5130"/>
                      <a:pt x="915" y="5462"/>
                    </a:cubicBezTo>
                    <a:cubicBezTo>
                      <a:pt x="804" y="6267"/>
                      <a:pt x="1026" y="7209"/>
                      <a:pt x="1608" y="7902"/>
                    </a:cubicBezTo>
                    <a:cubicBezTo>
                      <a:pt x="2080" y="8595"/>
                      <a:pt x="2884" y="9039"/>
                      <a:pt x="3799" y="9039"/>
                    </a:cubicBezTo>
                    <a:cubicBezTo>
                      <a:pt x="4714" y="8928"/>
                      <a:pt x="5407" y="8346"/>
                      <a:pt x="5767" y="7542"/>
                    </a:cubicBezTo>
                    <a:lnTo>
                      <a:pt x="4492" y="167"/>
                    </a:lnTo>
                    <a:cubicBezTo>
                      <a:pt x="4106" y="62"/>
                      <a:pt x="3696" y="1"/>
                      <a:pt x="328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Google Shape;2446;p55"/>
              <p:cNvSpPr/>
              <p:nvPr/>
            </p:nvSpPr>
            <p:spPr>
              <a:xfrm>
                <a:off x="3860575" y="1534975"/>
                <a:ext cx="86675" cy="421450"/>
              </a:xfrm>
              <a:custGeom>
                <a:avLst/>
                <a:gdLst/>
                <a:ahLst/>
                <a:cxnLst/>
                <a:rect l="l" t="t" r="r" b="b"/>
                <a:pathLst>
                  <a:path w="3467" h="16858" extrusionOk="0">
                    <a:moveTo>
                      <a:pt x="915" y="1"/>
                    </a:moveTo>
                    <a:lnTo>
                      <a:pt x="915" y="1"/>
                    </a:lnTo>
                    <a:cubicBezTo>
                      <a:pt x="1498" y="805"/>
                      <a:pt x="1387" y="2080"/>
                      <a:pt x="915" y="3106"/>
                    </a:cubicBezTo>
                    <a:cubicBezTo>
                      <a:pt x="555" y="4049"/>
                      <a:pt x="0" y="5074"/>
                      <a:pt x="0" y="6128"/>
                    </a:cubicBezTo>
                    <a:cubicBezTo>
                      <a:pt x="0" y="7154"/>
                      <a:pt x="444" y="8207"/>
                      <a:pt x="694" y="9233"/>
                    </a:cubicBezTo>
                    <a:cubicBezTo>
                      <a:pt x="1026" y="10980"/>
                      <a:pt x="222" y="12810"/>
                      <a:pt x="333" y="14667"/>
                    </a:cubicBezTo>
                    <a:cubicBezTo>
                      <a:pt x="333" y="15139"/>
                      <a:pt x="444" y="15721"/>
                      <a:pt x="694" y="16054"/>
                    </a:cubicBezTo>
                    <a:cubicBezTo>
                      <a:pt x="915" y="16525"/>
                      <a:pt x="1248" y="16858"/>
                      <a:pt x="1719" y="16858"/>
                    </a:cubicBezTo>
                    <a:cubicBezTo>
                      <a:pt x="1248" y="16165"/>
                      <a:pt x="1248" y="15250"/>
                      <a:pt x="1609" y="14446"/>
                    </a:cubicBezTo>
                    <a:cubicBezTo>
                      <a:pt x="1941" y="13642"/>
                      <a:pt x="2523" y="12948"/>
                      <a:pt x="2773" y="12117"/>
                    </a:cubicBezTo>
                    <a:cubicBezTo>
                      <a:pt x="3217" y="10980"/>
                      <a:pt x="3217" y="9815"/>
                      <a:pt x="2884" y="8790"/>
                    </a:cubicBezTo>
                    <a:cubicBezTo>
                      <a:pt x="2523" y="7847"/>
                      <a:pt x="2080" y="7043"/>
                      <a:pt x="1941" y="6128"/>
                    </a:cubicBezTo>
                    <a:cubicBezTo>
                      <a:pt x="1941" y="5324"/>
                      <a:pt x="2413" y="4381"/>
                      <a:pt x="2773" y="3577"/>
                    </a:cubicBezTo>
                    <a:cubicBezTo>
                      <a:pt x="3106" y="2773"/>
                      <a:pt x="3466" y="1609"/>
                      <a:pt x="2523" y="805"/>
                    </a:cubicBezTo>
                    <a:lnTo>
                      <a:pt x="915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Google Shape;2447;p55"/>
              <p:cNvSpPr/>
              <p:nvPr/>
            </p:nvSpPr>
            <p:spPr>
              <a:xfrm>
                <a:off x="3805125" y="1466700"/>
                <a:ext cx="142125" cy="126475"/>
              </a:xfrm>
              <a:custGeom>
                <a:avLst/>
                <a:gdLst/>
                <a:ahLst/>
                <a:cxnLst/>
                <a:rect l="l" t="t" r="r" b="b"/>
                <a:pathLst>
                  <a:path w="5685" h="5059" extrusionOk="0">
                    <a:moveTo>
                      <a:pt x="2042" y="1"/>
                    </a:moveTo>
                    <a:cubicBezTo>
                      <a:pt x="1421" y="1"/>
                      <a:pt x="843" y="304"/>
                      <a:pt x="472" y="763"/>
                    </a:cubicBezTo>
                    <a:cubicBezTo>
                      <a:pt x="139" y="1456"/>
                      <a:pt x="0" y="2260"/>
                      <a:pt x="250" y="2953"/>
                    </a:cubicBezTo>
                    <a:cubicBezTo>
                      <a:pt x="583" y="3647"/>
                      <a:pt x="1165" y="4229"/>
                      <a:pt x="1747" y="4589"/>
                    </a:cubicBezTo>
                    <a:cubicBezTo>
                      <a:pt x="2230" y="4882"/>
                      <a:pt x="2813" y="5058"/>
                      <a:pt x="3374" y="5058"/>
                    </a:cubicBezTo>
                    <a:cubicBezTo>
                      <a:pt x="3876" y="5058"/>
                      <a:pt x="4362" y="4917"/>
                      <a:pt x="4741" y="4589"/>
                    </a:cubicBezTo>
                    <a:cubicBezTo>
                      <a:pt x="5546" y="3896"/>
                      <a:pt x="5684" y="2621"/>
                      <a:pt x="5102" y="1678"/>
                    </a:cubicBezTo>
                    <a:cubicBezTo>
                      <a:pt x="4520" y="763"/>
                      <a:pt x="3466" y="181"/>
                      <a:pt x="2329" y="181"/>
                    </a:cubicBezTo>
                    <a:lnTo>
                      <a:pt x="2551" y="70"/>
                    </a:lnTo>
                    <a:cubicBezTo>
                      <a:pt x="2380" y="23"/>
                      <a:pt x="2210" y="1"/>
                      <a:pt x="204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Google Shape;2448;p55"/>
              <p:cNvSpPr/>
              <p:nvPr/>
            </p:nvSpPr>
            <p:spPr>
              <a:xfrm>
                <a:off x="3487675" y="1395650"/>
                <a:ext cx="398575" cy="384725"/>
              </a:xfrm>
              <a:custGeom>
                <a:avLst/>
                <a:gdLst/>
                <a:ahLst/>
                <a:cxnLst/>
                <a:rect l="l" t="t" r="r" b="b"/>
                <a:pathLst>
                  <a:path w="15943" h="15389" extrusionOk="0">
                    <a:moveTo>
                      <a:pt x="10706" y="1"/>
                    </a:moveTo>
                    <a:cubicBezTo>
                      <a:pt x="9995" y="1"/>
                      <a:pt x="9302" y="84"/>
                      <a:pt x="8678" y="250"/>
                    </a:cubicBezTo>
                    <a:cubicBezTo>
                      <a:pt x="7292" y="611"/>
                      <a:pt x="5906" y="1054"/>
                      <a:pt x="4630" y="1747"/>
                    </a:cubicBezTo>
                    <a:cubicBezTo>
                      <a:pt x="3688" y="2108"/>
                      <a:pt x="2773" y="2579"/>
                      <a:pt x="2080" y="3272"/>
                    </a:cubicBezTo>
                    <a:cubicBezTo>
                      <a:pt x="1386" y="3965"/>
                      <a:pt x="804" y="4880"/>
                      <a:pt x="582" y="5906"/>
                    </a:cubicBezTo>
                    <a:cubicBezTo>
                      <a:pt x="0" y="7653"/>
                      <a:pt x="0" y="9039"/>
                      <a:pt x="915" y="10647"/>
                    </a:cubicBezTo>
                    <a:cubicBezTo>
                      <a:pt x="1276" y="11451"/>
                      <a:pt x="1054" y="12283"/>
                      <a:pt x="1386" y="13087"/>
                    </a:cubicBezTo>
                    <a:cubicBezTo>
                      <a:pt x="1747" y="13780"/>
                      <a:pt x="3244" y="14584"/>
                      <a:pt x="2773" y="15388"/>
                    </a:cubicBezTo>
                    <a:lnTo>
                      <a:pt x="15942" y="2801"/>
                    </a:lnTo>
                    <a:cubicBezTo>
                      <a:pt x="15249" y="1526"/>
                      <a:pt x="14085" y="611"/>
                      <a:pt x="12837" y="250"/>
                    </a:cubicBezTo>
                    <a:cubicBezTo>
                      <a:pt x="12144" y="84"/>
                      <a:pt x="11416" y="1"/>
                      <a:pt x="1070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Google Shape;2449;p55"/>
              <p:cNvSpPr/>
              <p:nvPr/>
            </p:nvSpPr>
            <p:spPr>
              <a:xfrm>
                <a:off x="3574300" y="1453600"/>
                <a:ext cx="343825" cy="583925"/>
              </a:xfrm>
              <a:custGeom>
                <a:avLst/>
                <a:gdLst/>
                <a:ahLst/>
                <a:cxnLst/>
                <a:rect l="l" t="t" r="r" b="b"/>
                <a:pathLst>
                  <a:path w="13753" h="23357" extrusionOk="0">
                    <a:moveTo>
                      <a:pt x="9377" y="0"/>
                    </a:moveTo>
                    <a:cubicBezTo>
                      <a:pt x="9293" y="0"/>
                      <a:pt x="9208" y="4"/>
                      <a:pt x="9123" y="12"/>
                    </a:cubicBezTo>
                    <a:lnTo>
                      <a:pt x="1387" y="1980"/>
                    </a:lnTo>
                    <a:cubicBezTo>
                      <a:pt x="583" y="2091"/>
                      <a:pt x="1" y="2784"/>
                      <a:pt x="1" y="3477"/>
                    </a:cubicBezTo>
                    <a:lnTo>
                      <a:pt x="1" y="23357"/>
                    </a:lnTo>
                    <a:lnTo>
                      <a:pt x="9483" y="23357"/>
                    </a:lnTo>
                    <a:cubicBezTo>
                      <a:pt x="9594" y="19669"/>
                      <a:pt x="9594" y="18283"/>
                      <a:pt x="9594" y="18283"/>
                    </a:cubicBezTo>
                    <a:cubicBezTo>
                      <a:pt x="9594" y="18283"/>
                      <a:pt x="12699" y="17701"/>
                      <a:pt x="13392" y="13542"/>
                    </a:cubicBezTo>
                    <a:cubicBezTo>
                      <a:pt x="13753" y="11462"/>
                      <a:pt x="13642" y="8108"/>
                      <a:pt x="13392" y="5335"/>
                    </a:cubicBezTo>
                    <a:cubicBezTo>
                      <a:pt x="13285" y="2874"/>
                      <a:pt x="11681" y="0"/>
                      <a:pt x="9377" y="0"/>
                    </a:cubicBezTo>
                    <a:close/>
                  </a:path>
                </a:pathLst>
              </a:custGeom>
              <a:solidFill>
                <a:srgbClr val="B788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Google Shape;2450;p55"/>
              <p:cNvSpPr/>
              <p:nvPr/>
            </p:nvSpPr>
            <p:spPr>
              <a:xfrm>
                <a:off x="3860575" y="1646600"/>
                <a:ext cx="25675" cy="242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970" extrusionOk="0">
                    <a:moveTo>
                      <a:pt x="610" y="0"/>
                    </a:moveTo>
                    <a:cubicBezTo>
                      <a:pt x="559" y="0"/>
                      <a:pt x="503" y="9"/>
                      <a:pt x="444" y="27"/>
                    </a:cubicBezTo>
                    <a:cubicBezTo>
                      <a:pt x="222" y="27"/>
                      <a:pt x="0" y="277"/>
                      <a:pt x="0" y="498"/>
                    </a:cubicBezTo>
                    <a:cubicBezTo>
                      <a:pt x="0" y="859"/>
                      <a:pt x="222" y="970"/>
                      <a:pt x="555" y="970"/>
                    </a:cubicBezTo>
                    <a:cubicBezTo>
                      <a:pt x="805" y="970"/>
                      <a:pt x="1026" y="720"/>
                      <a:pt x="1026" y="498"/>
                    </a:cubicBezTo>
                    <a:cubicBezTo>
                      <a:pt x="1026" y="220"/>
                      <a:pt x="871" y="0"/>
                      <a:pt x="61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Google Shape;2451;p55"/>
              <p:cNvSpPr/>
              <p:nvPr/>
            </p:nvSpPr>
            <p:spPr>
              <a:xfrm>
                <a:off x="3837000" y="1609825"/>
                <a:ext cx="54800" cy="15150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606" extrusionOk="0">
                    <a:moveTo>
                      <a:pt x="1165" y="1"/>
                    </a:moveTo>
                    <a:cubicBezTo>
                      <a:pt x="805" y="1"/>
                      <a:pt x="583" y="112"/>
                      <a:pt x="250" y="250"/>
                    </a:cubicBezTo>
                    <a:cubicBezTo>
                      <a:pt x="112" y="472"/>
                      <a:pt x="1" y="472"/>
                      <a:pt x="112" y="583"/>
                    </a:cubicBezTo>
                    <a:cubicBezTo>
                      <a:pt x="112" y="583"/>
                      <a:pt x="583" y="361"/>
                      <a:pt x="1165" y="361"/>
                    </a:cubicBezTo>
                    <a:cubicBezTo>
                      <a:pt x="1664" y="361"/>
                      <a:pt x="1980" y="606"/>
                      <a:pt x="2130" y="606"/>
                    </a:cubicBezTo>
                    <a:cubicBezTo>
                      <a:pt x="2155" y="606"/>
                      <a:pt x="2175" y="599"/>
                      <a:pt x="2191" y="583"/>
                    </a:cubicBezTo>
                    <a:cubicBezTo>
                      <a:pt x="2191" y="583"/>
                      <a:pt x="2080" y="472"/>
                      <a:pt x="1969" y="250"/>
                    </a:cubicBezTo>
                    <a:cubicBezTo>
                      <a:pt x="1748" y="112"/>
                      <a:pt x="1387" y="1"/>
                      <a:pt x="116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Google Shape;2452;p55"/>
              <p:cNvSpPr/>
              <p:nvPr/>
            </p:nvSpPr>
            <p:spPr>
              <a:xfrm>
                <a:off x="3724725" y="1646600"/>
                <a:ext cx="25675" cy="242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970" extrusionOk="0">
                    <a:moveTo>
                      <a:pt x="610" y="0"/>
                    </a:moveTo>
                    <a:cubicBezTo>
                      <a:pt x="559" y="0"/>
                      <a:pt x="503" y="9"/>
                      <a:pt x="444" y="27"/>
                    </a:cubicBezTo>
                    <a:cubicBezTo>
                      <a:pt x="222" y="27"/>
                      <a:pt x="0" y="277"/>
                      <a:pt x="0" y="498"/>
                    </a:cubicBezTo>
                    <a:cubicBezTo>
                      <a:pt x="0" y="859"/>
                      <a:pt x="222" y="970"/>
                      <a:pt x="583" y="970"/>
                    </a:cubicBezTo>
                    <a:cubicBezTo>
                      <a:pt x="804" y="970"/>
                      <a:pt x="1026" y="720"/>
                      <a:pt x="1026" y="498"/>
                    </a:cubicBezTo>
                    <a:cubicBezTo>
                      <a:pt x="1026" y="220"/>
                      <a:pt x="871" y="0"/>
                      <a:pt x="61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Google Shape;2453;p55"/>
              <p:cNvSpPr/>
              <p:nvPr/>
            </p:nvSpPr>
            <p:spPr>
              <a:xfrm>
                <a:off x="3695600" y="1618850"/>
                <a:ext cx="5480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604" extrusionOk="0">
                    <a:moveTo>
                      <a:pt x="1165" y="0"/>
                    </a:moveTo>
                    <a:cubicBezTo>
                      <a:pt x="805" y="0"/>
                      <a:pt x="583" y="111"/>
                      <a:pt x="361" y="333"/>
                    </a:cubicBezTo>
                    <a:cubicBezTo>
                      <a:pt x="112" y="444"/>
                      <a:pt x="1" y="583"/>
                      <a:pt x="112" y="583"/>
                    </a:cubicBezTo>
                    <a:cubicBezTo>
                      <a:pt x="112" y="597"/>
                      <a:pt x="120" y="604"/>
                      <a:pt x="136" y="604"/>
                    </a:cubicBezTo>
                    <a:cubicBezTo>
                      <a:pt x="239" y="604"/>
                      <a:pt x="661" y="333"/>
                      <a:pt x="1165" y="333"/>
                    </a:cubicBezTo>
                    <a:cubicBezTo>
                      <a:pt x="1670" y="333"/>
                      <a:pt x="1987" y="604"/>
                      <a:pt x="2135" y="604"/>
                    </a:cubicBezTo>
                    <a:cubicBezTo>
                      <a:pt x="2158" y="604"/>
                      <a:pt x="2176" y="597"/>
                      <a:pt x="2191" y="583"/>
                    </a:cubicBezTo>
                    <a:cubicBezTo>
                      <a:pt x="2191" y="583"/>
                      <a:pt x="2191" y="444"/>
                      <a:pt x="1969" y="333"/>
                    </a:cubicBezTo>
                    <a:cubicBezTo>
                      <a:pt x="1748" y="111"/>
                      <a:pt x="1498" y="0"/>
                      <a:pt x="116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Google Shape;2454;p55"/>
              <p:cNvSpPr/>
              <p:nvPr/>
            </p:nvSpPr>
            <p:spPr>
              <a:xfrm>
                <a:off x="3796800" y="1621625"/>
                <a:ext cx="43000" cy="118550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4742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223" y="915"/>
                      <a:pt x="583" y="1969"/>
                      <a:pt x="916" y="2884"/>
                    </a:cubicBezTo>
                    <a:lnTo>
                      <a:pt x="1387" y="4048"/>
                    </a:lnTo>
                    <a:cubicBezTo>
                      <a:pt x="1498" y="4159"/>
                      <a:pt x="1498" y="4270"/>
                      <a:pt x="1498" y="4381"/>
                    </a:cubicBezTo>
                    <a:cubicBezTo>
                      <a:pt x="1498" y="4492"/>
                      <a:pt x="1276" y="4630"/>
                      <a:pt x="1165" y="4630"/>
                    </a:cubicBezTo>
                    <a:cubicBezTo>
                      <a:pt x="805" y="4630"/>
                      <a:pt x="583" y="4630"/>
                      <a:pt x="223" y="4741"/>
                    </a:cubicBezTo>
                    <a:lnTo>
                      <a:pt x="1387" y="4741"/>
                    </a:lnTo>
                    <a:cubicBezTo>
                      <a:pt x="1498" y="4630"/>
                      <a:pt x="1609" y="4630"/>
                      <a:pt x="1609" y="4492"/>
                    </a:cubicBezTo>
                    <a:cubicBezTo>
                      <a:pt x="1720" y="4270"/>
                      <a:pt x="1720" y="4048"/>
                      <a:pt x="1609" y="3937"/>
                    </a:cubicBezTo>
                    <a:cubicBezTo>
                      <a:pt x="1498" y="3577"/>
                      <a:pt x="1276" y="3244"/>
                      <a:pt x="1165" y="2773"/>
                    </a:cubicBezTo>
                    <a:cubicBezTo>
                      <a:pt x="805" y="1858"/>
                      <a:pt x="472" y="915"/>
                      <a:pt x="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Google Shape;2455;p55"/>
              <p:cNvSpPr/>
              <p:nvPr/>
            </p:nvSpPr>
            <p:spPr>
              <a:xfrm>
                <a:off x="3672725" y="1872525"/>
                <a:ext cx="141425" cy="62325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2493" extrusionOk="0">
                    <a:moveTo>
                      <a:pt x="1" y="1"/>
                    </a:moveTo>
                    <a:cubicBezTo>
                      <a:pt x="1" y="1"/>
                      <a:pt x="1282" y="2492"/>
                      <a:pt x="4767" y="2492"/>
                    </a:cubicBezTo>
                    <a:cubicBezTo>
                      <a:pt x="5049" y="2492"/>
                      <a:pt x="5345" y="2476"/>
                      <a:pt x="5657" y="2441"/>
                    </a:cubicBezTo>
                    <a:lnTo>
                      <a:pt x="5657" y="1526"/>
                    </a:lnTo>
                    <a:cubicBezTo>
                      <a:pt x="3688" y="1526"/>
                      <a:pt x="1720" y="1055"/>
                      <a:pt x="1" y="1"/>
                    </a:cubicBezTo>
                    <a:close/>
                  </a:path>
                </a:pathLst>
              </a:custGeom>
              <a:solidFill>
                <a:srgbClr val="AA65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Google Shape;2456;p55"/>
              <p:cNvSpPr/>
              <p:nvPr/>
            </p:nvSpPr>
            <p:spPr>
              <a:xfrm>
                <a:off x="3690050" y="1581000"/>
                <a:ext cx="66575" cy="18900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756" extrusionOk="0">
                    <a:moveTo>
                      <a:pt x="1574" y="0"/>
                    </a:moveTo>
                    <a:cubicBezTo>
                      <a:pt x="1134" y="0"/>
                      <a:pt x="711" y="134"/>
                      <a:pt x="334" y="350"/>
                    </a:cubicBezTo>
                    <a:cubicBezTo>
                      <a:pt x="112" y="461"/>
                      <a:pt x="1" y="710"/>
                      <a:pt x="112" y="710"/>
                    </a:cubicBezTo>
                    <a:cubicBezTo>
                      <a:pt x="112" y="742"/>
                      <a:pt x="159" y="756"/>
                      <a:pt x="243" y="756"/>
                    </a:cubicBezTo>
                    <a:cubicBezTo>
                      <a:pt x="454" y="756"/>
                      <a:pt x="892" y="671"/>
                      <a:pt x="1387" y="572"/>
                    </a:cubicBezTo>
                    <a:cubicBezTo>
                      <a:pt x="1734" y="516"/>
                      <a:pt x="2053" y="516"/>
                      <a:pt x="2285" y="516"/>
                    </a:cubicBezTo>
                    <a:cubicBezTo>
                      <a:pt x="2517" y="516"/>
                      <a:pt x="2663" y="516"/>
                      <a:pt x="2663" y="461"/>
                    </a:cubicBezTo>
                    <a:cubicBezTo>
                      <a:pt x="2663" y="350"/>
                      <a:pt x="2524" y="239"/>
                      <a:pt x="2302" y="128"/>
                    </a:cubicBezTo>
                    <a:cubicBezTo>
                      <a:pt x="2058" y="40"/>
                      <a:pt x="1814" y="0"/>
                      <a:pt x="157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Google Shape;2457;p55"/>
              <p:cNvSpPr/>
              <p:nvPr/>
            </p:nvSpPr>
            <p:spPr>
              <a:xfrm>
                <a:off x="3834225" y="1575175"/>
                <a:ext cx="52025" cy="15825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633" extrusionOk="0">
                    <a:moveTo>
                      <a:pt x="1165" y="1"/>
                    </a:moveTo>
                    <a:cubicBezTo>
                      <a:pt x="805" y="1"/>
                      <a:pt x="583" y="1"/>
                      <a:pt x="361" y="250"/>
                    </a:cubicBezTo>
                    <a:cubicBezTo>
                      <a:pt x="112" y="361"/>
                      <a:pt x="1" y="361"/>
                      <a:pt x="112" y="472"/>
                    </a:cubicBezTo>
                    <a:cubicBezTo>
                      <a:pt x="167" y="583"/>
                      <a:pt x="285" y="611"/>
                      <a:pt x="462" y="611"/>
                    </a:cubicBezTo>
                    <a:cubicBezTo>
                      <a:pt x="639" y="611"/>
                      <a:pt x="874" y="583"/>
                      <a:pt x="1165" y="583"/>
                    </a:cubicBezTo>
                    <a:cubicBezTo>
                      <a:pt x="1461" y="583"/>
                      <a:pt x="1720" y="632"/>
                      <a:pt x="1892" y="632"/>
                    </a:cubicBezTo>
                    <a:cubicBezTo>
                      <a:pt x="1979" y="632"/>
                      <a:pt x="2043" y="620"/>
                      <a:pt x="2080" y="583"/>
                    </a:cubicBezTo>
                    <a:cubicBezTo>
                      <a:pt x="2080" y="472"/>
                      <a:pt x="2080" y="361"/>
                      <a:pt x="1859" y="250"/>
                    </a:cubicBezTo>
                    <a:cubicBezTo>
                      <a:pt x="1609" y="112"/>
                      <a:pt x="1387" y="1"/>
                      <a:pt x="116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Google Shape;2458;p55"/>
              <p:cNvSpPr/>
              <p:nvPr/>
            </p:nvSpPr>
            <p:spPr>
              <a:xfrm>
                <a:off x="3756600" y="1763025"/>
                <a:ext cx="40225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211" extrusionOk="0">
                    <a:moveTo>
                      <a:pt x="694" y="0"/>
                    </a:moveTo>
                    <a:cubicBezTo>
                      <a:pt x="444" y="111"/>
                      <a:pt x="222" y="222"/>
                      <a:pt x="112" y="361"/>
                    </a:cubicBezTo>
                    <a:cubicBezTo>
                      <a:pt x="1" y="583"/>
                      <a:pt x="1" y="804"/>
                      <a:pt x="112" y="1054"/>
                    </a:cubicBezTo>
                    <a:cubicBezTo>
                      <a:pt x="190" y="1132"/>
                      <a:pt x="379" y="1211"/>
                      <a:pt x="572" y="1211"/>
                    </a:cubicBezTo>
                    <a:cubicBezTo>
                      <a:pt x="651" y="1211"/>
                      <a:pt x="732" y="1197"/>
                      <a:pt x="805" y="1165"/>
                    </a:cubicBezTo>
                    <a:cubicBezTo>
                      <a:pt x="1026" y="1054"/>
                      <a:pt x="1248" y="915"/>
                      <a:pt x="1498" y="804"/>
                    </a:cubicBezTo>
                    <a:cubicBezTo>
                      <a:pt x="1498" y="693"/>
                      <a:pt x="1609" y="693"/>
                      <a:pt x="1609" y="583"/>
                    </a:cubicBezTo>
                    <a:lnTo>
                      <a:pt x="1609" y="472"/>
                    </a:lnTo>
                    <a:lnTo>
                      <a:pt x="1609" y="361"/>
                    </a:lnTo>
                    <a:cubicBezTo>
                      <a:pt x="1387" y="111"/>
                      <a:pt x="1026" y="0"/>
                      <a:pt x="694" y="0"/>
                    </a:cubicBezTo>
                    <a:close/>
                  </a:path>
                </a:pathLst>
              </a:custGeom>
              <a:solidFill>
                <a:srgbClr val="AA65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Google Shape;2459;p55"/>
              <p:cNvSpPr/>
              <p:nvPr/>
            </p:nvSpPr>
            <p:spPr>
              <a:xfrm>
                <a:off x="3759375" y="1751225"/>
                <a:ext cx="45775" cy="38150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526" extrusionOk="0">
                    <a:moveTo>
                      <a:pt x="111" y="1"/>
                    </a:moveTo>
                    <a:cubicBezTo>
                      <a:pt x="111" y="1"/>
                      <a:pt x="1" y="140"/>
                      <a:pt x="111" y="361"/>
                    </a:cubicBezTo>
                    <a:cubicBezTo>
                      <a:pt x="111" y="694"/>
                      <a:pt x="222" y="944"/>
                      <a:pt x="583" y="1165"/>
                    </a:cubicBezTo>
                    <a:cubicBezTo>
                      <a:pt x="805" y="1387"/>
                      <a:pt x="1137" y="1526"/>
                      <a:pt x="1498" y="1526"/>
                    </a:cubicBezTo>
                    <a:cubicBezTo>
                      <a:pt x="1720" y="1526"/>
                      <a:pt x="1830" y="1387"/>
                      <a:pt x="1830" y="1387"/>
                    </a:cubicBezTo>
                    <a:cubicBezTo>
                      <a:pt x="1830" y="1276"/>
                      <a:pt x="1276" y="1387"/>
                      <a:pt x="694" y="944"/>
                    </a:cubicBezTo>
                    <a:cubicBezTo>
                      <a:pt x="222" y="583"/>
                      <a:pt x="222" y="1"/>
                      <a:pt x="11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Google Shape;2460;p55"/>
              <p:cNvSpPr/>
              <p:nvPr/>
            </p:nvSpPr>
            <p:spPr>
              <a:xfrm>
                <a:off x="3551425" y="1428225"/>
                <a:ext cx="346600" cy="253725"/>
              </a:xfrm>
              <a:custGeom>
                <a:avLst/>
                <a:gdLst/>
                <a:ahLst/>
                <a:cxnLst/>
                <a:rect l="l" t="t" r="r" b="b"/>
                <a:pathLst>
                  <a:path w="13864" h="10149" extrusionOk="0">
                    <a:moveTo>
                      <a:pt x="10038" y="1"/>
                    </a:moveTo>
                    <a:lnTo>
                      <a:pt x="4603" y="1027"/>
                    </a:lnTo>
                    <a:lnTo>
                      <a:pt x="112" y="3106"/>
                    </a:lnTo>
                    <a:cubicBezTo>
                      <a:pt x="223" y="4853"/>
                      <a:pt x="223" y="6572"/>
                      <a:pt x="112" y="8208"/>
                    </a:cubicBezTo>
                    <a:cubicBezTo>
                      <a:pt x="1" y="9927"/>
                      <a:pt x="334" y="10148"/>
                      <a:pt x="334" y="10148"/>
                    </a:cubicBezTo>
                    <a:cubicBezTo>
                      <a:pt x="1720" y="9816"/>
                      <a:pt x="2773" y="8762"/>
                      <a:pt x="2884" y="7376"/>
                    </a:cubicBezTo>
                    <a:cubicBezTo>
                      <a:pt x="3799" y="7265"/>
                      <a:pt x="4603" y="6683"/>
                      <a:pt x="5186" y="5990"/>
                    </a:cubicBezTo>
                    <a:cubicBezTo>
                      <a:pt x="5296" y="5768"/>
                      <a:pt x="5435" y="5657"/>
                      <a:pt x="5657" y="5546"/>
                    </a:cubicBezTo>
                    <a:lnTo>
                      <a:pt x="6239" y="5546"/>
                    </a:lnTo>
                    <a:cubicBezTo>
                      <a:pt x="6351" y="5555"/>
                      <a:pt x="6462" y="5559"/>
                      <a:pt x="6574" y="5559"/>
                    </a:cubicBezTo>
                    <a:cubicBezTo>
                      <a:pt x="7846" y="5559"/>
                      <a:pt x="9085" y="4981"/>
                      <a:pt x="9927" y="3910"/>
                    </a:cubicBezTo>
                    <a:cubicBezTo>
                      <a:pt x="10213" y="3966"/>
                      <a:pt x="10541" y="3997"/>
                      <a:pt x="10878" y="3997"/>
                    </a:cubicBezTo>
                    <a:cubicBezTo>
                      <a:pt x="12043" y="3997"/>
                      <a:pt x="13331" y="3630"/>
                      <a:pt x="13503" y="2662"/>
                    </a:cubicBezTo>
                    <a:cubicBezTo>
                      <a:pt x="13864" y="444"/>
                      <a:pt x="10038" y="1"/>
                      <a:pt x="1003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Google Shape;2461;p55"/>
              <p:cNvSpPr/>
              <p:nvPr/>
            </p:nvSpPr>
            <p:spPr>
              <a:xfrm>
                <a:off x="3510550" y="1439550"/>
                <a:ext cx="358375" cy="228525"/>
              </a:xfrm>
              <a:custGeom>
                <a:avLst/>
                <a:gdLst/>
                <a:ahLst/>
                <a:cxnLst/>
                <a:rect l="l" t="t" r="r" b="b"/>
                <a:pathLst>
                  <a:path w="14335" h="9141" extrusionOk="0">
                    <a:moveTo>
                      <a:pt x="13006" y="1"/>
                    </a:moveTo>
                    <a:cubicBezTo>
                      <a:pt x="12529" y="1"/>
                      <a:pt x="12053" y="155"/>
                      <a:pt x="11673" y="463"/>
                    </a:cubicBezTo>
                    <a:cubicBezTo>
                      <a:pt x="11340" y="685"/>
                      <a:pt x="11090" y="1156"/>
                      <a:pt x="10647" y="1267"/>
                    </a:cubicBezTo>
                    <a:cubicBezTo>
                      <a:pt x="10490" y="1350"/>
                      <a:pt x="10332" y="1378"/>
                      <a:pt x="10167" y="1378"/>
                    </a:cubicBezTo>
                    <a:cubicBezTo>
                      <a:pt x="9836" y="1378"/>
                      <a:pt x="9473" y="1267"/>
                      <a:pt x="9011" y="1267"/>
                    </a:cubicBezTo>
                    <a:cubicBezTo>
                      <a:pt x="7776" y="1514"/>
                      <a:pt x="6731" y="2304"/>
                      <a:pt x="6146" y="3557"/>
                    </a:cubicBezTo>
                    <a:lnTo>
                      <a:pt x="6146" y="3557"/>
                    </a:lnTo>
                    <a:cubicBezTo>
                      <a:pt x="5876" y="3450"/>
                      <a:pt x="5585" y="3395"/>
                      <a:pt x="5292" y="3395"/>
                    </a:cubicBezTo>
                    <a:cubicBezTo>
                      <a:pt x="4727" y="3395"/>
                      <a:pt x="4154" y="3600"/>
                      <a:pt x="3715" y="4039"/>
                    </a:cubicBezTo>
                    <a:cubicBezTo>
                      <a:pt x="3156" y="4599"/>
                      <a:pt x="2801" y="5260"/>
                      <a:pt x="2676" y="6024"/>
                    </a:cubicBezTo>
                    <a:lnTo>
                      <a:pt x="2676" y="6024"/>
                    </a:lnTo>
                    <a:cubicBezTo>
                      <a:pt x="2028" y="6142"/>
                      <a:pt x="1503" y="6384"/>
                      <a:pt x="1054" y="6701"/>
                    </a:cubicBezTo>
                    <a:cubicBezTo>
                      <a:pt x="471" y="7283"/>
                      <a:pt x="139" y="7976"/>
                      <a:pt x="0" y="8780"/>
                    </a:cubicBezTo>
                    <a:lnTo>
                      <a:pt x="0" y="9141"/>
                    </a:lnTo>
                    <a:cubicBezTo>
                      <a:pt x="139" y="8780"/>
                      <a:pt x="250" y="8309"/>
                      <a:pt x="361" y="7976"/>
                    </a:cubicBezTo>
                    <a:cubicBezTo>
                      <a:pt x="471" y="7505"/>
                      <a:pt x="832" y="7172"/>
                      <a:pt x="1165" y="6812"/>
                    </a:cubicBezTo>
                    <a:cubicBezTo>
                      <a:pt x="1636" y="6479"/>
                      <a:pt x="2218" y="6230"/>
                      <a:pt x="2773" y="6230"/>
                    </a:cubicBezTo>
                    <a:lnTo>
                      <a:pt x="2911" y="6230"/>
                    </a:lnTo>
                    <a:lnTo>
                      <a:pt x="2911" y="6119"/>
                    </a:lnTo>
                    <a:cubicBezTo>
                      <a:pt x="3022" y="5426"/>
                      <a:pt x="3355" y="4733"/>
                      <a:pt x="3937" y="4150"/>
                    </a:cubicBezTo>
                    <a:cubicBezTo>
                      <a:pt x="4302" y="3802"/>
                      <a:pt x="4799" y="3618"/>
                      <a:pt x="5316" y="3618"/>
                    </a:cubicBezTo>
                    <a:cubicBezTo>
                      <a:pt x="5624" y="3618"/>
                      <a:pt x="5939" y="3683"/>
                      <a:pt x="6238" y="3818"/>
                    </a:cubicBezTo>
                    <a:lnTo>
                      <a:pt x="6377" y="3928"/>
                    </a:lnTo>
                    <a:lnTo>
                      <a:pt x="6377" y="3707"/>
                    </a:lnTo>
                    <a:lnTo>
                      <a:pt x="6377" y="3596"/>
                    </a:lnTo>
                    <a:cubicBezTo>
                      <a:pt x="6821" y="2431"/>
                      <a:pt x="7874" y="1627"/>
                      <a:pt x="9150" y="1516"/>
                    </a:cubicBezTo>
                    <a:lnTo>
                      <a:pt x="9954" y="1516"/>
                    </a:lnTo>
                    <a:cubicBezTo>
                      <a:pt x="10064" y="1572"/>
                      <a:pt x="10175" y="1600"/>
                      <a:pt x="10304" y="1600"/>
                    </a:cubicBezTo>
                    <a:cubicBezTo>
                      <a:pt x="10432" y="1600"/>
                      <a:pt x="10577" y="1572"/>
                      <a:pt x="10758" y="1516"/>
                    </a:cubicBezTo>
                    <a:cubicBezTo>
                      <a:pt x="10979" y="1378"/>
                      <a:pt x="11229" y="1267"/>
                      <a:pt x="11340" y="1045"/>
                    </a:cubicBezTo>
                    <a:cubicBezTo>
                      <a:pt x="11451" y="823"/>
                      <a:pt x="11673" y="685"/>
                      <a:pt x="11783" y="574"/>
                    </a:cubicBezTo>
                    <a:cubicBezTo>
                      <a:pt x="12220" y="324"/>
                      <a:pt x="12719" y="199"/>
                      <a:pt x="13187" y="199"/>
                    </a:cubicBezTo>
                    <a:cubicBezTo>
                      <a:pt x="13343" y="199"/>
                      <a:pt x="13495" y="213"/>
                      <a:pt x="13641" y="241"/>
                    </a:cubicBezTo>
                    <a:cubicBezTo>
                      <a:pt x="13863" y="241"/>
                      <a:pt x="14112" y="352"/>
                      <a:pt x="14334" y="463"/>
                    </a:cubicBezTo>
                    <a:lnTo>
                      <a:pt x="14223" y="352"/>
                    </a:lnTo>
                    <a:cubicBezTo>
                      <a:pt x="14112" y="241"/>
                      <a:pt x="13863" y="241"/>
                      <a:pt x="13752" y="130"/>
                    </a:cubicBezTo>
                    <a:cubicBezTo>
                      <a:pt x="13512" y="44"/>
                      <a:pt x="13259" y="1"/>
                      <a:pt x="13006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Google Shape;2462;p55"/>
              <p:cNvSpPr/>
              <p:nvPr/>
            </p:nvSpPr>
            <p:spPr>
              <a:xfrm>
                <a:off x="3692825" y="1483000"/>
                <a:ext cx="202425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8097" h="3168" extrusionOk="0">
                    <a:moveTo>
                      <a:pt x="8097" y="0"/>
                    </a:moveTo>
                    <a:lnTo>
                      <a:pt x="8097" y="0"/>
                    </a:lnTo>
                    <a:cubicBezTo>
                      <a:pt x="7847" y="471"/>
                      <a:pt x="7515" y="804"/>
                      <a:pt x="7154" y="1026"/>
                    </a:cubicBezTo>
                    <a:cubicBezTo>
                      <a:pt x="6821" y="1386"/>
                      <a:pt x="6350" y="1608"/>
                      <a:pt x="5879" y="1719"/>
                    </a:cubicBezTo>
                    <a:cubicBezTo>
                      <a:pt x="5725" y="1758"/>
                      <a:pt x="5570" y="1775"/>
                      <a:pt x="5412" y="1775"/>
                    </a:cubicBezTo>
                    <a:cubicBezTo>
                      <a:pt x="5002" y="1775"/>
                      <a:pt x="4581" y="1658"/>
                      <a:pt x="4160" y="1497"/>
                    </a:cubicBezTo>
                    <a:lnTo>
                      <a:pt x="4049" y="1497"/>
                    </a:lnTo>
                    <a:lnTo>
                      <a:pt x="3938" y="1386"/>
                    </a:lnTo>
                    <a:lnTo>
                      <a:pt x="3938" y="1497"/>
                    </a:lnTo>
                    <a:cubicBezTo>
                      <a:pt x="3245" y="2301"/>
                      <a:pt x="2302" y="2884"/>
                      <a:pt x="1276" y="2995"/>
                    </a:cubicBezTo>
                    <a:lnTo>
                      <a:pt x="1" y="2995"/>
                    </a:lnTo>
                    <a:cubicBezTo>
                      <a:pt x="1" y="2995"/>
                      <a:pt x="223" y="3105"/>
                      <a:pt x="334" y="3105"/>
                    </a:cubicBezTo>
                    <a:cubicBezTo>
                      <a:pt x="500" y="3105"/>
                      <a:pt x="703" y="3167"/>
                      <a:pt x="927" y="3167"/>
                    </a:cubicBezTo>
                    <a:cubicBezTo>
                      <a:pt x="1039" y="3167"/>
                      <a:pt x="1156" y="3152"/>
                      <a:pt x="1276" y="3105"/>
                    </a:cubicBezTo>
                    <a:cubicBezTo>
                      <a:pt x="2364" y="3105"/>
                      <a:pt x="3376" y="2598"/>
                      <a:pt x="4068" y="1727"/>
                    </a:cubicBezTo>
                    <a:lnTo>
                      <a:pt x="4068" y="1727"/>
                    </a:lnTo>
                    <a:cubicBezTo>
                      <a:pt x="4428" y="1879"/>
                      <a:pt x="4828" y="1977"/>
                      <a:pt x="5211" y="1977"/>
                    </a:cubicBezTo>
                    <a:cubicBezTo>
                      <a:pt x="5444" y="1977"/>
                      <a:pt x="5671" y="1941"/>
                      <a:pt x="5879" y="1858"/>
                    </a:cubicBezTo>
                    <a:cubicBezTo>
                      <a:pt x="6461" y="1858"/>
                      <a:pt x="6932" y="1497"/>
                      <a:pt x="7265" y="1165"/>
                    </a:cubicBezTo>
                    <a:cubicBezTo>
                      <a:pt x="7515" y="1026"/>
                      <a:pt x="7736" y="693"/>
                      <a:pt x="7958" y="471"/>
                    </a:cubicBezTo>
                    <a:cubicBezTo>
                      <a:pt x="7958" y="333"/>
                      <a:pt x="8097" y="222"/>
                      <a:pt x="8097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Google Shape;2463;p55"/>
              <p:cNvSpPr/>
              <p:nvPr/>
            </p:nvSpPr>
            <p:spPr>
              <a:xfrm>
                <a:off x="3750375" y="1492450"/>
                <a:ext cx="63775" cy="19675"/>
              </a:xfrm>
              <a:custGeom>
                <a:avLst/>
                <a:gdLst/>
                <a:ahLst/>
                <a:cxnLst/>
                <a:rect l="l" t="t" r="r" b="b"/>
                <a:pathLst>
                  <a:path w="2551" h="787" extrusionOk="0">
                    <a:moveTo>
                      <a:pt x="805" y="0"/>
                    </a:moveTo>
                    <a:cubicBezTo>
                      <a:pt x="540" y="0"/>
                      <a:pt x="270" y="61"/>
                      <a:pt x="0" y="204"/>
                    </a:cubicBezTo>
                    <a:cubicBezTo>
                      <a:pt x="0" y="204"/>
                      <a:pt x="582" y="204"/>
                      <a:pt x="1275" y="315"/>
                    </a:cubicBezTo>
                    <a:cubicBezTo>
                      <a:pt x="1969" y="537"/>
                      <a:pt x="2551" y="787"/>
                      <a:pt x="2551" y="787"/>
                    </a:cubicBezTo>
                    <a:cubicBezTo>
                      <a:pt x="2190" y="426"/>
                      <a:pt x="1858" y="204"/>
                      <a:pt x="1386" y="93"/>
                    </a:cubicBezTo>
                    <a:cubicBezTo>
                      <a:pt x="1197" y="34"/>
                      <a:pt x="1002" y="0"/>
                      <a:pt x="805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Google Shape;2464;p55"/>
              <p:cNvSpPr/>
              <p:nvPr/>
            </p:nvSpPr>
            <p:spPr>
              <a:xfrm>
                <a:off x="3787800" y="1473975"/>
                <a:ext cx="26350" cy="18375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735" extrusionOk="0">
                    <a:moveTo>
                      <a:pt x="1054" y="1"/>
                    </a:moveTo>
                    <a:cubicBezTo>
                      <a:pt x="1054" y="1"/>
                      <a:pt x="693" y="1"/>
                      <a:pt x="472" y="250"/>
                    </a:cubicBezTo>
                    <a:cubicBezTo>
                      <a:pt x="139" y="472"/>
                      <a:pt x="0" y="694"/>
                      <a:pt x="0" y="694"/>
                    </a:cubicBezTo>
                    <a:cubicBezTo>
                      <a:pt x="29" y="723"/>
                      <a:pt x="62" y="735"/>
                      <a:pt x="97" y="735"/>
                    </a:cubicBezTo>
                    <a:cubicBezTo>
                      <a:pt x="231" y="735"/>
                      <a:pt x="407" y="560"/>
                      <a:pt x="583" y="472"/>
                    </a:cubicBezTo>
                    <a:cubicBezTo>
                      <a:pt x="832" y="250"/>
                      <a:pt x="1054" y="139"/>
                      <a:pt x="1054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Google Shape;2465;p55"/>
              <p:cNvSpPr/>
              <p:nvPr/>
            </p:nvSpPr>
            <p:spPr>
              <a:xfrm>
                <a:off x="3629075" y="1544725"/>
                <a:ext cx="61000" cy="10375"/>
              </a:xfrm>
              <a:custGeom>
                <a:avLst/>
                <a:gdLst/>
                <a:ahLst/>
                <a:cxnLst/>
                <a:rect l="l" t="t" r="r" b="b"/>
                <a:pathLst>
                  <a:path w="2440" h="415" extrusionOk="0">
                    <a:moveTo>
                      <a:pt x="1032" y="1"/>
                    </a:moveTo>
                    <a:cubicBezTo>
                      <a:pt x="662" y="1"/>
                      <a:pt x="307" y="95"/>
                      <a:pt x="0" y="304"/>
                    </a:cubicBezTo>
                    <a:cubicBezTo>
                      <a:pt x="0" y="327"/>
                      <a:pt x="21" y="336"/>
                      <a:pt x="61" y="336"/>
                    </a:cubicBezTo>
                    <a:cubicBezTo>
                      <a:pt x="170" y="336"/>
                      <a:pt x="418" y="272"/>
                      <a:pt x="757" y="272"/>
                    </a:cubicBezTo>
                    <a:cubicBezTo>
                      <a:pt x="882" y="272"/>
                      <a:pt x="1018" y="280"/>
                      <a:pt x="1165" y="304"/>
                    </a:cubicBezTo>
                    <a:cubicBezTo>
                      <a:pt x="1858" y="304"/>
                      <a:pt x="2329" y="415"/>
                      <a:pt x="2440" y="415"/>
                    </a:cubicBezTo>
                    <a:cubicBezTo>
                      <a:pt x="1991" y="152"/>
                      <a:pt x="1499" y="1"/>
                      <a:pt x="1032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Google Shape;2466;p55"/>
              <p:cNvSpPr/>
              <p:nvPr/>
            </p:nvSpPr>
            <p:spPr>
              <a:xfrm>
                <a:off x="3600650" y="1581425"/>
                <a:ext cx="77650" cy="28425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1137" extrusionOk="0">
                    <a:moveTo>
                      <a:pt x="3106" y="0"/>
                    </a:moveTo>
                    <a:cubicBezTo>
                      <a:pt x="2995" y="0"/>
                      <a:pt x="2413" y="333"/>
                      <a:pt x="1498" y="693"/>
                    </a:cubicBezTo>
                    <a:cubicBezTo>
                      <a:pt x="694" y="915"/>
                      <a:pt x="0" y="1026"/>
                      <a:pt x="0" y="1137"/>
                    </a:cubicBezTo>
                    <a:cubicBezTo>
                      <a:pt x="555" y="1137"/>
                      <a:pt x="1137" y="1137"/>
                      <a:pt x="1608" y="915"/>
                    </a:cubicBezTo>
                    <a:cubicBezTo>
                      <a:pt x="2191" y="693"/>
                      <a:pt x="2634" y="444"/>
                      <a:pt x="3106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Google Shape;2467;p55"/>
              <p:cNvSpPr/>
              <p:nvPr/>
            </p:nvSpPr>
            <p:spPr>
              <a:xfrm>
                <a:off x="3527875" y="1625075"/>
                <a:ext cx="582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889" extrusionOk="0">
                    <a:moveTo>
                      <a:pt x="1640" y="1"/>
                    </a:moveTo>
                    <a:cubicBezTo>
                      <a:pt x="1421" y="1"/>
                      <a:pt x="1220" y="29"/>
                      <a:pt x="1054" y="84"/>
                    </a:cubicBezTo>
                    <a:cubicBezTo>
                      <a:pt x="250" y="334"/>
                      <a:pt x="0" y="888"/>
                      <a:pt x="0" y="888"/>
                    </a:cubicBezTo>
                    <a:cubicBezTo>
                      <a:pt x="361" y="666"/>
                      <a:pt x="693" y="555"/>
                      <a:pt x="1054" y="334"/>
                    </a:cubicBezTo>
                    <a:cubicBezTo>
                      <a:pt x="1525" y="195"/>
                      <a:pt x="1858" y="195"/>
                      <a:pt x="2329" y="84"/>
                    </a:cubicBezTo>
                    <a:cubicBezTo>
                      <a:pt x="2094" y="29"/>
                      <a:pt x="1858" y="1"/>
                      <a:pt x="1640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Google Shape;2468;p55"/>
              <p:cNvSpPr/>
              <p:nvPr/>
            </p:nvSpPr>
            <p:spPr>
              <a:xfrm>
                <a:off x="3531325" y="1445550"/>
                <a:ext cx="248175" cy="54800"/>
              </a:xfrm>
              <a:custGeom>
                <a:avLst/>
                <a:gdLst/>
                <a:ahLst/>
                <a:cxnLst/>
                <a:rect l="l" t="t" r="r" b="b"/>
                <a:pathLst>
                  <a:path w="9927" h="2192" extrusionOk="0">
                    <a:moveTo>
                      <a:pt x="4603" y="1"/>
                    </a:moveTo>
                    <a:cubicBezTo>
                      <a:pt x="3328" y="1"/>
                      <a:pt x="2080" y="334"/>
                      <a:pt x="916" y="916"/>
                    </a:cubicBezTo>
                    <a:cubicBezTo>
                      <a:pt x="555" y="1138"/>
                      <a:pt x="334" y="1387"/>
                      <a:pt x="112" y="1720"/>
                    </a:cubicBezTo>
                    <a:cubicBezTo>
                      <a:pt x="1" y="1831"/>
                      <a:pt x="1" y="1969"/>
                      <a:pt x="1" y="2191"/>
                    </a:cubicBezTo>
                    <a:cubicBezTo>
                      <a:pt x="1" y="2191"/>
                      <a:pt x="1" y="2080"/>
                      <a:pt x="223" y="1831"/>
                    </a:cubicBezTo>
                    <a:cubicBezTo>
                      <a:pt x="334" y="1498"/>
                      <a:pt x="694" y="1276"/>
                      <a:pt x="1027" y="1027"/>
                    </a:cubicBezTo>
                    <a:cubicBezTo>
                      <a:pt x="2191" y="445"/>
                      <a:pt x="3328" y="223"/>
                      <a:pt x="4603" y="223"/>
                    </a:cubicBezTo>
                    <a:cubicBezTo>
                      <a:pt x="5879" y="223"/>
                      <a:pt x="7154" y="445"/>
                      <a:pt x="8429" y="694"/>
                    </a:cubicBezTo>
                    <a:cubicBezTo>
                      <a:pt x="9344" y="1027"/>
                      <a:pt x="9927" y="1138"/>
                      <a:pt x="9927" y="1138"/>
                    </a:cubicBezTo>
                    <a:cubicBezTo>
                      <a:pt x="9816" y="1027"/>
                      <a:pt x="9705" y="1027"/>
                      <a:pt x="9455" y="916"/>
                    </a:cubicBezTo>
                    <a:cubicBezTo>
                      <a:pt x="9233" y="805"/>
                      <a:pt x="8873" y="694"/>
                      <a:pt x="8429" y="583"/>
                    </a:cubicBezTo>
                    <a:cubicBezTo>
                      <a:pt x="7154" y="223"/>
                      <a:pt x="5879" y="1"/>
                      <a:pt x="4603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Google Shape;2469;p55"/>
              <p:cNvSpPr/>
              <p:nvPr/>
            </p:nvSpPr>
            <p:spPr>
              <a:xfrm>
                <a:off x="3522325" y="1470125"/>
                <a:ext cx="193400" cy="84975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3399" extrusionOk="0">
                    <a:moveTo>
                      <a:pt x="5578" y="1"/>
                    </a:moveTo>
                    <a:cubicBezTo>
                      <a:pt x="4764" y="1"/>
                      <a:pt x="3971" y="109"/>
                      <a:pt x="3133" y="293"/>
                    </a:cubicBezTo>
                    <a:cubicBezTo>
                      <a:pt x="2080" y="626"/>
                      <a:pt x="1165" y="1208"/>
                      <a:pt x="472" y="2123"/>
                    </a:cubicBezTo>
                    <a:cubicBezTo>
                      <a:pt x="222" y="2484"/>
                      <a:pt x="111" y="2705"/>
                      <a:pt x="0" y="3066"/>
                    </a:cubicBezTo>
                    <a:lnTo>
                      <a:pt x="0" y="3399"/>
                    </a:lnTo>
                    <a:cubicBezTo>
                      <a:pt x="111" y="3066"/>
                      <a:pt x="361" y="2595"/>
                      <a:pt x="583" y="2234"/>
                    </a:cubicBezTo>
                    <a:cubicBezTo>
                      <a:pt x="1276" y="1430"/>
                      <a:pt x="2191" y="737"/>
                      <a:pt x="3244" y="515"/>
                    </a:cubicBezTo>
                    <a:cubicBezTo>
                      <a:pt x="3986" y="355"/>
                      <a:pt x="4743" y="238"/>
                      <a:pt x="5534" y="238"/>
                    </a:cubicBezTo>
                    <a:cubicBezTo>
                      <a:pt x="5837" y="238"/>
                      <a:pt x="6146" y="255"/>
                      <a:pt x="6460" y="293"/>
                    </a:cubicBezTo>
                    <a:cubicBezTo>
                      <a:pt x="6932" y="293"/>
                      <a:pt x="7403" y="404"/>
                      <a:pt x="7736" y="404"/>
                    </a:cubicBezTo>
                    <a:cubicBezTo>
                      <a:pt x="7403" y="155"/>
                      <a:pt x="6932" y="155"/>
                      <a:pt x="6460" y="44"/>
                    </a:cubicBezTo>
                    <a:cubicBezTo>
                      <a:pt x="6162" y="15"/>
                      <a:pt x="5868" y="1"/>
                      <a:pt x="5578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Google Shape;2470;p55"/>
              <p:cNvSpPr/>
              <p:nvPr/>
            </p:nvSpPr>
            <p:spPr>
              <a:xfrm>
                <a:off x="3880675" y="1483000"/>
                <a:ext cx="72100" cy="115775"/>
              </a:xfrm>
              <a:custGeom>
                <a:avLst/>
                <a:gdLst/>
                <a:ahLst/>
                <a:cxnLst/>
                <a:rect l="l" t="t" r="r" b="b"/>
                <a:pathLst>
                  <a:path w="2884" h="4631" extrusionOk="0">
                    <a:moveTo>
                      <a:pt x="1" y="0"/>
                    </a:moveTo>
                    <a:cubicBezTo>
                      <a:pt x="222" y="111"/>
                      <a:pt x="583" y="222"/>
                      <a:pt x="805" y="333"/>
                    </a:cubicBezTo>
                    <a:cubicBezTo>
                      <a:pt x="2080" y="804"/>
                      <a:pt x="2662" y="2190"/>
                      <a:pt x="2191" y="3466"/>
                    </a:cubicBezTo>
                    <a:cubicBezTo>
                      <a:pt x="2080" y="3577"/>
                      <a:pt x="1969" y="3799"/>
                      <a:pt x="1830" y="3937"/>
                    </a:cubicBezTo>
                    <a:cubicBezTo>
                      <a:pt x="1609" y="4159"/>
                      <a:pt x="1387" y="4381"/>
                      <a:pt x="1276" y="4630"/>
                    </a:cubicBezTo>
                    <a:cubicBezTo>
                      <a:pt x="1498" y="4492"/>
                      <a:pt x="1830" y="4381"/>
                      <a:pt x="1969" y="4048"/>
                    </a:cubicBezTo>
                    <a:cubicBezTo>
                      <a:pt x="2884" y="2995"/>
                      <a:pt x="2773" y="1497"/>
                      <a:pt x="1719" y="582"/>
                    </a:cubicBezTo>
                    <a:cubicBezTo>
                      <a:pt x="1498" y="333"/>
                      <a:pt x="1137" y="222"/>
                      <a:pt x="915" y="111"/>
                    </a:cubicBezTo>
                    <a:cubicBezTo>
                      <a:pt x="583" y="0"/>
                      <a:pt x="333" y="0"/>
                      <a:pt x="1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Google Shape;2471;p55"/>
              <p:cNvSpPr/>
              <p:nvPr/>
            </p:nvSpPr>
            <p:spPr>
              <a:xfrm>
                <a:off x="3423900" y="1649275"/>
                <a:ext cx="95675" cy="113775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4551" extrusionOk="0">
                    <a:moveTo>
                      <a:pt x="2368" y="1"/>
                    </a:moveTo>
                    <a:cubicBezTo>
                      <a:pt x="2047" y="1"/>
                      <a:pt x="1717" y="92"/>
                      <a:pt x="1387" y="170"/>
                    </a:cubicBezTo>
                    <a:cubicBezTo>
                      <a:pt x="832" y="391"/>
                      <a:pt x="472" y="863"/>
                      <a:pt x="250" y="1445"/>
                    </a:cubicBezTo>
                    <a:cubicBezTo>
                      <a:pt x="0" y="2000"/>
                      <a:pt x="139" y="2582"/>
                      <a:pt x="361" y="3053"/>
                    </a:cubicBezTo>
                    <a:cubicBezTo>
                      <a:pt x="694" y="3386"/>
                      <a:pt x="1054" y="3746"/>
                      <a:pt x="1387" y="3968"/>
                    </a:cubicBezTo>
                    <a:cubicBezTo>
                      <a:pt x="1636" y="4218"/>
                      <a:pt x="1969" y="4328"/>
                      <a:pt x="2218" y="4439"/>
                    </a:cubicBezTo>
                    <a:cubicBezTo>
                      <a:pt x="2440" y="4550"/>
                      <a:pt x="2551" y="4550"/>
                      <a:pt x="2551" y="4550"/>
                    </a:cubicBezTo>
                    <a:cubicBezTo>
                      <a:pt x="2551" y="4439"/>
                      <a:pt x="2080" y="4328"/>
                      <a:pt x="1525" y="3857"/>
                    </a:cubicBezTo>
                    <a:cubicBezTo>
                      <a:pt x="1165" y="3635"/>
                      <a:pt x="832" y="3275"/>
                      <a:pt x="583" y="2942"/>
                    </a:cubicBezTo>
                    <a:cubicBezTo>
                      <a:pt x="361" y="2471"/>
                      <a:pt x="250" y="2000"/>
                      <a:pt x="472" y="1556"/>
                    </a:cubicBezTo>
                    <a:cubicBezTo>
                      <a:pt x="583" y="974"/>
                      <a:pt x="1054" y="613"/>
                      <a:pt x="1525" y="391"/>
                    </a:cubicBezTo>
                    <a:cubicBezTo>
                      <a:pt x="1761" y="313"/>
                      <a:pt x="2065" y="235"/>
                      <a:pt x="2341" y="235"/>
                    </a:cubicBezTo>
                    <a:cubicBezTo>
                      <a:pt x="2455" y="235"/>
                      <a:pt x="2565" y="248"/>
                      <a:pt x="2662" y="281"/>
                    </a:cubicBezTo>
                    <a:cubicBezTo>
                      <a:pt x="3133" y="281"/>
                      <a:pt x="3466" y="502"/>
                      <a:pt x="3827" y="613"/>
                    </a:cubicBezTo>
                    <a:lnTo>
                      <a:pt x="3605" y="391"/>
                    </a:lnTo>
                    <a:cubicBezTo>
                      <a:pt x="3355" y="281"/>
                      <a:pt x="3022" y="170"/>
                      <a:pt x="2773" y="59"/>
                    </a:cubicBezTo>
                    <a:cubicBezTo>
                      <a:pt x="2640" y="17"/>
                      <a:pt x="2505" y="1"/>
                      <a:pt x="236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Google Shape;2472;p55"/>
              <p:cNvSpPr/>
              <p:nvPr/>
            </p:nvSpPr>
            <p:spPr>
              <a:xfrm>
                <a:off x="3464800" y="1763025"/>
                <a:ext cx="112300" cy="150425"/>
              </a:xfrm>
              <a:custGeom>
                <a:avLst/>
                <a:gdLst/>
                <a:ahLst/>
                <a:cxnLst/>
                <a:rect l="l" t="t" r="r" b="b"/>
                <a:pathLst>
                  <a:path w="4492" h="6017" extrusionOk="0">
                    <a:moveTo>
                      <a:pt x="4381" y="3937"/>
                    </a:moveTo>
                    <a:lnTo>
                      <a:pt x="4381" y="4270"/>
                    </a:lnTo>
                    <a:cubicBezTo>
                      <a:pt x="4492" y="4159"/>
                      <a:pt x="4381" y="4048"/>
                      <a:pt x="4381" y="3937"/>
                    </a:cubicBezTo>
                    <a:close/>
                    <a:moveTo>
                      <a:pt x="693" y="0"/>
                    </a:moveTo>
                    <a:lnTo>
                      <a:pt x="693" y="0"/>
                    </a:lnTo>
                    <a:cubicBezTo>
                      <a:pt x="582" y="111"/>
                      <a:pt x="582" y="222"/>
                      <a:pt x="582" y="361"/>
                    </a:cubicBezTo>
                    <a:cubicBezTo>
                      <a:pt x="333" y="693"/>
                      <a:pt x="222" y="1054"/>
                      <a:pt x="222" y="1387"/>
                    </a:cubicBezTo>
                    <a:cubicBezTo>
                      <a:pt x="0" y="1969"/>
                      <a:pt x="0" y="2551"/>
                      <a:pt x="0" y="3133"/>
                    </a:cubicBezTo>
                    <a:cubicBezTo>
                      <a:pt x="0" y="3826"/>
                      <a:pt x="222" y="4381"/>
                      <a:pt x="693" y="4963"/>
                    </a:cubicBezTo>
                    <a:cubicBezTo>
                      <a:pt x="1137" y="5545"/>
                      <a:pt x="1719" y="5906"/>
                      <a:pt x="2412" y="6017"/>
                    </a:cubicBezTo>
                    <a:cubicBezTo>
                      <a:pt x="2995" y="6017"/>
                      <a:pt x="3577" y="5767"/>
                      <a:pt x="4048" y="5324"/>
                    </a:cubicBezTo>
                    <a:cubicBezTo>
                      <a:pt x="4270" y="5074"/>
                      <a:pt x="4381" y="4741"/>
                      <a:pt x="4381" y="4270"/>
                    </a:cubicBezTo>
                    <a:lnTo>
                      <a:pt x="4381" y="4270"/>
                    </a:lnTo>
                    <a:cubicBezTo>
                      <a:pt x="4178" y="5132"/>
                      <a:pt x="3489" y="5785"/>
                      <a:pt x="2737" y="5785"/>
                    </a:cubicBezTo>
                    <a:cubicBezTo>
                      <a:pt x="2666" y="5785"/>
                      <a:pt x="2595" y="5779"/>
                      <a:pt x="2523" y="5767"/>
                    </a:cubicBezTo>
                    <a:cubicBezTo>
                      <a:pt x="1830" y="5656"/>
                      <a:pt x="1276" y="5324"/>
                      <a:pt x="915" y="4852"/>
                    </a:cubicBezTo>
                    <a:cubicBezTo>
                      <a:pt x="444" y="4270"/>
                      <a:pt x="333" y="3688"/>
                      <a:pt x="222" y="2995"/>
                    </a:cubicBezTo>
                    <a:cubicBezTo>
                      <a:pt x="222" y="2551"/>
                      <a:pt x="222" y="1969"/>
                      <a:pt x="333" y="1497"/>
                    </a:cubicBezTo>
                    <a:cubicBezTo>
                      <a:pt x="582" y="583"/>
                      <a:pt x="693" y="0"/>
                      <a:pt x="69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Google Shape;2473;p55"/>
              <p:cNvSpPr/>
              <p:nvPr/>
            </p:nvSpPr>
            <p:spPr>
              <a:xfrm>
                <a:off x="3510550" y="1612600"/>
                <a:ext cx="130325" cy="355625"/>
              </a:xfrm>
              <a:custGeom>
                <a:avLst/>
                <a:gdLst/>
                <a:ahLst/>
                <a:cxnLst/>
                <a:rect l="l" t="t" r="r" b="b"/>
                <a:pathLst>
                  <a:path w="5213" h="14225" extrusionOk="0">
                    <a:moveTo>
                      <a:pt x="4630" y="1"/>
                    </a:moveTo>
                    <a:lnTo>
                      <a:pt x="1525" y="1387"/>
                    </a:lnTo>
                    <a:cubicBezTo>
                      <a:pt x="361" y="2663"/>
                      <a:pt x="0" y="3134"/>
                      <a:pt x="1054" y="6600"/>
                    </a:cubicBezTo>
                    <a:cubicBezTo>
                      <a:pt x="1275" y="7625"/>
                      <a:pt x="3133" y="10176"/>
                      <a:pt x="3466" y="11230"/>
                    </a:cubicBezTo>
                    <a:cubicBezTo>
                      <a:pt x="3937" y="12256"/>
                      <a:pt x="3937" y="13531"/>
                      <a:pt x="3022" y="14224"/>
                    </a:cubicBezTo>
                    <a:cubicBezTo>
                      <a:pt x="4159" y="13864"/>
                      <a:pt x="4991" y="12838"/>
                      <a:pt x="4991" y="11673"/>
                    </a:cubicBezTo>
                    <a:cubicBezTo>
                      <a:pt x="5212" y="9843"/>
                      <a:pt x="3355" y="8319"/>
                      <a:pt x="3355" y="6378"/>
                    </a:cubicBezTo>
                    <a:cubicBezTo>
                      <a:pt x="3355" y="5324"/>
                      <a:pt x="3937" y="4298"/>
                      <a:pt x="4408" y="3245"/>
                    </a:cubicBezTo>
                    <a:cubicBezTo>
                      <a:pt x="4852" y="2219"/>
                      <a:pt x="5212" y="944"/>
                      <a:pt x="463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Google Shape;2474;p55"/>
              <p:cNvSpPr/>
              <p:nvPr/>
            </p:nvSpPr>
            <p:spPr>
              <a:xfrm>
                <a:off x="3545200" y="1609825"/>
                <a:ext cx="69325" cy="71425"/>
              </a:xfrm>
              <a:custGeom>
                <a:avLst/>
                <a:gdLst/>
                <a:ahLst/>
                <a:cxnLst/>
                <a:rect l="l" t="t" r="r" b="b"/>
                <a:pathLst>
                  <a:path w="2773" h="2857" extrusionOk="0">
                    <a:moveTo>
                      <a:pt x="2773" y="1"/>
                    </a:moveTo>
                    <a:cubicBezTo>
                      <a:pt x="2662" y="250"/>
                      <a:pt x="2662" y="361"/>
                      <a:pt x="2551" y="583"/>
                    </a:cubicBezTo>
                    <a:cubicBezTo>
                      <a:pt x="2329" y="1637"/>
                      <a:pt x="1636" y="2330"/>
                      <a:pt x="583" y="2663"/>
                    </a:cubicBezTo>
                    <a:cubicBezTo>
                      <a:pt x="361" y="2663"/>
                      <a:pt x="250" y="2774"/>
                      <a:pt x="0" y="2774"/>
                    </a:cubicBezTo>
                    <a:cubicBezTo>
                      <a:pt x="0" y="2829"/>
                      <a:pt x="63" y="2857"/>
                      <a:pt x="181" y="2857"/>
                    </a:cubicBezTo>
                    <a:cubicBezTo>
                      <a:pt x="298" y="2857"/>
                      <a:pt x="472" y="2829"/>
                      <a:pt x="694" y="2774"/>
                    </a:cubicBezTo>
                    <a:cubicBezTo>
                      <a:pt x="1747" y="2552"/>
                      <a:pt x="2551" y="1748"/>
                      <a:pt x="2773" y="583"/>
                    </a:cubicBezTo>
                    <a:lnTo>
                      <a:pt x="2773" y="1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Google Shape;2475;p55"/>
              <p:cNvSpPr/>
              <p:nvPr/>
            </p:nvSpPr>
            <p:spPr>
              <a:xfrm>
                <a:off x="3551425" y="1618850"/>
                <a:ext cx="69350" cy="320250"/>
              </a:xfrm>
              <a:custGeom>
                <a:avLst/>
                <a:gdLst/>
                <a:ahLst/>
                <a:cxnLst/>
                <a:rect l="l" t="t" r="r" b="b"/>
                <a:pathLst>
                  <a:path w="2774" h="12810" extrusionOk="0">
                    <a:moveTo>
                      <a:pt x="2663" y="0"/>
                    </a:moveTo>
                    <a:cubicBezTo>
                      <a:pt x="2663" y="694"/>
                      <a:pt x="2524" y="1387"/>
                      <a:pt x="2302" y="2080"/>
                    </a:cubicBezTo>
                    <a:cubicBezTo>
                      <a:pt x="1969" y="2773"/>
                      <a:pt x="1609" y="3355"/>
                      <a:pt x="1138" y="3910"/>
                    </a:cubicBezTo>
                    <a:cubicBezTo>
                      <a:pt x="805" y="4381"/>
                      <a:pt x="583" y="4741"/>
                      <a:pt x="334" y="5074"/>
                    </a:cubicBezTo>
                    <a:cubicBezTo>
                      <a:pt x="112" y="5545"/>
                      <a:pt x="1" y="5989"/>
                      <a:pt x="1" y="6571"/>
                    </a:cubicBezTo>
                    <a:cubicBezTo>
                      <a:pt x="1" y="7043"/>
                      <a:pt x="112" y="7514"/>
                      <a:pt x="334" y="7958"/>
                    </a:cubicBezTo>
                    <a:cubicBezTo>
                      <a:pt x="583" y="8429"/>
                      <a:pt x="916" y="8762"/>
                      <a:pt x="1276" y="9122"/>
                    </a:cubicBezTo>
                    <a:cubicBezTo>
                      <a:pt x="1609" y="9344"/>
                      <a:pt x="1831" y="9593"/>
                      <a:pt x="2080" y="9926"/>
                    </a:cubicBezTo>
                    <a:cubicBezTo>
                      <a:pt x="2302" y="10287"/>
                      <a:pt x="2413" y="10508"/>
                      <a:pt x="2413" y="10841"/>
                    </a:cubicBezTo>
                    <a:cubicBezTo>
                      <a:pt x="2413" y="11423"/>
                      <a:pt x="2302" y="11895"/>
                      <a:pt x="2080" y="12366"/>
                    </a:cubicBezTo>
                    <a:cubicBezTo>
                      <a:pt x="1969" y="12588"/>
                      <a:pt x="1720" y="12810"/>
                      <a:pt x="1831" y="12810"/>
                    </a:cubicBezTo>
                    <a:lnTo>
                      <a:pt x="1969" y="12699"/>
                    </a:lnTo>
                    <a:cubicBezTo>
                      <a:pt x="2080" y="12588"/>
                      <a:pt x="2080" y="12477"/>
                      <a:pt x="2191" y="12366"/>
                    </a:cubicBezTo>
                    <a:cubicBezTo>
                      <a:pt x="2524" y="11895"/>
                      <a:pt x="2663" y="11423"/>
                      <a:pt x="2524" y="10841"/>
                    </a:cubicBezTo>
                    <a:cubicBezTo>
                      <a:pt x="2524" y="10508"/>
                      <a:pt x="2413" y="10148"/>
                      <a:pt x="2302" y="9815"/>
                    </a:cubicBezTo>
                    <a:lnTo>
                      <a:pt x="1387" y="8900"/>
                    </a:lnTo>
                    <a:cubicBezTo>
                      <a:pt x="1027" y="8651"/>
                      <a:pt x="805" y="8318"/>
                      <a:pt x="583" y="7847"/>
                    </a:cubicBezTo>
                    <a:cubicBezTo>
                      <a:pt x="334" y="7514"/>
                      <a:pt x="223" y="7043"/>
                      <a:pt x="223" y="6571"/>
                    </a:cubicBezTo>
                    <a:cubicBezTo>
                      <a:pt x="223" y="6128"/>
                      <a:pt x="334" y="5656"/>
                      <a:pt x="583" y="5185"/>
                    </a:cubicBezTo>
                    <a:cubicBezTo>
                      <a:pt x="805" y="4852"/>
                      <a:pt x="1027" y="4492"/>
                      <a:pt x="1276" y="4159"/>
                    </a:cubicBezTo>
                    <a:cubicBezTo>
                      <a:pt x="1831" y="3466"/>
                      <a:pt x="2191" y="2884"/>
                      <a:pt x="2413" y="2080"/>
                    </a:cubicBezTo>
                    <a:cubicBezTo>
                      <a:pt x="2663" y="1608"/>
                      <a:pt x="2773" y="1137"/>
                      <a:pt x="2773" y="583"/>
                    </a:cubicBezTo>
                    <a:cubicBezTo>
                      <a:pt x="2773" y="444"/>
                      <a:pt x="2773" y="222"/>
                      <a:pt x="2663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Google Shape;2476;p55"/>
              <p:cNvSpPr/>
              <p:nvPr/>
            </p:nvSpPr>
            <p:spPr>
              <a:xfrm>
                <a:off x="3507775" y="1676375"/>
                <a:ext cx="75575" cy="185100"/>
              </a:xfrm>
              <a:custGeom>
                <a:avLst/>
                <a:gdLst/>
                <a:ahLst/>
                <a:cxnLst/>
                <a:rect l="l" t="t" r="r" b="b"/>
                <a:pathLst>
                  <a:path w="3023" h="7404" extrusionOk="0">
                    <a:moveTo>
                      <a:pt x="1054" y="1"/>
                    </a:moveTo>
                    <a:cubicBezTo>
                      <a:pt x="1054" y="1"/>
                      <a:pt x="943" y="112"/>
                      <a:pt x="804" y="222"/>
                    </a:cubicBezTo>
                    <a:cubicBezTo>
                      <a:pt x="582" y="472"/>
                      <a:pt x="472" y="805"/>
                      <a:pt x="361" y="1054"/>
                    </a:cubicBezTo>
                    <a:cubicBezTo>
                      <a:pt x="0" y="2080"/>
                      <a:pt x="0" y="3134"/>
                      <a:pt x="361" y="4049"/>
                    </a:cubicBezTo>
                    <a:cubicBezTo>
                      <a:pt x="804" y="4963"/>
                      <a:pt x="1386" y="5906"/>
                      <a:pt x="2080" y="6599"/>
                    </a:cubicBezTo>
                    <a:cubicBezTo>
                      <a:pt x="2329" y="6932"/>
                      <a:pt x="2662" y="7154"/>
                      <a:pt x="3022" y="7403"/>
                    </a:cubicBezTo>
                    <a:cubicBezTo>
                      <a:pt x="2773" y="7043"/>
                      <a:pt x="2440" y="6821"/>
                      <a:pt x="2191" y="6461"/>
                    </a:cubicBezTo>
                    <a:cubicBezTo>
                      <a:pt x="1497" y="5768"/>
                      <a:pt x="1054" y="4853"/>
                      <a:pt x="582" y="4049"/>
                    </a:cubicBezTo>
                    <a:cubicBezTo>
                      <a:pt x="250" y="3134"/>
                      <a:pt x="250" y="2080"/>
                      <a:pt x="582" y="1165"/>
                    </a:cubicBezTo>
                    <a:cubicBezTo>
                      <a:pt x="693" y="805"/>
                      <a:pt x="804" y="361"/>
                      <a:pt x="1054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Google Shape;2477;p55"/>
              <p:cNvSpPr/>
              <p:nvPr/>
            </p:nvSpPr>
            <p:spPr>
              <a:xfrm>
                <a:off x="3124425" y="1953625"/>
                <a:ext cx="1293450" cy="895575"/>
              </a:xfrm>
              <a:custGeom>
                <a:avLst/>
                <a:gdLst/>
                <a:ahLst/>
                <a:cxnLst/>
                <a:rect l="l" t="t" r="r" b="b"/>
                <a:pathLst>
                  <a:path w="51738" h="35823" extrusionOk="0">
                    <a:moveTo>
                      <a:pt x="13144" y="18937"/>
                    </a:moveTo>
                    <a:lnTo>
                      <a:pt x="13144" y="22070"/>
                    </a:lnTo>
                    <a:lnTo>
                      <a:pt x="13144" y="22292"/>
                    </a:lnTo>
                    <a:lnTo>
                      <a:pt x="13033" y="23235"/>
                    </a:lnTo>
                    <a:lnTo>
                      <a:pt x="11869" y="23346"/>
                    </a:lnTo>
                    <a:lnTo>
                      <a:pt x="13144" y="18937"/>
                    </a:lnTo>
                    <a:close/>
                    <a:moveTo>
                      <a:pt x="28171" y="1"/>
                    </a:moveTo>
                    <a:lnTo>
                      <a:pt x="17303" y="223"/>
                    </a:lnTo>
                    <a:lnTo>
                      <a:pt x="17192" y="2441"/>
                    </a:lnTo>
                    <a:lnTo>
                      <a:pt x="13837" y="2995"/>
                    </a:lnTo>
                    <a:cubicBezTo>
                      <a:pt x="11758" y="3356"/>
                      <a:pt x="9900" y="4631"/>
                      <a:pt x="8874" y="6600"/>
                    </a:cubicBezTo>
                    <a:cubicBezTo>
                      <a:pt x="8763" y="6710"/>
                      <a:pt x="8763" y="6821"/>
                      <a:pt x="8652" y="6932"/>
                    </a:cubicBezTo>
                    <a:cubicBezTo>
                      <a:pt x="6434" y="12477"/>
                      <a:pt x="1582" y="24483"/>
                      <a:pt x="1250" y="25758"/>
                    </a:cubicBezTo>
                    <a:cubicBezTo>
                      <a:pt x="1" y="29729"/>
                      <a:pt x="3724" y="33295"/>
                      <a:pt x="7514" y="33295"/>
                    </a:cubicBezTo>
                    <a:cubicBezTo>
                      <a:pt x="7932" y="33295"/>
                      <a:pt x="8351" y="33251"/>
                      <a:pt x="8763" y="33161"/>
                    </a:cubicBezTo>
                    <a:cubicBezTo>
                      <a:pt x="9567" y="32939"/>
                      <a:pt x="10371" y="32578"/>
                      <a:pt x="11175" y="32246"/>
                    </a:cubicBezTo>
                    <a:lnTo>
                      <a:pt x="11175" y="32246"/>
                    </a:lnTo>
                    <a:cubicBezTo>
                      <a:pt x="11064" y="33382"/>
                      <a:pt x="11536" y="34436"/>
                      <a:pt x="12340" y="35129"/>
                    </a:cubicBezTo>
                    <a:cubicBezTo>
                      <a:pt x="12673" y="35462"/>
                      <a:pt x="13144" y="35711"/>
                      <a:pt x="13615" y="35711"/>
                    </a:cubicBezTo>
                    <a:lnTo>
                      <a:pt x="33356" y="35822"/>
                    </a:lnTo>
                    <a:cubicBezTo>
                      <a:pt x="33938" y="35822"/>
                      <a:pt x="34520" y="35351"/>
                      <a:pt x="34992" y="34880"/>
                    </a:cubicBezTo>
                    <a:cubicBezTo>
                      <a:pt x="35515" y="35114"/>
                      <a:pt x="36133" y="35243"/>
                      <a:pt x="36792" y="35243"/>
                    </a:cubicBezTo>
                    <a:cubicBezTo>
                      <a:pt x="37144" y="35243"/>
                      <a:pt x="37508" y="35206"/>
                      <a:pt x="37875" y="35129"/>
                    </a:cubicBezTo>
                    <a:cubicBezTo>
                      <a:pt x="39483" y="34769"/>
                      <a:pt x="41341" y="33743"/>
                      <a:pt x="41673" y="33382"/>
                    </a:cubicBezTo>
                    <a:lnTo>
                      <a:pt x="51738" y="23928"/>
                    </a:lnTo>
                    <a:lnTo>
                      <a:pt x="47912" y="19298"/>
                    </a:lnTo>
                    <a:lnTo>
                      <a:pt x="44446" y="21017"/>
                    </a:lnTo>
                    <a:lnTo>
                      <a:pt x="40065" y="23346"/>
                    </a:lnTo>
                    <a:cubicBezTo>
                      <a:pt x="38208" y="18022"/>
                      <a:pt x="38319" y="12366"/>
                      <a:pt x="37625" y="10176"/>
                    </a:cubicBezTo>
                    <a:cubicBezTo>
                      <a:pt x="35546" y="3467"/>
                      <a:pt x="31748" y="2773"/>
                      <a:pt x="31748" y="2773"/>
                    </a:cubicBezTo>
                    <a:lnTo>
                      <a:pt x="31748" y="2884"/>
                    </a:lnTo>
                    <a:cubicBezTo>
                      <a:pt x="31748" y="2773"/>
                      <a:pt x="31526" y="2773"/>
                      <a:pt x="31387" y="2662"/>
                    </a:cubicBezTo>
                    <a:lnTo>
                      <a:pt x="28282" y="1748"/>
                    </a:lnTo>
                    <a:lnTo>
                      <a:pt x="28171" y="1"/>
                    </a:lnTo>
                    <a:close/>
                  </a:path>
                </a:pathLst>
              </a:custGeom>
              <a:solidFill>
                <a:srgbClr val="E5F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Google Shape;2478;p55"/>
              <p:cNvSpPr/>
              <p:nvPr/>
            </p:nvSpPr>
            <p:spPr>
              <a:xfrm>
                <a:off x="3418350" y="2314750"/>
                <a:ext cx="165000" cy="225300"/>
              </a:xfrm>
              <a:custGeom>
                <a:avLst/>
                <a:gdLst/>
                <a:ahLst/>
                <a:cxnLst/>
                <a:rect l="l" t="t" r="r" b="b"/>
                <a:pathLst>
                  <a:path w="6600" h="9012" extrusionOk="0">
                    <a:moveTo>
                      <a:pt x="2773" y="1"/>
                    </a:moveTo>
                    <a:lnTo>
                      <a:pt x="2773" y="1"/>
                    </a:lnTo>
                    <a:cubicBezTo>
                      <a:pt x="2662" y="112"/>
                      <a:pt x="2662" y="334"/>
                      <a:pt x="2551" y="583"/>
                    </a:cubicBezTo>
                    <a:cubicBezTo>
                      <a:pt x="2440" y="916"/>
                      <a:pt x="2191" y="1498"/>
                      <a:pt x="2080" y="2191"/>
                    </a:cubicBezTo>
                    <a:cubicBezTo>
                      <a:pt x="1609" y="3467"/>
                      <a:pt x="1054" y="5435"/>
                      <a:pt x="472" y="7515"/>
                    </a:cubicBezTo>
                    <a:cubicBezTo>
                      <a:pt x="361" y="7958"/>
                      <a:pt x="112" y="8319"/>
                      <a:pt x="1" y="8790"/>
                    </a:cubicBezTo>
                    <a:lnTo>
                      <a:pt x="1" y="9012"/>
                    </a:lnTo>
                    <a:lnTo>
                      <a:pt x="112" y="9012"/>
                    </a:lnTo>
                    <a:lnTo>
                      <a:pt x="4742" y="8540"/>
                    </a:lnTo>
                    <a:lnTo>
                      <a:pt x="6128" y="8429"/>
                    </a:lnTo>
                    <a:lnTo>
                      <a:pt x="6599" y="8429"/>
                    </a:lnTo>
                    <a:cubicBezTo>
                      <a:pt x="6599" y="8374"/>
                      <a:pt x="6426" y="8346"/>
                      <a:pt x="6107" y="8346"/>
                    </a:cubicBezTo>
                    <a:cubicBezTo>
                      <a:pt x="5788" y="8346"/>
                      <a:pt x="5324" y="8374"/>
                      <a:pt x="4742" y="8429"/>
                    </a:cubicBezTo>
                    <a:cubicBezTo>
                      <a:pt x="3618" y="8429"/>
                      <a:pt x="2082" y="8533"/>
                      <a:pt x="307" y="8640"/>
                    </a:cubicBezTo>
                    <a:lnTo>
                      <a:pt x="307" y="8640"/>
                    </a:lnTo>
                    <a:cubicBezTo>
                      <a:pt x="439" y="8256"/>
                      <a:pt x="603" y="7876"/>
                      <a:pt x="694" y="7515"/>
                    </a:cubicBezTo>
                    <a:cubicBezTo>
                      <a:pt x="1276" y="5435"/>
                      <a:pt x="1858" y="3577"/>
                      <a:pt x="2191" y="2191"/>
                    </a:cubicBezTo>
                    <a:cubicBezTo>
                      <a:pt x="2440" y="1498"/>
                      <a:pt x="2551" y="1027"/>
                      <a:pt x="2662" y="583"/>
                    </a:cubicBezTo>
                    <a:cubicBezTo>
                      <a:pt x="2662" y="334"/>
                      <a:pt x="2773" y="223"/>
                      <a:pt x="277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Google Shape;2479;p55"/>
              <p:cNvSpPr/>
              <p:nvPr/>
            </p:nvSpPr>
            <p:spPr>
              <a:xfrm>
                <a:off x="3319925" y="2649550"/>
                <a:ext cx="318175" cy="135875"/>
              </a:xfrm>
              <a:custGeom>
                <a:avLst/>
                <a:gdLst/>
                <a:ahLst/>
                <a:cxnLst/>
                <a:rect l="l" t="t" r="r" b="b"/>
                <a:pathLst>
                  <a:path w="12727" h="5435" extrusionOk="0">
                    <a:moveTo>
                      <a:pt x="12727" y="0"/>
                    </a:moveTo>
                    <a:cubicBezTo>
                      <a:pt x="12477" y="0"/>
                      <a:pt x="12366" y="111"/>
                      <a:pt x="12255" y="250"/>
                    </a:cubicBezTo>
                    <a:cubicBezTo>
                      <a:pt x="12366" y="250"/>
                      <a:pt x="12616" y="111"/>
                      <a:pt x="12727" y="0"/>
                    </a:cubicBezTo>
                    <a:close/>
                    <a:moveTo>
                      <a:pt x="12255" y="250"/>
                    </a:moveTo>
                    <a:lnTo>
                      <a:pt x="12255" y="250"/>
                    </a:lnTo>
                    <a:cubicBezTo>
                      <a:pt x="11923" y="361"/>
                      <a:pt x="11451" y="472"/>
                      <a:pt x="10869" y="804"/>
                    </a:cubicBezTo>
                    <a:cubicBezTo>
                      <a:pt x="9705" y="1276"/>
                      <a:pt x="8207" y="2080"/>
                      <a:pt x="6488" y="3022"/>
                    </a:cubicBezTo>
                    <a:cubicBezTo>
                      <a:pt x="4991" y="3716"/>
                      <a:pt x="3466" y="4409"/>
                      <a:pt x="1969" y="4852"/>
                    </a:cubicBezTo>
                    <a:cubicBezTo>
                      <a:pt x="694" y="5213"/>
                      <a:pt x="1" y="5435"/>
                      <a:pt x="1" y="5435"/>
                    </a:cubicBezTo>
                    <a:cubicBezTo>
                      <a:pt x="139" y="5435"/>
                      <a:pt x="361" y="5435"/>
                      <a:pt x="583" y="5324"/>
                    </a:cubicBezTo>
                    <a:cubicBezTo>
                      <a:pt x="943" y="5324"/>
                      <a:pt x="1387" y="5213"/>
                      <a:pt x="1969" y="4963"/>
                    </a:cubicBezTo>
                    <a:cubicBezTo>
                      <a:pt x="3605" y="4631"/>
                      <a:pt x="5102" y="3937"/>
                      <a:pt x="6599" y="3244"/>
                    </a:cubicBezTo>
                    <a:cubicBezTo>
                      <a:pt x="8318" y="2329"/>
                      <a:pt x="9843" y="1498"/>
                      <a:pt x="10869" y="943"/>
                    </a:cubicBezTo>
                    <a:lnTo>
                      <a:pt x="12255" y="25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Google Shape;2480;p55"/>
              <p:cNvSpPr/>
              <p:nvPr/>
            </p:nvSpPr>
            <p:spPr>
              <a:xfrm>
                <a:off x="3947225" y="2187925"/>
                <a:ext cx="43000" cy="305700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12228" extrusionOk="0">
                    <a:moveTo>
                      <a:pt x="333" y="0"/>
                    </a:moveTo>
                    <a:lnTo>
                      <a:pt x="333" y="444"/>
                    </a:lnTo>
                    <a:cubicBezTo>
                      <a:pt x="333" y="915"/>
                      <a:pt x="333" y="1386"/>
                      <a:pt x="444" y="1830"/>
                    </a:cubicBezTo>
                    <a:cubicBezTo>
                      <a:pt x="444" y="2412"/>
                      <a:pt x="693" y="3105"/>
                      <a:pt x="804" y="3798"/>
                    </a:cubicBezTo>
                    <a:cubicBezTo>
                      <a:pt x="1026" y="4603"/>
                      <a:pt x="1137" y="5407"/>
                      <a:pt x="1248" y="6238"/>
                    </a:cubicBezTo>
                    <a:cubicBezTo>
                      <a:pt x="1497" y="7625"/>
                      <a:pt x="1248" y="9122"/>
                      <a:pt x="804" y="10508"/>
                    </a:cubicBezTo>
                    <a:cubicBezTo>
                      <a:pt x="444" y="11534"/>
                      <a:pt x="0" y="12227"/>
                      <a:pt x="0" y="12227"/>
                    </a:cubicBezTo>
                    <a:cubicBezTo>
                      <a:pt x="111" y="12116"/>
                      <a:pt x="222" y="12005"/>
                      <a:pt x="333" y="11783"/>
                    </a:cubicBezTo>
                    <a:cubicBezTo>
                      <a:pt x="555" y="11423"/>
                      <a:pt x="804" y="11090"/>
                      <a:pt x="915" y="10619"/>
                    </a:cubicBezTo>
                    <a:cubicBezTo>
                      <a:pt x="1497" y="9233"/>
                      <a:pt x="1719" y="7736"/>
                      <a:pt x="1608" y="6238"/>
                    </a:cubicBezTo>
                    <a:cubicBezTo>
                      <a:pt x="1386" y="5407"/>
                      <a:pt x="1248" y="4603"/>
                      <a:pt x="1026" y="3798"/>
                    </a:cubicBezTo>
                    <a:cubicBezTo>
                      <a:pt x="804" y="3105"/>
                      <a:pt x="693" y="2412"/>
                      <a:pt x="555" y="1830"/>
                    </a:cubicBezTo>
                    <a:cubicBezTo>
                      <a:pt x="444" y="1248"/>
                      <a:pt x="444" y="693"/>
                      <a:pt x="33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Google Shape;2481;p55"/>
              <p:cNvSpPr/>
              <p:nvPr/>
            </p:nvSpPr>
            <p:spPr>
              <a:xfrm>
                <a:off x="3938200" y="2502600"/>
                <a:ext cx="74900" cy="346600"/>
              </a:xfrm>
              <a:custGeom>
                <a:avLst/>
                <a:gdLst/>
                <a:ahLst/>
                <a:cxnLst/>
                <a:rect l="l" t="t" r="r" b="b"/>
                <a:pathLst>
                  <a:path w="2996" h="13864" extrusionOk="0">
                    <a:moveTo>
                      <a:pt x="472" y="1"/>
                    </a:moveTo>
                    <a:lnTo>
                      <a:pt x="361" y="111"/>
                    </a:lnTo>
                    <a:cubicBezTo>
                      <a:pt x="361" y="222"/>
                      <a:pt x="223" y="333"/>
                      <a:pt x="223" y="444"/>
                    </a:cubicBezTo>
                    <a:cubicBezTo>
                      <a:pt x="112" y="1026"/>
                      <a:pt x="1" y="1609"/>
                      <a:pt x="1" y="2191"/>
                    </a:cubicBezTo>
                    <a:cubicBezTo>
                      <a:pt x="112" y="2995"/>
                      <a:pt x="361" y="3799"/>
                      <a:pt x="583" y="4492"/>
                    </a:cubicBezTo>
                    <a:cubicBezTo>
                      <a:pt x="916" y="5435"/>
                      <a:pt x="1498" y="6239"/>
                      <a:pt x="1858" y="7265"/>
                    </a:cubicBezTo>
                    <a:cubicBezTo>
                      <a:pt x="2302" y="8069"/>
                      <a:pt x="2662" y="9122"/>
                      <a:pt x="2773" y="10037"/>
                    </a:cubicBezTo>
                    <a:cubicBezTo>
                      <a:pt x="2773" y="10841"/>
                      <a:pt x="2662" y="11673"/>
                      <a:pt x="2302" y="12366"/>
                    </a:cubicBezTo>
                    <a:cubicBezTo>
                      <a:pt x="2080" y="12810"/>
                      <a:pt x="1747" y="13281"/>
                      <a:pt x="1387" y="13614"/>
                    </a:cubicBezTo>
                    <a:cubicBezTo>
                      <a:pt x="1858" y="13392"/>
                      <a:pt x="2191" y="12921"/>
                      <a:pt x="2551" y="12477"/>
                    </a:cubicBezTo>
                    <a:cubicBezTo>
                      <a:pt x="2884" y="11673"/>
                      <a:pt x="2995" y="10841"/>
                      <a:pt x="2995" y="10037"/>
                    </a:cubicBezTo>
                    <a:cubicBezTo>
                      <a:pt x="2884" y="9011"/>
                      <a:pt x="2551" y="8069"/>
                      <a:pt x="2080" y="7154"/>
                    </a:cubicBezTo>
                    <a:cubicBezTo>
                      <a:pt x="1609" y="6128"/>
                      <a:pt x="1165" y="5296"/>
                      <a:pt x="805" y="4492"/>
                    </a:cubicBezTo>
                    <a:cubicBezTo>
                      <a:pt x="472" y="3688"/>
                      <a:pt x="361" y="2884"/>
                      <a:pt x="223" y="2191"/>
                    </a:cubicBezTo>
                    <a:cubicBezTo>
                      <a:pt x="112" y="1387"/>
                      <a:pt x="223" y="694"/>
                      <a:pt x="472" y="1"/>
                    </a:cubicBezTo>
                    <a:close/>
                    <a:moveTo>
                      <a:pt x="1387" y="13614"/>
                    </a:moveTo>
                    <a:lnTo>
                      <a:pt x="1387" y="13614"/>
                    </a:lnTo>
                    <a:cubicBezTo>
                      <a:pt x="1054" y="13863"/>
                      <a:pt x="805" y="13863"/>
                      <a:pt x="805" y="13863"/>
                    </a:cubicBezTo>
                    <a:lnTo>
                      <a:pt x="1054" y="13863"/>
                    </a:lnTo>
                    <a:cubicBezTo>
                      <a:pt x="1165" y="13863"/>
                      <a:pt x="1276" y="13752"/>
                      <a:pt x="1387" y="1361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55"/>
              <p:cNvSpPr/>
              <p:nvPr/>
            </p:nvSpPr>
            <p:spPr>
              <a:xfrm>
                <a:off x="3950000" y="2054825"/>
                <a:ext cx="8325" cy="86675"/>
              </a:xfrm>
              <a:custGeom>
                <a:avLst/>
                <a:gdLst/>
                <a:ahLst/>
                <a:cxnLst/>
                <a:rect l="l" t="t" r="r" b="b"/>
                <a:pathLst>
                  <a:path w="333" h="3467" extrusionOk="0">
                    <a:moveTo>
                      <a:pt x="111" y="1"/>
                    </a:moveTo>
                    <a:cubicBezTo>
                      <a:pt x="0" y="583"/>
                      <a:pt x="0" y="1165"/>
                      <a:pt x="0" y="1720"/>
                    </a:cubicBezTo>
                    <a:lnTo>
                      <a:pt x="0" y="3466"/>
                    </a:lnTo>
                    <a:cubicBezTo>
                      <a:pt x="222" y="2884"/>
                      <a:pt x="333" y="2302"/>
                      <a:pt x="222" y="1720"/>
                    </a:cubicBezTo>
                    <a:cubicBezTo>
                      <a:pt x="333" y="1165"/>
                      <a:pt x="222" y="583"/>
                      <a:pt x="11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Google Shape;2483;p55"/>
              <p:cNvSpPr/>
              <p:nvPr/>
            </p:nvSpPr>
            <p:spPr>
              <a:xfrm>
                <a:off x="4082375" y="2537250"/>
                <a:ext cx="38150" cy="153225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6129" extrusionOk="0">
                    <a:moveTo>
                      <a:pt x="1526" y="1"/>
                    </a:moveTo>
                    <a:lnTo>
                      <a:pt x="1526" y="1"/>
                    </a:lnTo>
                    <a:cubicBezTo>
                      <a:pt x="1276" y="223"/>
                      <a:pt x="1165" y="444"/>
                      <a:pt x="943" y="805"/>
                    </a:cubicBezTo>
                    <a:cubicBezTo>
                      <a:pt x="583" y="1498"/>
                      <a:pt x="361" y="2191"/>
                      <a:pt x="139" y="2884"/>
                    </a:cubicBezTo>
                    <a:cubicBezTo>
                      <a:pt x="1" y="3688"/>
                      <a:pt x="1" y="4381"/>
                      <a:pt x="1" y="5185"/>
                    </a:cubicBezTo>
                    <a:cubicBezTo>
                      <a:pt x="1" y="5546"/>
                      <a:pt x="139" y="5768"/>
                      <a:pt x="250" y="6128"/>
                    </a:cubicBezTo>
                    <a:cubicBezTo>
                      <a:pt x="1" y="4049"/>
                      <a:pt x="472" y="1831"/>
                      <a:pt x="152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Google Shape;2484;p55"/>
              <p:cNvSpPr/>
              <p:nvPr/>
            </p:nvSpPr>
            <p:spPr>
              <a:xfrm>
                <a:off x="3401025" y="2066625"/>
                <a:ext cx="98450" cy="74875"/>
              </a:xfrm>
              <a:custGeom>
                <a:avLst/>
                <a:gdLst/>
                <a:ahLst/>
                <a:cxnLst/>
                <a:rect l="l" t="t" r="r" b="b"/>
                <a:pathLst>
                  <a:path w="3938" h="2995" extrusionOk="0">
                    <a:moveTo>
                      <a:pt x="222" y="0"/>
                    </a:moveTo>
                    <a:cubicBezTo>
                      <a:pt x="111" y="111"/>
                      <a:pt x="0" y="111"/>
                      <a:pt x="111" y="111"/>
                    </a:cubicBezTo>
                    <a:cubicBezTo>
                      <a:pt x="111" y="148"/>
                      <a:pt x="124" y="160"/>
                      <a:pt x="140" y="160"/>
                    </a:cubicBezTo>
                    <a:cubicBezTo>
                      <a:pt x="173" y="160"/>
                      <a:pt x="222" y="111"/>
                      <a:pt x="222" y="111"/>
                    </a:cubicBezTo>
                    <a:lnTo>
                      <a:pt x="805" y="111"/>
                    </a:lnTo>
                    <a:cubicBezTo>
                      <a:pt x="1387" y="222"/>
                      <a:pt x="1969" y="555"/>
                      <a:pt x="2440" y="915"/>
                    </a:cubicBezTo>
                    <a:cubicBezTo>
                      <a:pt x="2884" y="1248"/>
                      <a:pt x="3355" y="1719"/>
                      <a:pt x="3577" y="2301"/>
                    </a:cubicBezTo>
                    <a:cubicBezTo>
                      <a:pt x="3827" y="2634"/>
                      <a:pt x="3827" y="2994"/>
                      <a:pt x="3827" y="2994"/>
                    </a:cubicBezTo>
                    <a:cubicBezTo>
                      <a:pt x="3937" y="2634"/>
                      <a:pt x="3827" y="2412"/>
                      <a:pt x="3688" y="2190"/>
                    </a:cubicBezTo>
                    <a:cubicBezTo>
                      <a:pt x="3466" y="1608"/>
                      <a:pt x="3133" y="1026"/>
                      <a:pt x="2551" y="693"/>
                    </a:cubicBezTo>
                    <a:cubicBezTo>
                      <a:pt x="2080" y="333"/>
                      <a:pt x="1498" y="0"/>
                      <a:pt x="80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Google Shape;2485;p55"/>
              <p:cNvSpPr/>
              <p:nvPr/>
            </p:nvSpPr>
            <p:spPr>
              <a:xfrm>
                <a:off x="3450225" y="2438825"/>
                <a:ext cx="2800" cy="9222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3689" extrusionOk="0">
                    <a:moveTo>
                      <a:pt x="112" y="1"/>
                    </a:moveTo>
                    <a:lnTo>
                      <a:pt x="1" y="3688"/>
                    </a:lnTo>
                    <a:lnTo>
                      <a:pt x="112" y="2884"/>
                    </a:lnTo>
                    <a:lnTo>
                      <a:pt x="112" y="266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Google Shape;2486;p55"/>
              <p:cNvSpPr/>
              <p:nvPr/>
            </p:nvSpPr>
            <p:spPr>
              <a:xfrm>
                <a:off x="3450225" y="2361200"/>
                <a:ext cx="95000" cy="169850"/>
              </a:xfrm>
              <a:custGeom>
                <a:avLst/>
                <a:gdLst/>
                <a:ahLst/>
                <a:cxnLst/>
                <a:rect l="l" t="t" r="r" b="b"/>
                <a:pathLst>
                  <a:path w="3800" h="6794" extrusionOk="0">
                    <a:moveTo>
                      <a:pt x="1027" y="0"/>
                    </a:moveTo>
                    <a:cubicBezTo>
                      <a:pt x="916" y="111"/>
                      <a:pt x="916" y="222"/>
                      <a:pt x="916" y="333"/>
                    </a:cubicBezTo>
                    <a:cubicBezTo>
                      <a:pt x="694" y="1137"/>
                      <a:pt x="472" y="2080"/>
                      <a:pt x="112" y="3106"/>
                    </a:cubicBezTo>
                    <a:lnTo>
                      <a:pt x="112" y="5767"/>
                    </a:lnTo>
                    <a:lnTo>
                      <a:pt x="112" y="5989"/>
                    </a:lnTo>
                    <a:lnTo>
                      <a:pt x="1" y="6793"/>
                    </a:lnTo>
                    <a:cubicBezTo>
                      <a:pt x="1387" y="6682"/>
                      <a:pt x="2552" y="6571"/>
                      <a:pt x="3467" y="6571"/>
                    </a:cubicBezTo>
                    <a:lnTo>
                      <a:pt x="3578" y="6571"/>
                    </a:lnTo>
                    <a:cubicBezTo>
                      <a:pt x="2995" y="6100"/>
                      <a:pt x="2302" y="5767"/>
                      <a:pt x="1498" y="5657"/>
                    </a:cubicBezTo>
                    <a:cubicBezTo>
                      <a:pt x="1165" y="3799"/>
                      <a:pt x="916" y="1941"/>
                      <a:pt x="1027" y="0"/>
                    </a:cubicBezTo>
                    <a:close/>
                    <a:moveTo>
                      <a:pt x="3467" y="6682"/>
                    </a:moveTo>
                    <a:lnTo>
                      <a:pt x="2995" y="6793"/>
                    </a:lnTo>
                    <a:lnTo>
                      <a:pt x="3799" y="6682"/>
                    </a:lnTo>
                    <a:close/>
                  </a:path>
                </a:pathLst>
              </a:custGeom>
              <a:solidFill>
                <a:srgbClr val="A0B2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Google Shape;2487;p55"/>
              <p:cNvSpPr/>
              <p:nvPr/>
            </p:nvSpPr>
            <p:spPr>
              <a:xfrm>
                <a:off x="3450225" y="2361200"/>
                <a:ext cx="9500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3800" h="6932" extrusionOk="0">
                    <a:moveTo>
                      <a:pt x="1027" y="0"/>
                    </a:moveTo>
                    <a:lnTo>
                      <a:pt x="1027" y="0"/>
                    </a:lnTo>
                    <a:cubicBezTo>
                      <a:pt x="984" y="43"/>
                      <a:pt x="958" y="85"/>
                      <a:pt x="942" y="128"/>
                    </a:cubicBezTo>
                    <a:lnTo>
                      <a:pt x="942" y="128"/>
                    </a:lnTo>
                    <a:lnTo>
                      <a:pt x="1027" y="0"/>
                    </a:lnTo>
                    <a:close/>
                    <a:moveTo>
                      <a:pt x="942" y="128"/>
                    </a:moveTo>
                    <a:lnTo>
                      <a:pt x="805" y="333"/>
                    </a:lnTo>
                    <a:lnTo>
                      <a:pt x="112" y="2634"/>
                    </a:lnTo>
                    <a:lnTo>
                      <a:pt x="112" y="3106"/>
                    </a:lnTo>
                    <a:cubicBezTo>
                      <a:pt x="472" y="2080"/>
                      <a:pt x="694" y="1137"/>
                      <a:pt x="916" y="333"/>
                    </a:cubicBezTo>
                    <a:cubicBezTo>
                      <a:pt x="916" y="265"/>
                      <a:pt x="916" y="196"/>
                      <a:pt x="942" y="128"/>
                    </a:cubicBezTo>
                    <a:close/>
                    <a:moveTo>
                      <a:pt x="3467" y="6571"/>
                    </a:moveTo>
                    <a:cubicBezTo>
                      <a:pt x="2552" y="6571"/>
                      <a:pt x="1387" y="6682"/>
                      <a:pt x="1" y="6793"/>
                    </a:cubicBezTo>
                    <a:lnTo>
                      <a:pt x="1" y="6932"/>
                    </a:lnTo>
                    <a:lnTo>
                      <a:pt x="2995" y="6793"/>
                    </a:lnTo>
                    <a:lnTo>
                      <a:pt x="3467" y="6682"/>
                    </a:lnTo>
                    <a:lnTo>
                      <a:pt x="3799" y="6682"/>
                    </a:lnTo>
                    <a:cubicBezTo>
                      <a:pt x="3688" y="6682"/>
                      <a:pt x="3578" y="6571"/>
                      <a:pt x="3578" y="6571"/>
                    </a:cubicBezTo>
                    <a:close/>
                  </a:path>
                </a:pathLst>
              </a:custGeom>
              <a:solidFill>
                <a:srgbClr val="1B23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Google Shape;2488;p55"/>
              <p:cNvSpPr/>
              <p:nvPr/>
            </p:nvSpPr>
            <p:spPr>
              <a:xfrm>
                <a:off x="3562525" y="2002850"/>
                <a:ext cx="266200" cy="49225"/>
              </a:xfrm>
              <a:custGeom>
                <a:avLst/>
                <a:gdLst/>
                <a:ahLst/>
                <a:cxnLst/>
                <a:rect l="l" t="t" r="r" b="b"/>
                <a:pathLst>
                  <a:path w="10648" h="1969" extrusionOk="0">
                    <a:moveTo>
                      <a:pt x="10536" y="0"/>
                    </a:moveTo>
                    <a:lnTo>
                      <a:pt x="10536" y="472"/>
                    </a:lnTo>
                    <a:cubicBezTo>
                      <a:pt x="10647" y="333"/>
                      <a:pt x="10647" y="222"/>
                      <a:pt x="10536" y="0"/>
                    </a:cubicBezTo>
                    <a:close/>
                    <a:moveTo>
                      <a:pt x="10536" y="472"/>
                    </a:moveTo>
                    <a:cubicBezTo>
                      <a:pt x="10398" y="804"/>
                      <a:pt x="10065" y="1165"/>
                      <a:pt x="9594" y="1165"/>
                    </a:cubicBezTo>
                    <a:cubicBezTo>
                      <a:pt x="8318" y="1608"/>
                      <a:pt x="6932" y="1719"/>
                      <a:pt x="5684" y="1719"/>
                    </a:cubicBezTo>
                    <a:cubicBezTo>
                      <a:pt x="4298" y="1719"/>
                      <a:pt x="2912" y="1498"/>
                      <a:pt x="1636" y="1165"/>
                    </a:cubicBezTo>
                    <a:cubicBezTo>
                      <a:pt x="583" y="915"/>
                      <a:pt x="1" y="694"/>
                      <a:pt x="1" y="693"/>
                    </a:cubicBezTo>
                    <a:lnTo>
                      <a:pt x="1" y="693"/>
                    </a:lnTo>
                    <a:cubicBezTo>
                      <a:pt x="139" y="804"/>
                      <a:pt x="250" y="915"/>
                      <a:pt x="361" y="915"/>
                    </a:cubicBezTo>
                    <a:cubicBezTo>
                      <a:pt x="832" y="1165"/>
                      <a:pt x="1165" y="1276"/>
                      <a:pt x="1525" y="1387"/>
                    </a:cubicBezTo>
                    <a:cubicBezTo>
                      <a:pt x="2912" y="1719"/>
                      <a:pt x="4298" y="1969"/>
                      <a:pt x="5684" y="1969"/>
                    </a:cubicBezTo>
                    <a:cubicBezTo>
                      <a:pt x="7071" y="1969"/>
                      <a:pt x="8457" y="1858"/>
                      <a:pt x="9704" y="1387"/>
                    </a:cubicBezTo>
                    <a:cubicBezTo>
                      <a:pt x="10176" y="1276"/>
                      <a:pt x="10398" y="915"/>
                      <a:pt x="10536" y="47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Google Shape;2489;p55"/>
              <p:cNvSpPr/>
              <p:nvPr/>
            </p:nvSpPr>
            <p:spPr>
              <a:xfrm>
                <a:off x="3337250" y="2302975"/>
                <a:ext cx="26375" cy="6657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2663" extrusionOk="0">
                    <a:moveTo>
                      <a:pt x="1" y="1"/>
                    </a:moveTo>
                    <a:cubicBezTo>
                      <a:pt x="1" y="472"/>
                      <a:pt x="250" y="943"/>
                      <a:pt x="361" y="1387"/>
                    </a:cubicBezTo>
                    <a:cubicBezTo>
                      <a:pt x="583" y="1858"/>
                      <a:pt x="832" y="2191"/>
                      <a:pt x="1054" y="2662"/>
                    </a:cubicBezTo>
                    <a:cubicBezTo>
                      <a:pt x="943" y="2191"/>
                      <a:pt x="832" y="1636"/>
                      <a:pt x="583" y="1276"/>
                    </a:cubicBezTo>
                    <a:cubicBezTo>
                      <a:pt x="472" y="805"/>
                      <a:pt x="250" y="361"/>
                      <a:pt x="1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Google Shape;2490;p55"/>
              <p:cNvSpPr/>
              <p:nvPr/>
            </p:nvSpPr>
            <p:spPr>
              <a:xfrm>
                <a:off x="3230500" y="2522700"/>
                <a:ext cx="78350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1027" extrusionOk="0">
                    <a:moveTo>
                      <a:pt x="3134" y="1"/>
                    </a:moveTo>
                    <a:lnTo>
                      <a:pt x="3134" y="1"/>
                    </a:lnTo>
                    <a:cubicBezTo>
                      <a:pt x="2552" y="111"/>
                      <a:pt x="2080" y="222"/>
                      <a:pt x="1498" y="472"/>
                    </a:cubicBezTo>
                    <a:cubicBezTo>
                      <a:pt x="944" y="583"/>
                      <a:pt x="472" y="694"/>
                      <a:pt x="1" y="1026"/>
                    </a:cubicBezTo>
                    <a:cubicBezTo>
                      <a:pt x="583" y="915"/>
                      <a:pt x="1055" y="805"/>
                      <a:pt x="1637" y="694"/>
                    </a:cubicBezTo>
                    <a:cubicBezTo>
                      <a:pt x="2080" y="472"/>
                      <a:pt x="2663" y="333"/>
                      <a:pt x="3134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Google Shape;2491;p55"/>
              <p:cNvSpPr/>
              <p:nvPr/>
            </p:nvSpPr>
            <p:spPr>
              <a:xfrm>
                <a:off x="3291500" y="2612125"/>
                <a:ext cx="8350" cy="69325"/>
              </a:xfrm>
              <a:custGeom>
                <a:avLst/>
                <a:gdLst/>
                <a:ahLst/>
                <a:cxnLst/>
                <a:rect l="l" t="t" r="r" b="b"/>
                <a:pathLst>
                  <a:path w="334" h="2773" extrusionOk="0">
                    <a:moveTo>
                      <a:pt x="223" y="0"/>
                    </a:moveTo>
                    <a:cubicBezTo>
                      <a:pt x="112" y="471"/>
                      <a:pt x="1" y="915"/>
                      <a:pt x="112" y="1386"/>
                    </a:cubicBezTo>
                    <a:cubicBezTo>
                      <a:pt x="1" y="1858"/>
                      <a:pt x="1" y="2301"/>
                      <a:pt x="112" y="2773"/>
                    </a:cubicBezTo>
                    <a:cubicBezTo>
                      <a:pt x="334" y="2301"/>
                      <a:pt x="334" y="1858"/>
                      <a:pt x="334" y="1386"/>
                    </a:cubicBezTo>
                    <a:cubicBezTo>
                      <a:pt x="334" y="915"/>
                      <a:pt x="334" y="471"/>
                      <a:pt x="223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Google Shape;2492;p55"/>
              <p:cNvSpPr/>
              <p:nvPr/>
            </p:nvSpPr>
            <p:spPr>
              <a:xfrm>
                <a:off x="3435675" y="2589250"/>
                <a:ext cx="52025" cy="45775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83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223" y="333"/>
                      <a:pt x="583" y="693"/>
                      <a:pt x="1054" y="915"/>
                    </a:cubicBezTo>
                    <a:cubicBezTo>
                      <a:pt x="1276" y="1276"/>
                      <a:pt x="1609" y="1608"/>
                      <a:pt x="2080" y="1830"/>
                    </a:cubicBezTo>
                    <a:cubicBezTo>
                      <a:pt x="1498" y="1026"/>
                      <a:pt x="805" y="333"/>
                      <a:pt x="1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Google Shape;2493;p55"/>
              <p:cNvSpPr/>
              <p:nvPr/>
            </p:nvSpPr>
            <p:spPr>
              <a:xfrm>
                <a:off x="3583325" y="2554575"/>
                <a:ext cx="40225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609" extrusionOk="0">
                    <a:moveTo>
                      <a:pt x="1608" y="1"/>
                    </a:moveTo>
                    <a:cubicBezTo>
                      <a:pt x="1497" y="1"/>
                      <a:pt x="1137" y="223"/>
                      <a:pt x="804" y="694"/>
                    </a:cubicBezTo>
                    <a:cubicBezTo>
                      <a:pt x="333" y="1138"/>
                      <a:pt x="0" y="1498"/>
                      <a:pt x="111" y="1609"/>
                    </a:cubicBezTo>
                    <a:cubicBezTo>
                      <a:pt x="111" y="1609"/>
                      <a:pt x="444" y="1276"/>
                      <a:pt x="915" y="805"/>
                    </a:cubicBezTo>
                    <a:cubicBezTo>
                      <a:pt x="1387" y="445"/>
                      <a:pt x="1608" y="1"/>
                      <a:pt x="1608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Google Shape;2494;p55"/>
              <p:cNvSpPr/>
              <p:nvPr/>
            </p:nvSpPr>
            <p:spPr>
              <a:xfrm>
                <a:off x="3371900" y="2164350"/>
                <a:ext cx="61025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1498" extrusionOk="0">
                    <a:moveTo>
                      <a:pt x="2441" y="0"/>
                    </a:moveTo>
                    <a:lnTo>
                      <a:pt x="2441" y="0"/>
                    </a:lnTo>
                    <a:cubicBezTo>
                      <a:pt x="1637" y="361"/>
                      <a:pt x="694" y="804"/>
                      <a:pt x="1" y="1498"/>
                    </a:cubicBezTo>
                    <a:cubicBezTo>
                      <a:pt x="944" y="1165"/>
                      <a:pt x="1748" y="583"/>
                      <a:pt x="2441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55"/>
              <p:cNvSpPr/>
              <p:nvPr/>
            </p:nvSpPr>
            <p:spPr>
              <a:xfrm>
                <a:off x="3556975" y="2060375"/>
                <a:ext cx="29150" cy="66575"/>
              </a:xfrm>
              <a:custGeom>
                <a:avLst/>
                <a:gdLst/>
                <a:ahLst/>
                <a:cxnLst/>
                <a:rect l="l" t="t" r="r" b="b"/>
                <a:pathLst>
                  <a:path w="1166" h="2663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12" y="472"/>
                      <a:pt x="361" y="943"/>
                      <a:pt x="583" y="1387"/>
                    </a:cubicBezTo>
                    <a:cubicBezTo>
                      <a:pt x="694" y="1858"/>
                      <a:pt x="916" y="2330"/>
                      <a:pt x="1165" y="2662"/>
                    </a:cubicBezTo>
                    <a:cubicBezTo>
                      <a:pt x="1165" y="2191"/>
                      <a:pt x="1054" y="1747"/>
                      <a:pt x="805" y="1276"/>
                    </a:cubicBezTo>
                    <a:cubicBezTo>
                      <a:pt x="583" y="805"/>
                      <a:pt x="361" y="361"/>
                      <a:pt x="1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Google Shape;2496;p55"/>
              <p:cNvSpPr/>
              <p:nvPr/>
            </p:nvSpPr>
            <p:spPr>
              <a:xfrm>
                <a:off x="3536875" y="2274550"/>
                <a:ext cx="63800" cy="45775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1831" extrusionOk="0">
                    <a:moveTo>
                      <a:pt x="1" y="1"/>
                    </a:moveTo>
                    <a:cubicBezTo>
                      <a:pt x="222" y="444"/>
                      <a:pt x="694" y="805"/>
                      <a:pt x="1165" y="1027"/>
                    </a:cubicBezTo>
                    <a:cubicBezTo>
                      <a:pt x="1609" y="1387"/>
                      <a:pt x="2080" y="1720"/>
                      <a:pt x="2551" y="1831"/>
                    </a:cubicBezTo>
                    <a:cubicBezTo>
                      <a:pt x="2191" y="1498"/>
                      <a:pt x="1720" y="1138"/>
                      <a:pt x="1276" y="916"/>
                    </a:cubicBezTo>
                    <a:cubicBezTo>
                      <a:pt x="916" y="555"/>
                      <a:pt x="472" y="223"/>
                      <a:pt x="1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Google Shape;2497;p55"/>
              <p:cNvSpPr/>
              <p:nvPr/>
            </p:nvSpPr>
            <p:spPr>
              <a:xfrm>
                <a:off x="3620750" y="2413175"/>
                <a:ext cx="89450" cy="48550"/>
              </a:xfrm>
              <a:custGeom>
                <a:avLst/>
                <a:gdLst/>
                <a:ahLst/>
                <a:cxnLst/>
                <a:rect l="l" t="t" r="r" b="b"/>
                <a:pathLst>
                  <a:path w="3578" h="1942" extrusionOk="0">
                    <a:moveTo>
                      <a:pt x="3577" y="1"/>
                    </a:moveTo>
                    <a:cubicBezTo>
                      <a:pt x="2995" y="223"/>
                      <a:pt x="2302" y="555"/>
                      <a:pt x="1719" y="916"/>
                    </a:cubicBezTo>
                    <a:cubicBezTo>
                      <a:pt x="1137" y="1138"/>
                      <a:pt x="583" y="1498"/>
                      <a:pt x="0" y="1942"/>
                    </a:cubicBezTo>
                    <a:cubicBezTo>
                      <a:pt x="694" y="1720"/>
                      <a:pt x="1276" y="1387"/>
                      <a:pt x="1830" y="1027"/>
                    </a:cubicBezTo>
                    <a:cubicBezTo>
                      <a:pt x="2523" y="805"/>
                      <a:pt x="3106" y="445"/>
                      <a:pt x="3577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Google Shape;2498;p55"/>
              <p:cNvSpPr/>
              <p:nvPr/>
            </p:nvSpPr>
            <p:spPr>
              <a:xfrm>
                <a:off x="3747600" y="2236425"/>
                <a:ext cx="14575" cy="6380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2552" extrusionOk="0">
                    <a:moveTo>
                      <a:pt x="0" y="1"/>
                    </a:moveTo>
                    <a:cubicBezTo>
                      <a:pt x="0" y="472"/>
                      <a:pt x="0" y="944"/>
                      <a:pt x="222" y="1387"/>
                    </a:cubicBezTo>
                    <a:cubicBezTo>
                      <a:pt x="222" y="1748"/>
                      <a:pt x="361" y="2219"/>
                      <a:pt x="582" y="2552"/>
                    </a:cubicBezTo>
                    <a:cubicBezTo>
                      <a:pt x="582" y="2219"/>
                      <a:pt x="582" y="1748"/>
                      <a:pt x="472" y="1276"/>
                    </a:cubicBezTo>
                    <a:cubicBezTo>
                      <a:pt x="361" y="833"/>
                      <a:pt x="222" y="472"/>
                      <a:pt x="0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55"/>
              <p:cNvSpPr/>
              <p:nvPr/>
            </p:nvSpPr>
            <p:spPr>
              <a:xfrm>
                <a:off x="3868900" y="2343875"/>
                <a:ext cx="34675" cy="631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2524" extrusionOk="0">
                    <a:moveTo>
                      <a:pt x="0" y="0"/>
                    </a:moveTo>
                    <a:cubicBezTo>
                      <a:pt x="111" y="444"/>
                      <a:pt x="361" y="915"/>
                      <a:pt x="582" y="1248"/>
                    </a:cubicBezTo>
                    <a:cubicBezTo>
                      <a:pt x="804" y="1719"/>
                      <a:pt x="1054" y="2191"/>
                      <a:pt x="1386" y="2523"/>
                    </a:cubicBezTo>
                    <a:cubicBezTo>
                      <a:pt x="1276" y="2080"/>
                      <a:pt x="1054" y="1608"/>
                      <a:pt x="804" y="1137"/>
                    </a:cubicBezTo>
                    <a:cubicBezTo>
                      <a:pt x="582" y="804"/>
                      <a:pt x="361" y="333"/>
                      <a:pt x="0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55"/>
              <p:cNvSpPr/>
              <p:nvPr/>
            </p:nvSpPr>
            <p:spPr>
              <a:xfrm>
                <a:off x="3822450" y="2101275"/>
                <a:ext cx="61025" cy="43000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1720" extrusionOk="0">
                    <a:moveTo>
                      <a:pt x="2440" y="0"/>
                    </a:moveTo>
                    <a:cubicBezTo>
                      <a:pt x="1525" y="444"/>
                      <a:pt x="694" y="1026"/>
                      <a:pt x="1" y="1719"/>
                    </a:cubicBezTo>
                    <a:cubicBezTo>
                      <a:pt x="472" y="1608"/>
                      <a:pt x="943" y="1248"/>
                      <a:pt x="1276" y="1026"/>
                    </a:cubicBezTo>
                    <a:cubicBezTo>
                      <a:pt x="1747" y="694"/>
                      <a:pt x="2080" y="444"/>
                      <a:pt x="2440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Google Shape;2501;p55"/>
              <p:cNvSpPr/>
              <p:nvPr/>
            </p:nvSpPr>
            <p:spPr>
              <a:xfrm>
                <a:off x="3733025" y="2072150"/>
                <a:ext cx="20150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806" h="1520" extrusionOk="0">
                    <a:moveTo>
                      <a:pt x="1" y="1"/>
                    </a:moveTo>
                    <a:cubicBezTo>
                      <a:pt x="1" y="1"/>
                      <a:pt x="112" y="334"/>
                      <a:pt x="361" y="805"/>
                    </a:cubicBezTo>
                    <a:cubicBezTo>
                      <a:pt x="458" y="1215"/>
                      <a:pt x="638" y="1520"/>
                      <a:pt x="756" y="1520"/>
                    </a:cubicBezTo>
                    <a:cubicBezTo>
                      <a:pt x="774" y="1520"/>
                      <a:pt x="791" y="1513"/>
                      <a:pt x="805" y="1498"/>
                    </a:cubicBezTo>
                    <a:cubicBezTo>
                      <a:pt x="805" y="1498"/>
                      <a:pt x="694" y="1165"/>
                      <a:pt x="583" y="694"/>
                    </a:cubicBezTo>
                    <a:cubicBezTo>
                      <a:pt x="361" y="223"/>
                      <a:pt x="112" y="1"/>
                      <a:pt x="1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Google Shape;2502;p55"/>
              <p:cNvSpPr/>
              <p:nvPr/>
            </p:nvSpPr>
            <p:spPr>
              <a:xfrm>
                <a:off x="3631850" y="1993825"/>
                <a:ext cx="4090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251" extrusionOk="0">
                    <a:moveTo>
                      <a:pt x="832" y="1"/>
                    </a:moveTo>
                    <a:cubicBezTo>
                      <a:pt x="360" y="1"/>
                      <a:pt x="0" y="1"/>
                      <a:pt x="0" y="140"/>
                    </a:cubicBezTo>
                    <a:cubicBezTo>
                      <a:pt x="0" y="250"/>
                      <a:pt x="360" y="250"/>
                      <a:pt x="832" y="250"/>
                    </a:cubicBezTo>
                    <a:cubicBezTo>
                      <a:pt x="1275" y="250"/>
                      <a:pt x="1636" y="140"/>
                      <a:pt x="1636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55"/>
              <p:cNvSpPr/>
              <p:nvPr/>
            </p:nvSpPr>
            <p:spPr>
              <a:xfrm>
                <a:off x="3764925" y="1967475"/>
                <a:ext cx="22900" cy="29850"/>
              </a:xfrm>
              <a:custGeom>
                <a:avLst/>
                <a:gdLst/>
                <a:ahLst/>
                <a:cxnLst/>
                <a:rect l="l" t="t" r="r" b="b"/>
                <a:pathLst>
                  <a:path w="916" h="1194" extrusionOk="0">
                    <a:moveTo>
                      <a:pt x="847" y="0"/>
                    </a:moveTo>
                    <a:cubicBezTo>
                      <a:pt x="726" y="0"/>
                      <a:pt x="544" y="203"/>
                      <a:pt x="361" y="500"/>
                    </a:cubicBezTo>
                    <a:cubicBezTo>
                      <a:pt x="111" y="833"/>
                      <a:pt x="0" y="1194"/>
                      <a:pt x="0" y="1194"/>
                    </a:cubicBezTo>
                    <a:cubicBezTo>
                      <a:pt x="111" y="1194"/>
                      <a:pt x="361" y="944"/>
                      <a:pt x="583" y="722"/>
                    </a:cubicBezTo>
                    <a:cubicBezTo>
                      <a:pt x="804" y="362"/>
                      <a:pt x="915" y="29"/>
                      <a:pt x="915" y="29"/>
                    </a:cubicBezTo>
                    <a:cubicBezTo>
                      <a:pt x="896" y="10"/>
                      <a:pt x="873" y="0"/>
                      <a:pt x="847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55"/>
              <p:cNvSpPr/>
              <p:nvPr/>
            </p:nvSpPr>
            <p:spPr>
              <a:xfrm>
                <a:off x="4007525" y="2161575"/>
                <a:ext cx="11800" cy="72100"/>
              </a:xfrm>
              <a:custGeom>
                <a:avLst/>
                <a:gdLst/>
                <a:ahLst/>
                <a:cxnLst/>
                <a:rect l="l" t="t" r="r" b="b"/>
                <a:pathLst>
                  <a:path w="472" h="2884" extrusionOk="0">
                    <a:moveTo>
                      <a:pt x="111" y="1"/>
                    </a:moveTo>
                    <a:cubicBezTo>
                      <a:pt x="0" y="472"/>
                      <a:pt x="0" y="915"/>
                      <a:pt x="111" y="1498"/>
                    </a:cubicBezTo>
                    <a:cubicBezTo>
                      <a:pt x="111" y="1969"/>
                      <a:pt x="222" y="2440"/>
                      <a:pt x="361" y="2884"/>
                    </a:cubicBezTo>
                    <a:cubicBezTo>
                      <a:pt x="472" y="1969"/>
                      <a:pt x="361" y="915"/>
                      <a:pt x="111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55"/>
              <p:cNvSpPr/>
              <p:nvPr/>
            </p:nvSpPr>
            <p:spPr>
              <a:xfrm>
                <a:off x="4007525" y="2329325"/>
                <a:ext cx="40225" cy="49225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969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11" y="333"/>
                      <a:pt x="361" y="693"/>
                      <a:pt x="693" y="1026"/>
                    </a:cubicBezTo>
                    <a:cubicBezTo>
                      <a:pt x="1054" y="1608"/>
                      <a:pt x="1497" y="1969"/>
                      <a:pt x="1608" y="1969"/>
                    </a:cubicBezTo>
                    <a:cubicBezTo>
                      <a:pt x="1165" y="1275"/>
                      <a:pt x="583" y="582"/>
                      <a:pt x="0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55"/>
              <p:cNvSpPr/>
              <p:nvPr/>
            </p:nvSpPr>
            <p:spPr>
              <a:xfrm>
                <a:off x="4004750" y="2461700"/>
                <a:ext cx="34675" cy="638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2552" extrusionOk="0">
                    <a:moveTo>
                      <a:pt x="1387" y="1"/>
                    </a:moveTo>
                    <a:lnTo>
                      <a:pt x="1387" y="1"/>
                    </a:lnTo>
                    <a:cubicBezTo>
                      <a:pt x="1026" y="361"/>
                      <a:pt x="804" y="832"/>
                      <a:pt x="583" y="1276"/>
                    </a:cubicBezTo>
                    <a:cubicBezTo>
                      <a:pt x="333" y="1637"/>
                      <a:pt x="111" y="2080"/>
                      <a:pt x="0" y="2551"/>
                    </a:cubicBezTo>
                    <a:cubicBezTo>
                      <a:pt x="333" y="2219"/>
                      <a:pt x="583" y="1747"/>
                      <a:pt x="804" y="1387"/>
                    </a:cubicBezTo>
                    <a:cubicBezTo>
                      <a:pt x="1026" y="943"/>
                      <a:pt x="1276" y="472"/>
                      <a:pt x="1387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55"/>
              <p:cNvSpPr/>
              <p:nvPr/>
            </p:nvSpPr>
            <p:spPr>
              <a:xfrm>
                <a:off x="4027625" y="2661325"/>
                <a:ext cx="29125" cy="77650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3106" extrusionOk="0">
                    <a:moveTo>
                      <a:pt x="0" y="1"/>
                    </a:moveTo>
                    <a:cubicBezTo>
                      <a:pt x="0" y="583"/>
                      <a:pt x="250" y="1027"/>
                      <a:pt x="472" y="1609"/>
                    </a:cubicBezTo>
                    <a:cubicBezTo>
                      <a:pt x="583" y="2080"/>
                      <a:pt x="804" y="2662"/>
                      <a:pt x="1165" y="3106"/>
                    </a:cubicBezTo>
                    <a:cubicBezTo>
                      <a:pt x="1054" y="2551"/>
                      <a:pt x="804" y="1969"/>
                      <a:pt x="693" y="1498"/>
                    </a:cubicBezTo>
                    <a:cubicBezTo>
                      <a:pt x="472" y="916"/>
                      <a:pt x="250" y="472"/>
                      <a:pt x="0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55"/>
              <p:cNvSpPr/>
              <p:nvPr/>
            </p:nvSpPr>
            <p:spPr>
              <a:xfrm>
                <a:off x="4148925" y="2635000"/>
                <a:ext cx="54775" cy="26350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1054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3" y="471"/>
                      <a:pt x="1387" y="832"/>
                      <a:pt x="2191" y="1054"/>
                    </a:cubicBezTo>
                    <a:cubicBezTo>
                      <a:pt x="1636" y="582"/>
                      <a:pt x="804" y="250"/>
                      <a:pt x="0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55"/>
              <p:cNvSpPr/>
              <p:nvPr/>
            </p:nvSpPr>
            <p:spPr>
              <a:xfrm>
                <a:off x="4287550" y="2510925"/>
                <a:ext cx="17350" cy="6932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2773" extrusionOk="0">
                    <a:moveTo>
                      <a:pt x="694" y="0"/>
                    </a:moveTo>
                    <a:lnTo>
                      <a:pt x="694" y="0"/>
                    </a:lnTo>
                    <a:cubicBezTo>
                      <a:pt x="361" y="361"/>
                      <a:pt x="250" y="804"/>
                      <a:pt x="111" y="1386"/>
                    </a:cubicBezTo>
                    <a:cubicBezTo>
                      <a:pt x="0" y="1858"/>
                      <a:pt x="0" y="2329"/>
                      <a:pt x="111" y="2773"/>
                    </a:cubicBezTo>
                    <a:cubicBezTo>
                      <a:pt x="250" y="2329"/>
                      <a:pt x="361" y="1858"/>
                      <a:pt x="361" y="1386"/>
                    </a:cubicBezTo>
                    <a:cubicBezTo>
                      <a:pt x="472" y="943"/>
                      <a:pt x="583" y="472"/>
                      <a:pt x="694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55"/>
              <p:cNvSpPr/>
              <p:nvPr/>
            </p:nvSpPr>
            <p:spPr>
              <a:xfrm>
                <a:off x="3794025" y="2465175"/>
                <a:ext cx="28450" cy="63100"/>
              </a:xfrm>
              <a:custGeom>
                <a:avLst/>
                <a:gdLst/>
                <a:ahLst/>
                <a:cxnLst/>
                <a:rect l="l" t="t" r="r" b="b"/>
                <a:pathLst>
                  <a:path w="1138" h="2524" extrusionOk="0">
                    <a:moveTo>
                      <a:pt x="1138" y="0"/>
                    </a:moveTo>
                    <a:lnTo>
                      <a:pt x="1138" y="0"/>
                    </a:lnTo>
                    <a:cubicBezTo>
                      <a:pt x="805" y="333"/>
                      <a:pt x="583" y="804"/>
                      <a:pt x="444" y="1248"/>
                    </a:cubicBezTo>
                    <a:cubicBezTo>
                      <a:pt x="223" y="1608"/>
                      <a:pt x="112" y="2080"/>
                      <a:pt x="1" y="2523"/>
                    </a:cubicBezTo>
                    <a:cubicBezTo>
                      <a:pt x="334" y="2191"/>
                      <a:pt x="583" y="1719"/>
                      <a:pt x="694" y="1387"/>
                    </a:cubicBezTo>
                    <a:cubicBezTo>
                      <a:pt x="916" y="915"/>
                      <a:pt x="1027" y="444"/>
                      <a:pt x="1138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55"/>
              <p:cNvSpPr/>
              <p:nvPr/>
            </p:nvSpPr>
            <p:spPr>
              <a:xfrm>
                <a:off x="3516775" y="2747975"/>
                <a:ext cx="37450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498" h="219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12" y="472"/>
                      <a:pt x="333" y="804"/>
                      <a:pt x="583" y="1165"/>
                    </a:cubicBezTo>
                    <a:cubicBezTo>
                      <a:pt x="805" y="1608"/>
                      <a:pt x="1137" y="1969"/>
                      <a:pt x="1498" y="2191"/>
                    </a:cubicBezTo>
                    <a:cubicBezTo>
                      <a:pt x="1387" y="1719"/>
                      <a:pt x="1137" y="1387"/>
                      <a:pt x="805" y="1026"/>
                    </a:cubicBezTo>
                    <a:cubicBezTo>
                      <a:pt x="583" y="694"/>
                      <a:pt x="333" y="333"/>
                      <a:pt x="1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55"/>
              <p:cNvSpPr/>
              <p:nvPr/>
            </p:nvSpPr>
            <p:spPr>
              <a:xfrm>
                <a:off x="3666500" y="2701525"/>
                <a:ext cx="29125" cy="72125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2885" extrusionOk="0">
                    <a:moveTo>
                      <a:pt x="1165" y="1"/>
                    </a:moveTo>
                    <a:lnTo>
                      <a:pt x="1165" y="1"/>
                    </a:lnTo>
                    <a:cubicBezTo>
                      <a:pt x="943" y="472"/>
                      <a:pt x="693" y="943"/>
                      <a:pt x="472" y="1387"/>
                    </a:cubicBezTo>
                    <a:cubicBezTo>
                      <a:pt x="250" y="1858"/>
                      <a:pt x="139" y="2330"/>
                      <a:pt x="0" y="2884"/>
                    </a:cubicBezTo>
                    <a:cubicBezTo>
                      <a:pt x="583" y="1969"/>
                      <a:pt x="943" y="1054"/>
                      <a:pt x="1165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Google Shape;2513;p55"/>
              <p:cNvSpPr/>
              <p:nvPr/>
            </p:nvSpPr>
            <p:spPr>
              <a:xfrm>
                <a:off x="3785025" y="2768075"/>
                <a:ext cx="66575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1498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4" y="694"/>
                      <a:pt x="1636" y="1276"/>
                      <a:pt x="2662" y="1498"/>
                    </a:cubicBezTo>
                    <a:cubicBezTo>
                      <a:pt x="2191" y="1165"/>
                      <a:pt x="1747" y="915"/>
                      <a:pt x="1276" y="694"/>
                    </a:cubicBezTo>
                    <a:cubicBezTo>
                      <a:pt x="804" y="472"/>
                      <a:pt x="472" y="222"/>
                      <a:pt x="0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Google Shape;2514;p55"/>
              <p:cNvSpPr/>
              <p:nvPr/>
            </p:nvSpPr>
            <p:spPr>
              <a:xfrm>
                <a:off x="3906325" y="2612125"/>
                <a:ext cx="20125" cy="74875"/>
              </a:xfrm>
              <a:custGeom>
                <a:avLst/>
                <a:gdLst/>
                <a:ahLst/>
                <a:cxnLst/>
                <a:rect l="l" t="t" r="r" b="b"/>
                <a:pathLst>
                  <a:path w="805" h="2995" extrusionOk="0">
                    <a:moveTo>
                      <a:pt x="111" y="0"/>
                    </a:moveTo>
                    <a:lnTo>
                      <a:pt x="111" y="0"/>
                    </a:lnTo>
                    <a:cubicBezTo>
                      <a:pt x="0" y="1054"/>
                      <a:pt x="250" y="2080"/>
                      <a:pt x="804" y="2995"/>
                    </a:cubicBezTo>
                    <a:cubicBezTo>
                      <a:pt x="693" y="2440"/>
                      <a:pt x="583" y="1969"/>
                      <a:pt x="472" y="1497"/>
                    </a:cubicBezTo>
                    <a:cubicBezTo>
                      <a:pt x="361" y="915"/>
                      <a:pt x="250" y="471"/>
                      <a:pt x="111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55"/>
              <p:cNvSpPr/>
              <p:nvPr/>
            </p:nvSpPr>
            <p:spPr>
              <a:xfrm>
                <a:off x="3403800" y="27798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55"/>
              <p:cNvSpPr/>
              <p:nvPr/>
            </p:nvSpPr>
            <p:spPr>
              <a:xfrm>
                <a:off x="3403800" y="2597550"/>
                <a:ext cx="491450" cy="196875"/>
              </a:xfrm>
              <a:custGeom>
                <a:avLst/>
                <a:gdLst/>
                <a:ahLst/>
                <a:cxnLst/>
                <a:rect l="l" t="t" r="r" b="b"/>
                <a:pathLst>
                  <a:path w="19658" h="7875" extrusionOk="0">
                    <a:moveTo>
                      <a:pt x="9199" y="2102"/>
                    </a:moveTo>
                    <a:lnTo>
                      <a:pt x="9199" y="2102"/>
                    </a:lnTo>
                    <a:cubicBezTo>
                      <a:pt x="9170" y="2111"/>
                      <a:pt x="9143" y="2122"/>
                      <a:pt x="9117" y="2134"/>
                    </a:cubicBezTo>
                    <a:lnTo>
                      <a:pt x="9117" y="2134"/>
                    </a:lnTo>
                    <a:cubicBezTo>
                      <a:pt x="9145" y="2124"/>
                      <a:pt x="9172" y="2113"/>
                      <a:pt x="9199" y="2102"/>
                    </a:cubicBezTo>
                    <a:close/>
                    <a:moveTo>
                      <a:pt x="17329" y="1"/>
                    </a:moveTo>
                    <a:cubicBezTo>
                      <a:pt x="14764" y="203"/>
                      <a:pt x="11873" y="1061"/>
                      <a:pt x="9199" y="2102"/>
                    </a:cubicBezTo>
                    <a:lnTo>
                      <a:pt x="9199" y="2102"/>
                    </a:lnTo>
                    <a:cubicBezTo>
                      <a:pt x="9249" y="2088"/>
                      <a:pt x="9305" y="2080"/>
                      <a:pt x="9372" y="2080"/>
                    </a:cubicBezTo>
                    <a:cubicBezTo>
                      <a:pt x="9261" y="2191"/>
                      <a:pt x="9011" y="2330"/>
                      <a:pt x="8900" y="2330"/>
                    </a:cubicBezTo>
                    <a:cubicBezTo>
                      <a:pt x="8964" y="2250"/>
                      <a:pt x="9028" y="2180"/>
                      <a:pt x="9117" y="2134"/>
                    </a:cubicBezTo>
                    <a:lnTo>
                      <a:pt x="9117" y="2134"/>
                    </a:lnTo>
                    <a:cubicBezTo>
                      <a:pt x="5582" y="3519"/>
                      <a:pt x="2437" y="5216"/>
                      <a:pt x="943" y="6128"/>
                    </a:cubicBezTo>
                    <a:cubicBezTo>
                      <a:pt x="1636" y="5796"/>
                      <a:pt x="2440" y="5435"/>
                      <a:pt x="3133" y="5102"/>
                    </a:cubicBezTo>
                    <a:cubicBezTo>
                      <a:pt x="4852" y="4160"/>
                      <a:pt x="6350" y="3356"/>
                      <a:pt x="7514" y="2884"/>
                    </a:cubicBezTo>
                    <a:cubicBezTo>
                      <a:pt x="8096" y="2552"/>
                      <a:pt x="8568" y="2441"/>
                      <a:pt x="8900" y="2330"/>
                    </a:cubicBezTo>
                    <a:lnTo>
                      <a:pt x="8900" y="2330"/>
                    </a:lnTo>
                    <a:lnTo>
                      <a:pt x="7514" y="3023"/>
                    </a:lnTo>
                    <a:cubicBezTo>
                      <a:pt x="6488" y="3578"/>
                      <a:pt x="4963" y="4409"/>
                      <a:pt x="3244" y="5324"/>
                    </a:cubicBezTo>
                    <a:cubicBezTo>
                      <a:pt x="2191" y="5796"/>
                      <a:pt x="1165" y="6239"/>
                      <a:pt x="0" y="6711"/>
                    </a:cubicBezTo>
                    <a:lnTo>
                      <a:pt x="0" y="7293"/>
                    </a:lnTo>
                    <a:cubicBezTo>
                      <a:pt x="694" y="7625"/>
                      <a:pt x="1387" y="7875"/>
                      <a:pt x="2191" y="7875"/>
                    </a:cubicBezTo>
                    <a:cubicBezTo>
                      <a:pt x="2551" y="7875"/>
                      <a:pt x="3022" y="7736"/>
                      <a:pt x="3466" y="7625"/>
                    </a:cubicBezTo>
                    <a:cubicBezTo>
                      <a:pt x="4048" y="7515"/>
                      <a:pt x="4520" y="7293"/>
                      <a:pt x="5102" y="7043"/>
                    </a:cubicBezTo>
                    <a:cubicBezTo>
                      <a:pt x="4741" y="6711"/>
                      <a:pt x="4631" y="6350"/>
                      <a:pt x="4520" y="6017"/>
                    </a:cubicBezTo>
                    <a:lnTo>
                      <a:pt x="4520" y="6017"/>
                    </a:lnTo>
                    <a:cubicBezTo>
                      <a:pt x="4741" y="6350"/>
                      <a:pt x="5102" y="6600"/>
                      <a:pt x="5324" y="6932"/>
                    </a:cubicBezTo>
                    <a:cubicBezTo>
                      <a:pt x="5795" y="6711"/>
                      <a:pt x="6239" y="6489"/>
                      <a:pt x="6710" y="6128"/>
                    </a:cubicBezTo>
                    <a:cubicBezTo>
                      <a:pt x="7181" y="5796"/>
                      <a:pt x="7874" y="5435"/>
                      <a:pt x="8568" y="5324"/>
                    </a:cubicBezTo>
                    <a:lnTo>
                      <a:pt x="9261" y="5324"/>
                    </a:lnTo>
                    <a:cubicBezTo>
                      <a:pt x="9704" y="5324"/>
                      <a:pt x="10287" y="5324"/>
                      <a:pt x="10758" y="5435"/>
                    </a:cubicBezTo>
                    <a:cubicBezTo>
                      <a:pt x="10869" y="5435"/>
                      <a:pt x="10980" y="5546"/>
                      <a:pt x="10980" y="5546"/>
                    </a:cubicBezTo>
                    <a:cubicBezTo>
                      <a:pt x="11201" y="5102"/>
                      <a:pt x="11451" y="4631"/>
                      <a:pt x="11673" y="4160"/>
                    </a:cubicBezTo>
                    <a:lnTo>
                      <a:pt x="11673" y="4160"/>
                    </a:lnTo>
                    <a:cubicBezTo>
                      <a:pt x="11562" y="4631"/>
                      <a:pt x="11451" y="5102"/>
                      <a:pt x="11201" y="5546"/>
                    </a:cubicBezTo>
                    <a:cubicBezTo>
                      <a:pt x="12255" y="5796"/>
                      <a:pt x="13170" y="5906"/>
                      <a:pt x="14113" y="5906"/>
                    </a:cubicBezTo>
                    <a:cubicBezTo>
                      <a:pt x="14667" y="5906"/>
                      <a:pt x="15360" y="5796"/>
                      <a:pt x="15943" y="5657"/>
                    </a:cubicBezTo>
                    <a:cubicBezTo>
                      <a:pt x="17689" y="5213"/>
                      <a:pt x="19297" y="3938"/>
                      <a:pt x="19519" y="2080"/>
                    </a:cubicBezTo>
                    <a:cubicBezTo>
                      <a:pt x="19658" y="1387"/>
                      <a:pt x="19408" y="583"/>
                      <a:pt x="18715" y="361"/>
                    </a:cubicBezTo>
                    <a:cubicBezTo>
                      <a:pt x="18271" y="112"/>
                      <a:pt x="17800" y="1"/>
                      <a:pt x="17329" y="1"/>
                    </a:cubicBezTo>
                    <a:close/>
                  </a:path>
                </a:pathLst>
              </a:custGeom>
              <a:solidFill>
                <a:srgbClr val="A0B2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55"/>
              <p:cNvSpPr/>
              <p:nvPr/>
            </p:nvSpPr>
            <p:spPr>
              <a:xfrm>
                <a:off x="3403800" y="2649550"/>
                <a:ext cx="234300" cy="115775"/>
              </a:xfrm>
              <a:custGeom>
                <a:avLst/>
                <a:gdLst/>
                <a:ahLst/>
                <a:cxnLst/>
                <a:rect l="l" t="t" r="r" b="b"/>
                <a:pathLst>
                  <a:path w="9372" h="4631" extrusionOk="0">
                    <a:moveTo>
                      <a:pt x="9372" y="0"/>
                    </a:moveTo>
                    <a:cubicBezTo>
                      <a:pt x="9122" y="0"/>
                      <a:pt x="9011" y="111"/>
                      <a:pt x="8900" y="250"/>
                    </a:cubicBezTo>
                    <a:cubicBezTo>
                      <a:pt x="9011" y="250"/>
                      <a:pt x="9261" y="111"/>
                      <a:pt x="9372" y="0"/>
                    </a:cubicBezTo>
                    <a:close/>
                    <a:moveTo>
                      <a:pt x="8900" y="250"/>
                    </a:moveTo>
                    <a:lnTo>
                      <a:pt x="8900" y="250"/>
                    </a:lnTo>
                    <a:cubicBezTo>
                      <a:pt x="8568" y="361"/>
                      <a:pt x="8096" y="472"/>
                      <a:pt x="7514" y="804"/>
                    </a:cubicBezTo>
                    <a:cubicBezTo>
                      <a:pt x="6350" y="1276"/>
                      <a:pt x="4852" y="2080"/>
                      <a:pt x="3133" y="3022"/>
                    </a:cubicBezTo>
                    <a:cubicBezTo>
                      <a:pt x="2440" y="3355"/>
                      <a:pt x="1636" y="3716"/>
                      <a:pt x="943" y="4048"/>
                    </a:cubicBezTo>
                    <a:cubicBezTo>
                      <a:pt x="472" y="4270"/>
                      <a:pt x="111" y="4520"/>
                      <a:pt x="0" y="4631"/>
                    </a:cubicBezTo>
                    <a:cubicBezTo>
                      <a:pt x="1165" y="4159"/>
                      <a:pt x="2191" y="3716"/>
                      <a:pt x="3244" y="3244"/>
                    </a:cubicBezTo>
                    <a:cubicBezTo>
                      <a:pt x="4963" y="2329"/>
                      <a:pt x="6488" y="1498"/>
                      <a:pt x="7514" y="943"/>
                    </a:cubicBezTo>
                    <a:lnTo>
                      <a:pt x="8900" y="250"/>
                    </a:lnTo>
                    <a:close/>
                  </a:path>
                </a:pathLst>
              </a:custGeom>
              <a:solidFill>
                <a:srgbClr val="1B23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55"/>
              <p:cNvSpPr/>
              <p:nvPr/>
            </p:nvSpPr>
            <p:spPr>
              <a:xfrm>
                <a:off x="3516775" y="2747975"/>
                <a:ext cx="20125" cy="25675"/>
              </a:xfrm>
              <a:custGeom>
                <a:avLst/>
                <a:gdLst/>
                <a:ahLst/>
                <a:cxnLst/>
                <a:rect l="l" t="t" r="r" b="b"/>
                <a:pathLst>
                  <a:path w="805" h="1027" extrusionOk="0">
                    <a:moveTo>
                      <a:pt x="1" y="0"/>
                    </a:moveTo>
                    <a:cubicBezTo>
                      <a:pt x="112" y="333"/>
                      <a:pt x="222" y="694"/>
                      <a:pt x="583" y="1026"/>
                    </a:cubicBezTo>
                    <a:cubicBezTo>
                      <a:pt x="583" y="1026"/>
                      <a:pt x="694" y="915"/>
                      <a:pt x="805" y="915"/>
                    </a:cubicBezTo>
                    <a:cubicBezTo>
                      <a:pt x="583" y="583"/>
                      <a:pt x="222" y="333"/>
                      <a:pt x="1" y="0"/>
                    </a:cubicBezTo>
                    <a:close/>
                  </a:path>
                </a:pathLst>
              </a:custGeom>
              <a:solidFill>
                <a:srgbClr val="AFAFA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55"/>
              <p:cNvSpPr/>
              <p:nvPr/>
            </p:nvSpPr>
            <p:spPr>
              <a:xfrm>
                <a:off x="3678275" y="2701525"/>
                <a:ext cx="17350" cy="347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1388" extrusionOk="0">
                    <a:moveTo>
                      <a:pt x="694" y="1"/>
                    </a:moveTo>
                    <a:cubicBezTo>
                      <a:pt x="472" y="472"/>
                      <a:pt x="222" y="943"/>
                      <a:pt x="1" y="1387"/>
                    </a:cubicBezTo>
                    <a:lnTo>
                      <a:pt x="222" y="1387"/>
                    </a:lnTo>
                    <a:cubicBezTo>
                      <a:pt x="472" y="943"/>
                      <a:pt x="583" y="472"/>
                      <a:pt x="694" y="1"/>
                    </a:cubicBezTo>
                    <a:close/>
                  </a:path>
                </a:pathLst>
              </a:custGeom>
              <a:solidFill>
                <a:srgbClr val="AFAFA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55"/>
              <p:cNvSpPr/>
              <p:nvPr/>
            </p:nvSpPr>
            <p:spPr>
              <a:xfrm>
                <a:off x="4033850" y="4864825"/>
                <a:ext cx="248175" cy="369475"/>
              </a:xfrm>
              <a:custGeom>
                <a:avLst/>
                <a:gdLst/>
                <a:ahLst/>
                <a:cxnLst/>
                <a:rect l="l" t="t" r="r" b="b"/>
                <a:pathLst>
                  <a:path w="9927" h="14779" extrusionOk="0">
                    <a:moveTo>
                      <a:pt x="8069" y="0"/>
                    </a:moveTo>
                    <a:lnTo>
                      <a:pt x="1" y="915"/>
                    </a:lnTo>
                    <a:lnTo>
                      <a:pt x="3328" y="14778"/>
                    </a:lnTo>
                    <a:lnTo>
                      <a:pt x="9927" y="14445"/>
                    </a:lnTo>
                    <a:lnTo>
                      <a:pt x="8069" y="0"/>
                    </a:lnTo>
                    <a:close/>
                  </a:path>
                </a:pathLst>
              </a:custGeom>
              <a:solidFill>
                <a:srgbClr val="B788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55"/>
              <p:cNvSpPr/>
              <p:nvPr/>
            </p:nvSpPr>
            <p:spPr>
              <a:xfrm>
                <a:off x="4085850" y="5153850"/>
                <a:ext cx="311925" cy="310400"/>
              </a:xfrm>
              <a:custGeom>
                <a:avLst/>
                <a:gdLst/>
                <a:ahLst/>
                <a:cxnLst/>
                <a:rect l="l" t="t" r="r" b="b"/>
                <a:pathLst>
                  <a:path w="12477" h="12416" extrusionOk="0">
                    <a:moveTo>
                      <a:pt x="7486" y="1"/>
                    </a:moveTo>
                    <a:cubicBezTo>
                      <a:pt x="6812" y="1145"/>
                      <a:pt x="5713" y="1506"/>
                      <a:pt x="4593" y="1506"/>
                    </a:cubicBezTo>
                    <a:cubicBezTo>
                      <a:pt x="2673" y="1506"/>
                      <a:pt x="693" y="444"/>
                      <a:pt x="693" y="444"/>
                    </a:cubicBezTo>
                    <a:cubicBezTo>
                      <a:pt x="222" y="694"/>
                      <a:pt x="0" y="1276"/>
                      <a:pt x="111" y="1720"/>
                    </a:cubicBezTo>
                    <a:lnTo>
                      <a:pt x="333" y="4049"/>
                    </a:lnTo>
                    <a:cubicBezTo>
                      <a:pt x="444" y="4964"/>
                      <a:pt x="8179" y="10620"/>
                      <a:pt x="10259" y="12228"/>
                    </a:cubicBezTo>
                    <a:cubicBezTo>
                      <a:pt x="10494" y="12353"/>
                      <a:pt x="10730" y="12415"/>
                      <a:pt x="10962" y="12415"/>
                    </a:cubicBezTo>
                    <a:cubicBezTo>
                      <a:pt x="11194" y="12415"/>
                      <a:pt x="11423" y="12353"/>
                      <a:pt x="11645" y="12228"/>
                    </a:cubicBezTo>
                    <a:cubicBezTo>
                      <a:pt x="12227" y="11895"/>
                      <a:pt x="12477" y="11202"/>
                      <a:pt x="12227" y="10620"/>
                    </a:cubicBezTo>
                    <a:lnTo>
                      <a:pt x="8318" y="1276"/>
                    </a:lnTo>
                    <a:lnTo>
                      <a:pt x="7486" y="1"/>
                    </a:lnTo>
                    <a:close/>
                  </a:path>
                </a:pathLst>
              </a:custGeom>
              <a:solidFill>
                <a:srgbClr val="E5F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55"/>
              <p:cNvSpPr/>
              <p:nvPr/>
            </p:nvSpPr>
            <p:spPr>
              <a:xfrm>
                <a:off x="4091400" y="5234275"/>
                <a:ext cx="250925" cy="225275"/>
              </a:xfrm>
              <a:custGeom>
                <a:avLst/>
                <a:gdLst/>
                <a:ahLst/>
                <a:cxnLst/>
                <a:rect l="l" t="t" r="r" b="b"/>
                <a:pathLst>
                  <a:path w="10037" h="9011" extrusionOk="0">
                    <a:moveTo>
                      <a:pt x="0" y="0"/>
                    </a:moveTo>
                    <a:lnTo>
                      <a:pt x="111" y="832"/>
                    </a:lnTo>
                    <a:lnTo>
                      <a:pt x="111" y="582"/>
                    </a:lnTo>
                    <a:lnTo>
                      <a:pt x="0" y="0"/>
                    </a:lnTo>
                    <a:close/>
                    <a:moveTo>
                      <a:pt x="8318" y="7625"/>
                    </a:moveTo>
                    <a:cubicBezTo>
                      <a:pt x="8789" y="8096"/>
                      <a:pt x="9482" y="8567"/>
                      <a:pt x="10037" y="9011"/>
                    </a:cubicBezTo>
                    <a:cubicBezTo>
                      <a:pt x="9704" y="8678"/>
                      <a:pt x="9011" y="8207"/>
                      <a:pt x="8318" y="762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55"/>
              <p:cNvSpPr/>
              <p:nvPr/>
            </p:nvSpPr>
            <p:spPr>
              <a:xfrm>
                <a:off x="4091400" y="5234275"/>
                <a:ext cx="280050" cy="231525"/>
              </a:xfrm>
              <a:custGeom>
                <a:avLst/>
                <a:gdLst/>
                <a:ahLst/>
                <a:cxnLst/>
                <a:rect l="l" t="t" r="r" b="b"/>
                <a:pathLst>
                  <a:path w="11202" h="9261" extrusionOk="0">
                    <a:moveTo>
                      <a:pt x="0" y="0"/>
                    </a:moveTo>
                    <a:lnTo>
                      <a:pt x="111" y="832"/>
                    </a:lnTo>
                    <a:cubicBezTo>
                      <a:pt x="222" y="1165"/>
                      <a:pt x="471" y="1386"/>
                      <a:pt x="693" y="1636"/>
                    </a:cubicBezTo>
                    <a:cubicBezTo>
                      <a:pt x="1497" y="2440"/>
                      <a:pt x="3577" y="4298"/>
                      <a:pt x="8318" y="7625"/>
                    </a:cubicBezTo>
                    <a:cubicBezTo>
                      <a:pt x="9011" y="8207"/>
                      <a:pt x="9704" y="8678"/>
                      <a:pt x="10037" y="9011"/>
                    </a:cubicBezTo>
                    <a:cubicBezTo>
                      <a:pt x="10175" y="9011"/>
                      <a:pt x="10175" y="9011"/>
                      <a:pt x="10286" y="9149"/>
                    </a:cubicBezTo>
                    <a:cubicBezTo>
                      <a:pt x="10397" y="9149"/>
                      <a:pt x="10619" y="9260"/>
                      <a:pt x="10730" y="9260"/>
                    </a:cubicBezTo>
                    <a:cubicBezTo>
                      <a:pt x="10979" y="9260"/>
                      <a:pt x="11090" y="9149"/>
                      <a:pt x="11201" y="914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F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Google Shape;2524;p55"/>
              <p:cNvSpPr/>
              <p:nvPr/>
            </p:nvSpPr>
            <p:spPr>
              <a:xfrm>
                <a:off x="4094150" y="5188525"/>
                <a:ext cx="40250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1498" extrusionOk="0">
                    <a:moveTo>
                      <a:pt x="805" y="0"/>
                    </a:moveTo>
                    <a:cubicBezTo>
                      <a:pt x="583" y="0"/>
                      <a:pt x="361" y="222"/>
                      <a:pt x="112" y="444"/>
                    </a:cubicBezTo>
                    <a:cubicBezTo>
                      <a:pt x="1" y="804"/>
                      <a:pt x="112" y="1276"/>
                      <a:pt x="472" y="1386"/>
                    </a:cubicBezTo>
                    <a:cubicBezTo>
                      <a:pt x="583" y="1497"/>
                      <a:pt x="694" y="1497"/>
                      <a:pt x="805" y="1497"/>
                    </a:cubicBezTo>
                    <a:cubicBezTo>
                      <a:pt x="1055" y="1497"/>
                      <a:pt x="1387" y="1386"/>
                      <a:pt x="1498" y="1026"/>
                    </a:cubicBezTo>
                    <a:cubicBezTo>
                      <a:pt x="1609" y="693"/>
                      <a:pt x="1498" y="333"/>
                      <a:pt x="1165" y="111"/>
                    </a:cubicBezTo>
                    <a:cubicBezTo>
                      <a:pt x="1055" y="111"/>
                      <a:pt x="916" y="0"/>
                      <a:pt x="805" y="0"/>
                    </a:cubicBezTo>
                    <a:close/>
                  </a:path>
                </a:pathLst>
              </a:custGeom>
              <a:solidFill>
                <a:srgbClr val="F5FF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Google Shape;2525;p55"/>
              <p:cNvSpPr/>
              <p:nvPr/>
            </p:nvSpPr>
            <p:spPr>
              <a:xfrm>
                <a:off x="4282000" y="5295250"/>
                <a:ext cx="57550" cy="43000"/>
              </a:xfrm>
              <a:custGeom>
                <a:avLst/>
                <a:gdLst/>
                <a:ahLst/>
                <a:cxnLst/>
                <a:rect l="l" t="t" r="r" b="b"/>
                <a:pathLst>
                  <a:path w="2302" h="1720" extrusionOk="0">
                    <a:moveTo>
                      <a:pt x="1858" y="1"/>
                    </a:moveTo>
                    <a:cubicBezTo>
                      <a:pt x="1498" y="112"/>
                      <a:pt x="1165" y="223"/>
                      <a:pt x="805" y="472"/>
                    </a:cubicBezTo>
                    <a:cubicBezTo>
                      <a:pt x="472" y="583"/>
                      <a:pt x="222" y="916"/>
                      <a:pt x="111" y="1276"/>
                    </a:cubicBezTo>
                    <a:cubicBezTo>
                      <a:pt x="1" y="1498"/>
                      <a:pt x="1" y="1720"/>
                      <a:pt x="1" y="1720"/>
                    </a:cubicBezTo>
                    <a:cubicBezTo>
                      <a:pt x="111" y="1720"/>
                      <a:pt x="333" y="1027"/>
                      <a:pt x="916" y="583"/>
                    </a:cubicBezTo>
                    <a:cubicBezTo>
                      <a:pt x="1387" y="334"/>
                      <a:pt x="1858" y="223"/>
                      <a:pt x="2302" y="112"/>
                    </a:cubicBezTo>
                    <a:cubicBezTo>
                      <a:pt x="2302" y="112"/>
                      <a:pt x="2191" y="1"/>
                      <a:pt x="185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Google Shape;2526;p55"/>
              <p:cNvSpPr/>
              <p:nvPr/>
            </p:nvSpPr>
            <p:spPr>
              <a:xfrm>
                <a:off x="4307650" y="5348200"/>
                <a:ext cx="58250" cy="28175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1127" extrusionOk="0">
                    <a:moveTo>
                      <a:pt x="1754" y="0"/>
                    </a:moveTo>
                    <a:cubicBezTo>
                      <a:pt x="1491" y="0"/>
                      <a:pt x="1249" y="54"/>
                      <a:pt x="1054" y="184"/>
                    </a:cubicBezTo>
                    <a:cubicBezTo>
                      <a:pt x="361" y="545"/>
                      <a:pt x="0" y="1127"/>
                      <a:pt x="139" y="1127"/>
                    </a:cubicBezTo>
                    <a:cubicBezTo>
                      <a:pt x="250" y="1127"/>
                      <a:pt x="472" y="655"/>
                      <a:pt x="1165" y="434"/>
                    </a:cubicBezTo>
                    <a:cubicBezTo>
                      <a:pt x="1525" y="295"/>
                      <a:pt x="1969" y="184"/>
                      <a:pt x="2329" y="73"/>
                    </a:cubicBezTo>
                    <a:cubicBezTo>
                      <a:pt x="2134" y="27"/>
                      <a:pt x="1939" y="0"/>
                      <a:pt x="175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Google Shape;2527;p55"/>
              <p:cNvSpPr/>
              <p:nvPr/>
            </p:nvSpPr>
            <p:spPr>
              <a:xfrm>
                <a:off x="4235550" y="5245800"/>
                <a:ext cx="81125" cy="46700"/>
              </a:xfrm>
              <a:custGeom>
                <a:avLst/>
                <a:gdLst/>
                <a:ahLst/>
                <a:cxnLst/>
                <a:rect l="l" t="t" r="r" b="b"/>
                <a:pathLst>
                  <a:path w="3245" h="1868" extrusionOk="0">
                    <a:moveTo>
                      <a:pt x="2989" y="0"/>
                    </a:moveTo>
                    <a:cubicBezTo>
                      <a:pt x="1704" y="0"/>
                      <a:pt x="547" y="775"/>
                      <a:pt x="1" y="1868"/>
                    </a:cubicBezTo>
                    <a:cubicBezTo>
                      <a:pt x="472" y="1397"/>
                      <a:pt x="944" y="1064"/>
                      <a:pt x="1498" y="704"/>
                    </a:cubicBezTo>
                    <a:cubicBezTo>
                      <a:pt x="2441" y="121"/>
                      <a:pt x="3245" y="121"/>
                      <a:pt x="3245" y="10"/>
                    </a:cubicBezTo>
                    <a:cubicBezTo>
                      <a:pt x="3159" y="4"/>
                      <a:pt x="3074" y="0"/>
                      <a:pt x="298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Google Shape;2528;p55"/>
              <p:cNvSpPr/>
              <p:nvPr/>
            </p:nvSpPr>
            <p:spPr>
              <a:xfrm>
                <a:off x="4218225" y="5198800"/>
                <a:ext cx="81125" cy="18925"/>
              </a:xfrm>
              <a:custGeom>
                <a:avLst/>
                <a:gdLst/>
                <a:ahLst/>
                <a:cxnLst/>
                <a:rect l="l" t="t" r="r" b="b"/>
                <a:pathLst>
                  <a:path w="3245" h="757" extrusionOk="0">
                    <a:moveTo>
                      <a:pt x="2193" y="1"/>
                    </a:moveTo>
                    <a:cubicBezTo>
                      <a:pt x="1426" y="1"/>
                      <a:pt x="643" y="254"/>
                      <a:pt x="1" y="726"/>
                    </a:cubicBezTo>
                    <a:cubicBezTo>
                      <a:pt x="18" y="747"/>
                      <a:pt x="46" y="757"/>
                      <a:pt x="85" y="757"/>
                    </a:cubicBezTo>
                    <a:cubicBezTo>
                      <a:pt x="300" y="757"/>
                      <a:pt x="839" y="470"/>
                      <a:pt x="1637" y="282"/>
                    </a:cubicBezTo>
                    <a:cubicBezTo>
                      <a:pt x="2094" y="227"/>
                      <a:pt x="2496" y="227"/>
                      <a:pt x="2784" y="227"/>
                    </a:cubicBezTo>
                    <a:cubicBezTo>
                      <a:pt x="3071" y="227"/>
                      <a:pt x="3245" y="227"/>
                      <a:pt x="3245" y="171"/>
                    </a:cubicBezTo>
                    <a:cubicBezTo>
                      <a:pt x="2908" y="56"/>
                      <a:pt x="2552" y="1"/>
                      <a:pt x="219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Google Shape;2529;p55"/>
              <p:cNvSpPr/>
              <p:nvPr/>
            </p:nvSpPr>
            <p:spPr>
              <a:xfrm>
                <a:off x="4215450" y="5143700"/>
                <a:ext cx="92225" cy="62575"/>
              </a:xfrm>
              <a:custGeom>
                <a:avLst/>
                <a:gdLst/>
                <a:ahLst/>
                <a:cxnLst/>
                <a:rect l="l" t="t" r="r" b="b"/>
                <a:pathLst>
                  <a:path w="3689" h="2503" extrusionOk="0">
                    <a:moveTo>
                      <a:pt x="3356" y="296"/>
                    </a:moveTo>
                    <a:cubicBezTo>
                      <a:pt x="3356" y="407"/>
                      <a:pt x="3467" y="629"/>
                      <a:pt x="3356" y="740"/>
                    </a:cubicBezTo>
                    <a:cubicBezTo>
                      <a:pt x="3253" y="1382"/>
                      <a:pt x="2841" y="1929"/>
                      <a:pt x="2141" y="2094"/>
                    </a:cubicBezTo>
                    <a:lnTo>
                      <a:pt x="2141" y="2094"/>
                    </a:lnTo>
                    <a:cubicBezTo>
                      <a:pt x="2126" y="2066"/>
                      <a:pt x="2106" y="2041"/>
                      <a:pt x="2080" y="2015"/>
                    </a:cubicBezTo>
                    <a:cubicBezTo>
                      <a:pt x="2052" y="1895"/>
                      <a:pt x="2007" y="1783"/>
                      <a:pt x="1953" y="1680"/>
                    </a:cubicBezTo>
                    <a:lnTo>
                      <a:pt x="1953" y="1680"/>
                    </a:lnTo>
                    <a:cubicBezTo>
                      <a:pt x="2074" y="1390"/>
                      <a:pt x="2234" y="1120"/>
                      <a:pt x="2441" y="850"/>
                    </a:cubicBezTo>
                    <a:cubicBezTo>
                      <a:pt x="2552" y="629"/>
                      <a:pt x="2773" y="407"/>
                      <a:pt x="2995" y="296"/>
                    </a:cubicBezTo>
                    <a:close/>
                    <a:moveTo>
                      <a:pt x="1883" y="1865"/>
                    </a:moveTo>
                    <a:cubicBezTo>
                      <a:pt x="1933" y="1946"/>
                      <a:pt x="1981" y="2030"/>
                      <a:pt x="2026" y="2117"/>
                    </a:cubicBezTo>
                    <a:lnTo>
                      <a:pt x="2026" y="2117"/>
                    </a:lnTo>
                    <a:cubicBezTo>
                      <a:pt x="2007" y="2120"/>
                      <a:pt x="1988" y="2123"/>
                      <a:pt x="1969" y="2126"/>
                    </a:cubicBezTo>
                    <a:cubicBezTo>
                      <a:pt x="1913" y="2135"/>
                      <a:pt x="1856" y="2141"/>
                      <a:pt x="1799" y="2144"/>
                    </a:cubicBezTo>
                    <a:lnTo>
                      <a:pt x="1799" y="2144"/>
                    </a:lnTo>
                    <a:cubicBezTo>
                      <a:pt x="1823" y="2048"/>
                      <a:pt x="1851" y="1955"/>
                      <a:pt x="1883" y="1865"/>
                    </a:cubicBezTo>
                    <a:close/>
                    <a:moveTo>
                      <a:pt x="583" y="629"/>
                    </a:moveTo>
                    <a:cubicBezTo>
                      <a:pt x="805" y="740"/>
                      <a:pt x="1054" y="850"/>
                      <a:pt x="1276" y="1100"/>
                    </a:cubicBezTo>
                    <a:cubicBezTo>
                      <a:pt x="1452" y="1276"/>
                      <a:pt x="1636" y="1491"/>
                      <a:pt x="1803" y="1741"/>
                    </a:cubicBezTo>
                    <a:lnTo>
                      <a:pt x="1803" y="1741"/>
                    </a:lnTo>
                    <a:cubicBezTo>
                      <a:pt x="1783" y="1797"/>
                      <a:pt x="1764" y="1851"/>
                      <a:pt x="1748" y="1904"/>
                    </a:cubicBezTo>
                    <a:lnTo>
                      <a:pt x="1748" y="2146"/>
                    </a:lnTo>
                    <a:lnTo>
                      <a:pt x="1748" y="2146"/>
                    </a:lnTo>
                    <a:cubicBezTo>
                      <a:pt x="1734" y="2147"/>
                      <a:pt x="1721" y="2147"/>
                      <a:pt x="1707" y="2147"/>
                    </a:cubicBezTo>
                    <a:cubicBezTo>
                      <a:pt x="1108" y="2147"/>
                      <a:pt x="555" y="1816"/>
                      <a:pt x="361" y="1211"/>
                    </a:cubicBezTo>
                    <a:cubicBezTo>
                      <a:pt x="223" y="1100"/>
                      <a:pt x="223" y="989"/>
                      <a:pt x="361" y="850"/>
                    </a:cubicBezTo>
                    <a:cubicBezTo>
                      <a:pt x="361" y="740"/>
                      <a:pt x="472" y="629"/>
                      <a:pt x="583" y="629"/>
                    </a:cubicBezTo>
                    <a:close/>
                    <a:moveTo>
                      <a:pt x="3094" y="1"/>
                    </a:moveTo>
                    <a:cubicBezTo>
                      <a:pt x="3028" y="1"/>
                      <a:pt x="2957" y="14"/>
                      <a:pt x="2884" y="46"/>
                    </a:cubicBezTo>
                    <a:cubicBezTo>
                      <a:pt x="2663" y="296"/>
                      <a:pt x="2441" y="518"/>
                      <a:pt x="2302" y="740"/>
                    </a:cubicBezTo>
                    <a:cubicBezTo>
                      <a:pt x="2148" y="989"/>
                      <a:pt x="1995" y="1279"/>
                      <a:pt x="1878" y="1553"/>
                    </a:cubicBezTo>
                    <a:lnTo>
                      <a:pt x="1878" y="1553"/>
                    </a:lnTo>
                    <a:cubicBezTo>
                      <a:pt x="1725" y="1316"/>
                      <a:pt x="1528" y="1130"/>
                      <a:pt x="1387" y="989"/>
                    </a:cubicBezTo>
                    <a:cubicBezTo>
                      <a:pt x="1165" y="629"/>
                      <a:pt x="916" y="518"/>
                      <a:pt x="583" y="518"/>
                    </a:cubicBezTo>
                    <a:cubicBezTo>
                      <a:pt x="524" y="488"/>
                      <a:pt x="462" y="474"/>
                      <a:pt x="402" y="474"/>
                    </a:cubicBezTo>
                    <a:cubicBezTo>
                      <a:pt x="238" y="474"/>
                      <a:pt x="82" y="577"/>
                      <a:pt x="1" y="740"/>
                    </a:cubicBezTo>
                    <a:lnTo>
                      <a:pt x="1" y="1322"/>
                    </a:lnTo>
                    <a:cubicBezTo>
                      <a:pt x="326" y="2048"/>
                      <a:pt x="1104" y="2502"/>
                      <a:pt x="1843" y="2502"/>
                    </a:cubicBezTo>
                    <a:cubicBezTo>
                      <a:pt x="1923" y="2502"/>
                      <a:pt x="2002" y="2497"/>
                      <a:pt x="2080" y="2486"/>
                    </a:cubicBezTo>
                    <a:cubicBezTo>
                      <a:pt x="2113" y="2476"/>
                      <a:pt x="2146" y="2465"/>
                      <a:pt x="2178" y="2453"/>
                    </a:cubicBezTo>
                    <a:lnTo>
                      <a:pt x="2178" y="2453"/>
                    </a:lnTo>
                    <a:cubicBezTo>
                      <a:pt x="2183" y="2464"/>
                      <a:pt x="2187" y="2475"/>
                      <a:pt x="2191" y="2486"/>
                    </a:cubicBezTo>
                    <a:cubicBezTo>
                      <a:pt x="2191" y="2473"/>
                      <a:pt x="2191" y="2461"/>
                      <a:pt x="2191" y="2449"/>
                    </a:cubicBezTo>
                    <a:lnTo>
                      <a:pt x="2191" y="2449"/>
                    </a:lnTo>
                    <a:cubicBezTo>
                      <a:pt x="2938" y="2172"/>
                      <a:pt x="3477" y="1506"/>
                      <a:pt x="3688" y="740"/>
                    </a:cubicBezTo>
                    <a:cubicBezTo>
                      <a:pt x="3688" y="518"/>
                      <a:pt x="3578" y="296"/>
                      <a:pt x="3467" y="157"/>
                    </a:cubicBezTo>
                    <a:cubicBezTo>
                      <a:pt x="3388" y="79"/>
                      <a:pt x="3254" y="1"/>
                      <a:pt x="309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Google Shape;2530;p55"/>
              <p:cNvSpPr/>
              <p:nvPr/>
            </p:nvSpPr>
            <p:spPr>
              <a:xfrm>
                <a:off x="3507775" y="4847500"/>
                <a:ext cx="228050" cy="369450"/>
              </a:xfrm>
              <a:custGeom>
                <a:avLst/>
                <a:gdLst/>
                <a:ahLst/>
                <a:cxnLst/>
                <a:rect l="l" t="t" r="r" b="b"/>
                <a:pathLst>
                  <a:path w="9122" h="14778" extrusionOk="0">
                    <a:moveTo>
                      <a:pt x="9011" y="0"/>
                    </a:moveTo>
                    <a:lnTo>
                      <a:pt x="0" y="222"/>
                    </a:lnTo>
                    <a:lnTo>
                      <a:pt x="1165" y="14556"/>
                    </a:lnTo>
                    <a:lnTo>
                      <a:pt x="9122" y="14778"/>
                    </a:lnTo>
                    <a:lnTo>
                      <a:pt x="9011" y="0"/>
                    </a:lnTo>
                    <a:close/>
                  </a:path>
                </a:pathLst>
              </a:custGeom>
              <a:solidFill>
                <a:srgbClr val="B788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Google Shape;2531;p55"/>
              <p:cNvSpPr/>
              <p:nvPr/>
            </p:nvSpPr>
            <p:spPr>
              <a:xfrm>
                <a:off x="3308825" y="5164950"/>
                <a:ext cx="430475" cy="124800"/>
              </a:xfrm>
              <a:custGeom>
                <a:avLst/>
                <a:gdLst/>
                <a:ahLst/>
                <a:cxnLst/>
                <a:rect l="l" t="t" r="r" b="b"/>
                <a:pathLst>
                  <a:path w="17219" h="4992" extrusionOk="0">
                    <a:moveTo>
                      <a:pt x="9012" y="0"/>
                    </a:moveTo>
                    <a:cubicBezTo>
                      <a:pt x="9012" y="0"/>
                      <a:pt x="112" y="3355"/>
                      <a:pt x="1" y="4991"/>
                    </a:cubicBezTo>
                    <a:lnTo>
                      <a:pt x="17219" y="4991"/>
                    </a:lnTo>
                    <a:lnTo>
                      <a:pt x="17219" y="472"/>
                    </a:lnTo>
                    <a:lnTo>
                      <a:pt x="16525" y="583"/>
                    </a:lnTo>
                    <a:cubicBezTo>
                      <a:pt x="15584" y="798"/>
                      <a:pt x="14642" y="903"/>
                      <a:pt x="13708" y="903"/>
                    </a:cubicBezTo>
                    <a:cubicBezTo>
                      <a:pt x="12110" y="903"/>
                      <a:pt x="10534" y="595"/>
                      <a:pt x="9012" y="0"/>
                    </a:cubicBezTo>
                    <a:close/>
                  </a:path>
                </a:pathLst>
              </a:custGeom>
              <a:solidFill>
                <a:srgbClr val="E5F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Google Shape;2532;p55"/>
              <p:cNvSpPr/>
              <p:nvPr/>
            </p:nvSpPr>
            <p:spPr>
              <a:xfrm>
                <a:off x="3666500" y="5196825"/>
                <a:ext cx="34675" cy="31925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1277" extrusionOk="0">
                    <a:moveTo>
                      <a:pt x="693" y="1"/>
                    </a:moveTo>
                    <a:cubicBezTo>
                      <a:pt x="472" y="1"/>
                      <a:pt x="139" y="250"/>
                      <a:pt x="0" y="472"/>
                    </a:cubicBezTo>
                    <a:cubicBezTo>
                      <a:pt x="0" y="805"/>
                      <a:pt x="250" y="1165"/>
                      <a:pt x="583" y="1276"/>
                    </a:cubicBezTo>
                    <a:lnTo>
                      <a:pt x="693" y="1276"/>
                    </a:lnTo>
                    <a:cubicBezTo>
                      <a:pt x="1054" y="1276"/>
                      <a:pt x="1276" y="1165"/>
                      <a:pt x="1387" y="805"/>
                    </a:cubicBezTo>
                    <a:cubicBezTo>
                      <a:pt x="1387" y="472"/>
                      <a:pt x="1165" y="112"/>
                      <a:pt x="943" y="1"/>
                    </a:cubicBezTo>
                    <a:close/>
                  </a:path>
                </a:pathLst>
              </a:custGeom>
              <a:solidFill>
                <a:srgbClr val="F5FF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Google Shape;2533;p55"/>
              <p:cNvSpPr/>
              <p:nvPr/>
            </p:nvSpPr>
            <p:spPr>
              <a:xfrm>
                <a:off x="3306075" y="5268925"/>
                <a:ext cx="17350" cy="2082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33" extrusionOk="0">
                    <a:moveTo>
                      <a:pt x="693" y="0"/>
                    </a:moveTo>
                    <a:lnTo>
                      <a:pt x="693" y="0"/>
                    </a:lnTo>
                    <a:cubicBezTo>
                      <a:pt x="444" y="139"/>
                      <a:pt x="0" y="361"/>
                      <a:pt x="111" y="832"/>
                    </a:cubicBezTo>
                    <a:cubicBezTo>
                      <a:pt x="111" y="583"/>
                      <a:pt x="333" y="250"/>
                      <a:pt x="6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Google Shape;2534;p55"/>
              <p:cNvSpPr/>
              <p:nvPr/>
            </p:nvSpPr>
            <p:spPr>
              <a:xfrm>
                <a:off x="3308825" y="5255050"/>
                <a:ext cx="430475" cy="34700"/>
              </a:xfrm>
              <a:custGeom>
                <a:avLst/>
                <a:gdLst/>
                <a:ahLst/>
                <a:cxnLst/>
                <a:rect l="l" t="t" r="r" b="b"/>
                <a:pathLst>
                  <a:path w="17219" h="1388" extrusionOk="0">
                    <a:moveTo>
                      <a:pt x="17219" y="1"/>
                    </a:moveTo>
                    <a:lnTo>
                      <a:pt x="694" y="555"/>
                    </a:lnTo>
                    <a:lnTo>
                      <a:pt x="583" y="555"/>
                    </a:lnTo>
                    <a:cubicBezTo>
                      <a:pt x="223" y="805"/>
                      <a:pt x="1" y="1138"/>
                      <a:pt x="1" y="1387"/>
                    </a:cubicBezTo>
                    <a:lnTo>
                      <a:pt x="17219" y="1387"/>
                    </a:lnTo>
                    <a:lnTo>
                      <a:pt x="17219" y="1"/>
                    </a:lnTo>
                    <a:close/>
                  </a:path>
                </a:pathLst>
              </a:custGeom>
              <a:solidFill>
                <a:srgbClr val="F5FF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Google Shape;2535;p55"/>
              <p:cNvSpPr/>
              <p:nvPr/>
            </p:nvSpPr>
            <p:spPr>
              <a:xfrm>
                <a:off x="3525100" y="5161775"/>
                <a:ext cx="40925" cy="26775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1071" extrusionOk="0">
                    <a:moveTo>
                      <a:pt x="186" y="0"/>
                    </a:moveTo>
                    <a:cubicBezTo>
                      <a:pt x="69" y="0"/>
                      <a:pt x="0" y="17"/>
                      <a:pt x="0" y="17"/>
                    </a:cubicBezTo>
                    <a:cubicBezTo>
                      <a:pt x="0" y="127"/>
                      <a:pt x="472" y="127"/>
                      <a:pt x="804" y="488"/>
                    </a:cubicBezTo>
                    <a:cubicBezTo>
                      <a:pt x="1276" y="710"/>
                      <a:pt x="1498" y="1070"/>
                      <a:pt x="1636" y="1070"/>
                    </a:cubicBezTo>
                    <a:cubicBezTo>
                      <a:pt x="1636" y="1070"/>
                      <a:pt x="1498" y="488"/>
                      <a:pt x="1054" y="266"/>
                    </a:cubicBezTo>
                    <a:cubicBezTo>
                      <a:pt x="693" y="43"/>
                      <a:pt x="376" y="0"/>
                      <a:pt x="18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Google Shape;2536;p55"/>
              <p:cNvSpPr/>
              <p:nvPr/>
            </p:nvSpPr>
            <p:spPr>
              <a:xfrm>
                <a:off x="3482125" y="5180775"/>
                <a:ext cx="28450" cy="33400"/>
              </a:xfrm>
              <a:custGeom>
                <a:avLst/>
                <a:gdLst/>
                <a:ahLst/>
                <a:cxnLst/>
                <a:rect l="l" t="t" r="r" b="b"/>
                <a:pathLst>
                  <a:path w="1138" h="1336" extrusionOk="0">
                    <a:moveTo>
                      <a:pt x="124" y="0"/>
                    </a:moveTo>
                    <a:cubicBezTo>
                      <a:pt x="48" y="0"/>
                      <a:pt x="0" y="24"/>
                      <a:pt x="0" y="61"/>
                    </a:cubicBezTo>
                    <a:cubicBezTo>
                      <a:pt x="0" y="199"/>
                      <a:pt x="333" y="310"/>
                      <a:pt x="583" y="643"/>
                    </a:cubicBezTo>
                    <a:cubicBezTo>
                      <a:pt x="915" y="1003"/>
                      <a:pt x="915" y="1336"/>
                      <a:pt x="1026" y="1336"/>
                    </a:cubicBezTo>
                    <a:cubicBezTo>
                      <a:pt x="1137" y="1336"/>
                      <a:pt x="1137" y="892"/>
                      <a:pt x="804" y="421"/>
                    </a:cubicBezTo>
                    <a:cubicBezTo>
                      <a:pt x="562" y="104"/>
                      <a:pt x="281" y="0"/>
                      <a:pt x="12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Google Shape;2537;p55"/>
              <p:cNvSpPr/>
              <p:nvPr/>
            </p:nvSpPr>
            <p:spPr>
              <a:xfrm>
                <a:off x="3438450" y="5199600"/>
                <a:ext cx="23600" cy="3815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526" extrusionOk="0">
                    <a:moveTo>
                      <a:pt x="1" y="1"/>
                    </a:moveTo>
                    <a:cubicBezTo>
                      <a:pt x="1" y="139"/>
                      <a:pt x="250" y="361"/>
                      <a:pt x="361" y="694"/>
                    </a:cubicBezTo>
                    <a:cubicBezTo>
                      <a:pt x="583" y="1054"/>
                      <a:pt x="583" y="1526"/>
                      <a:pt x="694" y="1526"/>
                    </a:cubicBezTo>
                    <a:cubicBezTo>
                      <a:pt x="805" y="1526"/>
                      <a:pt x="943" y="1054"/>
                      <a:pt x="694" y="583"/>
                    </a:cubicBezTo>
                    <a:cubicBezTo>
                      <a:pt x="472" y="139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Google Shape;2538;p55"/>
              <p:cNvSpPr/>
              <p:nvPr/>
            </p:nvSpPr>
            <p:spPr>
              <a:xfrm>
                <a:off x="3531325" y="5127525"/>
                <a:ext cx="65875" cy="36750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1470" extrusionOk="0">
                    <a:moveTo>
                      <a:pt x="2132" y="278"/>
                    </a:moveTo>
                    <a:cubicBezTo>
                      <a:pt x="2191" y="278"/>
                      <a:pt x="2247" y="305"/>
                      <a:pt x="2302" y="361"/>
                    </a:cubicBezTo>
                    <a:lnTo>
                      <a:pt x="2302" y="472"/>
                    </a:lnTo>
                    <a:cubicBezTo>
                      <a:pt x="2191" y="472"/>
                      <a:pt x="2191" y="583"/>
                      <a:pt x="2080" y="583"/>
                    </a:cubicBezTo>
                    <a:cubicBezTo>
                      <a:pt x="1942" y="693"/>
                      <a:pt x="1831" y="804"/>
                      <a:pt x="1609" y="804"/>
                    </a:cubicBezTo>
                    <a:cubicBezTo>
                      <a:pt x="1387" y="943"/>
                      <a:pt x="1027" y="1054"/>
                      <a:pt x="805" y="1165"/>
                    </a:cubicBezTo>
                    <a:cubicBezTo>
                      <a:pt x="593" y="1259"/>
                      <a:pt x="321" y="1273"/>
                      <a:pt x="108" y="1343"/>
                    </a:cubicBezTo>
                    <a:lnTo>
                      <a:pt x="108" y="1343"/>
                    </a:lnTo>
                    <a:cubicBezTo>
                      <a:pt x="217" y="1250"/>
                      <a:pt x="410" y="1077"/>
                      <a:pt x="694" y="943"/>
                    </a:cubicBezTo>
                    <a:cubicBezTo>
                      <a:pt x="916" y="693"/>
                      <a:pt x="1138" y="583"/>
                      <a:pt x="1387" y="472"/>
                    </a:cubicBezTo>
                    <a:cubicBezTo>
                      <a:pt x="1609" y="361"/>
                      <a:pt x="1720" y="361"/>
                      <a:pt x="1942" y="361"/>
                    </a:cubicBezTo>
                    <a:cubicBezTo>
                      <a:pt x="2011" y="305"/>
                      <a:pt x="2073" y="278"/>
                      <a:pt x="2132" y="278"/>
                    </a:cubicBezTo>
                    <a:close/>
                    <a:moveTo>
                      <a:pt x="1831" y="0"/>
                    </a:moveTo>
                    <a:cubicBezTo>
                      <a:pt x="1609" y="111"/>
                      <a:pt x="1498" y="111"/>
                      <a:pt x="1249" y="250"/>
                    </a:cubicBezTo>
                    <a:cubicBezTo>
                      <a:pt x="1027" y="361"/>
                      <a:pt x="805" y="583"/>
                      <a:pt x="444" y="693"/>
                    </a:cubicBezTo>
                    <a:cubicBezTo>
                      <a:pt x="112" y="1165"/>
                      <a:pt x="1" y="1387"/>
                      <a:pt x="1" y="1387"/>
                    </a:cubicBezTo>
                    <a:cubicBezTo>
                      <a:pt x="1" y="1387"/>
                      <a:pt x="1" y="1387"/>
                      <a:pt x="1" y="1387"/>
                    </a:cubicBezTo>
                    <a:lnTo>
                      <a:pt x="1" y="1387"/>
                    </a:lnTo>
                    <a:cubicBezTo>
                      <a:pt x="1" y="1402"/>
                      <a:pt x="5" y="1409"/>
                      <a:pt x="13" y="1409"/>
                    </a:cubicBezTo>
                    <a:cubicBezTo>
                      <a:pt x="18" y="1409"/>
                      <a:pt x="25" y="1406"/>
                      <a:pt x="33" y="1402"/>
                    </a:cubicBezTo>
                    <a:lnTo>
                      <a:pt x="33" y="1402"/>
                    </a:lnTo>
                    <a:cubicBezTo>
                      <a:pt x="138" y="1447"/>
                      <a:pt x="264" y="1470"/>
                      <a:pt x="392" y="1470"/>
                    </a:cubicBezTo>
                    <a:cubicBezTo>
                      <a:pt x="535" y="1470"/>
                      <a:pt x="680" y="1442"/>
                      <a:pt x="805" y="1387"/>
                    </a:cubicBezTo>
                    <a:cubicBezTo>
                      <a:pt x="1138" y="1387"/>
                      <a:pt x="1498" y="1276"/>
                      <a:pt x="1720" y="1165"/>
                    </a:cubicBezTo>
                    <a:cubicBezTo>
                      <a:pt x="1942" y="1054"/>
                      <a:pt x="2080" y="943"/>
                      <a:pt x="2191" y="804"/>
                    </a:cubicBezTo>
                    <a:cubicBezTo>
                      <a:pt x="2302" y="804"/>
                      <a:pt x="2413" y="693"/>
                      <a:pt x="2524" y="693"/>
                    </a:cubicBezTo>
                    <a:cubicBezTo>
                      <a:pt x="2635" y="472"/>
                      <a:pt x="2635" y="361"/>
                      <a:pt x="2524" y="250"/>
                    </a:cubicBezTo>
                    <a:cubicBezTo>
                      <a:pt x="2413" y="111"/>
                      <a:pt x="2302" y="0"/>
                      <a:pt x="219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Google Shape;2539;p55"/>
              <p:cNvSpPr/>
              <p:nvPr/>
            </p:nvSpPr>
            <p:spPr>
              <a:xfrm>
                <a:off x="3505000" y="5099100"/>
                <a:ext cx="34675" cy="65875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2635" extrusionOk="0">
                    <a:moveTo>
                      <a:pt x="472" y="1"/>
                    </a:moveTo>
                    <a:cubicBezTo>
                      <a:pt x="361" y="1"/>
                      <a:pt x="222" y="1"/>
                      <a:pt x="111" y="222"/>
                    </a:cubicBezTo>
                    <a:cubicBezTo>
                      <a:pt x="111" y="333"/>
                      <a:pt x="0" y="333"/>
                      <a:pt x="0" y="444"/>
                    </a:cubicBezTo>
                    <a:cubicBezTo>
                      <a:pt x="0" y="1026"/>
                      <a:pt x="111" y="1498"/>
                      <a:pt x="361" y="1941"/>
                    </a:cubicBezTo>
                    <a:cubicBezTo>
                      <a:pt x="693" y="2413"/>
                      <a:pt x="1054" y="2524"/>
                      <a:pt x="1054" y="2524"/>
                    </a:cubicBezTo>
                    <a:cubicBezTo>
                      <a:pt x="1054" y="2413"/>
                      <a:pt x="804" y="2302"/>
                      <a:pt x="583" y="1830"/>
                    </a:cubicBezTo>
                    <a:cubicBezTo>
                      <a:pt x="472" y="1609"/>
                      <a:pt x="361" y="1387"/>
                      <a:pt x="361" y="1026"/>
                    </a:cubicBezTo>
                    <a:cubicBezTo>
                      <a:pt x="222" y="916"/>
                      <a:pt x="222" y="694"/>
                      <a:pt x="361" y="555"/>
                    </a:cubicBezTo>
                    <a:cubicBezTo>
                      <a:pt x="361" y="333"/>
                      <a:pt x="361" y="222"/>
                      <a:pt x="472" y="222"/>
                    </a:cubicBezTo>
                    <a:cubicBezTo>
                      <a:pt x="583" y="222"/>
                      <a:pt x="693" y="333"/>
                      <a:pt x="804" y="555"/>
                    </a:cubicBezTo>
                    <a:cubicBezTo>
                      <a:pt x="804" y="694"/>
                      <a:pt x="915" y="805"/>
                      <a:pt x="915" y="1026"/>
                    </a:cubicBezTo>
                    <a:cubicBezTo>
                      <a:pt x="1054" y="1248"/>
                      <a:pt x="1165" y="1498"/>
                      <a:pt x="1165" y="1830"/>
                    </a:cubicBezTo>
                    <a:cubicBezTo>
                      <a:pt x="1165" y="2302"/>
                      <a:pt x="1054" y="2634"/>
                      <a:pt x="1165" y="2634"/>
                    </a:cubicBezTo>
                    <a:cubicBezTo>
                      <a:pt x="1165" y="2634"/>
                      <a:pt x="1387" y="2413"/>
                      <a:pt x="1387" y="1830"/>
                    </a:cubicBezTo>
                    <a:cubicBezTo>
                      <a:pt x="1387" y="1498"/>
                      <a:pt x="1387" y="1137"/>
                      <a:pt x="1276" y="916"/>
                    </a:cubicBezTo>
                    <a:cubicBezTo>
                      <a:pt x="1165" y="694"/>
                      <a:pt x="1165" y="555"/>
                      <a:pt x="1054" y="333"/>
                    </a:cubicBezTo>
                    <a:cubicBezTo>
                      <a:pt x="915" y="111"/>
                      <a:pt x="693" y="1"/>
                      <a:pt x="47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Google Shape;2540;p55"/>
              <p:cNvSpPr/>
              <p:nvPr/>
            </p:nvSpPr>
            <p:spPr>
              <a:xfrm>
                <a:off x="3326175" y="2829075"/>
                <a:ext cx="923975" cy="2107850"/>
              </a:xfrm>
              <a:custGeom>
                <a:avLst/>
                <a:gdLst/>
                <a:ahLst/>
                <a:cxnLst/>
                <a:rect l="l" t="t" r="r" b="b"/>
                <a:pathLst>
                  <a:path w="36959" h="84314" extrusionOk="0">
                    <a:moveTo>
                      <a:pt x="15582" y="0"/>
                    </a:moveTo>
                    <a:lnTo>
                      <a:pt x="4741" y="915"/>
                    </a:lnTo>
                    <a:cubicBezTo>
                      <a:pt x="4741" y="915"/>
                      <a:pt x="0" y="11312"/>
                      <a:pt x="1275" y="23789"/>
                    </a:cubicBezTo>
                    <a:cubicBezTo>
                      <a:pt x="2412" y="36265"/>
                      <a:pt x="6682" y="82123"/>
                      <a:pt x="6682" y="82123"/>
                    </a:cubicBezTo>
                    <a:lnTo>
                      <a:pt x="16635" y="82123"/>
                    </a:lnTo>
                    <a:lnTo>
                      <a:pt x="16857" y="15804"/>
                    </a:lnTo>
                    <a:lnTo>
                      <a:pt x="26922" y="84314"/>
                    </a:lnTo>
                    <a:lnTo>
                      <a:pt x="36958" y="84314"/>
                    </a:lnTo>
                    <a:cubicBezTo>
                      <a:pt x="36958" y="84314"/>
                      <a:pt x="32106" y="25646"/>
                      <a:pt x="31774" y="17551"/>
                    </a:cubicBezTo>
                    <a:cubicBezTo>
                      <a:pt x="31413" y="9566"/>
                      <a:pt x="25286" y="804"/>
                      <a:pt x="25286" y="804"/>
                    </a:cubicBezTo>
                    <a:lnTo>
                      <a:pt x="15831" y="111"/>
                    </a:lnTo>
                    <a:lnTo>
                      <a:pt x="15831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Google Shape;2541;p55"/>
              <p:cNvSpPr/>
              <p:nvPr/>
            </p:nvSpPr>
            <p:spPr>
              <a:xfrm>
                <a:off x="3462025" y="4853025"/>
                <a:ext cx="305700" cy="170550"/>
              </a:xfrm>
              <a:custGeom>
                <a:avLst/>
                <a:gdLst/>
                <a:ahLst/>
                <a:cxnLst/>
                <a:rect l="l" t="t" r="r" b="b"/>
                <a:pathLst>
                  <a:path w="12228" h="6822" extrusionOk="0">
                    <a:moveTo>
                      <a:pt x="0" y="1"/>
                    </a:moveTo>
                    <a:lnTo>
                      <a:pt x="1387" y="6821"/>
                    </a:lnTo>
                    <a:lnTo>
                      <a:pt x="11534" y="6711"/>
                    </a:lnTo>
                    <a:lnTo>
                      <a:pt x="12227" y="4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Google Shape;2542;p55"/>
              <p:cNvSpPr/>
              <p:nvPr/>
            </p:nvSpPr>
            <p:spPr>
              <a:xfrm>
                <a:off x="3984650" y="4850275"/>
                <a:ext cx="291825" cy="248850"/>
              </a:xfrm>
              <a:custGeom>
                <a:avLst/>
                <a:gdLst/>
                <a:ahLst/>
                <a:cxnLst/>
                <a:rect l="l" t="t" r="r" b="b"/>
                <a:pathLst>
                  <a:path w="11673" h="9954" extrusionOk="0">
                    <a:moveTo>
                      <a:pt x="11201" y="0"/>
                    </a:moveTo>
                    <a:lnTo>
                      <a:pt x="0" y="2329"/>
                    </a:lnTo>
                    <a:lnTo>
                      <a:pt x="2191" y="9954"/>
                    </a:lnTo>
                    <a:lnTo>
                      <a:pt x="11673" y="8567"/>
                    </a:lnTo>
                    <a:lnTo>
                      <a:pt x="11201" y="0"/>
                    </a:ln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Google Shape;2543;p55"/>
              <p:cNvSpPr/>
              <p:nvPr/>
            </p:nvSpPr>
            <p:spPr>
              <a:xfrm>
                <a:off x="3695600" y="2881050"/>
                <a:ext cx="63800" cy="340350"/>
              </a:xfrm>
              <a:custGeom>
                <a:avLst/>
                <a:gdLst/>
                <a:ahLst/>
                <a:cxnLst/>
                <a:rect l="l" t="t" r="r" b="b"/>
                <a:pathLst>
                  <a:path w="2552" h="13614" extrusionOk="0">
                    <a:moveTo>
                      <a:pt x="1" y="1"/>
                    </a:moveTo>
                    <a:lnTo>
                      <a:pt x="1" y="444"/>
                    </a:lnTo>
                    <a:cubicBezTo>
                      <a:pt x="1" y="916"/>
                      <a:pt x="1" y="1387"/>
                      <a:pt x="112" y="2080"/>
                    </a:cubicBezTo>
                    <a:cubicBezTo>
                      <a:pt x="112" y="3328"/>
                      <a:pt x="361" y="5074"/>
                      <a:pt x="583" y="7043"/>
                    </a:cubicBezTo>
                    <a:cubicBezTo>
                      <a:pt x="694" y="9122"/>
                      <a:pt x="916" y="10841"/>
                      <a:pt x="1165" y="12117"/>
                    </a:cubicBezTo>
                    <a:cubicBezTo>
                      <a:pt x="1276" y="12699"/>
                      <a:pt x="1498" y="13170"/>
                      <a:pt x="1969" y="13503"/>
                    </a:cubicBezTo>
                    <a:cubicBezTo>
                      <a:pt x="2080" y="13614"/>
                      <a:pt x="2191" y="13614"/>
                      <a:pt x="2302" y="13614"/>
                    </a:cubicBezTo>
                    <a:lnTo>
                      <a:pt x="2552" y="13614"/>
                    </a:lnTo>
                    <a:cubicBezTo>
                      <a:pt x="2302" y="13614"/>
                      <a:pt x="2191" y="13503"/>
                      <a:pt x="1969" y="13392"/>
                    </a:cubicBezTo>
                    <a:cubicBezTo>
                      <a:pt x="1609" y="13032"/>
                      <a:pt x="1387" y="12588"/>
                      <a:pt x="1387" y="12117"/>
                    </a:cubicBezTo>
                    <a:cubicBezTo>
                      <a:pt x="1165" y="10841"/>
                      <a:pt x="916" y="9011"/>
                      <a:pt x="694" y="7043"/>
                    </a:cubicBezTo>
                    <a:cubicBezTo>
                      <a:pt x="583" y="5074"/>
                      <a:pt x="361" y="3328"/>
                      <a:pt x="223" y="2080"/>
                    </a:cubicBezTo>
                    <a:cubicBezTo>
                      <a:pt x="112" y="1387"/>
                      <a:pt x="112" y="916"/>
                      <a:pt x="112" y="444"/>
                    </a:cubicBezTo>
                    <a:cubicBezTo>
                      <a:pt x="1" y="333"/>
                      <a:pt x="1" y="112"/>
                      <a:pt x="1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Google Shape;2544;p55"/>
              <p:cNvSpPr/>
              <p:nvPr/>
            </p:nvSpPr>
            <p:spPr>
              <a:xfrm>
                <a:off x="3718475" y="2865350"/>
                <a:ext cx="55475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2191" extrusionOk="0">
                    <a:moveTo>
                      <a:pt x="1139" y="0"/>
                    </a:moveTo>
                    <a:cubicBezTo>
                      <a:pt x="1073" y="0"/>
                      <a:pt x="1008" y="14"/>
                      <a:pt x="943" y="46"/>
                    </a:cubicBezTo>
                    <a:lnTo>
                      <a:pt x="694" y="46"/>
                    </a:lnTo>
                    <a:cubicBezTo>
                      <a:pt x="1054" y="46"/>
                      <a:pt x="1276" y="157"/>
                      <a:pt x="1526" y="268"/>
                    </a:cubicBezTo>
                    <a:cubicBezTo>
                      <a:pt x="1747" y="490"/>
                      <a:pt x="1969" y="740"/>
                      <a:pt x="1969" y="1072"/>
                    </a:cubicBezTo>
                    <a:cubicBezTo>
                      <a:pt x="2080" y="1433"/>
                      <a:pt x="1858" y="1765"/>
                      <a:pt x="1526" y="1876"/>
                    </a:cubicBezTo>
                    <a:cubicBezTo>
                      <a:pt x="1388" y="1929"/>
                      <a:pt x="1254" y="1962"/>
                      <a:pt x="1121" y="1962"/>
                    </a:cubicBezTo>
                    <a:cubicBezTo>
                      <a:pt x="906" y="1962"/>
                      <a:pt x="695" y="1877"/>
                      <a:pt x="472" y="1655"/>
                    </a:cubicBezTo>
                    <a:cubicBezTo>
                      <a:pt x="361" y="1433"/>
                      <a:pt x="250" y="1183"/>
                      <a:pt x="250" y="850"/>
                    </a:cubicBezTo>
                    <a:cubicBezTo>
                      <a:pt x="361" y="629"/>
                      <a:pt x="472" y="268"/>
                      <a:pt x="694" y="157"/>
                    </a:cubicBezTo>
                    <a:lnTo>
                      <a:pt x="694" y="157"/>
                    </a:lnTo>
                    <a:cubicBezTo>
                      <a:pt x="694" y="157"/>
                      <a:pt x="583" y="157"/>
                      <a:pt x="472" y="268"/>
                    </a:cubicBezTo>
                    <a:cubicBezTo>
                      <a:pt x="361" y="379"/>
                      <a:pt x="250" y="629"/>
                      <a:pt x="139" y="850"/>
                    </a:cubicBezTo>
                    <a:cubicBezTo>
                      <a:pt x="1" y="1183"/>
                      <a:pt x="139" y="1544"/>
                      <a:pt x="361" y="1876"/>
                    </a:cubicBezTo>
                    <a:cubicBezTo>
                      <a:pt x="575" y="2108"/>
                      <a:pt x="847" y="2191"/>
                      <a:pt x="1138" y="2191"/>
                    </a:cubicBezTo>
                    <a:cubicBezTo>
                      <a:pt x="1300" y="2191"/>
                      <a:pt x="1468" y="2165"/>
                      <a:pt x="1637" y="2126"/>
                    </a:cubicBezTo>
                    <a:cubicBezTo>
                      <a:pt x="1858" y="2015"/>
                      <a:pt x="1969" y="1876"/>
                      <a:pt x="2080" y="1655"/>
                    </a:cubicBezTo>
                    <a:cubicBezTo>
                      <a:pt x="2219" y="1433"/>
                      <a:pt x="2219" y="1183"/>
                      <a:pt x="2219" y="961"/>
                    </a:cubicBezTo>
                    <a:cubicBezTo>
                      <a:pt x="2219" y="629"/>
                      <a:pt x="1969" y="379"/>
                      <a:pt x="1637" y="157"/>
                    </a:cubicBezTo>
                    <a:cubicBezTo>
                      <a:pt x="1460" y="79"/>
                      <a:pt x="1298" y="0"/>
                      <a:pt x="1139" y="0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Google Shape;2545;p55"/>
              <p:cNvSpPr/>
              <p:nvPr/>
            </p:nvSpPr>
            <p:spPr>
              <a:xfrm>
                <a:off x="3583325" y="2381300"/>
                <a:ext cx="334800" cy="305700"/>
              </a:xfrm>
              <a:custGeom>
                <a:avLst/>
                <a:gdLst/>
                <a:ahLst/>
                <a:cxnLst/>
                <a:rect l="l" t="t" r="r" b="b"/>
                <a:pathLst>
                  <a:path w="13392" h="12228" extrusionOk="0">
                    <a:moveTo>
                      <a:pt x="555" y="1"/>
                    </a:moveTo>
                    <a:cubicBezTo>
                      <a:pt x="222" y="1"/>
                      <a:pt x="0" y="333"/>
                      <a:pt x="111" y="694"/>
                    </a:cubicBezTo>
                    <a:lnTo>
                      <a:pt x="1026" y="5435"/>
                    </a:lnTo>
                    <a:lnTo>
                      <a:pt x="2523" y="11534"/>
                    </a:lnTo>
                    <a:cubicBezTo>
                      <a:pt x="2634" y="11895"/>
                      <a:pt x="2995" y="12117"/>
                      <a:pt x="3327" y="12117"/>
                    </a:cubicBezTo>
                    <a:lnTo>
                      <a:pt x="11312" y="12228"/>
                    </a:lnTo>
                    <a:cubicBezTo>
                      <a:pt x="11784" y="12228"/>
                      <a:pt x="12116" y="11895"/>
                      <a:pt x="12116" y="11423"/>
                    </a:cubicBezTo>
                    <a:lnTo>
                      <a:pt x="13392" y="694"/>
                    </a:lnTo>
                    <a:cubicBezTo>
                      <a:pt x="13392" y="333"/>
                      <a:pt x="13170" y="1"/>
                      <a:pt x="12809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Google Shape;2546;p55"/>
              <p:cNvSpPr/>
              <p:nvPr/>
            </p:nvSpPr>
            <p:spPr>
              <a:xfrm>
                <a:off x="3583325" y="2453375"/>
                <a:ext cx="323025" cy="190075"/>
              </a:xfrm>
              <a:custGeom>
                <a:avLst/>
                <a:gdLst/>
                <a:ahLst/>
                <a:cxnLst/>
                <a:rect l="l" t="t" r="r" b="b"/>
                <a:pathLst>
                  <a:path w="12921" h="7603" extrusionOk="0">
                    <a:moveTo>
                      <a:pt x="0" y="1"/>
                    </a:moveTo>
                    <a:lnTo>
                      <a:pt x="0" y="2774"/>
                    </a:lnTo>
                    <a:lnTo>
                      <a:pt x="444" y="3938"/>
                    </a:lnTo>
                    <a:lnTo>
                      <a:pt x="333" y="5435"/>
                    </a:lnTo>
                    <a:cubicBezTo>
                      <a:pt x="333" y="6128"/>
                      <a:pt x="804" y="6821"/>
                      <a:pt x="1497" y="7154"/>
                    </a:cubicBezTo>
                    <a:lnTo>
                      <a:pt x="1941" y="7265"/>
                    </a:lnTo>
                    <a:cubicBezTo>
                      <a:pt x="2430" y="7477"/>
                      <a:pt x="2948" y="7603"/>
                      <a:pt x="3477" y="7603"/>
                    </a:cubicBezTo>
                    <a:cubicBezTo>
                      <a:pt x="3848" y="7603"/>
                      <a:pt x="4226" y="7541"/>
                      <a:pt x="4603" y="7404"/>
                    </a:cubicBezTo>
                    <a:cubicBezTo>
                      <a:pt x="5407" y="7154"/>
                      <a:pt x="6239" y="6821"/>
                      <a:pt x="6349" y="6821"/>
                    </a:cubicBezTo>
                    <a:cubicBezTo>
                      <a:pt x="6932" y="6711"/>
                      <a:pt x="7486" y="6572"/>
                      <a:pt x="8068" y="6350"/>
                    </a:cubicBezTo>
                    <a:cubicBezTo>
                      <a:pt x="8429" y="6128"/>
                      <a:pt x="12116" y="5186"/>
                      <a:pt x="12588" y="5075"/>
                    </a:cubicBezTo>
                    <a:cubicBezTo>
                      <a:pt x="12920" y="4853"/>
                      <a:pt x="12699" y="4382"/>
                      <a:pt x="12588" y="4160"/>
                    </a:cubicBezTo>
                    <a:cubicBezTo>
                      <a:pt x="12565" y="4140"/>
                      <a:pt x="12512" y="4131"/>
                      <a:pt x="12432" y="4131"/>
                    </a:cubicBezTo>
                    <a:cubicBezTo>
                      <a:pt x="11613" y="4131"/>
                      <a:pt x="8068" y="5075"/>
                      <a:pt x="8068" y="5075"/>
                    </a:cubicBezTo>
                    <a:cubicBezTo>
                      <a:pt x="8179" y="4631"/>
                      <a:pt x="11090" y="3578"/>
                      <a:pt x="11423" y="3356"/>
                    </a:cubicBezTo>
                    <a:cubicBezTo>
                      <a:pt x="11895" y="2995"/>
                      <a:pt x="11423" y="2663"/>
                      <a:pt x="10841" y="2413"/>
                    </a:cubicBezTo>
                    <a:cubicBezTo>
                      <a:pt x="10822" y="2410"/>
                      <a:pt x="10800" y="2409"/>
                      <a:pt x="10776" y="2409"/>
                    </a:cubicBezTo>
                    <a:cubicBezTo>
                      <a:pt x="10011" y="2409"/>
                      <a:pt x="6723" y="3872"/>
                      <a:pt x="5779" y="3872"/>
                    </a:cubicBezTo>
                    <a:cubicBezTo>
                      <a:pt x="5662" y="3872"/>
                      <a:pt x="5581" y="3850"/>
                      <a:pt x="5545" y="3799"/>
                    </a:cubicBezTo>
                    <a:cubicBezTo>
                      <a:pt x="5185" y="3356"/>
                      <a:pt x="7153" y="2080"/>
                      <a:pt x="7486" y="1609"/>
                    </a:cubicBezTo>
                    <a:cubicBezTo>
                      <a:pt x="7957" y="1165"/>
                      <a:pt x="7625" y="694"/>
                      <a:pt x="7264" y="472"/>
                    </a:cubicBezTo>
                    <a:cubicBezTo>
                      <a:pt x="7236" y="457"/>
                      <a:pt x="7203" y="451"/>
                      <a:pt x="7164" y="451"/>
                    </a:cubicBezTo>
                    <a:cubicBezTo>
                      <a:pt x="6551" y="451"/>
                      <a:pt x="4681" y="2204"/>
                      <a:pt x="4159" y="2413"/>
                    </a:cubicBezTo>
                    <a:cubicBezTo>
                      <a:pt x="3981" y="2523"/>
                      <a:pt x="3759" y="2566"/>
                      <a:pt x="3520" y="2566"/>
                    </a:cubicBezTo>
                    <a:cubicBezTo>
                      <a:pt x="2977" y="2566"/>
                      <a:pt x="2345" y="2345"/>
                      <a:pt x="1941" y="2191"/>
                    </a:cubicBezTo>
                    <a:cubicBezTo>
                      <a:pt x="1608" y="1970"/>
                      <a:pt x="1387" y="1387"/>
                      <a:pt x="1137" y="805"/>
                    </a:cubicBezTo>
                    <a:cubicBezTo>
                      <a:pt x="915" y="334"/>
                      <a:pt x="444" y="1"/>
                      <a:pt x="0" y="1"/>
                    </a:cubicBezTo>
                    <a:close/>
                  </a:path>
                </a:pathLst>
              </a:custGeom>
              <a:solidFill>
                <a:srgbClr val="B788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Google Shape;2547;p55"/>
              <p:cNvSpPr/>
              <p:nvPr/>
            </p:nvSpPr>
            <p:spPr>
              <a:xfrm>
                <a:off x="3742050" y="2413175"/>
                <a:ext cx="22900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916" h="916" extrusionOk="0">
                    <a:moveTo>
                      <a:pt x="444" y="1"/>
                    </a:moveTo>
                    <a:cubicBezTo>
                      <a:pt x="222" y="1"/>
                      <a:pt x="0" y="223"/>
                      <a:pt x="0" y="445"/>
                    </a:cubicBezTo>
                    <a:cubicBezTo>
                      <a:pt x="0" y="805"/>
                      <a:pt x="222" y="916"/>
                      <a:pt x="444" y="916"/>
                    </a:cubicBezTo>
                    <a:cubicBezTo>
                      <a:pt x="694" y="916"/>
                      <a:pt x="915" y="805"/>
                      <a:pt x="915" y="445"/>
                    </a:cubicBezTo>
                    <a:cubicBezTo>
                      <a:pt x="915" y="223"/>
                      <a:pt x="694" y="112"/>
                      <a:pt x="444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48" name="Google Shape;2548;p55"/>
            <p:cNvSpPr/>
            <p:nvPr/>
          </p:nvSpPr>
          <p:spPr>
            <a:xfrm>
              <a:off x="6411973" y="783097"/>
              <a:ext cx="443616" cy="414198"/>
            </a:xfrm>
            <a:custGeom>
              <a:avLst/>
              <a:gdLst/>
              <a:ahLst/>
              <a:cxnLst/>
              <a:rect l="l" t="t" r="r" b="b"/>
              <a:pathLst>
                <a:path w="24565" h="22936" extrusionOk="0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55"/>
            <p:cNvSpPr/>
            <p:nvPr/>
          </p:nvSpPr>
          <p:spPr>
            <a:xfrm>
              <a:off x="6464722" y="832360"/>
              <a:ext cx="338116" cy="315651"/>
            </a:xfrm>
            <a:custGeom>
              <a:avLst/>
              <a:gdLst/>
              <a:ahLst/>
              <a:cxnLst/>
              <a:rect l="l" t="t" r="r" b="b"/>
              <a:pathLst>
                <a:path w="18723" h="17479" extrusionOk="0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55"/>
            <p:cNvSpPr/>
            <p:nvPr/>
          </p:nvSpPr>
          <p:spPr>
            <a:xfrm>
              <a:off x="6471927" y="826364"/>
              <a:ext cx="318324" cy="191514"/>
            </a:xfrm>
            <a:custGeom>
              <a:avLst/>
              <a:gdLst/>
              <a:ahLst/>
              <a:cxnLst/>
              <a:rect l="l" t="t" r="r" b="b"/>
              <a:pathLst>
                <a:path w="17627" h="10605" extrusionOk="0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55"/>
            <p:cNvSpPr/>
            <p:nvPr/>
          </p:nvSpPr>
          <p:spPr>
            <a:xfrm>
              <a:off x="6560071" y="879853"/>
              <a:ext cx="157329" cy="232201"/>
            </a:xfrm>
            <a:custGeom>
              <a:avLst/>
              <a:gdLst/>
              <a:ahLst/>
              <a:cxnLst/>
              <a:rect l="l" t="t" r="r" b="b"/>
              <a:pathLst>
                <a:path w="8712" h="12858" extrusionOk="0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55"/>
            <p:cNvSpPr/>
            <p:nvPr/>
          </p:nvSpPr>
          <p:spPr>
            <a:xfrm>
              <a:off x="7043693" y="1562853"/>
              <a:ext cx="853829" cy="753840"/>
            </a:xfrm>
            <a:custGeom>
              <a:avLst/>
              <a:gdLst/>
              <a:ahLst/>
              <a:cxnLst/>
              <a:rect l="l" t="t" r="r" b="b"/>
              <a:pathLst>
                <a:path w="22535" h="19896" extrusionOk="0">
                  <a:moveTo>
                    <a:pt x="11255" y="0"/>
                  </a:moveTo>
                  <a:cubicBezTo>
                    <a:pt x="8227" y="0"/>
                    <a:pt x="5239" y="1376"/>
                    <a:pt x="3289" y="3985"/>
                  </a:cubicBezTo>
                  <a:cubicBezTo>
                    <a:pt x="1" y="8378"/>
                    <a:pt x="913" y="14612"/>
                    <a:pt x="5316" y="17907"/>
                  </a:cubicBezTo>
                  <a:cubicBezTo>
                    <a:pt x="7110" y="19248"/>
                    <a:pt x="9206" y="19895"/>
                    <a:pt x="11284" y="19895"/>
                  </a:cubicBezTo>
                  <a:cubicBezTo>
                    <a:pt x="14312" y="19895"/>
                    <a:pt x="17299" y="18520"/>
                    <a:pt x="19247" y="15912"/>
                  </a:cubicBezTo>
                  <a:cubicBezTo>
                    <a:pt x="22535" y="11515"/>
                    <a:pt x="21627" y="5281"/>
                    <a:pt x="17219" y="1986"/>
                  </a:cubicBezTo>
                  <a:cubicBezTo>
                    <a:pt x="15426" y="647"/>
                    <a:pt x="13331" y="0"/>
                    <a:pt x="11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55"/>
            <p:cNvSpPr/>
            <p:nvPr/>
          </p:nvSpPr>
          <p:spPr>
            <a:xfrm>
              <a:off x="7145309" y="1652496"/>
              <a:ext cx="650630" cy="574511"/>
            </a:xfrm>
            <a:custGeom>
              <a:avLst/>
              <a:gdLst/>
              <a:ahLst/>
              <a:cxnLst/>
              <a:rect l="l" t="t" r="r" b="b"/>
              <a:pathLst>
                <a:path w="17172" h="15163" extrusionOk="0">
                  <a:moveTo>
                    <a:pt x="8574" y="0"/>
                  </a:moveTo>
                  <a:cubicBezTo>
                    <a:pt x="6268" y="0"/>
                    <a:pt x="3991" y="1048"/>
                    <a:pt x="2505" y="3036"/>
                  </a:cubicBezTo>
                  <a:cubicBezTo>
                    <a:pt x="0" y="6385"/>
                    <a:pt x="693" y="11138"/>
                    <a:pt x="4052" y="13646"/>
                  </a:cubicBezTo>
                  <a:cubicBezTo>
                    <a:pt x="5418" y="14669"/>
                    <a:pt x="7014" y="15162"/>
                    <a:pt x="8596" y="15162"/>
                  </a:cubicBezTo>
                  <a:cubicBezTo>
                    <a:pt x="10903" y="15162"/>
                    <a:pt x="13180" y="14113"/>
                    <a:pt x="14666" y="12124"/>
                  </a:cubicBezTo>
                  <a:cubicBezTo>
                    <a:pt x="17171" y="8776"/>
                    <a:pt x="16479" y="4023"/>
                    <a:pt x="13119" y="1515"/>
                  </a:cubicBezTo>
                  <a:cubicBezTo>
                    <a:pt x="11753" y="494"/>
                    <a:pt x="10157" y="0"/>
                    <a:pt x="8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55"/>
            <p:cNvSpPr/>
            <p:nvPr/>
          </p:nvSpPr>
          <p:spPr>
            <a:xfrm>
              <a:off x="7233967" y="1642380"/>
              <a:ext cx="533818" cy="462359"/>
            </a:xfrm>
            <a:custGeom>
              <a:avLst/>
              <a:gdLst/>
              <a:ahLst/>
              <a:cxnLst/>
              <a:rect l="l" t="t" r="r" b="b"/>
              <a:pathLst>
                <a:path w="14089" h="12203" extrusionOk="0">
                  <a:moveTo>
                    <a:pt x="6307" y="1"/>
                  </a:moveTo>
                  <a:cubicBezTo>
                    <a:pt x="6282" y="1"/>
                    <a:pt x="6257" y="1"/>
                    <a:pt x="6231" y="1"/>
                  </a:cubicBezTo>
                  <a:cubicBezTo>
                    <a:pt x="5492" y="8"/>
                    <a:pt x="4795" y="127"/>
                    <a:pt x="4167" y="306"/>
                  </a:cubicBezTo>
                  <a:cubicBezTo>
                    <a:pt x="3539" y="490"/>
                    <a:pt x="2983" y="737"/>
                    <a:pt x="2502" y="1013"/>
                  </a:cubicBezTo>
                  <a:cubicBezTo>
                    <a:pt x="1540" y="1566"/>
                    <a:pt x="909" y="2216"/>
                    <a:pt x="528" y="2690"/>
                  </a:cubicBezTo>
                  <a:cubicBezTo>
                    <a:pt x="147" y="3170"/>
                    <a:pt x="1" y="3480"/>
                    <a:pt x="29" y="3497"/>
                  </a:cubicBezTo>
                  <a:cubicBezTo>
                    <a:pt x="31" y="3498"/>
                    <a:pt x="33" y="3499"/>
                    <a:pt x="35" y="3499"/>
                  </a:cubicBezTo>
                  <a:cubicBezTo>
                    <a:pt x="85" y="3499"/>
                    <a:pt x="292" y="3245"/>
                    <a:pt x="693" y="2844"/>
                  </a:cubicBezTo>
                  <a:cubicBezTo>
                    <a:pt x="1116" y="2428"/>
                    <a:pt x="1767" y="1853"/>
                    <a:pt x="2700" y="1376"/>
                  </a:cubicBezTo>
                  <a:cubicBezTo>
                    <a:pt x="3166" y="1136"/>
                    <a:pt x="3701" y="924"/>
                    <a:pt x="4297" y="770"/>
                  </a:cubicBezTo>
                  <a:cubicBezTo>
                    <a:pt x="4863" y="630"/>
                    <a:pt x="5480" y="539"/>
                    <a:pt x="6128" y="539"/>
                  </a:cubicBezTo>
                  <a:cubicBezTo>
                    <a:pt x="6162" y="539"/>
                    <a:pt x="6197" y="539"/>
                    <a:pt x="6231" y="540"/>
                  </a:cubicBezTo>
                  <a:cubicBezTo>
                    <a:pt x="6576" y="543"/>
                    <a:pt x="6928" y="565"/>
                    <a:pt x="7283" y="622"/>
                  </a:cubicBezTo>
                  <a:cubicBezTo>
                    <a:pt x="7638" y="680"/>
                    <a:pt x="7997" y="755"/>
                    <a:pt x="8357" y="869"/>
                  </a:cubicBezTo>
                  <a:cubicBezTo>
                    <a:pt x="8712" y="981"/>
                    <a:pt x="9067" y="1114"/>
                    <a:pt x="9412" y="1286"/>
                  </a:cubicBezTo>
                  <a:cubicBezTo>
                    <a:pt x="9760" y="1459"/>
                    <a:pt x="10097" y="1656"/>
                    <a:pt x="10424" y="1882"/>
                  </a:cubicBezTo>
                  <a:cubicBezTo>
                    <a:pt x="10747" y="2112"/>
                    <a:pt x="11049" y="2360"/>
                    <a:pt x="11324" y="2625"/>
                  </a:cubicBezTo>
                  <a:cubicBezTo>
                    <a:pt x="11604" y="2890"/>
                    <a:pt x="11856" y="3182"/>
                    <a:pt x="12082" y="3475"/>
                  </a:cubicBezTo>
                  <a:cubicBezTo>
                    <a:pt x="12311" y="3773"/>
                    <a:pt x="12505" y="4083"/>
                    <a:pt x="12678" y="4398"/>
                  </a:cubicBezTo>
                  <a:cubicBezTo>
                    <a:pt x="12853" y="4714"/>
                    <a:pt x="12997" y="5034"/>
                    <a:pt x="13120" y="5357"/>
                  </a:cubicBezTo>
                  <a:cubicBezTo>
                    <a:pt x="13363" y="5999"/>
                    <a:pt x="13499" y="6645"/>
                    <a:pt x="13564" y="7255"/>
                  </a:cubicBezTo>
                  <a:cubicBezTo>
                    <a:pt x="13625" y="7865"/>
                    <a:pt x="13607" y="8443"/>
                    <a:pt x="13547" y="8960"/>
                  </a:cubicBezTo>
                  <a:cubicBezTo>
                    <a:pt x="13418" y="10005"/>
                    <a:pt x="13098" y="10812"/>
                    <a:pt x="12853" y="11351"/>
                  </a:cubicBezTo>
                  <a:cubicBezTo>
                    <a:pt x="12603" y="11889"/>
                    <a:pt x="12430" y="12176"/>
                    <a:pt x="12466" y="12202"/>
                  </a:cubicBezTo>
                  <a:cubicBezTo>
                    <a:pt x="12467" y="12202"/>
                    <a:pt x="12468" y="12202"/>
                    <a:pt x="12469" y="12202"/>
                  </a:cubicBezTo>
                  <a:cubicBezTo>
                    <a:pt x="12511" y="12202"/>
                    <a:pt x="12743" y="11961"/>
                    <a:pt x="13055" y="11455"/>
                  </a:cubicBezTo>
                  <a:cubicBezTo>
                    <a:pt x="13367" y="10934"/>
                    <a:pt x="13762" y="10116"/>
                    <a:pt x="13952" y="9025"/>
                  </a:cubicBezTo>
                  <a:cubicBezTo>
                    <a:pt x="14046" y="8479"/>
                    <a:pt x="14089" y="7869"/>
                    <a:pt x="14046" y="7216"/>
                  </a:cubicBezTo>
                  <a:cubicBezTo>
                    <a:pt x="13999" y="6566"/>
                    <a:pt x="13873" y="5870"/>
                    <a:pt x="13622" y="5173"/>
                  </a:cubicBezTo>
                  <a:cubicBezTo>
                    <a:pt x="13499" y="4829"/>
                    <a:pt x="13353" y="4477"/>
                    <a:pt x="13169" y="4136"/>
                  </a:cubicBezTo>
                  <a:cubicBezTo>
                    <a:pt x="12987" y="3795"/>
                    <a:pt x="12782" y="3458"/>
                    <a:pt x="12538" y="3135"/>
                  </a:cubicBezTo>
                  <a:cubicBezTo>
                    <a:pt x="12293" y="2815"/>
                    <a:pt x="12028" y="2499"/>
                    <a:pt x="11730" y="2212"/>
                  </a:cubicBezTo>
                  <a:cubicBezTo>
                    <a:pt x="11429" y="1921"/>
                    <a:pt x="11102" y="1652"/>
                    <a:pt x="10754" y="1404"/>
                  </a:cubicBezTo>
                  <a:cubicBezTo>
                    <a:pt x="10403" y="1164"/>
                    <a:pt x="10040" y="949"/>
                    <a:pt x="9663" y="766"/>
                  </a:cubicBezTo>
                  <a:cubicBezTo>
                    <a:pt x="9290" y="583"/>
                    <a:pt x="8905" y="443"/>
                    <a:pt x="8518" y="324"/>
                  </a:cubicBezTo>
                  <a:cubicBezTo>
                    <a:pt x="8134" y="206"/>
                    <a:pt x="7746" y="127"/>
                    <a:pt x="7362" y="73"/>
                  </a:cubicBezTo>
                  <a:cubicBezTo>
                    <a:pt x="7005" y="23"/>
                    <a:pt x="6653" y="1"/>
                    <a:pt x="6307" y="1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55"/>
            <p:cNvSpPr/>
            <p:nvPr/>
          </p:nvSpPr>
          <p:spPr>
            <a:xfrm>
              <a:off x="7287844" y="1770517"/>
              <a:ext cx="352519" cy="366652"/>
            </a:xfrm>
            <a:custGeom>
              <a:avLst/>
              <a:gdLst/>
              <a:ahLst/>
              <a:cxnLst/>
              <a:rect l="l" t="t" r="r" b="b"/>
              <a:pathLst>
                <a:path w="9304" h="9677" extrusionOk="0">
                  <a:moveTo>
                    <a:pt x="5325" y="2199"/>
                  </a:moveTo>
                  <a:cubicBezTo>
                    <a:pt x="5490" y="2199"/>
                    <a:pt x="5679" y="2241"/>
                    <a:pt x="5893" y="2333"/>
                  </a:cubicBezTo>
                  <a:lnTo>
                    <a:pt x="4910" y="3690"/>
                  </a:lnTo>
                  <a:cubicBezTo>
                    <a:pt x="4587" y="3252"/>
                    <a:pt x="4429" y="2861"/>
                    <a:pt x="4673" y="2527"/>
                  </a:cubicBezTo>
                  <a:cubicBezTo>
                    <a:pt x="4819" y="2326"/>
                    <a:pt x="5035" y="2199"/>
                    <a:pt x="5325" y="2199"/>
                  </a:cubicBezTo>
                  <a:close/>
                  <a:moveTo>
                    <a:pt x="4673" y="6027"/>
                  </a:moveTo>
                  <a:cubicBezTo>
                    <a:pt x="4978" y="6468"/>
                    <a:pt x="5126" y="6849"/>
                    <a:pt x="4881" y="7186"/>
                  </a:cubicBezTo>
                  <a:cubicBezTo>
                    <a:pt x="4747" y="7373"/>
                    <a:pt x="4548" y="7482"/>
                    <a:pt x="4286" y="7482"/>
                  </a:cubicBezTo>
                  <a:cubicBezTo>
                    <a:pt x="4121" y="7482"/>
                    <a:pt x="3930" y="7438"/>
                    <a:pt x="3715" y="7344"/>
                  </a:cubicBezTo>
                  <a:lnTo>
                    <a:pt x="4673" y="6027"/>
                  </a:lnTo>
                  <a:close/>
                  <a:moveTo>
                    <a:pt x="7584" y="0"/>
                  </a:moveTo>
                  <a:lnTo>
                    <a:pt x="6816" y="1059"/>
                  </a:lnTo>
                  <a:cubicBezTo>
                    <a:pt x="6155" y="686"/>
                    <a:pt x="5538" y="519"/>
                    <a:pt x="4989" y="519"/>
                  </a:cubicBezTo>
                  <a:cubicBezTo>
                    <a:pt x="4180" y="519"/>
                    <a:pt x="3518" y="883"/>
                    <a:pt x="3080" y="1486"/>
                  </a:cubicBezTo>
                  <a:cubicBezTo>
                    <a:pt x="2089" y="2854"/>
                    <a:pt x="3015" y="4067"/>
                    <a:pt x="3890" y="5094"/>
                  </a:cubicBezTo>
                  <a:lnTo>
                    <a:pt x="2731" y="6691"/>
                  </a:lnTo>
                  <a:cubicBezTo>
                    <a:pt x="2093" y="6123"/>
                    <a:pt x="1594" y="5366"/>
                    <a:pt x="1371" y="4667"/>
                  </a:cubicBezTo>
                  <a:lnTo>
                    <a:pt x="0" y="5452"/>
                  </a:lnTo>
                  <a:cubicBezTo>
                    <a:pt x="226" y="6246"/>
                    <a:pt x="918" y="7200"/>
                    <a:pt x="1823" y="7944"/>
                  </a:cubicBezTo>
                  <a:lnTo>
                    <a:pt x="1069" y="8984"/>
                  </a:lnTo>
                  <a:lnTo>
                    <a:pt x="2024" y="9677"/>
                  </a:lnTo>
                  <a:lnTo>
                    <a:pt x="2800" y="8608"/>
                  </a:lnTo>
                  <a:cubicBezTo>
                    <a:pt x="3458" y="8973"/>
                    <a:pt x="4071" y="9136"/>
                    <a:pt x="4614" y="9136"/>
                  </a:cubicBezTo>
                  <a:cubicBezTo>
                    <a:pt x="5419" y="9136"/>
                    <a:pt x="6073" y="8778"/>
                    <a:pt x="6504" y="8187"/>
                  </a:cubicBezTo>
                  <a:cubicBezTo>
                    <a:pt x="7480" y="6838"/>
                    <a:pt x="6572" y="5639"/>
                    <a:pt x="5692" y="4620"/>
                  </a:cubicBezTo>
                  <a:lnTo>
                    <a:pt x="6870" y="2997"/>
                  </a:lnTo>
                  <a:cubicBezTo>
                    <a:pt x="7308" y="3399"/>
                    <a:pt x="7684" y="3923"/>
                    <a:pt x="7972" y="4556"/>
                  </a:cubicBezTo>
                  <a:lnTo>
                    <a:pt x="9304" y="3726"/>
                  </a:lnTo>
                  <a:cubicBezTo>
                    <a:pt x="9019" y="3008"/>
                    <a:pt x="8459" y="2311"/>
                    <a:pt x="7785" y="1734"/>
                  </a:cubicBezTo>
                  <a:lnTo>
                    <a:pt x="8539" y="693"/>
                  </a:lnTo>
                  <a:lnTo>
                    <a:pt x="758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55"/>
            <p:cNvSpPr/>
            <p:nvPr/>
          </p:nvSpPr>
          <p:spPr>
            <a:xfrm>
              <a:off x="5196631" y="935203"/>
              <a:ext cx="347325" cy="324292"/>
            </a:xfrm>
            <a:custGeom>
              <a:avLst/>
              <a:gdLst/>
              <a:ahLst/>
              <a:cxnLst/>
              <a:rect l="l" t="t" r="r" b="b"/>
              <a:pathLst>
                <a:path w="24565" h="22936" extrusionOk="0">
                  <a:moveTo>
                    <a:pt x="12304" y="1"/>
                  </a:moveTo>
                  <a:cubicBezTo>
                    <a:pt x="11753" y="1"/>
                    <a:pt x="11196" y="40"/>
                    <a:pt x="10635" y="122"/>
                  </a:cubicBezTo>
                  <a:cubicBezTo>
                    <a:pt x="4354" y="1033"/>
                    <a:pt x="0" y="6855"/>
                    <a:pt x="912" y="13122"/>
                  </a:cubicBezTo>
                  <a:cubicBezTo>
                    <a:pt x="1738" y="18828"/>
                    <a:pt x="6647" y="22935"/>
                    <a:pt x="12259" y="22935"/>
                  </a:cubicBezTo>
                  <a:cubicBezTo>
                    <a:pt x="12812" y="22935"/>
                    <a:pt x="13371" y="22895"/>
                    <a:pt x="13934" y="22813"/>
                  </a:cubicBezTo>
                  <a:cubicBezTo>
                    <a:pt x="20211" y="21901"/>
                    <a:pt x="24565" y="16083"/>
                    <a:pt x="23657" y="9816"/>
                  </a:cubicBezTo>
                  <a:cubicBezTo>
                    <a:pt x="22827" y="4109"/>
                    <a:pt x="17918" y="1"/>
                    <a:pt x="1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55"/>
            <p:cNvSpPr/>
            <p:nvPr/>
          </p:nvSpPr>
          <p:spPr>
            <a:xfrm>
              <a:off x="5237930" y="973773"/>
              <a:ext cx="264725" cy="247136"/>
            </a:xfrm>
            <a:custGeom>
              <a:avLst/>
              <a:gdLst/>
              <a:ahLst/>
              <a:cxnLst/>
              <a:rect l="l" t="t" r="r" b="b"/>
              <a:pathLst>
                <a:path w="18723" h="17479" extrusionOk="0">
                  <a:moveTo>
                    <a:pt x="9375" y="1"/>
                  </a:moveTo>
                  <a:cubicBezTo>
                    <a:pt x="8956" y="1"/>
                    <a:pt x="8532" y="31"/>
                    <a:pt x="8106" y="92"/>
                  </a:cubicBezTo>
                  <a:cubicBezTo>
                    <a:pt x="3320" y="789"/>
                    <a:pt x="0" y="5226"/>
                    <a:pt x="697" y="9999"/>
                  </a:cubicBezTo>
                  <a:cubicBezTo>
                    <a:pt x="1328" y="14348"/>
                    <a:pt x="5067" y="17478"/>
                    <a:pt x="9342" y="17478"/>
                  </a:cubicBezTo>
                  <a:cubicBezTo>
                    <a:pt x="9763" y="17478"/>
                    <a:pt x="10189" y="17448"/>
                    <a:pt x="10617" y="17386"/>
                  </a:cubicBezTo>
                  <a:cubicBezTo>
                    <a:pt x="15406" y="16690"/>
                    <a:pt x="18723" y="12257"/>
                    <a:pt x="18029" y="7479"/>
                  </a:cubicBezTo>
                  <a:cubicBezTo>
                    <a:pt x="17395" y="3131"/>
                    <a:pt x="13655" y="1"/>
                    <a:pt x="93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55"/>
            <p:cNvSpPr/>
            <p:nvPr/>
          </p:nvSpPr>
          <p:spPr>
            <a:xfrm>
              <a:off x="5243571" y="969079"/>
              <a:ext cx="249228" cy="149944"/>
            </a:xfrm>
            <a:custGeom>
              <a:avLst/>
              <a:gdLst/>
              <a:ahLst/>
              <a:cxnLst/>
              <a:rect l="l" t="t" r="r" b="b"/>
              <a:pathLst>
                <a:path w="17627" h="10605" extrusionOk="0">
                  <a:moveTo>
                    <a:pt x="8959" y="0"/>
                  </a:moveTo>
                  <a:cubicBezTo>
                    <a:pt x="8916" y="0"/>
                    <a:pt x="8873" y="1"/>
                    <a:pt x="8830" y="1"/>
                  </a:cubicBezTo>
                  <a:cubicBezTo>
                    <a:pt x="8348" y="12"/>
                    <a:pt x="7864" y="55"/>
                    <a:pt x="7379" y="141"/>
                  </a:cubicBezTo>
                  <a:cubicBezTo>
                    <a:pt x="6895" y="227"/>
                    <a:pt x="6421" y="353"/>
                    <a:pt x="5969" y="511"/>
                  </a:cubicBezTo>
                  <a:cubicBezTo>
                    <a:pt x="5513" y="665"/>
                    <a:pt x="5083" y="866"/>
                    <a:pt x="4673" y="1085"/>
                  </a:cubicBezTo>
                  <a:cubicBezTo>
                    <a:pt x="4264" y="1301"/>
                    <a:pt x="3880" y="1556"/>
                    <a:pt x="3524" y="1824"/>
                  </a:cubicBezTo>
                  <a:cubicBezTo>
                    <a:pt x="3169" y="2094"/>
                    <a:pt x="2843" y="2384"/>
                    <a:pt x="2545" y="2689"/>
                  </a:cubicBezTo>
                  <a:cubicBezTo>
                    <a:pt x="1949" y="3296"/>
                    <a:pt x="1478" y="3964"/>
                    <a:pt x="1112" y="4620"/>
                  </a:cubicBezTo>
                  <a:cubicBezTo>
                    <a:pt x="750" y="5281"/>
                    <a:pt x="499" y="5941"/>
                    <a:pt x="334" y="6559"/>
                  </a:cubicBezTo>
                  <a:cubicBezTo>
                    <a:pt x="0" y="7793"/>
                    <a:pt x="14" y="8842"/>
                    <a:pt x="90" y="9538"/>
                  </a:cubicBezTo>
                  <a:cubicBezTo>
                    <a:pt x="172" y="10235"/>
                    <a:pt x="303" y="10604"/>
                    <a:pt x="340" y="10604"/>
                  </a:cubicBezTo>
                  <a:cubicBezTo>
                    <a:pt x="341" y="10604"/>
                    <a:pt x="341" y="10604"/>
                    <a:pt x="341" y="10604"/>
                  </a:cubicBezTo>
                  <a:cubicBezTo>
                    <a:pt x="395" y="10593"/>
                    <a:pt x="352" y="10209"/>
                    <a:pt x="352" y="9524"/>
                  </a:cubicBezTo>
                  <a:cubicBezTo>
                    <a:pt x="355" y="8842"/>
                    <a:pt x="416" y="7844"/>
                    <a:pt x="786" y="6691"/>
                  </a:cubicBezTo>
                  <a:cubicBezTo>
                    <a:pt x="973" y="6118"/>
                    <a:pt x="1235" y="5503"/>
                    <a:pt x="1594" y="4894"/>
                  </a:cubicBezTo>
                  <a:cubicBezTo>
                    <a:pt x="1960" y="4291"/>
                    <a:pt x="2416" y="3680"/>
                    <a:pt x="2982" y="3124"/>
                  </a:cubicBezTo>
                  <a:cubicBezTo>
                    <a:pt x="3266" y="2848"/>
                    <a:pt x="3575" y="2578"/>
                    <a:pt x="3908" y="2338"/>
                  </a:cubicBezTo>
                  <a:cubicBezTo>
                    <a:pt x="4246" y="2090"/>
                    <a:pt x="4601" y="1860"/>
                    <a:pt x="4985" y="1663"/>
                  </a:cubicBezTo>
                  <a:cubicBezTo>
                    <a:pt x="5366" y="1462"/>
                    <a:pt x="5764" y="1282"/>
                    <a:pt x="6188" y="1139"/>
                  </a:cubicBezTo>
                  <a:cubicBezTo>
                    <a:pt x="6608" y="996"/>
                    <a:pt x="7046" y="880"/>
                    <a:pt x="7495" y="798"/>
                  </a:cubicBezTo>
                  <a:cubicBezTo>
                    <a:pt x="7947" y="722"/>
                    <a:pt x="8396" y="679"/>
                    <a:pt x="8840" y="669"/>
                  </a:cubicBezTo>
                  <a:cubicBezTo>
                    <a:pt x="8899" y="668"/>
                    <a:pt x="8958" y="667"/>
                    <a:pt x="9016" y="667"/>
                  </a:cubicBezTo>
                  <a:cubicBezTo>
                    <a:pt x="9401" y="667"/>
                    <a:pt x="9780" y="698"/>
                    <a:pt x="10150" y="744"/>
                  </a:cubicBezTo>
                  <a:cubicBezTo>
                    <a:pt x="10578" y="798"/>
                    <a:pt x="10994" y="895"/>
                    <a:pt x="11393" y="1009"/>
                  </a:cubicBezTo>
                  <a:cubicBezTo>
                    <a:pt x="11791" y="1121"/>
                    <a:pt x="12171" y="1268"/>
                    <a:pt x="12531" y="1430"/>
                  </a:cubicBezTo>
                  <a:cubicBezTo>
                    <a:pt x="13255" y="1753"/>
                    <a:pt x="13894" y="2169"/>
                    <a:pt x="14447" y="2614"/>
                  </a:cubicBezTo>
                  <a:cubicBezTo>
                    <a:pt x="14993" y="3063"/>
                    <a:pt x="15448" y="3547"/>
                    <a:pt x="15821" y="4021"/>
                  </a:cubicBezTo>
                  <a:cubicBezTo>
                    <a:pt x="16568" y="4976"/>
                    <a:pt x="16970" y="5895"/>
                    <a:pt x="17207" y="6534"/>
                  </a:cubicBezTo>
                  <a:cubicBezTo>
                    <a:pt x="17442" y="7171"/>
                    <a:pt x="17536" y="7543"/>
                    <a:pt x="17586" y="7543"/>
                  </a:cubicBezTo>
                  <a:cubicBezTo>
                    <a:pt x="17586" y="7543"/>
                    <a:pt x="17587" y="7543"/>
                    <a:pt x="17587" y="7542"/>
                  </a:cubicBezTo>
                  <a:cubicBezTo>
                    <a:pt x="17627" y="7535"/>
                    <a:pt x="17623" y="7144"/>
                    <a:pt x="17458" y="6454"/>
                  </a:cubicBezTo>
                  <a:cubicBezTo>
                    <a:pt x="17290" y="5773"/>
                    <a:pt x="16941" y="4786"/>
                    <a:pt x="16205" y="3741"/>
                  </a:cubicBezTo>
                  <a:cubicBezTo>
                    <a:pt x="15836" y="3221"/>
                    <a:pt x="15373" y="2686"/>
                    <a:pt x="14806" y="2190"/>
                  </a:cubicBezTo>
                  <a:cubicBezTo>
                    <a:pt x="14235" y="1699"/>
                    <a:pt x="13564" y="1236"/>
                    <a:pt x="12792" y="870"/>
                  </a:cubicBezTo>
                  <a:cubicBezTo>
                    <a:pt x="12408" y="686"/>
                    <a:pt x="12002" y="525"/>
                    <a:pt x="11575" y="396"/>
                  </a:cubicBezTo>
                  <a:cubicBezTo>
                    <a:pt x="11148" y="267"/>
                    <a:pt x="10703" y="159"/>
                    <a:pt x="10243" y="95"/>
                  </a:cubicBezTo>
                  <a:cubicBezTo>
                    <a:pt x="9825" y="36"/>
                    <a:pt x="9395" y="0"/>
                    <a:pt x="89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55"/>
            <p:cNvSpPr/>
            <p:nvPr/>
          </p:nvSpPr>
          <p:spPr>
            <a:xfrm>
              <a:off x="5312582" y="1010957"/>
              <a:ext cx="123179" cy="181799"/>
            </a:xfrm>
            <a:custGeom>
              <a:avLst/>
              <a:gdLst/>
              <a:ahLst/>
              <a:cxnLst/>
              <a:rect l="l" t="t" r="r" b="b"/>
              <a:pathLst>
                <a:path w="8712" h="12858" extrusionOk="0">
                  <a:moveTo>
                    <a:pt x="3209" y="3500"/>
                  </a:moveTo>
                  <a:lnTo>
                    <a:pt x="3518" y="5409"/>
                  </a:lnTo>
                  <a:cubicBezTo>
                    <a:pt x="2894" y="5316"/>
                    <a:pt x="2452" y="5122"/>
                    <a:pt x="2377" y="4652"/>
                  </a:cubicBezTo>
                  <a:cubicBezTo>
                    <a:pt x="2304" y="4211"/>
                    <a:pt x="2524" y="3772"/>
                    <a:pt x="3209" y="3500"/>
                  </a:cubicBezTo>
                  <a:close/>
                  <a:moveTo>
                    <a:pt x="5233" y="7506"/>
                  </a:moveTo>
                  <a:cubicBezTo>
                    <a:pt x="5844" y="7617"/>
                    <a:pt x="6275" y="7807"/>
                    <a:pt x="6350" y="8277"/>
                  </a:cubicBezTo>
                  <a:cubicBezTo>
                    <a:pt x="6418" y="8708"/>
                    <a:pt x="6177" y="9106"/>
                    <a:pt x="5528" y="9361"/>
                  </a:cubicBezTo>
                  <a:lnTo>
                    <a:pt x="5233" y="7506"/>
                  </a:lnTo>
                  <a:close/>
                  <a:moveTo>
                    <a:pt x="4032" y="0"/>
                  </a:moveTo>
                  <a:lnTo>
                    <a:pt x="2685" y="216"/>
                  </a:lnTo>
                  <a:lnTo>
                    <a:pt x="2925" y="1708"/>
                  </a:lnTo>
                  <a:cubicBezTo>
                    <a:pt x="840" y="2290"/>
                    <a:pt x="0" y="3683"/>
                    <a:pt x="227" y="5108"/>
                  </a:cubicBezTo>
                  <a:cubicBezTo>
                    <a:pt x="535" y="7032"/>
                    <a:pt x="2283" y="7261"/>
                    <a:pt x="3833" y="7384"/>
                  </a:cubicBezTo>
                  <a:lnTo>
                    <a:pt x="4193" y="9630"/>
                  </a:lnTo>
                  <a:cubicBezTo>
                    <a:pt x="4079" y="9637"/>
                    <a:pt x="3965" y="9641"/>
                    <a:pt x="3850" y="9641"/>
                  </a:cubicBezTo>
                  <a:cubicBezTo>
                    <a:pt x="2975" y="9641"/>
                    <a:pt x="2096" y="9438"/>
                    <a:pt x="1433" y="9092"/>
                  </a:cubicBezTo>
                  <a:lnTo>
                    <a:pt x="955" y="10854"/>
                  </a:lnTo>
                  <a:cubicBezTo>
                    <a:pt x="1623" y="11223"/>
                    <a:pt x="2619" y="11432"/>
                    <a:pt x="3681" y="11432"/>
                  </a:cubicBezTo>
                  <a:cubicBezTo>
                    <a:pt x="3943" y="11432"/>
                    <a:pt x="4210" y="11419"/>
                    <a:pt x="4476" y="11393"/>
                  </a:cubicBezTo>
                  <a:lnTo>
                    <a:pt x="4709" y="12857"/>
                  </a:lnTo>
                  <a:lnTo>
                    <a:pt x="6056" y="12642"/>
                  </a:lnTo>
                  <a:lnTo>
                    <a:pt x="5815" y="11138"/>
                  </a:lnTo>
                  <a:cubicBezTo>
                    <a:pt x="7882" y="10542"/>
                    <a:pt x="8712" y="9171"/>
                    <a:pt x="8489" y="7771"/>
                  </a:cubicBezTo>
                  <a:cubicBezTo>
                    <a:pt x="8184" y="5876"/>
                    <a:pt x="6465" y="5639"/>
                    <a:pt x="4915" y="5528"/>
                  </a:cubicBezTo>
                  <a:lnTo>
                    <a:pt x="4548" y="3242"/>
                  </a:lnTo>
                  <a:cubicBezTo>
                    <a:pt x="4611" y="3239"/>
                    <a:pt x="4673" y="3238"/>
                    <a:pt x="4736" y="3238"/>
                  </a:cubicBezTo>
                  <a:cubicBezTo>
                    <a:pt x="5367" y="3238"/>
                    <a:pt x="6038" y="3357"/>
                    <a:pt x="6719" y="3611"/>
                  </a:cubicBezTo>
                  <a:lnTo>
                    <a:pt x="7125" y="1849"/>
                  </a:lnTo>
                  <a:cubicBezTo>
                    <a:pt x="6479" y="1570"/>
                    <a:pt x="5703" y="1442"/>
                    <a:pt x="4899" y="1442"/>
                  </a:cubicBezTo>
                  <a:cubicBezTo>
                    <a:pt x="4689" y="1442"/>
                    <a:pt x="4476" y="1451"/>
                    <a:pt x="4264" y="1468"/>
                  </a:cubicBezTo>
                  <a:lnTo>
                    <a:pt x="403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" name="Google Shape;2564;p56"/>
          <p:cNvSpPr txBox="1">
            <a:spLocks noGrp="1"/>
          </p:cNvSpPr>
          <p:nvPr>
            <p:ph type="title" idx="2"/>
          </p:nvPr>
        </p:nvSpPr>
        <p:spPr>
          <a:xfrm>
            <a:off x="866100" y="488975"/>
            <a:ext cx="741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2565" name="Google Shape;2565;p56"/>
          <p:cNvSpPr txBox="1">
            <a:spLocks noGrp="1"/>
          </p:cNvSpPr>
          <p:nvPr>
            <p:ph type="title"/>
          </p:nvPr>
        </p:nvSpPr>
        <p:spPr>
          <a:xfrm>
            <a:off x="4908967" y="1567025"/>
            <a:ext cx="3196500" cy="9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1</a:t>
            </a:r>
            <a:endParaRPr/>
          </a:p>
        </p:txBody>
      </p:sp>
      <p:sp>
        <p:nvSpPr>
          <p:cNvPr id="2566" name="Google Shape;2566;p56"/>
          <p:cNvSpPr txBox="1">
            <a:spLocks noGrp="1"/>
          </p:cNvSpPr>
          <p:nvPr>
            <p:ph type="subTitle" idx="1"/>
          </p:nvPr>
        </p:nvSpPr>
        <p:spPr>
          <a:xfrm>
            <a:off x="4908967" y="2421825"/>
            <a:ext cx="31965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a fully working retro TV controllable end-to-end with just the joystick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7" name="Google Shape;2567;p56"/>
          <p:cNvSpPr txBox="1">
            <a:spLocks noGrp="1"/>
          </p:cNvSpPr>
          <p:nvPr>
            <p:ph type="title" idx="3"/>
          </p:nvPr>
        </p:nvSpPr>
        <p:spPr>
          <a:xfrm>
            <a:off x="1040175" y="3268600"/>
            <a:ext cx="3196500" cy="9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2</a:t>
            </a:r>
            <a:endParaRPr/>
          </a:p>
        </p:txBody>
      </p:sp>
      <p:sp>
        <p:nvSpPr>
          <p:cNvPr id="2568" name="Google Shape;2568;p56"/>
          <p:cNvSpPr txBox="1">
            <a:spLocks noGrp="1"/>
          </p:cNvSpPr>
          <p:nvPr>
            <p:ph type="subTitle" idx="4"/>
          </p:nvPr>
        </p:nvSpPr>
        <p:spPr>
          <a:xfrm>
            <a:off x="1040175" y="4123400"/>
            <a:ext cx="31965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 everything into a custom laser-cut enclosure sized for the recycled screen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69" name="Google Shape;2569;p56"/>
          <p:cNvGrpSpPr/>
          <p:nvPr/>
        </p:nvGrpSpPr>
        <p:grpSpPr>
          <a:xfrm>
            <a:off x="5137713" y="3249725"/>
            <a:ext cx="2739007" cy="1146675"/>
            <a:chOff x="5682427" y="3249725"/>
            <a:chExt cx="2739007" cy="1146675"/>
          </a:xfrm>
        </p:grpSpPr>
        <p:sp>
          <p:nvSpPr>
            <p:cNvPr id="2570" name="Google Shape;2570;p56"/>
            <p:cNvSpPr/>
            <p:nvPr/>
          </p:nvSpPr>
          <p:spPr>
            <a:xfrm>
              <a:off x="5682427" y="4364075"/>
              <a:ext cx="2739007" cy="32325"/>
            </a:xfrm>
            <a:custGeom>
              <a:avLst/>
              <a:gdLst/>
              <a:ahLst/>
              <a:cxnLst/>
              <a:rect l="l" t="t" r="r" b="b"/>
              <a:pathLst>
                <a:path w="186327" h="239" extrusionOk="0">
                  <a:moveTo>
                    <a:pt x="93163" y="0"/>
                  </a:moveTo>
                  <a:cubicBezTo>
                    <a:pt x="41684" y="0"/>
                    <a:pt x="0" y="0"/>
                    <a:pt x="0" y="119"/>
                  </a:cubicBezTo>
                  <a:cubicBezTo>
                    <a:pt x="0" y="119"/>
                    <a:pt x="41684" y="238"/>
                    <a:pt x="93163" y="238"/>
                  </a:cubicBezTo>
                  <a:cubicBezTo>
                    <a:pt x="144642" y="238"/>
                    <a:pt x="186326" y="119"/>
                    <a:pt x="186326" y="119"/>
                  </a:cubicBezTo>
                  <a:cubicBezTo>
                    <a:pt x="186326" y="0"/>
                    <a:pt x="144642" y="0"/>
                    <a:pt x="931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56"/>
            <p:cNvSpPr/>
            <p:nvPr/>
          </p:nvSpPr>
          <p:spPr>
            <a:xfrm>
              <a:off x="6281882" y="3587038"/>
              <a:ext cx="1621790" cy="637259"/>
            </a:xfrm>
            <a:custGeom>
              <a:avLst/>
              <a:gdLst/>
              <a:ahLst/>
              <a:cxnLst/>
              <a:rect l="l" t="t" r="r" b="b"/>
              <a:pathLst>
                <a:path w="106086" h="41685" extrusionOk="0">
                  <a:moveTo>
                    <a:pt x="12922" y="0"/>
                  </a:moveTo>
                  <a:cubicBezTo>
                    <a:pt x="5717" y="0"/>
                    <a:pt x="0" y="5687"/>
                    <a:pt x="0" y="12773"/>
                  </a:cubicBezTo>
                  <a:lnTo>
                    <a:pt x="0" y="12892"/>
                  </a:lnTo>
                  <a:lnTo>
                    <a:pt x="0" y="41684"/>
                  </a:lnTo>
                  <a:lnTo>
                    <a:pt x="106085" y="41684"/>
                  </a:lnTo>
                  <a:lnTo>
                    <a:pt x="105460" y="27392"/>
                  </a:lnTo>
                  <a:cubicBezTo>
                    <a:pt x="105222" y="24177"/>
                    <a:pt x="103346" y="21319"/>
                    <a:pt x="100488" y="19830"/>
                  </a:cubicBezTo>
                  <a:lnTo>
                    <a:pt x="93312" y="16108"/>
                  </a:lnTo>
                  <a:lnTo>
                    <a:pt x="89948" y="4466"/>
                  </a:lnTo>
                  <a:cubicBezTo>
                    <a:pt x="89084" y="1727"/>
                    <a:pt x="86732" y="0"/>
                    <a:pt x="83874" y="0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56"/>
            <p:cNvSpPr/>
            <p:nvPr/>
          </p:nvSpPr>
          <p:spPr>
            <a:xfrm>
              <a:off x="6448940" y="4068645"/>
              <a:ext cx="398285" cy="212573"/>
            </a:xfrm>
            <a:custGeom>
              <a:avLst/>
              <a:gdLst/>
              <a:ahLst/>
              <a:cxnLst/>
              <a:rect l="l" t="t" r="r" b="b"/>
              <a:pathLst>
                <a:path w="26053" h="13905" extrusionOk="0">
                  <a:moveTo>
                    <a:pt x="13041" y="0"/>
                  </a:moveTo>
                  <a:cubicBezTo>
                    <a:pt x="5955" y="0"/>
                    <a:pt x="119" y="5449"/>
                    <a:pt x="119" y="12267"/>
                  </a:cubicBezTo>
                  <a:lnTo>
                    <a:pt x="0" y="13905"/>
                  </a:lnTo>
                  <a:lnTo>
                    <a:pt x="26052" y="13905"/>
                  </a:lnTo>
                  <a:lnTo>
                    <a:pt x="26052" y="12148"/>
                  </a:lnTo>
                  <a:cubicBezTo>
                    <a:pt x="25933" y="5449"/>
                    <a:pt x="20217" y="0"/>
                    <a:pt x="1304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56"/>
            <p:cNvSpPr/>
            <p:nvPr/>
          </p:nvSpPr>
          <p:spPr>
            <a:xfrm>
              <a:off x="6505829" y="4122033"/>
              <a:ext cx="284500" cy="265055"/>
            </a:xfrm>
            <a:custGeom>
              <a:avLst/>
              <a:gdLst/>
              <a:ahLst/>
              <a:cxnLst/>
              <a:rect l="l" t="t" r="r" b="b"/>
              <a:pathLst>
                <a:path w="18610" h="17338" extrusionOk="0">
                  <a:moveTo>
                    <a:pt x="9264" y="1"/>
                  </a:moveTo>
                  <a:cubicBezTo>
                    <a:pt x="5103" y="1"/>
                    <a:pt x="1415" y="2944"/>
                    <a:pt x="745" y="7287"/>
                  </a:cubicBezTo>
                  <a:cubicBezTo>
                    <a:pt x="1" y="12021"/>
                    <a:pt x="3217" y="16487"/>
                    <a:pt x="7951" y="17231"/>
                  </a:cubicBezTo>
                  <a:cubicBezTo>
                    <a:pt x="8403" y="17303"/>
                    <a:pt x="8854" y="17337"/>
                    <a:pt x="9299" y="17337"/>
                  </a:cubicBezTo>
                  <a:cubicBezTo>
                    <a:pt x="13480" y="17337"/>
                    <a:pt x="17193" y="14277"/>
                    <a:pt x="17865" y="10026"/>
                  </a:cubicBezTo>
                  <a:cubicBezTo>
                    <a:pt x="18610" y="5321"/>
                    <a:pt x="15513" y="855"/>
                    <a:pt x="10660" y="111"/>
                  </a:cubicBezTo>
                  <a:cubicBezTo>
                    <a:pt x="10191" y="37"/>
                    <a:pt x="9725" y="1"/>
                    <a:pt x="926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56"/>
            <p:cNvSpPr/>
            <p:nvPr/>
          </p:nvSpPr>
          <p:spPr>
            <a:xfrm>
              <a:off x="6580039" y="4201564"/>
              <a:ext cx="134285" cy="134285"/>
            </a:xfrm>
            <a:custGeom>
              <a:avLst/>
              <a:gdLst/>
              <a:ahLst/>
              <a:cxnLst/>
              <a:rect l="l" t="t" r="r" b="b"/>
              <a:pathLst>
                <a:path w="8784" h="8784" extrusionOk="0">
                  <a:moveTo>
                    <a:pt x="4466" y="0"/>
                  </a:moveTo>
                  <a:cubicBezTo>
                    <a:pt x="1965" y="0"/>
                    <a:pt x="0" y="1965"/>
                    <a:pt x="0" y="4466"/>
                  </a:cubicBezTo>
                  <a:cubicBezTo>
                    <a:pt x="0" y="6819"/>
                    <a:pt x="1965" y="8784"/>
                    <a:pt x="4466" y="8784"/>
                  </a:cubicBezTo>
                  <a:cubicBezTo>
                    <a:pt x="6818" y="8784"/>
                    <a:pt x="8783" y="6819"/>
                    <a:pt x="8783" y="4466"/>
                  </a:cubicBezTo>
                  <a:cubicBezTo>
                    <a:pt x="8783" y="1965"/>
                    <a:pt x="6818" y="0"/>
                    <a:pt x="446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56"/>
            <p:cNvSpPr/>
            <p:nvPr/>
          </p:nvSpPr>
          <p:spPr>
            <a:xfrm>
              <a:off x="7507276" y="4055435"/>
              <a:ext cx="398301" cy="210310"/>
            </a:xfrm>
            <a:custGeom>
              <a:avLst/>
              <a:gdLst/>
              <a:ahLst/>
              <a:cxnLst/>
              <a:rect l="l" t="t" r="r" b="b"/>
              <a:pathLst>
                <a:path w="26054" h="13757" extrusionOk="0">
                  <a:moveTo>
                    <a:pt x="13042" y="1"/>
                  </a:moveTo>
                  <a:cubicBezTo>
                    <a:pt x="5837" y="1"/>
                    <a:pt x="1" y="5449"/>
                    <a:pt x="1" y="12149"/>
                  </a:cubicBezTo>
                  <a:lnTo>
                    <a:pt x="1" y="13756"/>
                  </a:lnTo>
                  <a:lnTo>
                    <a:pt x="26053" y="13756"/>
                  </a:lnTo>
                  <a:lnTo>
                    <a:pt x="26053" y="12030"/>
                  </a:lnTo>
                  <a:cubicBezTo>
                    <a:pt x="25934" y="5330"/>
                    <a:pt x="20098" y="1"/>
                    <a:pt x="1304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56"/>
            <p:cNvSpPr/>
            <p:nvPr/>
          </p:nvSpPr>
          <p:spPr>
            <a:xfrm>
              <a:off x="7562361" y="4122033"/>
              <a:ext cx="286320" cy="265055"/>
            </a:xfrm>
            <a:custGeom>
              <a:avLst/>
              <a:gdLst/>
              <a:ahLst/>
              <a:cxnLst/>
              <a:rect l="l" t="t" r="r" b="b"/>
              <a:pathLst>
                <a:path w="18729" h="17338" extrusionOk="0">
                  <a:moveTo>
                    <a:pt x="9354" y="1"/>
                  </a:moveTo>
                  <a:cubicBezTo>
                    <a:pt x="5124" y="1"/>
                    <a:pt x="1522" y="2944"/>
                    <a:pt x="745" y="7287"/>
                  </a:cubicBezTo>
                  <a:cubicBezTo>
                    <a:pt x="1" y="12021"/>
                    <a:pt x="3216" y="16487"/>
                    <a:pt x="7950" y="17231"/>
                  </a:cubicBezTo>
                  <a:cubicBezTo>
                    <a:pt x="8403" y="17303"/>
                    <a:pt x="8853" y="17337"/>
                    <a:pt x="9299" y="17337"/>
                  </a:cubicBezTo>
                  <a:cubicBezTo>
                    <a:pt x="13481" y="17337"/>
                    <a:pt x="17204" y="14277"/>
                    <a:pt x="17984" y="10026"/>
                  </a:cubicBezTo>
                  <a:cubicBezTo>
                    <a:pt x="18728" y="5321"/>
                    <a:pt x="15513" y="855"/>
                    <a:pt x="10779" y="111"/>
                  </a:cubicBezTo>
                  <a:cubicBezTo>
                    <a:pt x="10298" y="37"/>
                    <a:pt x="9822" y="1"/>
                    <a:pt x="93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56"/>
            <p:cNvSpPr/>
            <p:nvPr/>
          </p:nvSpPr>
          <p:spPr>
            <a:xfrm>
              <a:off x="7632459" y="4186688"/>
              <a:ext cx="146133" cy="135004"/>
            </a:xfrm>
            <a:custGeom>
              <a:avLst/>
              <a:gdLst/>
              <a:ahLst/>
              <a:cxnLst/>
              <a:rect l="l" t="t" r="r" b="b"/>
              <a:pathLst>
                <a:path w="9559" h="8831" extrusionOk="0">
                  <a:moveTo>
                    <a:pt x="4657" y="1"/>
                  </a:moveTo>
                  <a:cubicBezTo>
                    <a:pt x="2593" y="1"/>
                    <a:pt x="705" y="1596"/>
                    <a:pt x="388" y="3683"/>
                  </a:cubicBezTo>
                  <a:cubicBezTo>
                    <a:pt x="1" y="6184"/>
                    <a:pt x="1609" y="8417"/>
                    <a:pt x="4110" y="8774"/>
                  </a:cubicBezTo>
                  <a:cubicBezTo>
                    <a:pt x="4341" y="8812"/>
                    <a:pt x="4573" y="8831"/>
                    <a:pt x="4802" y="8831"/>
                  </a:cubicBezTo>
                  <a:cubicBezTo>
                    <a:pt x="6905" y="8831"/>
                    <a:pt x="8849" y="7280"/>
                    <a:pt x="9171" y="5052"/>
                  </a:cubicBezTo>
                  <a:cubicBezTo>
                    <a:pt x="9558" y="2700"/>
                    <a:pt x="7950" y="467"/>
                    <a:pt x="5449" y="80"/>
                  </a:cubicBezTo>
                  <a:cubicBezTo>
                    <a:pt x="5184" y="26"/>
                    <a:pt x="4919" y="1"/>
                    <a:pt x="465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56"/>
            <p:cNvSpPr/>
            <p:nvPr/>
          </p:nvSpPr>
          <p:spPr>
            <a:xfrm>
              <a:off x="6240450" y="4195647"/>
              <a:ext cx="210310" cy="85579"/>
            </a:xfrm>
            <a:custGeom>
              <a:avLst/>
              <a:gdLst/>
              <a:ahLst/>
              <a:cxnLst/>
              <a:rect l="l" t="t" r="r" b="b"/>
              <a:pathLst>
                <a:path w="13757" h="5598" extrusionOk="0">
                  <a:moveTo>
                    <a:pt x="2710" y="0"/>
                  </a:moveTo>
                  <a:cubicBezTo>
                    <a:pt x="1221" y="0"/>
                    <a:pt x="1" y="1251"/>
                    <a:pt x="1" y="2859"/>
                  </a:cubicBezTo>
                  <a:cubicBezTo>
                    <a:pt x="1" y="4347"/>
                    <a:pt x="1221" y="5598"/>
                    <a:pt x="2710" y="5598"/>
                  </a:cubicBezTo>
                  <a:lnTo>
                    <a:pt x="13756" y="5598"/>
                  </a:lnTo>
                  <a:lnTo>
                    <a:pt x="1375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56"/>
            <p:cNvSpPr/>
            <p:nvPr/>
          </p:nvSpPr>
          <p:spPr>
            <a:xfrm>
              <a:off x="6281882" y="3979420"/>
              <a:ext cx="30499" cy="136563"/>
            </a:xfrm>
            <a:custGeom>
              <a:avLst/>
              <a:gdLst/>
              <a:ahLst/>
              <a:cxnLst/>
              <a:rect l="l" t="t" r="r" b="b"/>
              <a:pathLst>
                <a:path w="1995" h="8933" extrusionOk="0">
                  <a:moveTo>
                    <a:pt x="0" y="1"/>
                  </a:moveTo>
                  <a:lnTo>
                    <a:pt x="0" y="8933"/>
                  </a:lnTo>
                  <a:lnTo>
                    <a:pt x="1995" y="8933"/>
                  </a:lnTo>
                  <a:lnTo>
                    <a:pt x="1995" y="1"/>
                  </a:lnTo>
                  <a:close/>
                </a:path>
              </a:pathLst>
            </a:custGeom>
            <a:solidFill>
              <a:srgbClr val="EFF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56"/>
            <p:cNvSpPr/>
            <p:nvPr/>
          </p:nvSpPr>
          <p:spPr>
            <a:xfrm>
              <a:off x="6424356" y="4018284"/>
              <a:ext cx="872580" cy="167796"/>
            </a:xfrm>
            <a:custGeom>
              <a:avLst/>
              <a:gdLst/>
              <a:ahLst/>
              <a:cxnLst/>
              <a:rect l="l" t="t" r="r" b="b"/>
              <a:pathLst>
                <a:path w="57078" h="10976" extrusionOk="0">
                  <a:moveTo>
                    <a:pt x="14624" y="1"/>
                  </a:moveTo>
                  <a:cubicBezTo>
                    <a:pt x="12412" y="1"/>
                    <a:pt x="10203" y="489"/>
                    <a:pt x="8188" y="1299"/>
                  </a:cubicBezTo>
                  <a:cubicBezTo>
                    <a:pt x="5836" y="2312"/>
                    <a:pt x="3841" y="3920"/>
                    <a:pt x="2353" y="5885"/>
                  </a:cubicBezTo>
                  <a:cubicBezTo>
                    <a:pt x="1251" y="7522"/>
                    <a:pt x="507" y="9249"/>
                    <a:pt x="0" y="10976"/>
                  </a:cubicBezTo>
                  <a:lnTo>
                    <a:pt x="119" y="10976"/>
                  </a:lnTo>
                  <a:cubicBezTo>
                    <a:pt x="626" y="9130"/>
                    <a:pt x="1370" y="7522"/>
                    <a:pt x="2472" y="5885"/>
                  </a:cubicBezTo>
                  <a:cubicBezTo>
                    <a:pt x="3960" y="3920"/>
                    <a:pt x="5836" y="2312"/>
                    <a:pt x="8188" y="1419"/>
                  </a:cubicBezTo>
                  <a:cubicBezTo>
                    <a:pt x="10236" y="595"/>
                    <a:pt x="12483" y="171"/>
                    <a:pt x="14682" y="171"/>
                  </a:cubicBezTo>
                  <a:cubicBezTo>
                    <a:pt x="15424" y="171"/>
                    <a:pt x="16161" y="219"/>
                    <a:pt x="16882" y="317"/>
                  </a:cubicBezTo>
                  <a:cubicBezTo>
                    <a:pt x="18490" y="436"/>
                    <a:pt x="20098" y="942"/>
                    <a:pt x="21587" y="1567"/>
                  </a:cubicBezTo>
                  <a:cubicBezTo>
                    <a:pt x="23075" y="2312"/>
                    <a:pt x="24564" y="3294"/>
                    <a:pt x="25666" y="4545"/>
                  </a:cubicBezTo>
                  <a:cubicBezTo>
                    <a:pt x="27422" y="6153"/>
                    <a:pt x="28643" y="7999"/>
                    <a:pt x="29536" y="10232"/>
                  </a:cubicBezTo>
                  <a:lnTo>
                    <a:pt x="29655" y="10231"/>
                  </a:lnTo>
                  <a:lnTo>
                    <a:pt x="29655" y="10231"/>
                  </a:lnTo>
                  <a:lnTo>
                    <a:pt x="29655" y="10232"/>
                  </a:lnTo>
                  <a:cubicBezTo>
                    <a:pt x="29655" y="10231"/>
                    <a:pt x="29655" y="10231"/>
                    <a:pt x="29655" y="10231"/>
                  </a:cubicBezTo>
                  <a:lnTo>
                    <a:pt x="29655" y="10231"/>
                  </a:lnTo>
                  <a:lnTo>
                    <a:pt x="50735" y="10113"/>
                  </a:lnTo>
                  <a:lnTo>
                    <a:pt x="57077" y="9993"/>
                  </a:lnTo>
                  <a:lnTo>
                    <a:pt x="50735" y="9993"/>
                  </a:lnTo>
                  <a:lnTo>
                    <a:pt x="29613" y="10112"/>
                  </a:lnTo>
                  <a:lnTo>
                    <a:pt x="29613" y="10112"/>
                  </a:lnTo>
                  <a:cubicBezTo>
                    <a:pt x="29233" y="9057"/>
                    <a:pt x="28765" y="8082"/>
                    <a:pt x="28048" y="7135"/>
                  </a:cubicBezTo>
                  <a:cubicBezTo>
                    <a:pt x="27422" y="6153"/>
                    <a:pt x="26678" y="5140"/>
                    <a:pt x="25814" y="4396"/>
                  </a:cubicBezTo>
                  <a:cubicBezTo>
                    <a:pt x="24564" y="3175"/>
                    <a:pt x="23194" y="2163"/>
                    <a:pt x="21587" y="1419"/>
                  </a:cubicBezTo>
                  <a:cubicBezTo>
                    <a:pt x="20098" y="823"/>
                    <a:pt x="18609" y="317"/>
                    <a:pt x="17001" y="198"/>
                  </a:cubicBezTo>
                  <a:cubicBezTo>
                    <a:pt x="16214" y="64"/>
                    <a:pt x="15419" y="1"/>
                    <a:pt x="146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56"/>
            <p:cNvSpPr/>
            <p:nvPr/>
          </p:nvSpPr>
          <p:spPr>
            <a:xfrm>
              <a:off x="7328843" y="3613441"/>
              <a:ext cx="343663" cy="585817"/>
            </a:xfrm>
            <a:custGeom>
              <a:avLst/>
              <a:gdLst/>
              <a:ahLst/>
              <a:cxnLst/>
              <a:rect l="l" t="t" r="r" b="b"/>
              <a:pathLst>
                <a:path w="22480" h="38320" extrusionOk="0">
                  <a:moveTo>
                    <a:pt x="149" y="0"/>
                  </a:moveTo>
                  <a:lnTo>
                    <a:pt x="149" y="119"/>
                  </a:lnTo>
                  <a:lnTo>
                    <a:pt x="13399" y="119"/>
                  </a:lnTo>
                  <a:cubicBezTo>
                    <a:pt x="13786" y="119"/>
                    <a:pt x="14292" y="119"/>
                    <a:pt x="14649" y="238"/>
                  </a:cubicBezTo>
                  <a:cubicBezTo>
                    <a:pt x="16644" y="625"/>
                    <a:pt x="18133" y="2114"/>
                    <a:pt x="18758" y="3960"/>
                  </a:cubicBezTo>
                  <a:cubicBezTo>
                    <a:pt x="19741" y="8069"/>
                    <a:pt x="20842" y="12535"/>
                    <a:pt x="22093" y="17478"/>
                  </a:cubicBezTo>
                  <a:cubicBezTo>
                    <a:pt x="22211" y="21051"/>
                    <a:pt x="22212" y="25005"/>
                    <a:pt x="22212" y="29050"/>
                  </a:cubicBezTo>
                  <a:lnTo>
                    <a:pt x="22212" y="29050"/>
                  </a:lnTo>
                  <a:cubicBezTo>
                    <a:pt x="20763" y="29295"/>
                    <a:pt x="19318" y="29794"/>
                    <a:pt x="18014" y="30519"/>
                  </a:cubicBezTo>
                  <a:cubicBezTo>
                    <a:pt x="16644" y="31263"/>
                    <a:pt x="15394" y="32246"/>
                    <a:pt x="14411" y="33496"/>
                  </a:cubicBezTo>
                  <a:cubicBezTo>
                    <a:pt x="13306" y="34834"/>
                    <a:pt x="12456" y="36400"/>
                    <a:pt x="11946" y="38081"/>
                  </a:cubicBezTo>
                  <a:lnTo>
                    <a:pt x="149" y="38081"/>
                  </a:lnTo>
                  <a:lnTo>
                    <a:pt x="149" y="10927"/>
                  </a:lnTo>
                  <a:lnTo>
                    <a:pt x="149" y="10778"/>
                  </a:lnTo>
                  <a:cubicBezTo>
                    <a:pt x="0" y="17626"/>
                    <a:pt x="0" y="27035"/>
                    <a:pt x="0" y="38200"/>
                  </a:cubicBezTo>
                  <a:lnTo>
                    <a:pt x="0" y="38319"/>
                  </a:lnTo>
                  <a:lnTo>
                    <a:pt x="12178" y="38319"/>
                  </a:lnTo>
                  <a:lnTo>
                    <a:pt x="12178" y="38200"/>
                  </a:lnTo>
                  <a:cubicBezTo>
                    <a:pt x="12654" y="36593"/>
                    <a:pt x="13548" y="34985"/>
                    <a:pt x="14649" y="33615"/>
                  </a:cubicBezTo>
                  <a:cubicBezTo>
                    <a:pt x="15513" y="32365"/>
                    <a:pt x="16763" y="31382"/>
                    <a:pt x="18133" y="30638"/>
                  </a:cubicBezTo>
                  <a:cubicBezTo>
                    <a:pt x="19502" y="29893"/>
                    <a:pt x="20991" y="29387"/>
                    <a:pt x="22480" y="29149"/>
                  </a:cubicBezTo>
                  <a:lnTo>
                    <a:pt x="22480" y="29030"/>
                  </a:lnTo>
                  <a:cubicBezTo>
                    <a:pt x="22480" y="25070"/>
                    <a:pt x="22480" y="21080"/>
                    <a:pt x="22331" y="17478"/>
                  </a:cubicBezTo>
                  <a:lnTo>
                    <a:pt x="22331" y="17358"/>
                  </a:lnTo>
                  <a:lnTo>
                    <a:pt x="18877" y="3960"/>
                  </a:lnTo>
                  <a:cubicBezTo>
                    <a:pt x="18609" y="2978"/>
                    <a:pt x="18133" y="1995"/>
                    <a:pt x="17269" y="1370"/>
                  </a:cubicBezTo>
                  <a:cubicBezTo>
                    <a:pt x="16525" y="745"/>
                    <a:pt x="15632" y="238"/>
                    <a:pt x="14768" y="119"/>
                  </a:cubicBezTo>
                  <a:cubicBezTo>
                    <a:pt x="14292" y="0"/>
                    <a:pt x="13905" y="0"/>
                    <a:pt x="133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56"/>
            <p:cNvSpPr/>
            <p:nvPr/>
          </p:nvSpPr>
          <p:spPr>
            <a:xfrm>
              <a:off x="7353871" y="3647581"/>
              <a:ext cx="246266" cy="204837"/>
            </a:xfrm>
            <a:custGeom>
              <a:avLst/>
              <a:gdLst/>
              <a:ahLst/>
              <a:cxnLst/>
              <a:rect l="l" t="t" r="r" b="b"/>
              <a:pathLst>
                <a:path w="16109" h="13399" extrusionOk="0">
                  <a:moveTo>
                    <a:pt x="2710" y="0"/>
                  </a:moveTo>
                  <a:cubicBezTo>
                    <a:pt x="1222" y="0"/>
                    <a:pt x="120" y="1251"/>
                    <a:pt x="1" y="2739"/>
                  </a:cubicBezTo>
                  <a:lnTo>
                    <a:pt x="1" y="10659"/>
                  </a:lnTo>
                  <a:cubicBezTo>
                    <a:pt x="1" y="12148"/>
                    <a:pt x="1222" y="13399"/>
                    <a:pt x="2710" y="13399"/>
                  </a:cubicBezTo>
                  <a:lnTo>
                    <a:pt x="13399" y="13399"/>
                  </a:lnTo>
                  <a:cubicBezTo>
                    <a:pt x="14888" y="13399"/>
                    <a:pt x="16109" y="12148"/>
                    <a:pt x="16109" y="10659"/>
                  </a:cubicBezTo>
                  <a:cubicBezTo>
                    <a:pt x="16109" y="10421"/>
                    <a:pt x="16109" y="10183"/>
                    <a:pt x="15990" y="9915"/>
                  </a:cubicBezTo>
                  <a:lnTo>
                    <a:pt x="13757" y="1995"/>
                  </a:lnTo>
                  <a:cubicBezTo>
                    <a:pt x="13518" y="864"/>
                    <a:pt x="12387" y="0"/>
                    <a:pt x="11166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56"/>
            <p:cNvSpPr/>
            <p:nvPr/>
          </p:nvSpPr>
          <p:spPr>
            <a:xfrm>
              <a:off x="7888742" y="3977601"/>
              <a:ext cx="3654" cy="16862"/>
            </a:xfrm>
            <a:custGeom>
              <a:avLst/>
              <a:gdLst/>
              <a:ahLst/>
              <a:cxnLst/>
              <a:rect l="l" t="t" r="r" b="b"/>
              <a:pathLst>
                <a:path w="239" h="1103" extrusionOk="0">
                  <a:moveTo>
                    <a:pt x="1" y="0"/>
                  </a:moveTo>
                  <a:cubicBezTo>
                    <a:pt x="120" y="358"/>
                    <a:pt x="239" y="745"/>
                    <a:pt x="239" y="1102"/>
                  </a:cubicBezTo>
                  <a:lnTo>
                    <a:pt x="239" y="358"/>
                  </a:lnTo>
                  <a:cubicBezTo>
                    <a:pt x="239" y="120"/>
                    <a:pt x="120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56"/>
            <p:cNvSpPr/>
            <p:nvPr/>
          </p:nvSpPr>
          <p:spPr>
            <a:xfrm>
              <a:off x="7825921" y="3975782"/>
              <a:ext cx="71928" cy="117454"/>
            </a:xfrm>
            <a:custGeom>
              <a:avLst/>
              <a:gdLst/>
              <a:ahLst/>
              <a:cxnLst/>
              <a:rect l="l" t="t" r="r" b="b"/>
              <a:pathLst>
                <a:path w="4705" h="7683" extrusionOk="0">
                  <a:moveTo>
                    <a:pt x="3722" y="0"/>
                  </a:moveTo>
                  <a:cubicBezTo>
                    <a:pt x="1608" y="0"/>
                    <a:pt x="1" y="1846"/>
                    <a:pt x="120" y="3960"/>
                  </a:cubicBezTo>
                  <a:cubicBezTo>
                    <a:pt x="239" y="6074"/>
                    <a:pt x="1876" y="7682"/>
                    <a:pt x="3961" y="7682"/>
                  </a:cubicBezTo>
                  <a:lnTo>
                    <a:pt x="4110" y="7682"/>
                  </a:lnTo>
                  <a:lnTo>
                    <a:pt x="4705" y="7563"/>
                  </a:lnTo>
                  <a:lnTo>
                    <a:pt x="4705" y="6938"/>
                  </a:lnTo>
                  <a:lnTo>
                    <a:pt x="4348" y="1221"/>
                  </a:lnTo>
                  <a:cubicBezTo>
                    <a:pt x="4348" y="864"/>
                    <a:pt x="4229" y="477"/>
                    <a:pt x="4110" y="119"/>
                  </a:cubicBezTo>
                  <a:cubicBezTo>
                    <a:pt x="3961" y="0"/>
                    <a:pt x="3842" y="0"/>
                    <a:pt x="3722" y="0"/>
                  </a:cubicBezTo>
                  <a:close/>
                </a:path>
              </a:pathLst>
            </a:custGeom>
            <a:solidFill>
              <a:srgbClr val="EFF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56"/>
            <p:cNvSpPr/>
            <p:nvPr/>
          </p:nvSpPr>
          <p:spPr>
            <a:xfrm>
              <a:off x="6841780" y="4199286"/>
              <a:ext cx="682770" cy="79663"/>
            </a:xfrm>
            <a:custGeom>
              <a:avLst/>
              <a:gdLst/>
              <a:ahLst/>
              <a:cxnLst/>
              <a:rect l="l" t="t" r="r" b="b"/>
              <a:pathLst>
                <a:path w="44662" h="5211" extrusionOk="0">
                  <a:moveTo>
                    <a:pt x="0" y="0"/>
                  </a:moveTo>
                  <a:lnTo>
                    <a:pt x="0" y="5211"/>
                  </a:lnTo>
                  <a:lnTo>
                    <a:pt x="44661" y="5211"/>
                  </a:lnTo>
                  <a:lnTo>
                    <a:pt x="4466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56"/>
            <p:cNvSpPr/>
            <p:nvPr/>
          </p:nvSpPr>
          <p:spPr>
            <a:xfrm>
              <a:off x="7627001" y="3636191"/>
              <a:ext cx="81482" cy="197117"/>
            </a:xfrm>
            <a:custGeom>
              <a:avLst/>
              <a:gdLst/>
              <a:ahLst/>
              <a:cxnLst/>
              <a:rect l="l" t="t" r="r" b="b"/>
              <a:pathLst>
                <a:path w="5330" h="12894" extrusionOk="0">
                  <a:moveTo>
                    <a:pt x="1340" y="1"/>
                  </a:moveTo>
                  <a:cubicBezTo>
                    <a:pt x="1221" y="1"/>
                    <a:pt x="1102" y="1"/>
                    <a:pt x="1102" y="120"/>
                  </a:cubicBezTo>
                  <a:cubicBezTo>
                    <a:pt x="745" y="626"/>
                    <a:pt x="0" y="1728"/>
                    <a:pt x="239" y="2859"/>
                  </a:cubicBezTo>
                  <a:cubicBezTo>
                    <a:pt x="745" y="4467"/>
                    <a:pt x="2829" y="12655"/>
                    <a:pt x="2829" y="12655"/>
                  </a:cubicBezTo>
                  <a:lnTo>
                    <a:pt x="5330" y="12893"/>
                  </a:lnTo>
                  <a:cubicBezTo>
                    <a:pt x="5330" y="12893"/>
                    <a:pt x="1846" y="1103"/>
                    <a:pt x="1846" y="864"/>
                  </a:cubicBezTo>
                  <a:cubicBezTo>
                    <a:pt x="1727" y="626"/>
                    <a:pt x="1340" y="1"/>
                    <a:pt x="1340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56"/>
            <p:cNvSpPr/>
            <p:nvPr/>
          </p:nvSpPr>
          <p:spPr>
            <a:xfrm>
              <a:off x="7621085" y="3780500"/>
              <a:ext cx="64651" cy="98329"/>
            </a:xfrm>
            <a:custGeom>
              <a:avLst/>
              <a:gdLst/>
              <a:ahLst/>
              <a:cxnLst/>
              <a:rect l="l" t="t" r="r" b="b"/>
              <a:pathLst>
                <a:path w="4229" h="6432" extrusionOk="0">
                  <a:moveTo>
                    <a:pt x="0" y="0"/>
                  </a:moveTo>
                  <a:lnTo>
                    <a:pt x="0" y="6431"/>
                  </a:lnTo>
                  <a:lnTo>
                    <a:pt x="983" y="6431"/>
                  </a:lnTo>
                  <a:cubicBezTo>
                    <a:pt x="2740" y="6431"/>
                    <a:pt x="4228" y="5062"/>
                    <a:pt x="4228" y="3335"/>
                  </a:cubicBezTo>
                  <a:cubicBezTo>
                    <a:pt x="4228" y="1727"/>
                    <a:pt x="2978" y="358"/>
                    <a:pt x="1370" y="1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56"/>
            <p:cNvSpPr/>
            <p:nvPr/>
          </p:nvSpPr>
          <p:spPr>
            <a:xfrm>
              <a:off x="7621085" y="3780500"/>
              <a:ext cx="64651" cy="98329"/>
            </a:xfrm>
            <a:custGeom>
              <a:avLst/>
              <a:gdLst/>
              <a:ahLst/>
              <a:cxnLst/>
              <a:rect l="l" t="t" r="r" b="b"/>
              <a:pathLst>
                <a:path w="4229" h="6432" extrusionOk="0">
                  <a:moveTo>
                    <a:pt x="0" y="0"/>
                  </a:moveTo>
                  <a:lnTo>
                    <a:pt x="0" y="6431"/>
                  </a:lnTo>
                  <a:lnTo>
                    <a:pt x="983" y="6431"/>
                  </a:lnTo>
                  <a:cubicBezTo>
                    <a:pt x="2740" y="6431"/>
                    <a:pt x="4228" y="5062"/>
                    <a:pt x="4228" y="3335"/>
                  </a:cubicBezTo>
                  <a:cubicBezTo>
                    <a:pt x="4228" y="2084"/>
                    <a:pt x="3603" y="1102"/>
                    <a:pt x="2620" y="477"/>
                  </a:cubicBezTo>
                  <a:cubicBezTo>
                    <a:pt x="2233" y="358"/>
                    <a:pt x="1995" y="238"/>
                    <a:pt x="1608" y="238"/>
                  </a:cubicBezTo>
                  <a:cubicBezTo>
                    <a:pt x="1608" y="119"/>
                    <a:pt x="1489" y="119"/>
                    <a:pt x="1370" y="1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7C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56"/>
            <p:cNvSpPr/>
            <p:nvPr/>
          </p:nvSpPr>
          <p:spPr>
            <a:xfrm>
              <a:off x="7365261" y="3873363"/>
              <a:ext cx="92872" cy="32333"/>
            </a:xfrm>
            <a:custGeom>
              <a:avLst/>
              <a:gdLst/>
              <a:ahLst/>
              <a:cxnLst/>
              <a:rect l="l" t="t" r="r" b="b"/>
              <a:pathLst>
                <a:path w="6075" h="2115" extrusionOk="0">
                  <a:moveTo>
                    <a:pt x="5339" y="1956"/>
                  </a:moveTo>
                  <a:lnTo>
                    <a:pt x="5339" y="1956"/>
                  </a:lnTo>
                  <a:cubicBezTo>
                    <a:pt x="5267" y="1965"/>
                    <a:pt x="5178" y="1965"/>
                    <a:pt x="5062" y="1965"/>
                  </a:cubicBezTo>
                  <a:cubicBezTo>
                    <a:pt x="5062" y="2066"/>
                    <a:pt x="5062" y="2099"/>
                    <a:pt x="5025" y="2109"/>
                  </a:cubicBezTo>
                  <a:lnTo>
                    <a:pt x="5025" y="2109"/>
                  </a:lnTo>
                  <a:cubicBezTo>
                    <a:pt x="5166" y="2091"/>
                    <a:pt x="5260" y="2027"/>
                    <a:pt x="5339" y="1956"/>
                  </a:cubicBezTo>
                  <a:close/>
                  <a:moveTo>
                    <a:pt x="1221" y="0"/>
                  </a:moveTo>
                  <a:cubicBezTo>
                    <a:pt x="745" y="0"/>
                    <a:pt x="358" y="238"/>
                    <a:pt x="239" y="625"/>
                  </a:cubicBezTo>
                  <a:cubicBezTo>
                    <a:pt x="0" y="1221"/>
                    <a:pt x="239" y="1846"/>
                    <a:pt x="745" y="1965"/>
                  </a:cubicBezTo>
                  <a:cubicBezTo>
                    <a:pt x="983" y="2114"/>
                    <a:pt x="1221" y="2114"/>
                    <a:pt x="1340" y="2114"/>
                  </a:cubicBezTo>
                  <a:lnTo>
                    <a:pt x="4943" y="2114"/>
                  </a:lnTo>
                  <a:cubicBezTo>
                    <a:pt x="4824" y="1965"/>
                    <a:pt x="4586" y="1965"/>
                    <a:pt x="4466" y="1965"/>
                  </a:cubicBezTo>
                  <a:lnTo>
                    <a:pt x="1340" y="1965"/>
                  </a:lnTo>
                  <a:cubicBezTo>
                    <a:pt x="1221" y="1965"/>
                    <a:pt x="983" y="1965"/>
                    <a:pt x="864" y="1846"/>
                  </a:cubicBezTo>
                  <a:cubicBezTo>
                    <a:pt x="477" y="1727"/>
                    <a:pt x="358" y="1489"/>
                    <a:pt x="358" y="1102"/>
                  </a:cubicBezTo>
                  <a:cubicBezTo>
                    <a:pt x="358" y="625"/>
                    <a:pt x="745" y="238"/>
                    <a:pt x="1221" y="238"/>
                  </a:cubicBezTo>
                  <a:lnTo>
                    <a:pt x="4943" y="238"/>
                  </a:lnTo>
                  <a:cubicBezTo>
                    <a:pt x="5330" y="238"/>
                    <a:pt x="5568" y="357"/>
                    <a:pt x="5806" y="745"/>
                  </a:cubicBezTo>
                  <a:cubicBezTo>
                    <a:pt x="5955" y="864"/>
                    <a:pt x="5955" y="1221"/>
                    <a:pt x="5806" y="1489"/>
                  </a:cubicBezTo>
                  <a:cubicBezTo>
                    <a:pt x="5806" y="1608"/>
                    <a:pt x="5687" y="1727"/>
                    <a:pt x="5449" y="1846"/>
                  </a:cubicBezTo>
                  <a:cubicBezTo>
                    <a:pt x="5414" y="1882"/>
                    <a:pt x="5378" y="1920"/>
                    <a:pt x="5339" y="1956"/>
                  </a:cubicBezTo>
                  <a:lnTo>
                    <a:pt x="5339" y="1956"/>
                  </a:lnTo>
                  <a:cubicBezTo>
                    <a:pt x="5433" y="1943"/>
                    <a:pt x="5501" y="1914"/>
                    <a:pt x="5568" y="1846"/>
                  </a:cubicBezTo>
                  <a:cubicBezTo>
                    <a:pt x="5687" y="1727"/>
                    <a:pt x="5806" y="1608"/>
                    <a:pt x="5955" y="1370"/>
                  </a:cubicBezTo>
                  <a:cubicBezTo>
                    <a:pt x="6074" y="1102"/>
                    <a:pt x="6074" y="745"/>
                    <a:pt x="5955" y="477"/>
                  </a:cubicBezTo>
                  <a:cubicBezTo>
                    <a:pt x="5687" y="238"/>
                    <a:pt x="5449" y="0"/>
                    <a:pt x="5062" y="0"/>
                  </a:cubicBezTo>
                  <a:close/>
                  <a:moveTo>
                    <a:pt x="5025" y="2109"/>
                  </a:moveTo>
                  <a:cubicBezTo>
                    <a:pt x="4999" y="2112"/>
                    <a:pt x="4972" y="2114"/>
                    <a:pt x="4943" y="2114"/>
                  </a:cubicBezTo>
                  <a:cubicBezTo>
                    <a:pt x="4981" y="2114"/>
                    <a:pt x="5007" y="2114"/>
                    <a:pt x="5025" y="210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56"/>
            <p:cNvSpPr/>
            <p:nvPr/>
          </p:nvSpPr>
          <p:spPr>
            <a:xfrm>
              <a:off x="6720236" y="3806904"/>
              <a:ext cx="289958" cy="92872"/>
            </a:xfrm>
            <a:custGeom>
              <a:avLst/>
              <a:gdLst/>
              <a:ahLst/>
              <a:cxnLst/>
              <a:rect l="l" t="t" r="r" b="b"/>
              <a:pathLst>
                <a:path w="18967" h="6075" extrusionOk="0">
                  <a:moveTo>
                    <a:pt x="1" y="0"/>
                  </a:moveTo>
                  <a:lnTo>
                    <a:pt x="1" y="6074"/>
                  </a:lnTo>
                  <a:lnTo>
                    <a:pt x="18967" y="6074"/>
                  </a:lnTo>
                  <a:lnTo>
                    <a:pt x="189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56"/>
            <p:cNvSpPr/>
            <p:nvPr/>
          </p:nvSpPr>
          <p:spPr>
            <a:xfrm>
              <a:off x="6604608" y="3702650"/>
              <a:ext cx="68289" cy="73762"/>
            </a:xfrm>
            <a:custGeom>
              <a:avLst/>
              <a:gdLst/>
              <a:ahLst/>
              <a:cxnLst/>
              <a:rect l="l" t="t" r="r" b="b"/>
              <a:pathLst>
                <a:path w="4467" h="4825" extrusionOk="0">
                  <a:moveTo>
                    <a:pt x="1" y="1"/>
                  </a:moveTo>
                  <a:lnTo>
                    <a:pt x="1" y="4824"/>
                  </a:lnTo>
                  <a:lnTo>
                    <a:pt x="1103" y="4824"/>
                  </a:lnTo>
                  <a:lnTo>
                    <a:pt x="1103" y="1847"/>
                  </a:lnTo>
                  <a:lnTo>
                    <a:pt x="3455" y="4824"/>
                  </a:lnTo>
                  <a:lnTo>
                    <a:pt x="4467" y="4824"/>
                  </a:lnTo>
                  <a:lnTo>
                    <a:pt x="4467" y="1"/>
                  </a:lnTo>
                  <a:lnTo>
                    <a:pt x="3336" y="1"/>
                  </a:lnTo>
                  <a:lnTo>
                    <a:pt x="3336" y="2978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56"/>
            <p:cNvSpPr/>
            <p:nvPr/>
          </p:nvSpPr>
          <p:spPr>
            <a:xfrm>
              <a:off x="6689735" y="3702650"/>
              <a:ext cx="56915" cy="73762"/>
            </a:xfrm>
            <a:custGeom>
              <a:avLst/>
              <a:gdLst/>
              <a:ahLst/>
              <a:cxnLst/>
              <a:rect l="l" t="t" r="r" b="b"/>
              <a:pathLst>
                <a:path w="3723" h="4825" extrusionOk="0">
                  <a:moveTo>
                    <a:pt x="1" y="1"/>
                  </a:moveTo>
                  <a:lnTo>
                    <a:pt x="1" y="4824"/>
                  </a:lnTo>
                  <a:lnTo>
                    <a:pt x="3722" y="4824"/>
                  </a:lnTo>
                  <a:lnTo>
                    <a:pt x="3722" y="3961"/>
                  </a:lnTo>
                  <a:lnTo>
                    <a:pt x="1132" y="3961"/>
                  </a:lnTo>
                  <a:lnTo>
                    <a:pt x="1132" y="2859"/>
                  </a:lnTo>
                  <a:lnTo>
                    <a:pt x="3365" y="2859"/>
                  </a:lnTo>
                  <a:lnTo>
                    <a:pt x="3365" y="1966"/>
                  </a:lnTo>
                  <a:lnTo>
                    <a:pt x="1132" y="1966"/>
                  </a:lnTo>
                  <a:lnTo>
                    <a:pt x="1132" y="864"/>
                  </a:lnTo>
                  <a:lnTo>
                    <a:pt x="3603" y="864"/>
                  </a:lnTo>
                  <a:lnTo>
                    <a:pt x="36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56"/>
            <p:cNvSpPr/>
            <p:nvPr/>
          </p:nvSpPr>
          <p:spPr>
            <a:xfrm>
              <a:off x="6752556" y="3702650"/>
              <a:ext cx="119273" cy="73762"/>
            </a:xfrm>
            <a:custGeom>
              <a:avLst/>
              <a:gdLst/>
              <a:ahLst/>
              <a:cxnLst/>
              <a:rect l="l" t="t" r="r" b="b"/>
              <a:pathLst>
                <a:path w="7802" h="4825" extrusionOk="0">
                  <a:moveTo>
                    <a:pt x="0" y="1"/>
                  </a:moveTo>
                  <a:lnTo>
                    <a:pt x="1608" y="4824"/>
                  </a:lnTo>
                  <a:lnTo>
                    <a:pt x="2859" y="4824"/>
                  </a:lnTo>
                  <a:lnTo>
                    <a:pt x="3960" y="1609"/>
                  </a:lnTo>
                  <a:lnTo>
                    <a:pt x="4943" y="4824"/>
                  </a:lnTo>
                  <a:lnTo>
                    <a:pt x="6193" y="4824"/>
                  </a:lnTo>
                  <a:lnTo>
                    <a:pt x="7801" y="1"/>
                  </a:lnTo>
                  <a:lnTo>
                    <a:pt x="6700" y="1"/>
                  </a:lnTo>
                  <a:lnTo>
                    <a:pt x="5568" y="3455"/>
                  </a:lnTo>
                  <a:lnTo>
                    <a:pt x="4467" y="1"/>
                  </a:lnTo>
                  <a:lnTo>
                    <a:pt x="3454" y="1"/>
                  </a:lnTo>
                  <a:lnTo>
                    <a:pt x="2353" y="3455"/>
                  </a:lnTo>
                  <a:lnTo>
                    <a:pt x="12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56"/>
            <p:cNvSpPr/>
            <p:nvPr/>
          </p:nvSpPr>
          <p:spPr>
            <a:xfrm>
              <a:off x="6875919" y="3700831"/>
              <a:ext cx="60554" cy="77401"/>
            </a:xfrm>
            <a:custGeom>
              <a:avLst/>
              <a:gdLst/>
              <a:ahLst/>
              <a:cxnLst/>
              <a:rect l="l" t="t" r="r" b="b"/>
              <a:pathLst>
                <a:path w="3961" h="5063" extrusionOk="0">
                  <a:moveTo>
                    <a:pt x="2084" y="1"/>
                  </a:moveTo>
                  <a:cubicBezTo>
                    <a:pt x="745" y="1"/>
                    <a:pt x="119" y="745"/>
                    <a:pt x="119" y="1490"/>
                  </a:cubicBezTo>
                  <a:cubicBezTo>
                    <a:pt x="119" y="3336"/>
                    <a:pt x="2829" y="2710"/>
                    <a:pt x="2829" y="3574"/>
                  </a:cubicBezTo>
                  <a:cubicBezTo>
                    <a:pt x="2829" y="3961"/>
                    <a:pt x="2591" y="4080"/>
                    <a:pt x="1965" y="4080"/>
                  </a:cubicBezTo>
                  <a:cubicBezTo>
                    <a:pt x="1340" y="4080"/>
                    <a:pt x="864" y="3961"/>
                    <a:pt x="358" y="3574"/>
                  </a:cubicBezTo>
                  <a:lnTo>
                    <a:pt x="0" y="4467"/>
                  </a:lnTo>
                  <a:cubicBezTo>
                    <a:pt x="477" y="4824"/>
                    <a:pt x="1221" y="5062"/>
                    <a:pt x="1965" y="5062"/>
                  </a:cubicBezTo>
                  <a:cubicBezTo>
                    <a:pt x="3335" y="5062"/>
                    <a:pt x="3960" y="4318"/>
                    <a:pt x="3960" y="3574"/>
                  </a:cubicBezTo>
                  <a:cubicBezTo>
                    <a:pt x="3960" y="1728"/>
                    <a:pt x="1102" y="2353"/>
                    <a:pt x="1102" y="1490"/>
                  </a:cubicBezTo>
                  <a:cubicBezTo>
                    <a:pt x="1102" y="1222"/>
                    <a:pt x="1489" y="983"/>
                    <a:pt x="2084" y="983"/>
                  </a:cubicBezTo>
                  <a:cubicBezTo>
                    <a:pt x="2591" y="983"/>
                    <a:pt x="2978" y="1102"/>
                    <a:pt x="3454" y="1341"/>
                  </a:cubicBezTo>
                  <a:lnTo>
                    <a:pt x="3841" y="477"/>
                  </a:lnTo>
                  <a:cubicBezTo>
                    <a:pt x="3216" y="239"/>
                    <a:pt x="2710" y="1"/>
                    <a:pt x="20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56"/>
            <p:cNvSpPr/>
            <p:nvPr/>
          </p:nvSpPr>
          <p:spPr>
            <a:xfrm>
              <a:off x="6560913" y="3827834"/>
              <a:ext cx="37791" cy="49180"/>
            </a:xfrm>
            <a:custGeom>
              <a:avLst/>
              <a:gdLst/>
              <a:ahLst/>
              <a:cxnLst/>
              <a:rect l="l" t="t" r="r" b="b"/>
              <a:pathLst>
                <a:path w="2472" h="3217" extrusionOk="0">
                  <a:moveTo>
                    <a:pt x="1" y="1"/>
                  </a:moveTo>
                  <a:lnTo>
                    <a:pt x="1" y="3216"/>
                  </a:lnTo>
                  <a:lnTo>
                    <a:pt x="2472" y="3216"/>
                  </a:lnTo>
                  <a:lnTo>
                    <a:pt x="2472" y="2591"/>
                  </a:lnTo>
                  <a:lnTo>
                    <a:pt x="745" y="2591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56"/>
            <p:cNvSpPr/>
            <p:nvPr/>
          </p:nvSpPr>
          <p:spPr>
            <a:xfrm>
              <a:off x="6602789" y="3821917"/>
              <a:ext cx="13224" cy="55096"/>
            </a:xfrm>
            <a:custGeom>
              <a:avLst/>
              <a:gdLst/>
              <a:ahLst/>
              <a:cxnLst/>
              <a:rect l="l" t="t" r="r" b="b"/>
              <a:pathLst>
                <a:path w="865" h="3604" extrusionOk="0">
                  <a:moveTo>
                    <a:pt x="477" y="1"/>
                  </a:moveTo>
                  <a:cubicBezTo>
                    <a:pt x="239" y="1"/>
                    <a:pt x="1" y="120"/>
                    <a:pt x="1" y="388"/>
                  </a:cubicBezTo>
                  <a:cubicBezTo>
                    <a:pt x="1" y="582"/>
                    <a:pt x="160" y="777"/>
                    <a:pt x="348" y="777"/>
                  </a:cubicBezTo>
                  <a:cubicBezTo>
                    <a:pt x="390" y="777"/>
                    <a:pt x="433" y="767"/>
                    <a:pt x="477" y="745"/>
                  </a:cubicBezTo>
                  <a:cubicBezTo>
                    <a:pt x="745" y="745"/>
                    <a:pt x="864" y="626"/>
                    <a:pt x="864" y="388"/>
                  </a:cubicBezTo>
                  <a:cubicBezTo>
                    <a:pt x="864" y="120"/>
                    <a:pt x="745" y="1"/>
                    <a:pt x="477" y="1"/>
                  </a:cubicBezTo>
                  <a:close/>
                  <a:moveTo>
                    <a:pt x="120" y="1132"/>
                  </a:moveTo>
                  <a:lnTo>
                    <a:pt x="120" y="3603"/>
                  </a:lnTo>
                  <a:lnTo>
                    <a:pt x="864" y="3603"/>
                  </a:lnTo>
                  <a:lnTo>
                    <a:pt x="864" y="11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56"/>
            <p:cNvSpPr/>
            <p:nvPr/>
          </p:nvSpPr>
          <p:spPr>
            <a:xfrm>
              <a:off x="6619637" y="3839224"/>
              <a:ext cx="43707" cy="37791"/>
            </a:xfrm>
            <a:custGeom>
              <a:avLst/>
              <a:gdLst/>
              <a:ahLst/>
              <a:cxnLst/>
              <a:rect l="l" t="t" r="r" b="b"/>
              <a:pathLst>
                <a:path w="2859" h="2472" extrusionOk="0">
                  <a:moveTo>
                    <a:pt x="0" y="0"/>
                  </a:moveTo>
                  <a:lnTo>
                    <a:pt x="983" y="2471"/>
                  </a:lnTo>
                  <a:lnTo>
                    <a:pt x="1727" y="2471"/>
                  </a:lnTo>
                  <a:lnTo>
                    <a:pt x="2859" y="0"/>
                  </a:lnTo>
                  <a:lnTo>
                    <a:pt x="2114" y="0"/>
                  </a:lnTo>
                  <a:lnTo>
                    <a:pt x="1370" y="1727"/>
                  </a:lnTo>
                  <a:lnTo>
                    <a:pt x="7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56"/>
            <p:cNvSpPr/>
            <p:nvPr/>
          </p:nvSpPr>
          <p:spPr>
            <a:xfrm>
              <a:off x="6663332" y="3839224"/>
              <a:ext cx="39625" cy="39610"/>
            </a:xfrm>
            <a:custGeom>
              <a:avLst/>
              <a:gdLst/>
              <a:ahLst/>
              <a:cxnLst/>
              <a:rect l="l" t="t" r="r" b="b"/>
              <a:pathLst>
                <a:path w="2592" h="2591" extrusionOk="0">
                  <a:moveTo>
                    <a:pt x="1251" y="477"/>
                  </a:moveTo>
                  <a:cubicBezTo>
                    <a:pt x="1609" y="477"/>
                    <a:pt x="1847" y="744"/>
                    <a:pt x="1996" y="983"/>
                  </a:cubicBezTo>
                  <a:lnTo>
                    <a:pt x="745" y="983"/>
                  </a:lnTo>
                  <a:cubicBezTo>
                    <a:pt x="745" y="744"/>
                    <a:pt x="983" y="625"/>
                    <a:pt x="1251" y="477"/>
                  </a:cubicBezTo>
                  <a:close/>
                  <a:moveTo>
                    <a:pt x="1251" y="0"/>
                  </a:moveTo>
                  <a:cubicBezTo>
                    <a:pt x="507" y="0"/>
                    <a:pt x="1" y="625"/>
                    <a:pt x="1" y="1221"/>
                  </a:cubicBezTo>
                  <a:lnTo>
                    <a:pt x="1" y="1370"/>
                  </a:lnTo>
                  <a:cubicBezTo>
                    <a:pt x="120" y="2114"/>
                    <a:pt x="745" y="2590"/>
                    <a:pt x="1370" y="2590"/>
                  </a:cubicBezTo>
                  <a:cubicBezTo>
                    <a:pt x="1847" y="2590"/>
                    <a:pt x="2234" y="2471"/>
                    <a:pt x="2472" y="2114"/>
                  </a:cubicBezTo>
                  <a:lnTo>
                    <a:pt x="2115" y="1727"/>
                  </a:lnTo>
                  <a:cubicBezTo>
                    <a:pt x="1847" y="1846"/>
                    <a:pt x="1609" y="1965"/>
                    <a:pt x="1489" y="1965"/>
                  </a:cubicBezTo>
                  <a:cubicBezTo>
                    <a:pt x="1102" y="1965"/>
                    <a:pt x="864" y="1727"/>
                    <a:pt x="745" y="1489"/>
                  </a:cubicBezTo>
                  <a:lnTo>
                    <a:pt x="2591" y="1489"/>
                  </a:lnTo>
                  <a:lnTo>
                    <a:pt x="2591" y="1221"/>
                  </a:lnTo>
                  <a:lnTo>
                    <a:pt x="2591" y="1102"/>
                  </a:lnTo>
                  <a:cubicBezTo>
                    <a:pt x="2591" y="477"/>
                    <a:pt x="1996" y="0"/>
                    <a:pt x="13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56"/>
            <p:cNvSpPr/>
            <p:nvPr/>
          </p:nvSpPr>
          <p:spPr>
            <a:xfrm>
              <a:off x="6735264" y="3839224"/>
              <a:ext cx="34152" cy="38509"/>
            </a:xfrm>
            <a:custGeom>
              <a:avLst/>
              <a:gdLst/>
              <a:ahLst/>
              <a:cxnLst/>
              <a:rect l="l" t="t" r="r" b="b"/>
              <a:pathLst>
                <a:path w="2234" h="2519" extrusionOk="0">
                  <a:moveTo>
                    <a:pt x="1251" y="0"/>
                  </a:moveTo>
                  <a:cubicBezTo>
                    <a:pt x="506" y="0"/>
                    <a:pt x="119" y="238"/>
                    <a:pt x="119" y="744"/>
                  </a:cubicBezTo>
                  <a:cubicBezTo>
                    <a:pt x="119" y="1727"/>
                    <a:pt x="1608" y="1370"/>
                    <a:pt x="1608" y="1727"/>
                  </a:cubicBezTo>
                  <a:cubicBezTo>
                    <a:pt x="1608" y="1965"/>
                    <a:pt x="1489" y="1965"/>
                    <a:pt x="1131" y="1965"/>
                  </a:cubicBezTo>
                  <a:cubicBezTo>
                    <a:pt x="744" y="1965"/>
                    <a:pt x="506" y="1965"/>
                    <a:pt x="268" y="1727"/>
                  </a:cubicBezTo>
                  <a:lnTo>
                    <a:pt x="0" y="2233"/>
                  </a:lnTo>
                  <a:cubicBezTo>
                    <a:pt x="283" y="2408"/>
                    <a:pt x="551" y="2518"/>
                    <a:pt x="826" y="2518"/>
                  </a:cubicBezTo>
                  <a:cubicBezTo>
                    <a:pt x="926" y="2518"/>
                    <a:pt x="1028" y="2503"/>
                    <a:pt x="1131" y="2471"/>
                  </a:cubicBezTo>
                  <a:cubicBezTo>
                    <a:pt x="1876" y="2471"/>
                    <a:pt x="2233" y="2233"/>
                    <a:pt x="2233" y="1727"/>
                  </a:cubicBezTo>
                  <a:cubicBezTo>
                    <a:pt x="2233" y="744"/>
                    <a:pt x="744" y="1221"/>
                    <a:pt x="744" y="744"/>
                  </a:cubicBezTo>
                  <a:cubicBezTo>
                    <a:pt x="744" y="625"/>
                    <a:pt x="863" y="477"/>
                    <a:pt x="1251" y="477"/>
                  </a:cubicBezTo>
                  <a:cubicBezTo>
                    <a:pt x="1489" y="477"/>
                    <a:pt x="1757" y="625"/>
                    <a:pt x="1995" y="744"/>
                  </a:cubicBezTo>
                  <a:lnTo>
                    <a:pt x="2233" y="238"/>
                  </a:lnTo>
                  <a:cubicBezTo>
                    <a:pt x="1876" y="119"/>
                    <a:pt x="1608" y="0"/>
                    <a:pt x="1251" y="0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56"/>
            <p:cNvSpPr/>
            <p:nvPr/>
          </p:nvSpPr>
          <p:spPr>
            <a:xfrm>
              <a:off x="6771223" y="3831472"/>
              <a:ext cx="30514" cy="47361"/>
            </a:xfrm>
            <a:custGeom>
              <a:avLst/>
              <a:gdLst/>
              <a:ahLst/>
              <a:cxnLst/>
              <a:rect l="l" t="t" r="r" b="b"/>
              <a:pathLst>
                <a:path w="1996" h="3098" extrusionOk="0">
                  <a:moveTo>
                    <a:pt x="387" y="1"/>
                  </a:moveTo>
                  <a:lnTo>
                    <a:pt x="387" y="626"/>
                  </a:lnTo>
                  <a:lnTo>
                    <a:pt x="0" y="626"/>
                  </a:lnTo>
                  <a:lnTo>
                    <a:pt x="0" y="1132"/>
                  </a:lnTo>
                  <a:lnTo>
                    <a:pt x="387" y="1132"/>
                  </a:lnTo>
                  <a:lnTo>
                    <a:pt x="387" y="2115"/>
                  </a:lnTo>
                  <a:lnTo>
                    <a:pt x="387" y="2353"/>
                  </a:lnTo>
                  <a:cubicBezTo>
                    <a:pt x="506" y="2859"/>
                    <a:pt x="893" y="3097"/>
                    <a:pt x="1370" y="3097"/>
                  </a:cubicBezTo>
                  <a:cubicBezTo>
                    <a:pt x="1638" y="3097"/>
                    <a:pt x="1757" y="2978"/>
                    <a:pt x="1995" y="2859"/>
                  </a:cubicBezTo>
                  <a:lnTo>
                    <a:pt x="1757" y="2353"/>
                  </a:lnTo>
                  <a:cubicBezTo>
                    <a:pt x="1638" y="2472"/>
                    <a:pt x="1638" y="2472"/>
                    <a:pt x="1489" y="2472"/>
                  </a:cubicBezTo>
                  <a:lnTo>
                    <a:pt x="1370" y="2472"/>
                  </a:lnTo>
                  <a:cubicBezTo>
                    <a:pt x="1251" y="2472"/>
                    <a:pt x="1132" y="2234"/>
                    <a:pt x="1132" y="2115"/>
                  </a:cubicBezTo>
                  <a:lnTo>
                    <a:pt x="1132" y="1132"/>
                  </a:lnTo>
                  <a:lnTo>
                    <a:pt x="1757" y="1132"/>
                  </a:lnTo>
                  <a:lnTo>
                    <a:pt x="1757" y="626"/>
                  </a:lnTo>
                  <a:lnTo>
                    <a:pt x="1132" y="626"/>
                  </a:lnTo>
                  <a:lnTo>
                    <a:pt x="1132" y="1"/>
                  </a:ln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56"/>
            <p:cNvSpPr/>
            <p:nvPr/>
          </p:nvSpPr>
          <p:spPr>
            <a:xfrm>
              <a:off x="6807641" y="3839224"/>
              <a:ext cx="22763" cy="37791"/>
            </a:xfrm>
            <a:custGeom>
              <a:avLst/>
              <a:gdLst/>
              <a:ahLst/>
              <a:cxnLst/>
              <a:rect l="l" t="t" r="r" b="b"/>
              <a:pathLst>
                <a:path w="1489" h="2472" extrusionOk="0">
                  <a:moveTo>
                    <a:pt x="0" y="0"/>
                  </a:moveTo>
                  <a:lnTo>
                    <a:pt x="0" y="2471"/>
                  </a:lnTo>
                  <a:lnTo>
                    <a:pt x="744" y="2471"/>
                  </a:lnTo>
                  <a:lnTo>
                    <a:pt x="744" y="1370"/>
                  </a:lnTo>
                  <a:lnTo>
                    <a:pt x="744" y="1221"/>
                  </a:lnTo>
                  <a:cubicBezTo>
                    <a:pt x="744" y="864"/>
                    <a:pt x="983" y="625"/>
                    <a:pt x="1340" y="625"/>
                  </a:cubicBezTo>
                  <a:lnTo>
                    <a:pt x="1489" y="625"/>
                  </a:lnTo>
                  <a:lnTo>
                    <a:pt x="1489" y="0"/>
                  </a:lnTo>
                  <a:cubicBezTo>
                    <a:pt x="1221" y="0"/>
                    <a:pt x="864" y="119"/>
                    <a:pt x="744" y="357"/>
                  </a:cubicBezTo>
                  <a:lnTo>
                    <a:pt x="744" y="0"/>
                  </a:ln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56"/>
            <p:cNvSpPr/>
            <p:nvPr/>
          </p:nvSpPr>
          <p:spPr>
            <a:xfrm>
              <a:off x="6834044" y="3839224"/>
              <a:ext cx="39610" cy="39610"/>
            </a:xfrm>
            <a:custGeom>
              <a:avLst/>
              <a:gdLst/>
              <a:ahLst/>
              <a:cxnLst/>
              <a:rect l="l" t="t" r="r" b="b"/>
              <a:pathLst>
                <a:path w="2591" h="2591" extrusionOk="0">
                  <a:moveTo>
                    <a:pt x="1251" y="477"/>
                  </a:moveTo>
                  <a:cubicBezTo>
                    <a:pt x="1608" y="477"/>
                    <a:pt x="1846" y="744"/>
                    <a:pt x="1995" y="983"/>
                  </a:cubicBezTo>
                  <a:lnTo>
                    <a:pt x="744" y="983"/>
                  </a:lnTo>
                  <a:cubicBezTo>
                    <a:pt x="744" y="744"/>
                    <a:pt x="983" y="625"/>
                    <a:pt x="1251" y="477"/>
                  </a:cubicBezTo>
                  <a:close/>
                  <a:moveTo>
                    <a:pt x="1251" y="0"/>
                  </a:moveTo>
                  <a:cubicBezTo>
                    <a:pt x="625" y="0"/>
                    <a:pt x="0" y="625"/>
                    <a:pt x="0" y="1221"/>
                  </a:cubicBezTo>
                  <a:lnTo>
                    <a:pt x="0" y="1370"/>
                  </a:lnTo>
                  <a:cubicBezTo>
                    <a:pt x="119" y="2114"/>
                    <a:pt x="744" y="2590"/>
                    <a:pt x="1489" y="2590"/>
                  </a:cubicBezTo>
                  <a:cubicBezTo>
                    <a:pt x="1846" y="2590"/>
                    <a:pt x="2233" y="2471"/>
                    <a:pt x="2471" y="2114"/>
                  </a:cubicBezTo>
                  <a:lnTo>
                    <a:pt x="2114" y="1727"/>
                  </a:lnTo>
                  <a:cubicBezTo>
                    <a:pt x="1846" y="1846"/>
                    <a:pt x="1727" y="1965"/>
                    <a:pt x="1489" y="1965"/>
                  </a:cubicBezTo>
                  <a:cubicBezTo>
                    <a:pt x="1102" y="1965"/>
                    <a:pt x="863" y="1727"/>
                    <a:pt x="744" y="1489"/>
                  </a:cubicBezTo>
                  <a:lnTo>
                    <a:pt x="2590" y="1489"/>
                  </a:lnTo>
                  <a:lnTo>
                    <a:pt x="2590" y="1221"/>
                  </a:lnTo>
                  <a:lnTo>
                    <a:pt x="2590" y="1102"/>
                  </a:lnTo>
                  <a:cubicBezTo>
                    <a:pt x="2590" y="477"/>
                    <a:pt x="1995" y="0"/>
                    <a:pt x="1370" y="0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56"/>
            <p:cNvSpPr/>
            <p:nvPr/>
          </p:nvSpPr>
          <p:spPr>
            <a:xfrm>
              <a:off x="6877739" y="3839224"/>
              <a:ext cx="37791" cy="39610"/>
            </a:xfrm>
            <a:custGeom>
              <a:avLst/>
              <a:gdLst/>
              <a:ahLst/>
              <a:cxnLst/>
              <a:rect l="l" t="t" r="r" b="b"/>
              <a:pathLst>
                <a:path w="2472" h="2591" extrusionOk="0">
                  <a:moveTo>
                    <a:pt x="1727" y="1489"/>
                  </a:moveTo>
                  <a:lnTo>
                    <a:pt x="1727" y="1727"/>
                  </a:lnTo>
                  <a:cubicBezTo>
                    <a:pt x="1608" y="1965"/>
                    <a:pt x="1370" y="2114"/>
                    <a:pt x="1102" y="2114"/>
                  </a:cubicBezTo>
                  <a:cubicBezTo>
                    <a:pt x="864" y="2114"/>
                    <a:pt x="745" y="1965"/>
                    <a:pt x="745" y="1727"/>
                  </a:cubicBezTo>
                  <a:cubicBezTo>
                    <a:pt x="745" y="1608"/>
                    <a:pt x="864" y="1489"/>
                    <a:pt x="1221" y="1489"/>
                  </a:cubicBezTo>
                  <a:close/>
                  <a:moveTo>
                    <a:pt x="1221" y="0"/>
                  </a:moveTo>
                  <a:cubicBezTo>
                    <a:pt x="864" y="0"/>
                    <a:pt x="477" y="119"/>
                    <a:pt x="119" y="238"/>
                  </a:cubicBezTo>
                  <a:lnTo>
                    <a:pt x="358" y="744"/>
                  </a:lnTo>
                  <a:cubicBezTo>
                    <a:pt x="626" y="625"/>
                    <a:pt x="864" y="477"/>
                    <a:pt x="1102" y="477"/>
                  </a:cubicBezTo>
                  <a:cubicBezTo>
                    <a:pt x="1489" y="477"/>
                    <a:pt x="1727" y="744"/>
                    <a:pt x="1727" y="983"/>
                  </a:cubicBezTo>
                  <a:lnTo>
                    <a:pt x="1102" y="983"/>
                  </a:lnTo>
                  <a:cubicBezTo>
                    <a:pt x="358" y="983"/>
                    <a:pt x="0" y="1370"/>
                    <a:pt x="0" y="1727"/>
                  </a:cubicBezTo>
                  <a:cubicBezTo>
                    <a:pt x="0" y="2233"/>
                    <a:pt x="358" y="2590"/>
                    <a:pt x="983" y="2590"/>
                  </a:cubicBezTo>
                  <a:cubicBezTo>
                    <a:pt x="1221" y="2590"/>
                    <a:pt x="1608" y="2471"/>
                    <a:pt x="1727" y="2233"/>
                  </a:cubicBezTo>
                  <a:lnTo>
                    <a:pt x="1727" y="2471"/>
                  </a:lnTo>
                  <a:lnTo>
                    <a:pt x="2472" y="2471"/>
                  </a:lnTo>
                  <a:lnTo>
                    <a:pt x="2472" y="1102"/>
                  </a:lnTo>
                  <a:cubicBezTo>
                    <a:pt x="2472" y="357"/>
                    <a:pt x="1965" y="0"/>
                    <a:pt x="1221" y="0"/>
                  </a:cubicBez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56"/>
            <p:cNvSpPr/>
            <p:nvPr/>
          </p:nvSpPr>
          <p:spPr>
            <a:xfrm>
              <a:off x="6925072" y="3839224"/>
              <a:ext cx="64651" cy="37791"/>
            </a:xfrm>
            <a:custGeom>
              <a:avLst/>
              <a:gdLst/>
              <a:ahLst/>
              <a:cxnLst/>
              <a:rect l="l" t="t" r="r" b="b"/>
              <a:pathLst>
                <a:path w="4229" h="2472" extrusionOk="0">
                  <a:moveTo>
                    <a:pt x="1" y="0"/>
                  </a:moveTo>
                  <a:lnTo>
                    <a:pt x="1" y="2471"/>
                  </a:lnTo>
                  <a:lnTo>
                    <a:pt x="745" y="2471"/>
                  </a:lnTo>
                  <a:lnTo>
                    <a:pt x="745" y="1221"/>
                  </a:lnTo>
                  <a:cubicBezTo>
                    <a:pt x="745" y="864"/>
                    <a:pt x="983" y="625"/>
                    <a:pt x="1251" y="625"/>
                  </a:cubicBezTo>
                  <a:cubicBezTo>
                    <a:pt x="1609" y="625"/>
                    <a:pt x="1728" y="744"/>
                    <a:pt x="1728" y="1221"/>
                  </a:cubicBezTo>
                  <a:lnTo>
                    <a:pt x="1728" y="2471"/>
                  </a:lnTo>
                  <a:lnTo>
                    <a:pt x="2472" y="2471"/>
                  </a:lnTo>
                  <a:lnTo>
                    <a:pt x="2472" y="1221"/>
                  </a:lnTo>
                  <a:cubicBezTo>
                    <a:pt x="2472" y="864"/>
                    <a:pt x="2740" y="625"/>
                    <a:pt x="2978" y="625"/>
                  </a:cubicBezTo>
                  <a:cubicBezTo>
                    <a:pt x="3216" y="625"/>
                    <a:pt x="3484" y="744"/>
                    <a:pt x="3484" y="1221"/>
                  </a:cubicBezTo>
                  <a:lnTo>
                    <a:pt x="3484" y="2471"/>
                  </a:lnTo>
                  <a:lnTo>
                    <a:pt x="4229" y="2471"/>
                  </a:lnTo>
                  <a:lnTo>
                    <a:pt x="4229" y="1102"/>
                  </a:lnTo>
                  <a:lnTo>
                    <a:pt x="4229" y="864"/>
                  </a:lnTo>
                  <a:cubicBezTo>
                    <a:pt x="4229" y="357"/>
                    <a:pt x="3723" y="0"/>
                    <a:pt x="3216" y="0"/>
                  </a:cubicBezTo>
                  <a:cubicBezTo>
                    <a:pt x="2859" y="0"/>
                    <a:pt x="2472" y="119"/>
                    <a:pt x="2234" y="357"/>
                  </a:cubicBezTo>
                  <a:cubicBezTo>
                    <a:pt x="2115" y="119"/>
                    <a:pt x="1728" y="0"/>
                    <a:pt x="1490" y="0"/>
                  </a:cubicBezTo>
                  <a:cubicBezTo>
                    <a:pt x="1102" y="0"/>
                    <a:pt x="864" y="119"/>
                    <a:pt x="745" y="357"/>
                  </a:cubicBezTo>
                  <a:lnTo>
                    <a:pt x="745" y="0"/>
                  </a:lnTo>
                  <a:close/>
                </a:path>
              </a:pathLst>
            </a:custGeom>
            <a:solidFill>
              <a:srgbClr val="E5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56"/>
            <p:cNvSpPr/>
            <p:nvPr/>
          </p:nvSpPr>
          <p:spPr>
            <a:xfrm>
              <a:off x="6528593" y="3805084"/>
              <a:ext cx="195283" cy="96510"/>
            </a:xfrm>
            <a:custGeom>
              <a:avLst/>
              <a:gdLst/>
              <a:ahLst/>
              <a:cxnLst/>
              <a:rect l="l" t="t" r="r" b="b"/>
              <a:pathLst>
                <a:path w="12774" h="6313" extrusionOk="0">
                  <a:moveTo>
                    <a:pt x="12297" y="357"/>
                  </a:moveTo>
                  <a:lnTo>
                    <a:pt x="12297" y="5955"/>
                  </a:lnTo>
                  <a:lnTo>
                    <a:pt x="388" y="5955"/>
                  </a:lnTo>
                  <a:lnTo>
                    <a:pt x="388" y="357"/>
                  </a:lnTo>
                  <a:close/>
                  <a:moveTo>
                    <a:pt x="1" y="0"/>
                  </a:moveTo>
                  <a:lnTo>
                    <a:pt x="1" y="6312"/>
                  </a:lnTo>
                  <a:lnTo>
                    <a:pt x="12774" y="6312"/>
                  </a:lnTo>
                  <a:lnTo>
                    <a:pt x="1277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56"/>
            <p:cNvSpPr/>
            <p:nvPr/>
          </p:nvSpPr>
          <p:spPr>
            <a:xfrm>
              <a:off x="7053894" y="3918877"/>
              <a:ext cx="240809" cy="185789"/>
            </a:xfrm>
            <a:custGeom>
              <a:avLst/>
              <a:gdLst/>
              <a:ahLst/>
              <a:cxnLst/>
              <a:rect l="l" t="t" r="r" b="b"/>
              <a:pathLst>
                <a:path w="15752" h="12153" extrusionOk="0">
                  <a:moveTo>
                    <a:pt x="15632" y="1"/>
                  </a:moveTo>
                  <a:cubicBezTo>
                    <a:pt x="15632" y="1"/>
                    <a:pt x="12029" y="2591"/>
                    <a:pt x="7831" y="6075"/>
                  </a:cubicBezTo>
                  <a:cubicBezTo>
                    <a:pt x="3484" y="9409"/>
                    <a:pt x="1" y="12148"/>
                    <a:pt x="1" y="12148"/>
                  </a:cubicBezTo>
                  <a:cubicBezTo>
                    <a:pt x="1" y="12151"/>
                    <a:pt x="3" y="12152"/>
                    <a:pt x="6" y="12152"/>
                  </a:cubicBezTo>
                  <a:cubicBezTo>
                    <a:pt x="154" y="12152"/>
                    <a:pt x="3696" y="9487"/>
                    <a:pt x="7951" y="6194"/>
                  </a:cubicBezTo>
                  <a:cubicBezTo>
                    <a:pt x="12298" y="2859"/>
                    <a:pt x="15751" y="120"/>
                    <a:pt x="1563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56"/>
            <p:cNvSpPr/>
            <p:nvPr/>
          </p:nvSpPr>
          <p:spPr>
            <a:xfrm>
              <a:off x="6993351" y="3951045"/>
              <a:ext cx="151591" cy="96770"/>
            </a:xfrm>
            <a:custGeom>
              <a:avLst/>
              <a:gdLst/>
              <a:ahLst/>
              <a:cxnLst/>
              <a:rect l="l" t="t" r="r" b="b"/>
              <a:pathLst>
                <a:path w="9916" h="6330" extrusionOk="0">
                  <a:moveTo>
                    <a:pt x="9782" y="0"/>
                  </a:moveTo>
                  <a:cubicBezTo>
                    <a:pt x="9589" y="0"/>
                    <a:pt x="7437" y="1432"/>
                    <a:pt x="4824" y="3107"/>
                  </a:cubicBezTo>
                  <a:cubicBezTo>
                    <a:pt x="2234" y="4834"/>
                    <a:pt x="1" y="6323"/>
                    <a:pt x="1" y="6323"/>
                  </a:cubicBezTo>
                  <a:cubicBezTo>
                    <a:pt x="5" y="6327"/>
                    <a:pt x="13" y="6329"/>
                    <a:pt x="23" y="6329"/>
                  </a:cubicBezTo>
                  <a:cubicBezTo>
                    <a:pt x="289" y="6329"/>
                    <a:pt x="2452" y="4888"/>
                    <a:pt x="4973" y="3226"/>
                  </a:cubicBezTo>
                  <a:cubicBezTo>
                    <a:pt x="7683" y="1499"/>
                    <a:pt x="9916" y="11"/>
                    <a:pt x="9797" y="11"/>
                  </a:cubicBezTo>
                  <a:cubicBezTo>
                    <a:pt x="9797" y="4"/>
                    <a:pt x="9792" y="0"/>
                    <a:pt x="978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56"/>
            <p:cNvSpPr/>
            <p:nvPr/>
          </p:nvSpPr>
          <p:spPr>
            <a:xfrm>
              <a:off x="7668418" y="3877002"/>
              <a:ext cx="191644" cy="100607"/>
            </a:xfrm>
            <a:custGeom>
              <a:avLst/>
              <a:gdLst/>
              <a:ahLst/>
              <a:cxnLst/>
              <a:rect l="l" t="t" r="r" b="b"/>
              <a:pathLst>
                <a:path w="12536" h="6581" extrusionOk="0">
                  <a:moveTo>
                    <a:pt x="1" y="0"/>
                  </a:moveTo>
                  <a:cubicBezTo>
                    <a:pt x="120" y="119"/>
                    <a:pt x="269" y="119"/>
                    <a:pt x="507" y="239"/>
                  </a:cubicBezTo>
                  <a:lnTo>
                    <a:pt x="1758" y="983"/>
                  </a:lnTo>
                  <a:cubicBezTo>
                    <a:pt x="2859" y="1608"/>
                    <a:pt x="4467" y="2472"/>
                    <a:pt x="6224" y="3365"/>
                  </a:cubicBezTo>
                  <a:cubicBezTo>
                    <a:pt x="7951" y="4228"/>
                    <a:pt x="9558" y="5092"/>
                    <a:pt x="10690" y="5717"/>
                  </a:cubicBezTo>
                  <a:lnTo>
                    <a:pt x="12030" y="6342"/>
                  </a:lnTo>
                  <a:cubicBezTo>
                    <a:pt x="12298" y="6461"/>
                    <a:pt x="12417" y="6461"/>
                    <a:pt x="12536" y="6580"/>
                  </a:cubicBezTo>
                  <a:cubicBezTo>
                    <a:pt x="12417" y="6461"/>
                    <a:pt x="12298" y="6342"/>
                    <a:pt x="12030" y="6193"/>
                  </a:cubicBezTo>
                  <a:lnTo>
                    <a:pt x="10690" y="5449"/>
                  </a:lnTo>
                  <a:cubicBezTo>
                    <a:pt x="9558" y="4973"/>
                    <a:pt x="8070" y="4109"/>
                    <a:pt x="6343" y="3097"/>
                  </a:cubicBezTo>
                  <a:cubicBezTo>
                    <a:pt x="4586" y="2233"/>
                    <a:pt x="2978" y="1489"/>
                    <a:pt x="1877" y="864"/>
                  </a:cubicBezTo>
                  <a:lnTo>
                    <a:pt x="507" y="119"/>
                  </a:lnTo>
                  <a:cubicBezTo>
                    <a:pt x="269" y="119"/>
                    <a:pt x="120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56"/>
            <p:cNvSpPr/>
            <p:nvPr/>
          </p:nvSpPr>
          <p:spPr>
            <a:xfrm>
              <a:off x="6314202" y="3630274"/>
              <a:ext cx="38249" cy="345497"/>
            </a:xfrm>
            <a:custGeom>
              <a:avLst/>
              <a:gdLst/>
              <a:ahLst/>
              <a:cxnLst/>
              <a:rect l="l" t="t" r="r" b="b"/>
              <a:pathLst>
                <a:path w="2502" h="22600" extrusionOk="0">
                  <a:moveTo>
                    <a:pt x="2501" y="1"/>
                  </a:moveTo>
                  <a:cubicBezTo>
                    <a:pt x="2352" y="150"/>
                    <a:pt x="2352" y="388"/>
                    <a:pt x="2352" y="626"/>
                  </a:cubicBezTo>
                  <a:cubicBezTo>
                    <a:pt x="2352" y="1370"/>
                    <a:pt x="2352" y="2234"/>
                    <a:pt x="2233" y="3246"/>
                  </a:cubicBezTo>
                  <a:cubicBezTo>
                    <a:pt x="2114" y="5360"/>
                    <a:pt x="1995" y="8338"/>
                    <a:pt x="1876" y="11672"/>
                  </a:cubicBezTo>
                  <a:cubicBezTo>
                    <a:pt x="1757" y="14888"/>
                    <a:pt x="1608" y="17865"/>
                    <a:pt x="1608" y="19979"/>
                  </a:cubicBezTo>
                  <a:cubicBezTo>
                    <a:pt x="1608" y="20485"/>
                    <a:pt x="1489" y="20992"/>
                    <a:pt x="1370" y="21468"/>
                  </a:cubicBezTo>
                  <a:cubicBezTo>
                    <a:pt x="1251" y="21736"/>
                    <a:pt x="1131" y="22093"/>
                    <a:pt x="744" y="22212"/>
                  </a:cubicBezTo>
                  <a:cubicBezTo>
                    <a:pt x="506" y="22480"/>
                    <a:pt x="268" y="22599"/>
                    <a:pt x="0" y="22599"/>
                  </a:cubicBezTo>
                  <a:lnTo>
                    <a:pt x="119" y="22599"/>
                  </a:lnTo>
                  <a:cubicBezTo>
                    <a:pt x="387" y="22599"/>
                    <a:pt x="625" y="22480"/>
                    <a:pt x="863" y="22331"/>
                  </a:cubicBezTo>
                  <a:cubicBezTo>
                    <a:pt x="1131" y="22093"/>
                    <a:pt x="1370" y="21855"/>
                    <a:pt x="1489" y="21468"/>
                  </a:cubicBezTo>
                  <a:cubicBezTo>
                    <a:pt x="1757" y="20992"/>
                    <a:pt x="1757" y="20485"/>
                    <a:pt x="1757" y="19979"/>
                  </a:cubicBezTo>
                  <a:cubicBezTo>
                    <a:pt x="1876" y="17865"/>
                    <a:pt x="1995" y="14888"/>
                    <a:pt x="2114" y="11553"/>
                  </a:cubicBezTo>
                  <a:cubicBezTo>
                    <a:pt x="2233" y="8338"/>
                    <a:pt x="2352" y="5360"/>
                    <a:pt x="2352" y="3246"/>
                  </a:cubicBezTo>
                  <a:cubicBezTo>
                    <a:pt x="2501" y="2115"/>
                    <a:pt x="2501" y="1251"/>
                    <a:pt x="2501" y="626"/>
                  </a:cubicBezTo>
                  <a:lnTo>
                    <a:pt x="250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56"/>
            <p:cNvSpPr/>
            <p:nvPr/>
          </p:nvSpPr>
          <p:spPr>
            <a:xfrm>
              <a:off x="7479054" y="3414062"/>
              <a:ext cx="13224" cy="174797"/>
            </a:xfrm>
            <a:custGeom>
              <a:avLst/>
              <a:gdLst/>
              <a:ahLst/>
              <a:cxnLst/>
              <a:rect l="l" t="t" r="r" b="b"/>
              <a:pathLst>
                <a:path w="865" h="11434" extrusionOk="0">
                  <a:moveTo>
                    <a:pt x="1" y="0"/>
                  </a:moveTo>
                  <a:lnTo>
                    <a:pt x="1" y="11433"/>
                  </a:lnTo>
                  <a:lnTo>
                    <a:pt x="864" y="11433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56"/>
            <p:cNvSpPr/>
            <p:nvPr/>
          </p:nvSpPr>
          <p:spPr>
            <a:xfrm>
              <a:off x="7361164" y="3272031"/>
              <a:ext cx="172519" cy="227463"/>
            </a:xfrm>
            <a:custGeom>
              <a:avLst/>
              <a:gdLst/>
              <a:ahLst/>
              <a:cxnLst/>
              <a:rect l="l" t="t" r="r" b="b"/>
              <a:pathLst>
                <a:path w="11285" h="14879" extrusionOk="0">
                  <a:moveTo>
                    <a:pt x="5211" y="1"/>
                  </a:moveTo>
                  <a:lnTo>
                    <a:pt x="0" y="14382"/>
                  </a:lnTo>
                  <a:cubicBezTo>
                    <a:pt x="902" y="14718"/>
                    <a:pt x="1821" y="14878"/>
                    <a:pt x="2720" y="14878"/>
                  </a:cubicBezTo>
                  <a:cubicBezTo>
                    <a:pt x="5798" y="14878"/>
                    <a:pt x="8644" y="13003"/>
                    <a:pt x="9796" y="9915"/>
                  </a:cubicBezTo>
                  <a:cubicBezTo>
                    <a:pt x="11285" y="5955"/>
                    <a:pt x="9201" y="1489"/>
                    <a:pt x="521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56"/>
            <p:cNvSpPr/>
            <p:nvPr/>
          </p:nvSpPr>
          <p:spPr>
            <a:xfrm>
              <a:off x="7465401" y="3475049"/>
              <a:ext cx="40069" cy="113815"/>
            </a:xfrm>
            <a:custGeom>
              <a:avLst/>
              <a:gdLst/>
              <a:ahLst/>
              <a:cxnLst/>
              <a:rect l="l" t="t" r="r" b="b"/>
              <a:pathLst>
                <a:path w="2621" h="7445" extrusionOk="0">
                  <a:moveTo>
                    <a:pt x="507" y="1"/>
                  </a:moveTo>
                  <a:lnTo>
                    <a:pt x="507" y="1"/>
                  </a:lnTo>
                  <a:cubicBezTo>
                    <a:pt x="388" y="120"/>
                    <a:pt x="388" y="239"/>
                    <a:pt x="269" y="358"/>
                  </a:cubicBezTo>
                  <a:cubicBezTo>
                    <a:pt x="150" y="626"/>
                    <a:pt x="1" y="983"/>
                    <a:pt x="1" y="1370"/>
                  </a:cubicBezTo>
                  <a:cubicBezTo>
                    <a:pt x="1" y="1609"/>
                    <a:pt x="150" y="1847"/>
                    <a:pt x="269" y="1966"/>
                  </a:cubicBezTo>
                  <a:cubicBezTo>
                    <a:pt x="388" y="2234"/>
                    <a:pt x="626" y="2472"/>
                    <a:pt x="894" y="2591"/>
                  </a:cubicBezTo>
                  <a:cubicBezTo>
                    <a:pt x="1251" y="2978"/>
                    <a:pt x="1996" y="3216"/>
                    <a:pt x="2115" y="3842"/>
                  </a:cubicBezTo>
                  <a:cubicBezTo>
                    <a:pt x="2383" y="4348"/>
                    <a:pt x="2115" y="4943"/>
                    <a:pt x="1757" y="5330"/>
                  </a:cubicBezTo>
                  <a:cubicBezTo>
                    <a:pt x="1251" y="5688"/>
                    <a:pt x="745" y="5837"/>
                    <a:pt x="388" y="6075"/>
                  </a:cubicBezTo>
                  <a:cubicBezTo>
                    <a:pt x="269" y="6194"/>
                    <a:pt x="150" y="6432"/>
                    <a:pt x="1" y="6581"/>
                  </a:cubicBezTo>
                  <a:lnTo>
                    <a:pt x="1" y="7057"/>
                  </a:lnTo>
                  <a:cubicBezTo>
                    <a:pt x="150" y="7325"/>
                    <a:pt x="269" y="7444"/>
                    <a:pt x="269" y="7444"/>
                  </a:cubicBezTo>
                  <a:lnTo>
                    <a:pt x="269" y="7325"/>
                  </a:lnTo>
                  <a:cubicBezTo>
                    <a:pt x="1" y="6938"/>
                    <a:pt x="150" y="6432"/>
                    <a:pt x="507" y="6194"/>
                  </a:cubicBezTo>
                  <a:cubicBezTo>
                    <a:pt x="894" y="5956"/>
                    <a:pt x="1370" y="5837"/>
                    <a:pt x="1876" y="5450"/>
                  </a:cubicBezTo>
                  <a:cubicBezTo>
                    <a:pt x="2383" y="5092"/>
                    <a:pt x="2621" y="4348"/>
                    <a:pt x="2383" y="3723"/>
                  </a:cubicBezTo>
                  <a:cubicBezTo>
                    <a:pt x="2234" y="3455"/>
                    <a:pt x="1996" y="3216"/>
                    <a:pt x="1757" y="2978"/>
                  </a:cubicBezTo>
                  <a:cubicBezTo>
                    <a:pt x="1489" y="2859"/>
                    <a:pt x="1132" y="2591"/>
                    <a:pt x="1013" y="2472"/>
                  </a:cubicBezTo>
                  <a:cubicBezTo>
                    <a:pt x="745" y="2353"/>
                    <a:pt x="507" y="2115"/>
                    <a:pt x="388" y="1966"/>
                  </a:cubicBezTo>
                  <a:cubicBezTo>
                    <a:pt x="269" y="1728"/>
                    <a:pt x="269" y="1609"/>
                    <a:pt x="269" y="1370"/>
                  </a:cubicBezTo>
                  <a:cubicBezTo>
                    <a:pt x="150" y="983"/>
                    <a:pt x="269" y="745"/>
                    <a:pt x="388" y="358"/>
                  </a:cubicBezTo>
                  <a:cubicBezTo>
                    <a:pt x="507" y="120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56"/>
            <p:cNvSpPr/>
            <p:nvPr/>
          </p:nvSpPr>
          <p:spPr>
            <a:xfrm>
              <a:off x="7368900" y="3369939"/>
              <a:ext cx="73747" cy="38662"/>
            </a:xfrm>
            <a:custGeom>
              <a:avLst/>
              <a:gdLst/>
              <a:ahLst/>
              <a:cxnLst/>
              <a:rect l="l" t="t" r="r" b="b"/>
              <a:pathLst>
                <a:path w="4824" h="2529" extrusionOk="0">
                  <a:moveTo>
                    <a:pt x="556" y="0"/>
                  </a:moveTo>
                  <a:cubicBezTo>
                    <a:pt x="377" y="0"/>
                    <a:pt x="208" y="151"/>
                    <a:pt x="120" y="415"/>
                  </a:cubicBezTo>
                  <a:cubicBezTo>
                    <a:pt x="1" y="653"/>
                    <a:pt x="120" y="921"/>
                    <a:pt x="358" y="1040"/>
                  </a:cubicBezTo>
                  <a:lnTo>
                    <a:pt x="4467" y="2529"/>
                  </a:lnTo>
                  <a:lnTo>
                    <a:pt x="4824" y="1546"/>
                  </a:lnTo>
                  <a:lnTo>
                    <a:pt x="745" y="58"/>
                  </a:lnTo>
                  <a:cubicBezTo>
                    <a:pt x="683" y="19"/>
                    <a:pt x="619" y="0"/>
                    <a:pt x="556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56"/>
            <p:cNvSpPr/>
            <p:nvPr/>
          </p:nvSpPr>
          <p:spPr>
            <a:xfrm>
              <a:off x="7367080" y="3368533"/>
              <a:ext cx="75566" cy="40069"/>
            </a:xfrm>
            <a:custGeom>
              <a:avLst/>
              <a:gdLst/>
              <a:ahLst/>
              <a:cxnLst/>
              <a:rect l="l" t="t" r="r" b="b"/>
              <a:pathLst>
                <a:path w="4943" h="2621" extrusionOk="0">
                  <a:moveTo>
                    <a:pt x="626" y="1"/>
                  </a:moveTo>
                  <a:cubicBezTo>
                    <a:pt x="477" y="1"/>
                    <a:pt x="358" y="150"/>
                    <a:pt x="358" y="150"/>
                  </a:cubicBezTo>
                  <a:cubicBezTo>
                    <a:pt x="0" y="388"/>
                    <a:pt x="0" y="745"/>
                    <a:pt x="239" y="1013"/>
                  </a:cubicBezTo>
                  <a:cubicBezTo>
                    <a:pt x="239" y="1132"/>
                    <a:pt x="358" y="1251"/>
                    <a:pt x="358" y="1251"/>
                  </a:cubicBezTo>
                  <a:cubicBezTo>
                    <a:pt x="477" y="1251"/>
                    <a:pt x="626" y="1251"/>
                    <a:pt x="626" y="1370"/>
                  </a:cubicBezTo>
                  <a:lnTo>
                    <a:pt x="1608" y="1638"/>
                  </a:lnTo>
                  <a:lnTo>
                    <a:pt x="3097" y="2234"/>
                  </a:lnTo>
                  <a:cubicBezTo>
                    <a:pt x="3603" y="2383"/>
                    <a:pt x="4079" y="2502"/>
                    <a:pt x="4586" y="2621"/>
                  </a:cubicBezTo>
                  <a:cubicBezTo>
                    <a:pt x="4079" y="2383"/>
                    <a:pt x="3603" y="2234"/>
                    <a:pt x="3097" y="1996"/>
                  </a:cubicBezTo>
                  <a:lnTo>
                    <a:pt x="1608" y="1489"/>
                  </a:lnTo>
                  <a:lnTo>
                    <a:pt x="745" y="1132"/>
                  </a:lnTo>
                  <a:cubicBezTo>
                    <a:pt x="626" y="1132"/>
                    <a:pt x="477" y="1013"/>
                    <a:pt x="358" y="894"/>
                  </a:cubicBezTo>
                  <a:cubicBezTo>
                    <a:pt x="239" y="745"/>
                    <a:pt x="239" y="626"/>
                    <a:pt x="358" y="507"/>
                  </a:cubicBezTo>
                  <a:cubicBezTo>
                    <a:pt x="358" y="388"/>
                    <a:pt x="477" y="269"/>
                    <a:pt x="626" y="269"/>
                  </a:cubicBezTo>
                  <a:cubicBezTo>
                    <a:pt x="745" y="269"/>
                    <a:pt x="864" y="269"/>
                    <a:pt x="983" y="388"/>
                  </a:cubicBezTo>
                  <a:lnTo>
                    <a:pt x="1966" y="626"/>
                  </a:lnTo>
                  <a:lnTo>
                    <a:pt x="3454" y="1251"/>
                  </a:lnTo>
                  <a:cubicBezTo>
                    <a:pt x="3960" y="1370"/>
                    <a:pt x="4467" y="1489"/>
                    <a:pt x="4943" y="1638"/>
                  </a:cubicBezTo>
                  <a:cubicBezTo>
                    <a:pt x="4467" y="1370"/>
                    <a:pt x="3960" y="1251"/>
                    <a:pt x="3454" y="1132"/>
                  </a:cubicBezTo>
                  <a:lnTo>
                    <a:pt x="1966" y="507"/>
                  </a:lnTo>
                  <a:lnTo>
                    <a:pt x="1102" y="150"/>
                  </a:lnTo>
                  <a:cubicBezTo>
                    <a:pt x="983" y="150"/>
                    <a:pt x="983" y="150"/>
                    <a:pt x="86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56"/>
            <p:cNvSpPr/>
            <p:nvPr/>
          </p:nvSpPr>
          <p:spPr>
            <a:xfrm>
              <a:off x="7361164" y="3272031"/>
              <a:ext cx="100607" cy="218046"/>
            </a:xfrm>
            <a:custGeom>
              <a:avLst/>
              <a:gdLst/>
              <a:ahLst/>
              <a:cxnLst/>
              <a:rect l="l" t="t" r="r" b="b"/>
              <a:pathLst>
                <a:path w="6581" h="14263" extrusionOk="0">
                  <a:moveTo>
                    <a:pt x="5211" y="1"/>
                  </a:moveTo>
                  <a:lnTo>
                    <a:pt x="5211" y="239"/>
                  </a:lnTo>
                  <a:cubicBezTo>
                    <a:pt x="5212" y="240"/>
                    <a:pt x="5214" y="242"/>
                    <a:pt x="5215" y="243"/>
                  </a:cubicBezTo>
                  <a:lnTo>
                    <a:pt x="5215" y="243"/>
                  </a:lnTo>
                  <a:cubicBezTo>
                    <a:pt x="5211" y="160"/>
                    <a:pt x="5211" y="79"/>
                    <a:pt x="5211" y="1"/>
                  </a:cubicBezTo>
                  <a:close/>
                  <a:moveTo>
                    <a:pt x="5215" y="243"/>
                  </a:moveTo>
                  <a:cubicBezTo>
                    <a:pt x="5224" y="412"/>
                    <a:pt x="5250" y="585"/>
                    <a:pt x="5330" y="745"/>
                  </a:cubicBezTo>
                  <a:cubicBezTo>
                    <a:pt x="5479" y="1251"/>
                    <a:pt x="5598" y="1847"/>
                    <a:pt x="5717" y="2353"/>
                  </a:cubicBezTo>
                  <a:cubicBezTo>
                    <a:pt x="6342" y="6313"/>
                    <a:pt x="4854" y="10183"/>
                    <a:pt x="1876" y="12774"/>
                  </a:cubicBezTo>
                  <a:cubicBezTo>
                    <a:pt x="1489" y="13161"/>
                    <a:pt x="1013" y="13518"/>
                    <a:pt x="507" y="13905"/>
                  </a:cubicBezTo>
                  <a:cubicBezTo>
                    <a:pt x="428" y="13984"/>
                    <a:pt x="285" y="14062"/>
                    <a:pt x="163" y="14140"/>
                  </a:cubicBezTo>
                  <a:lnTo>
                    <a:pt x="163" y="14140"/>
                  </a:lnTo>
                  <a:cubicBezTo>
                    <a:pt x="311" y="14121"/>
                    <a:pt x="517" y="14013"/>
                    <a:pt x="626" y="13905"/>
                  </a:cubicBezTo>
                  <a:cubicBezTo>
                    <a:pt x="1132" y="13637"/>
                    <a:pt x="1608" y="13280"/>
                    <a:pt x="1995" y="12893"/>
                  </a:cubicBezTo>
                  <a:cubicBezTo>
                    <a:pt x="5092" y="10302"/>
                    <a:pt x="6580" y="6313"/>
                    <a:pt x="5836" y="2353"/>
                  </a:cubicBezTo>
                  <a:cubicBezTo>
                    <a:pt x="5717" y="1728"/>
                    <a:pt x="5598" y="1251"/>
                    <a:pt x="5479" y="626"/>
                  </a:cubicBezTo>
                  <a:cubicBezTo>
                    <a:pt x="5332" y="508"/>
                    <a:pt x="5330" y="361"/>
                    <a:pt x="5215" y="243"/>
                  </a:cubicBezTo>
                  <a:close/>
                  <a:moveTo>
                    <a:pt x="163" y="14140"/>
                  </a:moveTo>
                  <a:cubicBezTo>
                    <a:pt x="148" y="14142"/>
                    <a:pt x="133" y="14143"/>
                    <a:pt x="119" y="14143"/>
                  </a:cubicBezTo>
                  <a:cubicBezTo>
                    <a:pt x="119" y="14153"/>
                    <a:pt x="119" y="14162"/>
                    <a:pt x="117" y="14170"/>
                  </a:cubicBezTo>
                  <a:lnTo>
                    <a:pt x="117" y="14170"/>
                  </a:lnTo>
                  <a:cubicBezTo>
                    <a:pt x="132" y="14160"/>
                    <a:pt x="147" y="14150"/>
                    <a:pt x="163" y="14140"/>
                  </a:cubicBezTo>
                  <a:close/>
                  <a:moveTo>
                    <a:pt x="117" y="14170"/>
                  </a:moveTo>
                  <a:cubicBezTo>
                    <a:pt x="72" y="14201"/>
                    <a:pt x="31" y="14232"/>
                    <a:pt x="0" y="14262"/>
                  </a:cubicBezTo>
                  <a:cubicBezTo>
                    <a:pt x="0" y="14262"/>
                    <a:pt x="101" y="14262"/>
                    <a:pt x="117" y="1417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56"/>
            <p:cNvSpPr/>
            <p:nvPr/>
          </p:nvSpPr>
          <p:spPr>
            <a:xfrm>
              <a:off x="7317469" y="3321199"/>
              <a:ext cx="55081" cy="77844"/>
            </a:xfrm>
            <a:custGeom>
              <a:avLst/>
              <a:gdLst/>
              <a:ahLst/>
              <a:cxnLst/>
              <a:rect l="l" t="t" r="r" b="b"/>
              <a:pathLst>
                <a:path w="3603" h="5092" extrusionOk="0">
                  <a:moveTo>
                    <a:pt x="3365" y="0"/>
                  </a:moveTo>
                  <a:cubicBezTo>
                    <a:pt x="3126" y="0"/>
                    <a:pt x="2858" y="119"/>
                    <a:pt x="2620" y="119"/>
                  </a:cubicBezTo>
                  <a:cubicBezTo>
                    <a:pt x="2382" y="268"/>
                    <a:pt x="2233" y="268"/>
                    <a:pt x="2114" y="387"/>
                  </a:cubicBezTo>
                  <a:cubicBezTo>
                    <a:pt x="625" y="1132"/>
                    <a:pt x="0" y="2859"/>
                    <a:pt x="744" y="4228"/>
                  </a:cubicBezTo>
                  <a:cubicBezTo>
                    <a:pt x="893" y="4466"/>
                    <a:pt x="1012" y="4734"/>
                    <a:pt x="1251" y="4853"/>
                  </a:cubicBezTo>
                  <a:cubicBezTo>
                    <a:pt x="1259" y="4862"/>
                    <a:pt x="1266" y="4870"/>
                    <a:pt x="1273" y="4878"/>
                  </a:cubicBezTo>
                  <a:lnTo>
                    <a:pt x="1273" y="4878"/>
                  </a:lnTo>
                  <a:cubicBezTo>
                    <a:pt x="1180" y="4660"/>
                    <a:pt x="1069" y="4404"/>
                    <a:pt x="893" y="4228"/>
                  </a:cubicBezTo>
                  <a:lnTo>
                    <a:pt x="893" y="3990"/>
                  </a:lnTo>
                  <a:cubicBezTo>
                    <a:pt x="387" y="2501"/>
                    <a:pt x="1131" y="745"/>
                    <a:pt x="2620" y="268"/>
                  </a:cubicBezTo>
                  <a:cubicBezTo>
                    <a:pt x="2977" y="268"/>
                    <a:pt x="3245" y="119"/>
                    <a:pt x="3603" y="119"/>
                  </a:cubicBezTo>
                  <a:cubicBezTo>
                    <a:pt x="3603" y="119"/>
                    <a:pt x="3484" y="0"/>
                    <a:pt x="3365" y="0"/>
                  </a:cubicBezTo>
                  <a:close/>
                  <a:moveTo>
                    <a:pt x="1273" y="4878"/>
                  </a:moveTo>
                  <a:cubicBezTo>
                    <a:pt x="1307" y="4956"/>
                    <a:pt x="1338" y="5029"/>
                    <a:pt x="1370" y="5092"/>
                  </a:cubicBezTo>
                  <a:cubicBezTo>
                    <a:pt x="1370" y="5092"/>
                    <a:pt x="1370" y="4988"/>
                    <a:pt x="1273" y="487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56"/>
            <p:cNvSpPr/>
            <p:nvPr/>
          </p:nvSpPr>
          <p:spPr>
            <a:xfrm>
              <a:off x="7292885" y="3286250"/>
              <a:ext cx="96969" cy="139193"/>
            </a:xfrm>
            <a:custGeom>
              <a:avLst/>
              <a:gdLst/>
              <a:ahLst/>
              <a:cxnLst/>
              <a:rect l="l" t="t" r="r" b="b"/>
              <a:pathLst>
                <a:path w="6343" h="9105" extrusionOk="0">
                  <a:moveTo>
                    <a:pt x="5338" y="0"/>
                  </a:moveTo>
                  <a:cubicBezTo>
                    <a:pt x="5009" y="0"/>
                    <a:pt x="4685" y="53"/>
                    <a:pt x="4347" y="53"/>
                  </a:cubicBezTo>
                  <a:cubicBezTo>
                    <a:pt x="3603" y="172"/>
                    <a:pt x="2978" y="559"/>
                    <a:pt x="2352" y="917"/>
                  </a:cubicBezTo>
                  <a:cubicBezTo>
                    <a:pt x="864" y="1929"/>
                    <a:pt x="0" y="3656"/>
                    <a:pt x="119" y="5532"/>
                  </a:cubicBezTo>
                  <a:cubicBezTo>
                    <a:pt x="268" y="6276"/>
                    <a:pt x="387" y="6871"/>
                    <a:pt x="745" y="7616"/>
                  </a:cubicBezTo>
                  <a:cubicBezTo>
                    <a:pt x="1013" y="8003"/>
                    <a:pt x="1251" y="8360"/>
                    <a:pt x="1608" y="8747"/>
                  </a:cubicBezTo>
                  <a:cubicBezTo>
                    <a:pt x="1757" y="8866"/>
                    <a:pt x="1876" y="8985"/>
                    <a:pt x="2114" y="9105"/>
                  </a:cubicBezTo>
                  <a:cubicBezTo>
                    <a:pt x="1608" y="8628"/>
                    <a:pt x="1251" y="8122"/>
                    <a:pt x="864" y="7497"/>
                  </a:cubicBezTo>
                  <a:cubicBezTo>
                    <a:pt x="626" y="6871"/>
                    <a:pt x="387" y="6127"/>
                    <a:pt x="387" y="5532"/>
                  </a:cubicBezTo>
                  <a:cubicBezTo>
                    <a:pt x="268" y="4638"/>
                    <a:pt x="506" y="3775"/>
                    <a:pt x="745" y="3031"/>
                  </a:cubicBezTo>
                  <a:cubicBezTo>
                    <a:pt x="1251" y="2286"/>
                    <a:pt x="1757" y="1542"/>
                    <a:pt x="2501" y="1066"/>
                  </a:cubicBezTo>
                  <a:cubicBezTo>
                    <a:pt x="2978" y="678"/>
                    <a:pt x="3722" y="440"/>
                    <a:pt x="4347" y="321"/>
                  </a:cubicBezTo>
                  <a:cubicBezTo>
                    <a:pt x="4794" y="215"/>
                    <a:pt x="5301" y="124"/>
                    <a:pt x="5783" y="124"/>
                  </a:cubicBezTo>
                  <a:cubicBezTo>
                    <a:pt x="5975" y="124"/>
                    <a:pt x="6164" y="138"/>
                    <a:pt x="6342" y="172"/>
                  </a:cubicBezTo>
                  <a:cubicBezTo>
                    <a:pt x="6223" y="53"/>
                    <a:pt x="5955" y="53"/>
                    <a:pt x="5836" y="53"/>
                  </a:cubicBezTo>
                  <a:cubicBezTo>
                    <a:pt x="5667" y="13"/>
                    <a:pt x="5502" y="0"/>
                    <a:pt x="533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56"/>
            <p:cNvSpPr/>
            <p:nvPr/>
          </p:nvSpPr>
          <p:spPr>
            <a:xfrm>
              <a:off x="7262843" y="3249725"/>
              <a:ext cx="142021" cy="202575"/>
            </a:xfrm>
            <a:custGeom>
              <a:avLst/>
              <a:gdLst/>
              <a:ahLst/>
              <a:cxnLst/>
              <a:rect l="l" t="t" r="r" b="b"/>
              <a:pathLst>
                <a:path w="9290" h="13251" extrusionOk="0">
                  <a:moveTo>
                    <a:pt x="9257" y="205"/>
                  </a:moveTo>
                  <a:cubicBezTo>
                    <a:pt x="9277" y="209"/>
                    <a:pt x="9290" y="209"/>
                    <a:pt x="9290" y="209"/>
                  </a:cubicBezTo>
                  <a:cubicBezTo>
                    <a:pt x="9279" y="208"/>
                    <a:pt x="9268" y="206"/>
                    <a:pt x="9257" y="205"/>
                  </a:cubicBezTo>
                  <a:close/>
                  <a:moveTo>
                    <a:pt x="7444" y="1"/>
                  </a:moveTo>
                  <a:cubicBezTo>
                    <a:pt x="7086" y="1"/>
                    <a:pt x="6744" y="30"/>
                    <a:pt x="6431" y="90"/>
                  </a:cubicBezTo>
                  <a:cubicBezTo>
                    <a:pt x="5330" y="328"/>
                    <a:pt x="4317" y="715"/>
                    <a:pt x="3454" y="1341"/>
                  </a:cubicBezTo>
                  <a:cubicBezTo>
                    <a:pt x="1221" y="2829"/>
                    <a:pt x="0" y="5420"/>
                    <a:pt x="238" y="8040"/>
                  </a:cubicBezTo>
                  <a:cubicBezTo>
                    <a:pt x="357" y="9141"/>
                    <a:pt x="596" y="10154"/>
                    <a:pt x="1102" y="11136"/>
                  </a:cubicBezTo>
                  <a:cubicBezTo>
                    <a:pt x="1489" y="11761"/>
                    <a:pt x="1846" y="12238"/>
                    <a:pt x="2352" y="12744"/>
                  </a:cubicBezTo>
                  <a:cubicBezTo>
                    <a:pt x="2591" y="12863"/>
                    <a:pt x="2710" y="13131"/>
                    <a:pt x="2829" y="13131"/>
                  </a:cubicBezTo>
                  <a:cubicBezTo>
                    <a:pt x="2829" y="13250"/>
                    <a:pt x="2978" y="13250"/>
                    <a:pt x="2978" y="13250"/>
                  </a:cubicBezTo>
                  <a:cubicBezTo>
                    <a:pt x="2352" y="12625"/>
                    <a:pt x="1727" y="11881"/>
                    <a:pt x="1221" y="11017"/>
                  </a:cubicBezTo>
                  <a:cubicBezTo>
                    <a:pt x="864" y="10154"/>
                    <a:pt x="477" y="9022"/>
                    <a:pt x="477" y="8040"/>
                  </a:cubicBezTo>
                  <a:cubicBezTo>
                    <a:pt x="238" y="5420"/>
                    <a:pt x="1340" y="2948"/>
                    <a:pt x="3573" y="1460"/>
                  </a:cubicBezTo>
                  <a:cubicBezTo>
                    <a:pt x="4466" y="953"/>
                    <a:pt x="5330" y="477"/>
                    <a:pt x="6431" y="328"/>
                  </a:cubicBezTo>
                  <a:cubicBezTo>
                    <a:pt x="6937" y="189"/>
                    <a:pt x="7494" y="131"/>
                    <a:pt x="8066" y="131"/>
                  </a:cubicBezTo>
                  <a:cubicBezTo>
                    <a:pt x="8460" y="131"/>
                    <a:pt x="8861" y="158"/>
                    <a:pt x="9257" y="205"/>
                  </a:cubicBezTo>
                  <a:lnTo>
                    <a:pt x="9257" y="205"/>
                  </a:lnTo>
                  <a:cubicBezTo>
                    <a:pt x="9213" y="197"/>
                    <a:pt x="9132" y="171"/>
                    <a:pt x="9051" y="90"/>
                  </a:cubicBezTo>
                  <a:lnTo>
                    <a:pt x="8545" y="90"/>
                  </a:lnTo>
                  <a:cubicBezTo>
                    <a:pt x="8173" y="30"/>
                    <a:pt x="7801" y="1"/>
                    <a:pt x="74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9" name="Google Shape;2619;p56"/>
          <p:cNvGrpSpPr/>
          <p:nvPr/>
        </p:nvGrpSpPr>
        <p:grpSpPr>
          <a:xfrm>
            <a:off x="1756627" y="1473350"/>
            <a:ext cx="1763595" cy="1236475"/>
            <a:chOff x="1585175" y="1425725"/>
            <a:chExt cx="1763595" cy="1236475"/>
          </a:xfrm>
        </p:grpSpPr>
        <p:sp>
          <p:nvSpPr>
            <p:cNvPr id="2620" name="Google Shape;2620;p56"/>
            <p:cNvSpPr/>
            <p:nvPr/>
          </p:nvSpPr>
          <p:spPr>
            <a:xfrm flipH="1">
              <a:off x="2075250" y="1700325"/>
              <a:ext cx="252550" cy="122425"/>
            </a:xfrm>
            <a:custGeom>
              <a:avLst/>
              <a:gdLst/>
              <a:ahLst/>
              <a:cxnLst/>
              <a:rect l="l" t="t" r="r" b="b"/>
              <a:pathLst>
                <a:path w="10102" h="4897" extrusionOk="0">
                  <a:moveTo>
                    <a:pt x="4204" y="1"/>
                  </a:moveTo>
                  <a:cubicBezTo>
                    <a:pt x="2612" y="1"/>
                    <a:pt x="1064" y="717"/>
                    <a:pt x="0" y="1899"/>
                  </a:cubicBezTo>
                  <a:lnTo>
                    <a:pt x="10101" y="4896"/>
                  </a:lnTo>
                  <a:lnTo>
                    <a:pt x="9592" y="3517"/>
                  </a:lnTo>
                  <a:cubicBezTo>
                    <a:pt x="8842" y="1779"/>
                    <a:pt x="7344" y="520"/>
                    <a:pt x="5605" y="160"/>
                  </a:cubicBezTo>
                  <a:lnTo>
                    <a:pt x="5485" y="160"/>
                  </a:lnTo>
                  <a:cubicBezTo>
                    <a:pt x="5061" y="52"/>
                    <a:pt x="4631" y="1"/>
                    <a:pt x="4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56"/>
            <p:cNvSpPr/>
            <p:nvPr/>
          </p:nvSpPr>
          <p:spPr>
            <a:xfrm flipH="1">
              <a:off x="2852325" y="2369000"/>
              <a:ext cx="143900" cy="84700"/>
            </a:xfrm>
            <a:custGeom>
              <a:avLst/>
              <a:gdLst/>
              <a:ahLst/>
              <a:cxnLst/>
              <a:rect l="l" t="t" r="r" b="b"/>
              <a:pathLst>
                <a:path w="5756" h="3388" extrusionOk="0">
                  <a:moveTo>
                    <a:pt x="2758" y="0"/>
                  </a:moveTo>
                  <a:lnTo>
                    <a:pt x="360" y="2368"/>
                  </a:lnTo>
                  <a:cubicBezTo>
                    <a:pt x="0" y="2758"/>
                    <a:pt x="240" y="3237"/>
                    <a:pt x="629" y="3387"/>
                  </a:cubicBezTo>
                  <a:cubicBezTo>
                    <a:pt x="749" y="3387"/>
                    <a:pt x="869" y="3387"/>
                    <a:pt x="989" y="3237"/>
                  </a:cubicBezTo>
                  <a:lnTo>
                    <a:pt x="5755" y="750"/>
                  </a:lnTo>
                  <a:lnTo>
                    <a:pt x="27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56"/>
            <p:cNvSpPr/>
            <p:nvPr/>
          </p:nvSpPr>
          <p:spPr>
            <a:xfrm flipH="1">
              <a:off x="2276075" y="2491150"/>
              <a:ext cx="107950" cy="112975"/>
            </a:xfrm>
            <a:custGeom>
              <a:avLst/>
              <a:gdLst/>
              <a:ahLst/>
              <a:cxnLst/>
              <a:rect l="l" t="t" r="r" b="b"/>
              <a:pathLst>
                <a:path w="4318" h="4519" extrusionOk="0">
                  <a:moveTo>
                    <a:pt x="1" y="0"/>
                  </a:moveTo>
                  <a:lnTo>
                    <a:pt x="3238" y="4346"/>
                  </a:lnTo>
                  <a:cubicBezTo>
                    <a:pt x="3238" y="4346"/>
                    <a:pt x="3358" y="4496"/>
                    <a:pt x="3478" y="4496"/>
                  </a:cubicBezTo>
                  <a:cubicBezTo>
                    <a:pt x="3541" y="4511"/>
                    <a:pt x="3602" y="4518"/>
                    <a:pt x="3660" y="4518"/>
                  </a:cubicBezTo>
                  <a:cubicBezTo>
                    <a:pt x="4068" y="4518"/>
                    <a:pt x="4318" y="4167"/>
                    <a:pt x="4107" y="3747"/>
                  </a:cubicBezTo>
                  <a:lnTo>
                    <a:pt x="2849" y="6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56"/>
            <p:cNvSpPr/>
            <p:nvPr/>
          </p:nvSpPr>
          <p:spPr>
            <a:xfrm flipH="1">
              <a:off x="1947125" y="1588175"/>
              <a:ext cx="1145775" cy="980925"/>
            </a:xfrm>
            <a:custGeom>
              <a:avLst/>
              <a:gdLst/>
              <a:ahLst/>
              <a:cxnLst/>
              <a:rect l="l" t="t" r="r" b="b"/>
              <a:pathLst>
                <a:path w="45831" h="39237" extrusionOk="0">
                  <a:moveTo>
                    <a:pt x="5126" y="0"/>
                  </a:moveTo>
                  <a:lnTo>
                    <a:pt x="0" y="30874"/>
                  </a:lnTo>
                  <a:lnTo>
                    <a:pt x="37828" y="39236"/>
                  </a:lnTo>
                  <a:lnTo>
                    <a:pt x="45831" y="9742"/>
                  </a:lnTo>
                  <a:lnTo>
                    <a:pt x="51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56"/>
            <p:cNvSpPr/>
            <p:nvPr/>
          </p:nvSpPr>
          <p:spPr>
            <a:xfrm flipH="1">
              <a:off x="2278325" y="1727925"/>
              <a:ext cx="705175" cy="685925"/>
            </a:xfrm>
            <a:custGeom>
              <a:avLst/>
              <a:gdLst/>
              <a:ahLst/>
              <a:cxnLst/>
              <a:rect l="l" t="t" r="r" b="b"/>
              <a:pathLst>
                <a:path w="28207" h="27437" extrusionOk="0">
                  <a:moveTo>
                    <a:pt x="5270" y="1"/>
                  </a:moveTo>
                  <a:cubicBezTo>
                    <a:pt x="4225" y="1"/>
                    <a:pt x="3328" y="709"/>
                    <a:pt x="3118" y="1784"/>
                  </a:cubicBezTo>
                  <a:lnTo>
                    <a:pt x="120" y="20158"/>
                  </a:lnTo>
                  <a:cubicBezTo>
                    <a:pt x="1" y="21267"/>
                    <a:pt x="600" y="22406"/>
                    <a:pt x="1739" y="22646"/>
                  </a:cubicBezTo>
                  <a:lnTo>
                    <a:pt x="21222" y="27382"/>
                  </a:lnTo>
                  <a:cubicBezTo>
                    <a:pt x="21374" y="27419"/>
                    <a:pt x="21529" y="27437"/>
                    <a:pt x="21684" y="27437"/>
                  </a:cubicBezTo>
                  <a:cubicBezTo>
                    <a:pt x="22657" y="27437"/>
                    <a:pt x="23623" y="26730"/>
                    <a:pt x="23830" y="25643"/>
                  </a:cubicBezTo>
                  <a:lnTo>
                    <a:pt x="27967" y="7029"/>
                  </a:lnTo>
                  <a:cubicBezTo>
                    <a:pt x="28206" y="5800"/>
                    <a:pt x="27457" y="4661"/>
                    <a:pt x="26228" y="4422"/>
                  </a:cubicBezTo>
                  <a:lnTo>
                    <a:pt x="5726" y="45"/>
                  </a:lnTo>
                  <a:cubicBezTo>
                    <a:pt x="5572" y="15"/>
                    <a:pt x="5419" y="1"/>
                    <a:pt x="52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56"/>
            <p:cNvSpPr/>
            <p:nvPr/>
          </p:nvSpPr>
          <p:spPr>
            <a:xfrm flipH="1">
              <a:off x="2106725" y="2063250"/>
              <a:ext cx="140150" cy="128175"/>
            </a:xfrm>
            <a:custGeom>
              <a:avLst/>
              <a:gdLst/>
              <a:ahLst/>
              <a:cxnLst/>
              <a:rect l="l" t="t" r="r" b="b"/>
              <a:pathLst>
                <a:path w="5606" h="5127" extrusionOk="0">
                  <a:moveTo>
                    <a:pt x="2878" y="1"/>
                  </a:moveTo>
                  <a:cubicBezTo>
                    <a:pt x="1619" y="1"/>
                    <a:pt x="630" y="750"/>
                    <a:pt x="360" y="1979"/>
                  </a:cubicBezTo>
                  <a:cubicBezTo>
                    <a:pt x="0" y="3358"/>
                    <a:pt x="870" y="4737"/>
                    <a:pt x="2248" y="4977"/>
                  </a:cubicBezTo>
                  <a:cubicBezTo>
                    <a:pt x="2488" y="5126"/>
                    <a:pt x="2608" y="5126"/>
                    <a:pt x="2878" y="5126"/>
                  </a:cubicBezTo>
                  <a:cubicBezTo>
                    <a:pt x="3987" y="5126"/>
                    <a:pt x="5126" y="4227"/>
                    <a:pt x="5366" y="3118"/>
                  </a:cubicBezTo>
                  <a:cubicBezTo>
                    <a:pt x="5605" y="1739"/>
                    <a:pt x="4736" y="360"/>
                    <a:pt x="33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56"/>
            <p:cNvSpPr/>
            <p:nvPr/>
          </p:nvSpPr>
          <p:spPr>
            <a:xfrm flipH="1">
              <a:off x="2137450" y="2090550"/>
              <a:ext cx="77950" cy="72850"/>
            </a:xfrm>
            <a:custGeom>
              <a:avLst/>
              <a:gdLst/>
              <a:ahLst/>
              <a:cxnLst/>
              <a:rect l="l" t="t" r="r" b="b"/>
              <a:pathLst>
                <a:path w="3118" h="2914" extrusionOk="0">
                  <a:moveTo>
                    <a:pt x="1638" y="0"/>
                  </a:moveTo>
                  <a:cubicBezTo>
                    <a:pt x="968" y="0"/>
                    <a:pt x="348" y="481"/>
                    <a:pt x="240" y="1157"/>
                  </a:cubicBezTo>
                  <a:cubicBezTo>
                    <a:pt x="0" y="1906"/>
                    <a:pt x="480" y="2656"/>
                    <a:pt x="1229" y="2895"/>
                  </a:cubicBezTo>
                  <a:cubicBezTo>
                    <a:pt x="1319" y="2908"/>
                    <a:pt x="1407" y="2914"/>
                    <a:pt x="1493" y="2914"/>
                  </a:cubicBezTo>
                  <a:cubicBezTo>
                    <a:pt x="2246" y="2914"/>
                    <a:pt x="2863" y="2459"/>
                    <a:pt x="2998" y="1786"/>
                  </a:cubicBezTo>
                  <a:cubicBezTo>
                    <a:pt x="3117" y="1037"/>
                    <a:pt x="2728" y="288"/>
                    <a:pt x="1859" y="18"/>
                  </a:cubicBezTo>
                  <a:cubicBezTo>
                    <a:pt x="1785" y="6"/>
                    <a:pt x="1711" y="0"/>
                    <a:pt x="16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56"/>
            <p:cNvSpPr/>
            <p:nvPr/>
          </p:nvSpPr>
          <p:spPr>
            <a:xfrm flipH="1">
              <a:off x="2078250" y="1900650"/>
              <a:ext cx="131175" cy="122175"/>
            </a:xfrm>
            <a:custGeom>
              <a:avLst/>
              <a:gdLst/>
              <a:ahLst/>
              <a:cxnLst/>
              <a:rect l="l" t="t" r="r" b="b"/>
              <a:pathLst>
                <a:path w="5247" h="4887" extrusionOk="0">
                  <a:moveTo>
                    <a:pt x="2609" y="0"/>
                  </a:moveTo>
                  <a:cubicBezTo>
                    <a:pt x="1620" y="0"/>
                    <a:pt x="630" y="750"/>
                    <a:pt x="361" y="1889"/>
                  </a:cubicBezTo>
                  <a:cubicBezTo>
                    <a:pt x="1" y="3238"/>
                    <a:pt x="870" y="4497"/>
                    <a:pt x="2129" y="4736"/>
                  </a:cubicBezTo>
                  <a:cubicBezTo>
                    <a:pt x="2369" y="4886"/>
                    <a:pt x="2489" y="4886"/>
                    <a:pt x="2609" y="4886"/>
                  </a:cubicBezTo>
                  <a:cubicBezTo>
                    <a:pt x="3748" y="4886"/>
                    <a:pt x="4737" y="4137"/>
                    <a:pt x="5007" y="2998"/>
                  </a:cubicBezTo>
                  <a:cubicBezTo>
                    <a:pt x="5246" y="1619"/>
                    <a:pt x="4497" y="390"/>
                    <a:pt x="3238" y="120"/>
                  </a:cubicBezTo>
                  <a:cubicBezTo>
                    <a:pt x="2998" y="0"/>
                    <a:pt x="2878" y="0"/>
                    <a:pt x="26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56"/>
            <p:cNvSpPr/>
            <p:nvPr/>
          </p:nvSpPr>
          <p:spPr>
            <a:xfrm flipH="1">
              <a:off x="2106725" y="1928325"/>
              <a:ext cx="71225" cy="66575"/>
            </a:xfrm>
            <a:custGeom>
              <a:avLst/>
              <a:gdLst/>
              <a:ahLst/>
              <a:cxnLst/>
              <a:rect l="l" t="t" r="r" b="b"/>
              <a:pathLst>
                <a:path w="2849" h="2663" extrusionOk="0">
                  <a:moveTo>
                    <a:pt x="1421" y="1"/>
                  </a:moveTo>
                  <a:cubicBezTo>
                    <a:pt x="790" y="1"/>
                    <a:pt x="224" y="379"/>
                    <a:pt x="121" y="1022"/>
                  </a:cubicBezTo>
                  <a:cubicBezTo>
                    <a:pt x="1" y="1771"/>
                    <a:pt x="361" y="2520"/>
                    <a:pt x="1110" y="2640"/>
                  </a:cubicBezTo>
                  <a:cubicBezTo>
                    <a:pt x="1205" y="2655"/>
                    <a:pt x="1300" y="2663"/>
                    <a:pt x="1393" y="2663"/>
                  </a:cubicBezTo>
                  <a:cubicBezTo>
                    <a:pt x="2039" y="2663"/>
                    <a:pt x="2624" y="2306"/>
                    <a:pt x="2729" y="1651"/>
                  </a:cubicBezTo>
                  <a:cubicBezTo>
                    <a:pt x="2848" y="902"/>
                    <a:pt x="2489" y="152"/>
                    <a:pt x="1739" y="32"/>
                  </a:cubicBezTo>
                  <a:cubicBezTo>
                    <a:pt x="1633" y="11"/>
                    <a:pt x="1526" y="1"/>
                    <a:pt x="14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56"/>
            <p:cNvSpPr/>
            <p:nvPr/>
          </p:nvSpPr>
          <p:spPr>
            <a:xfrm flipH="1">
              <a:off x="2150200" y="2253600"/>
              <a:ext cx="115425" cy="40475"/>
            </a:xfrm>
            <a:custGeom>
              <a:avLst/>
              <a:gdLst/>
              <a:ahLst/>
              <a:cxnLst/>
              <a:rect l="l" t="t" r="r" b="b"/>
              <a:pathLst>
                <a:path w="4617" h="1619" extrusionOk="0">
                  <a:moveTo>
                    <a:pt x="361" y="0"/>
                  </a:moveTo>
                  <a:cubicBezTo>
                    <a:pt x="241" y="0"/>
                    <a:pt x="1" y="120"/>
                    <a:pt x="1" y="240"/>
                  </a:cubicBezTo>
                  <a:lnTo>
                    <a:pt x="1" y="360"/>
                  </a:lnTo>
                  <a:cubicBezTo>
                    <a:pt x="1" y="510"/>
                    <a:pt x="121" y="750"/>
                    <a:pt x="241" y="750"/>
                  </a:cubicBezTo>
                  <a:lnTo>
                    <a:pt x="4107" y="1619"/>
                  </a:lnTo>
                  <a:lnTo>
                    <a:pt x="4257" y="1619"/>
                  </a:lnTo>
                  <a:cubicBezTo>
                    <a:pt x="4377" y="1619"/>
                    <a:pt x="4617" y="1499"/>
                    <a:pt x="4617" y="1379"/>
                  </a:cubicBezTo>
                  <a:lnTo>
                    <a:pt x="4617" y="1259"/>
                  </a:lnTo>
                  <a:cubicBezTo>
                    <a:pt x="4617" y="1109"/>
                    <a:pt x="4497" y="869"/>
                    <a:pt x="4377" y="869"/>
                  </a:cubicBezTo>
                  <a:lnTo>
                    <a:pt x="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56"/>
            <p:cNvSpPr/>
            <p:nvPr/>
          </p:nvSpPr>
          <p:spPr>
            <a:xfrm flipH="1">
              <a:off x="2159175" y="2297050"/>
              <a:ext cx="119175" cy="44250"/>
            </a:xfrm>
            <a:custGeom>
              <a:avLst/>
              <a:gdLst/>
              <a:ahLst/>
              <a:cxnLst/>
              <a:rect l="l" t="t" r="r" b="b"/>
              <a:pathLst>
                <a:path w="4767" h="1770" extrusionOk="0">
                  <a:moveTo>
                    <a:pt x="510" y="1"/>
                  </a:moveTo>
                  <a:cubicBezTo>
                    <a:pt x="270" y="1"/>
                    <a:pt x="120" y="121"/>
                    <a:pt x="120" y="390"/>
                  </a:cubicBezTo>
                  <a:cubicBezTo>
                    <a:pt x="0" y="630"/>
                    <a:pt x="120" y="750"/>
                    <a:pt x="390" y="870"/>
                  </a:cubicBezTo>
                  <a:lnTo>
                    <a:pt x="4257" y="1769"/>
                  </a:lnTo>
                  <a:lnTo>
                    <a:pt x="4377" y="1769"/>
                  </a:lnTo>
                  <a:cubicBezTo>
                    <a:pt x="4496" y="1769"/>
                    <a:pt x="4616" y="1619"/>
                    <a:pt x="4766" y="1380"/>
                  </a:cubicBezTo>
                  <a:cubicBezTo>
                    <a:pt x="4766" y="1140"/>
                    <a:pt x="4616" y="870"/>
                    <a:pt x="4377" y="870"/>
                  </a:cubicBezTo>
                  <a:lnTo>
                    <a:pt x="5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56"/>
            <p:cNvSpPr/>
            <p:nvPr/>
          </p:nvSpPr>
          <p:spPr>
            <a:xfrm flipH="1">
              <a:off x="2168925" y="2344275"/>
              <a:ext cx="118425" cy="40475"/>
            </a:xfrm>
            <a:custGeom>
              <a:avLst/>
              <a:gdLst/>
              <a:ahLst/>
              <a:cxnLst/>
              <a:rect l="l" t="t" r="r" b="b"/>
              <a:pathLst>
                <a:path w="4737" h="1619" extrusionOk="0">
                  <a:moveTo>
                    <a:pt x="480" y="0"/>
                  </a:moveTo>
                  <a:cubicBezTo>
                    <a:pt x="240" y="0"/>
                    <a:pt x="121" y="120"/>
                    <a:pt x="121" y="240"/>
                  </a:cubicBezTo>
                  <a:lnTo>
                    <a:pt x="1" y="360"/>
                  </a:lnTo>
                  <a:cubicBezTo>
                    <a:pt x="1" y="480"/>
                    <a:pt x="121" y="749"/>
                    <a:pt x="360" y="749"/>
                  </a:cubicBezTo>
                  <a:lnTo>
                    <a:pt x="4227" y="1619"/>
                  </a:lnTo>
                  <a:cubicBezTo>
                    <a:pt x="4497" y="1619"/>
                    <a:pt x="4617" y="1499"/>
                    <a:pt x="4617" y="1379"/>
                  </a:cubicBezTo>
                  <a:lnTo>
                    <a:pt x="4737" y="1229"/>
                  </a:lnTo>
                  <a:cubicBezTo>
                    <a:pt x="4737" y="1109"/>
                    <a:pt x="4617" y="869"/>
                    <a:pt x="4377" y="869"/>
                  </a:cubicBezTo>
                  <a:lnTo>
                    <a:pt x="4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56"/>
            <p:cNvSpPr/>
            <p:nvPr/>
          </p:nvSpPr>
          <p:spPr>
            <a:xfrm flipH="1">
              <a:off x="2177925" y="2387725"/>
              <a:ext cx="119175" cy="43500"/>
            </a:xfrm>
            <a:custGeom>
              <a:avLst/>
              <a:gdLst/>
              <a:ahLst/>
              <a:cxnLst/>
              <a:rect l="l" t="t" r="r" b="b"/>
              <a:pathLst>
                <a:path w="4767" h="1740" extrusionOk="0">
                  <a:moveTo>
                    <a:pt x="391" y="1"/>
                  </a:moveTo>
                  <a:cubicBezTo>
                    <a:pt x="271" y="1"/>
                    <a:pt x="121" y="121"/>
                    <a:pt x="1" y="390"/>
                  </a:cubicBezTo>
                  <a:cubicBezTo>
                    <a:pt x="1" y="630"/>
                    <a:pt x="121" y="750"/>
                    <a:pt x="391" y="870"/>
                  </a:cubicBezTo>
                  <a:lnTo>
                    <a:pt x="4257" y="1739"/>
                  </a:lnTo>
                  <a:cubicBezTo>
                    <a:pt x="4497" y="1739"/>
                    <a:pt x="4617" y="1619"/>
                    <a:pt x="4617" y="1379"/>
                  </a:cubicBezTo>
                  <a:cubicBezTo>
                    <a:pt x="4767" y="1140"/>
                    <a:pt x="4617" y="990"/>
                    <a:pt x="4377" y="870"/>
                  </a:cubicBezTo>
                  <a:lnTo>
                    <a:pt x="5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56"/>
            <p:cNvSpPr/>
            <p:nvPr/>
          </p:nvSpPr>
          <p:spPr>
            <a:xfrm flipH="1">
              <a:off x="1863175" y="1538700"/>
              <a:ext cx="314775" cy="206100"/>
            </a:xfrm>
            <a:custGeom>
              <a:avLst/>
              <a:gdLst/>
              <a:ahLst/>
              <a:cxnLst/>
              <a:rect l="l" t="t" r="r" b="b"/>
              <a:pathLst>
                <a:path w="12591" h="8244" extrusionOk="0">
                  <a:moveTo>
                    <a:pt x="11721" y="1"/>
                  </a:moveTo>
                  <a:lnTo>
                    <a:pt x="1" y="7614"/>
                  </a:lnTo>
                  <a:lnTo>
                    <a:pt x="870" y="8244"/>
                  </a:lnTo>
                  <a:lnTo>
                    <a:pt x="12590" y="121"/>
                  </a:lnTo>
                  <a:lnTo>
                    <a:pt x="117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56"/>
            <p:cNvSpPr/>
            <p:nvPr/>
          </p:nvSpPr>
          <p:spPr>
            <a:xfrm flipH="1">
              <a:off x="2184650" y="1448025"/>
              <a:ext cx="209100" cy="305775"/>
            </a:xfrm>
            <a:custGeom>
              <a:avLst/>
              <a:gdLst/>
              <a:ahLst/>
              <a:cxnLst/>
              <a:rect l="l" t="t" r="r" b="b"/>
              <a:pathLst>
                <a:path w="8364" h="12231" extrusionOk="0">
                  <a:moveTo>
                    <a:pt x="0" y="1"/>
                  </a:moveTo>
                  <a:lnTo>
                    <a:pt x="7254" y="12230"/>
                  </a:lnTo>
                  <a:lnTo>
                    <a:pt x="8363" y="12111"/>
                  </a:lnTo>
                  <a:lnTo>
                    <a:pt x="870" y="12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56"/>
            <p:cNvSpPr/>
            <p:nvPr/>
          </p:nvSpPr>
          <p:spPr>
            <a:xfrm flipH="1">
              <a:off x="1825725" y="1496425"/>
              <a:ext cx="71200" cy="64600"/>
            </a:xfrm>
            <a:custGeom>
              <a:avLst/>
              <a:gdLst/>
              <a:ahLst/>
              <a:cxnLst/>
              <a:rect l="l" t="t" r="r" b="b"/>
              <a:pathLst>
                <a:path w="2848" h="2584" extrusionOk="0">
                  <a:moveTo>
                    <a:pt x="1338" y="0"/>
                  </a:moveTo>
                  <a:cubicBezTo>
                    <a:pt x="774" y="0"/>
                    <a:pt x="338" y="452"/>
                    <a:pt x="240" y="1062"/>
                  </a:cubicBezTo>
                  <a:cubicBezTo>
                    <a:pt x="0" y="1692"/>
                    <a:pt x="480" y="2441"/>
                    <a:pt x="1109" y="2561"/>
                  </a:cubicBezTo>
                  <a:cubicBezTo>
                    <a:pt x="1204" y="2576"/>
                    <a:pt x="1299" y="2584"/>
                    <a:pt x="1392" y="2584"/>
                  </a:cubicBezTo>
                  <a:cubicBezTo>
                    <a:pt x="2038" y="2584"/>
                    <a:pt x="2623" y="2226"/>
                    <a:pt x="2728" y="1572"/>
                  </a:cubicBezTo>
                  <a:cubicBezTo>
                    <a:pt x="2848" y="823"/>
                    <a:pt x="2368" y="193"/>
                    <a:pt x="1739" y="73"/>
                  </a:cubicBezTo>
                  <a:cubicBezTo>
                    <a:pt x="1600" y="23"/>
                    <a:pt x="1466" y="0"/>
                    <a:pt x="13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56"/>
            <p:cNvSpPr/>
            <p:nvPr/>
          </p:nvSpPr>
          <p:spPr>
            <a:xfrm flipH="1">
              <a:off x="2356250" y="1425725"/>
              <a:ext cx="50250" cy="47075"/>
            </a:xfrm>
            <a:custGeom>
              <a:avLst/>
              <a:gdLst/>
              <a:ahLst/>
              <a:cxnLst/>
              <a:rect l="l" t="t" r="r" b="b"/>
              <a:pathLst>
                <a:path w="2010" h="1883" extrusionOk="0">
                  <a:moveTo>
                    <a:pt x="1062" y="0"/>
                  </a:moveTo>
                  <a:cubicBezTo>
                    <a:pt x="631" y="0"/>
                    <a:pt x="255" y="330"/>
                    <a:pt x="151" y="773"/>
                  </a:cubicBezTo>
                  <a:cubicBezTo>
                    <a:pt x="1" y="1253"/>
                    <a:pt x="271" y="1762"/>
                    <a:pt x="750" y="1882"/>
                  </a:cubicBezTo>
                  <a:cubicBezTo>
                    <a:pt x="1260" y="1882"/>
                    <a:pt x="1769" y="1642"/>
                    <a:pt x="1889" y="1133"/>
                  </a:cubicBezTo>
                  <a:cubicBezTo>
                    <a:pt x="2009" y="653"/>
                    <a:pt x="1769" y="144"/>
                    <a:pt x="1260" y="24"/>
                  </a:cubicBezTo>
                  <a:cubicBezTo>
                    <a:pt x="1193" y="8"/>
                    <a:pt x="1127" y="0"/>
                    <a:pt x="10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56"/>
            <p:cNvSpPr/>
            <p:nvPr/>
          </p:nvSpPr>
          <p:spPr>
            <a:xfrm flipH="1">
              <a:off x="2543600" y="1772500"/>
              <a:ext cx="433900" cy="452650"/>
            </a:xfrm>
            <a:custGeom>
              <a:avLst/>
              <a:gdLst/>
              <a:ahLst/>
              <a:cxnLst/>
              <a:rect l="l" t="t" r="r" b="b"/>
              <a:pathLst>
                <a:path w="17356" h="18106" extrusionOk="0">
                  <a:moveTo>
                    <a:pt x="13729" y="1"/>
                  </a:moveTo>
                  <a:lnTo>
                    <a:pt x="870" y="12620"/>
                  </a:lnTo>
                  <a:lnTo>
                    <a:pt x="0" y="18105"/>
                  </a:lnTo>
                  <a:lnTo>
                    <a:pt x="17355" y="750"/>
                  </a:lnTo>
                  <a:lnTo>
                    <a:pt x="137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56"/>
            <p:cNvSpPr/>
            <p:nvPr/>
          </p:nvSpPr>
          <p:spPr>
            <a:xfrm flipH="1">
              <a:off x="2346525" y="1809975"/>
              <a:ext cx="509575" cy="553050"/>
            </a:xfrm>
            <a:custGeom>
              <a:avLst/>
              <a:gdLst/>
              <a:ahLst/>
              <a:cxnLst/>
              <a:rect l="l" t="t" r="r" b="b"/>
              <a:pathLst>
                <a:path w="20383" h="22122" extrusionOk="0">
                  <a:moveTo>
                    <a:pt x="16486" y="0"/>
                  </a:moveTo>
                  <a:lnTo>
                    <a:pt x="0" y="20233"/>
                  </a:lnTo>
                  <a:lnTo>
                    <a:pt x="8123" y="22121"/>
                  </a:lnTo>
                  <a:lnTo>
                    <a:pt x="20383" y="870"/>
                  </a:lnTo>
                  <a:lnTo>
                    <a:pt x="164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56"/>
            <p:cNvSpPr/>
            <p:nvPr/>
          </p:nvSpPr>
          <p:spPr>
            <a:xfrm flipH="1">
              <a:off x="2546600" y="1897650"/>
              <a:ext cx="134150" cy="360150"/>
            </a:xfrm>
            <a:custGeom>
              <a:avLst/>
              <a:gdLst/>
              <a:ahLst/>
              <a:cxnLst/>
              <a:rect l="l" t="t" r="r" b="b"/>
              <a:pathLst>
                <a:path w="5366" h="14406" extrusionOk="0">
                  <a:moveTo>
                    <a:pt x="1619" y="0"/>
                  </a:moveTo>
                  <a:lnTo>
                    <a:pt x="1379" y="8483"/>
                  </a:lnTo>
                  <a:lnTo>
                    <a:pt x="3627" y="8753"/>
                  </a:lnTo>
                  <a:lnTo>
                    <a:pt x="5366" y="870"/>
                  </a:lnTo>
                  <a:lnTo>
                    <a:pt x="1619" y="0"/>
                  </a:lnTo>
                  <a:close/>
                  <a:moveTo>
                    <a:pt x="1379" y="10611"/>
                  </a:moveTo>
                  <a:cubicBezTo>
                    <a:pt x="1109" y="10731"/>
                    <a:pt x="750" y="11001"/>
                    <a:pt x="480" y="11241"/>
                  </a:cubicBezTo>
                  <a:cubicBezTo>
                    <a:pt x="240" y="11481"/>
                    <a:pt x="120" y="11750"/>
                    <a:pt x="0" y="12110"/>
                  </a:cubicBezTo>
                  <a:cubicBezTo>
                    <a:pt x="0" y="12620"/>
                    <a:pt x="0" y="13099"/>
                    <a:pt x="240" y="13489"/>
                  </a:cubicBezTo>
                  <a:cubicBezTo>
                    <a:pt x="630" y="13998"/>
                    <a:pt x="989" y="14238"/>
                    <a:pt x="1499" y="14358"/>
                  </a:cubicBezTo>
                  <a:cubicBezTo>
                    <a:pt x="1668" y="14390"/>
                    <a:pt x="1817" y="14405"/>
                    <a:pt x="1955" y="14405"/>
                  </a:cubicBezTo>
                  <a:cubicBezTo>
                    <a:pt x="2332" y="14405"/>
                    <a:pt x="2625" y="14294"/>
                    <a:pt x="2998" y="14118"/>
                  </a:cubicBezTo>
                  <a:cubicBezTo>
                    <a:pt x="3357" y="13849"/>
                    <a:pt x="3747" y="13369"/>
                    <a:pt x="3867" y="12859"/>
                  </a:cubicBezTo>
                  <a:cubicBezTo>
                    <a:pt x="3987" y="12230"/>
                    <a:pt x="3867" y="11870"/>
                    <a:pt x="3627" y="11361"/>
                  </a:cubicBezTo>
                  <a:cubicBezTo>
                    <a:pt x="3357" y="11001"/>
                    <a:pt x="2998" y="10731"/>
                    <a:pt x="2488" y="106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56"/>
            <p:cNvSpPr/>
            <p:nvPr/>
          </p:nvSpPr>
          <p:spPr>
            <a:xfrm flipH="1">
              <a:off x="1759775" y="1641375"/>
              <a:ext cx="134150" cy="115425"/>
            </a:xfrm>
            <a:custGeom>
              <a:avLst/>
              <a:gdLst/>
              <a:ahLst/>
              <a:cxnLst/>
              <a:rect l="l" t="t" r="r" b="b"/>
              <a:pathLst>
                <a:path w="5366" h="4617" extrusionOk="0">
                  <a:moveTo>
                    <a:pt x="2248" y="0"/>
                  </a:moveTo>
                  <a:lnTo>
                    <a:pt x="0" y="4017"/>
                  </a:lnTo>
                  <a:lnTo>
                    <a:pt x="1109" y="4616"/>
                  </a:lnTo>
                  <a:lnTo>
                    <a:pt x="5366" y="270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56"/>
            <p:cNvSpPr/>
            <p:nvPr/>
          </p:nvSpPr>
          <p:spPr>
            <a:xfrm flipH="1">
              <a:off x="1585175" y="1732050"/>
              <a:ext cx="281025" cy="118425"/>
            </a:xfrm>
            <a:custGeom>
              <a:avLst/>
              <a:gdLst/>
              <a:ahLst/>
              <a:cxnLst/>
              <a:rect l="l" t="t" r="r" b="b"/>
              <a:pathLst>
                <a:path w="11241" h="4737" extrusionOk="0">
                  <a:moveTo>
                    <a:pt x="10611" y="0"/>
                  </a:moveTo>
                  <a:lnTo>
                    <a:pt x="0" y="2878"/>
                  </a:lnTo>
                  <a:lnTo>
                    <a:pt x="0" y="4137"/>
                  </a:lnTo>
                  <a:lnTo>
                    <a:pt x="11241" y="4736"/>
                  </a:lnTo>
                  <a:lnTo>
                    <a:pt x="11241" y="4736"/>
                  </a:lnTo>
                  <a:lnTo>
                    <a:pt x="106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56"/>
            <p:cNvSpPr/>
            <p:nvPr/>
          </p:nvSpPr>
          <p:spPr>
            <a:xfrm flipH="1">
              <a:off x="1631625" y="1869175"/>
              <a:ext cx="262300" cy="112425"/>
            </a:xfrm>
            <a:custGeom>
              <a:avLst/>
              <a:gdLst/>
              <a:ahLst/>
              <a:cxnLst/>
              <a:rect l="l" t="t" r="r" b="b"/>
              <a:pathLst>
                <a:path w="10492" h="4497" extrusionOk="0">
                  <a:moveTo>
                    <a:pt x="1109" y="0"/>
                  </a:moveTo>
                  <a:lnTo>
                    <a:pt x="0" y="900"/>
                  </a:lnTo>
                  <a:lnTo>
                    <a:pt x="7973" y="4497"/>
                  </a:lnTo>
                  <a:lnTo>
                    <a:pt x="10491" y="3388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56"/>
            <p:cNvSpPr/>
            <p:nvPr/>
          </p:nvSpPr>
          <p:spPr>
            <a:xfrm flipH="1">
              <a:off x="2000325" y="1825700"/>
              <a:ext cx="165625" cy="272050"/>
            </a:xfrm>
            <a:custGeom>
              <a:avLst/>
              <a:gdLst/>
              <a:ahLst/>
              <a:cxnLst/>
              <a:rect l="l" t="t" r="r" b="b"/>
              <a:pathLst>
                <a:path w="6625" h="10882" extrusionOk="0">
                  <a:moveTo>
                    <a:pt x="0" y="1"/>
                  </a:moveTo>
                  <a:lnTo>
                    <a:pt x="4886" y="2639"/>
                  </a:lnTo>
                  <a:lnTo>
                    <a:pt x="4257" y="10882"/>
                  </a:lnTo>
                  <a:lnTo>
                    <a:pt x="6625" y="15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56"/>
            <p:cNvSpPr/>
            <p:nvPr/>
          </p:nvSpPr>
          <p:spPr>
            <a:xfrm>
              <a:off x="1947125" y="2607100"/>
              <a:ext cx="1401645" cy="55100"/>
            </a:xfrm>
            <a:custGeom>
              <a:avLst/>
              <a:gdLst/>
              <a:ahLst/>
              <a:cxnLst/>
              <a:rect l="l" t="t" r="r" b="b"/>
              <a:pathLst>
                <a:path w="186327" h="239" extrusionOk="0">
                  <a:moveTo>
                    <a:pt x="93163" y="0"/>
                  </a:moveTo>
                  <a:cubicBezTo>
                    <a:pt x="41684" y="0"/>
                    <a:pt x="0" y="0"/>
                    <a:pt x="0" y="119"/>
                  </a:cubicBezTo>
                  <a:cubicBezTo>
                    <a:pt x="0" y="119"/>
                    <a:pt x="41684" y="238"/>
                    <a:pt x="93163" y="238"/>
                  </a:cubicBezTo>
                  <a:cubicBezTo>
                    <a:pt x="144642" y="238"/>
                    <a:pt x="186326" y="119"/>
                    <a:pt x="186326" y="119"/>
                  </a:cubicBezTo>
                  <a:cubicBezTo>
                    <a:pt x="186326" y="0"/>
                    <a:pt x="144642" y="0"/>
                    <a:pt x="931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9" name="Google Shape;2649;p57"/>
          <p:cNvSpPr txBox="1">
            <a:spLocks noGrp="1"/>
          </p:cNvSpPr>
          <p:nvPr>
            <p:ph type="title"/>
          </p:nvPr>
        </p:nvSpPr>
        <p:spPr>
          <a:xfrm>
            <a:off x="1776450" y="1106125"/>
            <a:ext cx="5591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264</a:t>
            </a:r>
            <a:endParaRPr/>
          </a:p>
        </p:txBody>
      </p:sp>
      <p:sp>
        <p:nvSpPr>
          <p:cNvPr id="2650" name="Google Shape;2650;p57"/>
          <p:cNvSpPr txBox="1">
            <a:spLocks noGrp="1"/>
          </p:cNvSpPr>
          <p:nvPr>
            <p:ph type="body" idx="1"/>
          </p:nvPr>
        </p:nvSpPr>
        <p:spPr>
          <a:xfrm>
            <a:off x="1807800" y="3152225"/>
            <a:ext cx="55284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Channels curated for the custom IPTV channel list, each checked twice before being added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5" name="Google Shape;3115;p63"/>
          <p:cNvSpPr txBox="1">
            <a:spLocks noGrp="1"/>
          </p:cNvSpPr>
          <p:nvPr>
            <p:ph type="title"/>
          </p:nvPr>
        </p:nvSpPr>
        <p:spPr>
          <a:xfrm>
            <a:off x="2702550" y="1141432"/>
            <a:ext cx="37389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3116" name="Google Shape;3116;p63"/>
          <p:cNvSpPr txBox="1">
            <a:spLocks noGrp="1"/>
          </p:cNvSpPr>
          <p:nvPr>
            <p:ph type="subTitle" idx="1"/>
          </p:nvPr>
        </p:nvSpPr>
        <p:spPr>
          <a:xfrm>
            <a:off x="2784150" y="1954649"/>
            <a:ext cx="3575700" cy="9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youremail@freepik.com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+91 620 421 838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yourcompany.com</a:t>
            </a:r>
            <a:endParaRPr/>
          </a:p>
        </p:txBody>
      </p:sp>
      <p:sp>
        <p:nvSpPr>
          <p:cNvPr id="3117" name="Google Shape;3117;p63"/>
          <p:cNvSpPr txBox="1"/>
          <p:nvPr/>
        </p:nvSpPr>
        <p:spPr>
          <a:xfrm>
            <a:off x="2848350" y="4343075"/>
            <a:ext cx="34473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Spartan"/>
                <a:ea typeface="Spartan"/>
                <a:cs typeface="Spartan"/>
                <a:sym typeface="Spartan"/>
              </a:rPr>
              <a:t>Please keep this slide for attribution</a:t>
            </a:r>
            <a:endParaRPr sz="1100">
              <a:solidFill>
                <a:schemeClr val="lt2"/>
              </a:solidFill>
              <a:latin typeface="Spartan"/>
              <a:ea typeface="Spartan"/>
              <a:cs typeface="Spartan"/>
              <a:sym typeface="Spartan"/>
            </a:endParaRPr>
          </a:p>
        </p:txBody>
      </p:sp>
      <p:grpSp>
        <p:nvGrpSpPr>
          <p:cNvPr id="3118" name="Google Shape;3118;p63"/>
          <p:cNvGrpSpPr/>
          <p:nvPr/>
        </p:nvGrpSpPr>
        <p:grpSpPr>
          <a:xfrm>
            <a:off x="3886990" y="3290754"/>
            <a:ext cx="363066" cy="357008"/>
            <a:chOff x="2866317" y="3817357"/>
            <a:chExt cx="362920" cy="356865"/>
          </a:xfrm>
        </p:grpSpPr>
        <p:sp>
          <p:nvSpPr>
            <p:cNvPr id="3119" name="Google Shape;3119;p63"/>
            <p:cNvSpPr/>
            <p:nvPr/>
          </p:nvSpPr>
          <p:spPr>
            <a:xfrm>
              <a:off x="2866317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799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799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799" y="0"/>
                  </a:cubicBezTo>
                  <a:close/>
                </a:path>
              </a:pathLst>
            </a:custGeom>
            <a:solidFill>
              <a:srgbClr val="FF0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63"/>
            <p:cNvSpPr/>
            <p:nvPr/>
          </p:nvSpPr>
          <p:spPr>
            <a:xfrm>
              <a:off x="3021457" y="3817357"/>
              <a:ext cx="207780" cy="356576"/>
            </a:xfrm>
            <a:custGeom>
              <a:avLst/>
              <a:gdLst/>
              <a:ahLst/>
              <a:cxnLst/>
              <a:rect l="l" t="t" r="r" b="b"/>
              <a:pathLst>
                <a:path w="7926" h="13602" extrusionOk="0">
                  <a:moveTo>
                    <a:pt x="881" y="0"/>
                  </a:moveTo>
                  <a:cubicBezTo>
                    <a:pt x="593" y="0"/>
                    <a:pt x="290" y="15"/>
                    <a:pt x="1" y="58"/>
                  </a:cubicBezTo>
                  <a:cubicBezTo>
                    <a:pt x="3379" y="505"/>
                    <a:pt x="5919" y="3378"/>
                    <a:pt x="5919" y="6799"/>
                  </a:cubicBezTo>
                  <a:cubicBezTo>
                    <a:pt x="5919" y="10220"/>
                    <a:pt x="3379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0" y="10865"/>
                    <a:pt x="7666" y="7247"/>
                  </a:cubicBezTo>
                  <a:cubicBezTo>
                    <a:pt x="7926" y="3320"/>
                    <a:pt x="4822" y="0"/>
                    <a:pt x="881" y="0"/>
                  </a:cubicBezTo>
                  <a:close/>
                </a:path>
              </a:pathLst>
            </a:custGeom>
            <a:solidFill>
              <a:srgbClr val="FF0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63"/>
            <p:cNvSpPr/>
            <p:nvPr/>
          </p:nvSpPr>
          <p:spPr>
            <a:xfrm>
              <a:off x="2928367" y="3894561"/>
              <a:ext cx="194175" cy="279662"/>
            </a:xfrm>
            <a:custGeom>
              <a:avLst/>
              <a:gdLst/>
              <a:ahLst/>
              <a:cxnLst/>
              <a:rect l="l" t="t" r="r" b="b"/>
              <a:pathLst>
                <a:path w="7407" h="10668" extrusionOk="0">
                  <a:moveTo>
                    <a:pt x="6208" y="0"/>
                  </a:moveTo>
                  <a:cubicBezTo>
                    <a:pt x="4086" y="14"/>
                    <a:pt x="2079" y="1732"/>
                    <a:pt x="2079" y="3854"/>
                  </a:cubicBezTo>
                  <a:lnTo>
                    <a:pt x="2079" y="4114"/>
                  </a:lnTo>
                  <a:cubicBezTo>
                    <a:pt x="2079" y="4129"/>
                    <a:pt x="2051" y="4157"/>
                    <a:pt x="2036" y="4157"/>
                  </a:cubicBezTo>
                  <a:lnTo>
                    <a:pt x="174" y="4157"/>
                  </a:lnTo>
                  <a:cubicBezTo>
                    <a:pt x="73" y="4157"/>
                    <a:pt x="1" y="4230"/>
                    <a:pt x="1" y="4331"/>
                  </a:cubicBezTo>
                  <a:lnTo>
                    <a:pt x="1" y="6048"/>
                  </a:lnTo>
                  <a:cubicBezTo>
                    <a:pt x="1" y="6149"/>
                    <a:pt x="73" y="6236"/>
                    <a:pt x="174" y="6236"/>
                  </a:cubicBezTo>
                  <a:lnTo>
                    <a:pt x="2036" y="6236"/>
                  </a:lnTo>
                  <a:cubicBezTo>
                    <a:pt x="2051" y="6236"/>
                    <a:pt x="2079" y="6251"/>
                    <a:pt x="2079" y="6279"/>
                  </a:cubicBezTo>
                  <a:lnTo>
                    <a:pt x="2079" y="10220"/>
                  </a:lnTo>
                  <a:cubicBezTo>
                    <a:pt x="2079" y="10235"/>
                    <a:pt x="2079" y="10249"/>
                    <a:pt x="2108" y="10264"/>
                  </a:cubicBezTo>
                  <a:cubicBezTo>
                    <a:pt x="2743" y="10495"/>
                    <a:pt x="3422" y="10624"/>
                    <a:pt x="4100" y="10668"/>
                  </a:cubicBezTo>
                  <a:cubicBezTo>
                    <a:pt x="4129" y="10668"/>
                    <a:pt x="4144" y="10639"/>
                    <a:pt x="4144" y="10624"/>
                  </a:cubicBezTo>
                  <a:lnTo>
                    <a:pt x="4144" y="6279"/>
                  </a:lnTo>
                  <a:cubicBezTo>
                    <a:pt x="4144" y="6251"/>
                    <a:pt x="4158" y="6236"/>
                    <a:pt x="4187" y="6236"/>
                  </a:cubicBezTo>
                  <a:lnTo>
                    <a:pt x="7218" y="6236"/>
                  </a:lnTo>
                  <a:cubicBezTo>
                    <a:pt x="7319" y="6236"/>
                    <a:pt x="7406" y="6149"/>
                    <a:pt x="7406" y="6048"/>
                  </a:cubicBezTo>
                  <a:lnTo>
                    <a:pt x="7406" y="4331"/>
                  </a:lnTo>
                  <a:cubicBezTo>
                    <a:pt x="7406" y="4230"/>
                    <a:pt x="7319" y="4143"/>
                    <a:pt x="7218" y="4143"/>
                  </a:cubicBezTo>
                  <a:lnTo>
                    <a:pt x="4187" y="4143"/>
                  </a:lnTo>
                  <a:cubicBezTo>
                    <a:pt x="4158" y="4143"/>
                    <a:pt x="4144" y="4129"/>
                    <a:pt x="4144" y="4100"/>
                  </a:cubicBezTo>
                  <a:lnTo>
                    <a:pt x="4144" y="3854"/>
                  </a:lnTo>
                  <a:cubicBezTo>
                    <a:pt x="4144" y="2714"/>
                    <a:pt x="5068" y="2079"/>
                    <a:pt x="6208" y="2079"/>
                  </a:cubicBezTo>
                  <a:lnTo>
                    <a:pt x="7218" y="2079"/>
                  </a:lnTo>
                  <a:cubicBezTo>
                    <a:pt x="7319" y="2079"/>
                    <a:pt x="7406" y="1992"/>
                    <a:pt x="7406" y="1891"/>
                  </a:cubicBezTo>
                  <a:lnTo>
                    <a:pt x="7406" y="173"/>
                  </a:lnTo>
                  <a:cubicBezTo>
                    <a:pt x="7406" y="72"/>
                    <a:pt x="7319" y="0"/>
                    <a:pt x="72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2" name="Google Shape;3122;p63"/>
          <p:cNvGrpSpPr/>
          <p:nvPr/>
        </p:nvGrpSpPr>
        <p:grpSpPr>
          <a:xfrm>
            <a:off x="4390271" y="3290754"/>
            <a:ext cx="363066" cy="357008"/>
            <a:chOff x="3314750" y="3817357"/>
            <a:chExt cx="362920" cy="356865"/>
          </a:xfrm>
        </p:grpSpPr>
        <p:sp>
          <p:nvSpPr>
            <p:cNvPr id="3123" name="Google Shape;3123;p63"/>
            <p:cNvSpPr/>
            <p:nvPr/>
          </p:nvSpPr>
          <p:spPr>
            <a:xfrm>
              <a:off x="3314750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rgbClr val="FF0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63"/>
            <p:cNvSpPr/>
            <p:nvPr/>
          </p:nvSpPr>
          <p:spPr>
            <a:xfrm>
              <a:off x="3469891" y="3817357"/>
              <a:ext cx="207780" cy="356865"/>
            </a:xfrm>
            <a:custGeom>
              <a:avLst/>
              <a:gdLst/>
              <a:ahLst/>
              <a:cxnLst/>
              <a:rect l="l" t="t" r="r" b="b"/>
              <a:pathLst>
                <a:path w="7926" h="13613" extrusionOk="0">
                  <a:moveTo>
                    <a:pt x="881" y="0"/>
                  </a:moveTo>
                  <a:cubicBezTo>
                    <a:pt x="884" y="0"/>
                    <a:pt x="886" y="0"/>
                    <a:pt x="888" y="0"/>
                  </a:cubicBezTo>
                  <a:lnTo>
                    <a:pt x="888" y="0"/>
                  </a:lnTo>
                  <a:cubicBezTo>
                    <a:pt x="891" y="0"/>
                    <a:pt x="893" y="0"/>
                    <a:pt x="896" y="0"/>
                  </a:cubicBezTo>
                  <a:close/>
                  <a:moveTo>
                    <a:pt x="888" y="0"/>
                  </a:moveTo>
                  <a:lnTo>
                    <a:pt x="888" y="0"/>
                  </a:lnTo>
                  <a:cubicBezTo>
                    <a:pt x="588" y="0"/>
                    <a:pt x="301" y="15"/>
                    <a:pt x="1" y="58"/>
                  </a:cubicBezTo>
                  <a:cubicBezTo>
                    <a:pt x="3393" y="491"/>
                    <a:pt x="5934" y="3378"/>
                    <a:pt x="5934" y="6799"/>
                  </a:cubicBezTo>
                  <a:cubicBezTo>
                    <a:pt x="5934" y="10220"/>
                    <a:pt x="3393" y="13107"/>
                    <a:pt x="1" y="13555"/>
                  </a:cubicBezTo>
                  <a:cubicBezTo>
                    <a:pt x="299" y="13594"/>
                    <a:pt x="595" y="13612"/>
                    <a:pt x="887" y="13612"/>
                  </a:cubicBezTo>
                  <a:cubicBezTo>
                    <a:pt x="4418" y="13612"/>
                    <a:pt x="7441" y="10873"/>
                    <a:pt x="7680" y="7247"/>
                  </a:cubicBezTo>
                  <a:cubicBezTo>
                    <a:pt x="7926" y="3323"/>
                    <a:pt x="4826" y="4"/>
                    <a:pt x="888" y="0"/>
                  </a:cubicBezTo>
                  <a:close/>
                </a:path>
              </a:pathLst>
            </a:custGeom>
            <a:solidFill>
              <a:srgbClr val="FF0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63"/>
            <p:cNvSpPr/>
            <p:nvPr/>
          </p:nvSpPr>
          <p:spPr>
            <a:xfrm>
              <a:off x="3379082" y="3881296"/>
              <a:ext cx="228595" cy="228595"/>
            </a:xfrm>
            <a:custGeom>
              <a:avLst/>
              <a:gdLst/>
              <a:ahLst/>
              <a:cxnLst/>
              <a:rect l="l" t="t" r="r" b="b"/>
              <a:pathLst>
                <a:path w="8720" h="8720" extrusionOk="0">
                  <a:moveTo>
                    <a:pt x="6886" y="448"/>
                  </a:moveTo>
                  <a:cubicBezTo>
                    <a:pt x="7651" y="448"/>
                    <a:pt x="8272" y="1069"/>
                    <a:pt x="8272" y="1834"/>
                  </a:cubicBezTo>
                  <a:lnTo>
                    <a:pt x="8272" y="6872"/>
                  </a:lnTo>
                  <a:lnTo>
                    <a:pt x="8272" y="6886"/>
                  </a:lnTo>
                  <a:cubicBezTo>
                    <a:pt x="8272" y="7652"/>
                    <a:pt x="7651" y="8272"/>
                    <a:pt x="6872" y="8272"/>
                  </a:cubicBezTo>
                  <a:lnTo>
                    <a:pt x="1848" y="8272"/>
                  </a:lnTo>
                  <a:cubicBezTo>
                    <a:pt x="1069" y="8272"/>
                    <a:pt x="448" y="7652"/>
                    <a:pt x="448" y="6886"/>
                  </a:cubicBezTo>
                  <a:lnTo>
                    <a:pt x="448" y="1834"/>
                  </a:lnTo>
                  <a:cubicBezTo>
                    <a:pt x="448" y="1069"/>
                    <a:pt x="1069" y="448"/>
                    <a:pt x="1848" y="448"/>
                  </a:cubicBezTo>
                  <a:close/>
                  <a:moveTo>
                    <a:pt x="1848" y="1"/>
                  </a:moveTo>
                  <a:cubicBezTo>
                    <a:pt x="823" y="1"/>
                    <a:pt x="0" y="824"/>
                    <a:pt x="0" y="1834"/>
                  </a:cubicBezTo>
                  <a:lnTo>
                    <a:pt x="0" y="6872"/>
                  </a:lnTo>
                  <a:cubicBezTo>
                    <a:pt x="0" y="7897"/>
                    <a:pt x="823" y="8720"/>
                    <a:pt x="1848" y="8720"/>
                  </a:cubicBezTo>
                  <a:lnTo>
                    <a:pt x="6886" y="8720"/>
                  </a:lnTo>
                  <a:cubicBezTo>
                    <a:pt x="7897" y="8720"/>
                    <a:pt x="8719" y="7897"/>
                    <a:pt x="8719" y="6886"/>
                  </a:cubicBezTo>
                  <a:lnTo>
                    <a:pt x="8719" y="1834"/>
                  </a:lnTo>
                  <a:cubicBezTo>
                    <a:pt x="8719" y="824"/>
                    <a:pt x="7897" y="1"/>
                    <a:pt x="68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63"/>
            <p:cNvSpPr/>
            <p:nvPr/>
          </p:nvSpPr>
          <p:spPr>
            <a:xfrm>
              <a:off x="3412768" y="3935430"/>
              <a:ext cx="140408" cy="120274"/>
            </a:xfrm>
            <a:custGeom>
              <a:avLst/>
              <a:gdLst/>
              <a:ahLst/>
              <a:cxnLst/>
              <a:rect l="l" t="t" r="r" b="b"/>
              <a:pathLst>
                <a:path w="5356" h="4588" extrusionOk="0">
                  <a:moveTo>
                    <a:pt x="3063" y="447"/>
                  </a:moveTo>
                  <a:cubicBezTo>
                    <a:pt x="4013" y="447"/>
                    <a:pt x="4923" y="1183"/>
                    <a:pt x="4923" y="2295"/>
                  </a:cubicBezTo>
                  <a:cubicBezTo>
                    <a:pt x="4908" y="3320"/>
                    <a:pt x="4085" y="4143"/>
                    <a:pt x="3075" y="4143"/>
                  </a:cubicBezTo>
                  <a:cubicBezTo>
                    <a:pt x="1429" y="4143"/>
                    <a:pt x="592" y="2151"/>
                    <a:pt x="1761" y="996"/>
                  </a:cubicBezTo>
                  <a:cubicBezTo>
                    <a:pt x="2140" y="617"/>
                    <a:pt x="2606" y="447"/>
                    <a:pt x="3063" y="447"/>
                  </a:cubicBezTo>
                  <a:close/>
                  <a:moveTo>
                    <a:pt x="3075" y="0"/>
                  </a:moveTo>
                  <a:cubicBezTo>
                    <a:pt x="1025" y="0"/>
                    <a:pt x="0" y="2468"/>
                    <a:pt x="1444" y="3912"/>
                  </a:cubicBezTo>
                  <a:cubicBezTo>
                    <a:pt x="1910" y="4379"/>
                    <a:pt x="2484" y="4587"/>
                    <a:pt x="3047" y="4587"/>
                  </a:cubicBezTo>
                  <a:cubicBezTo>
                    <a:pt x="4225" y="4587"/>
                    <a:pt x="5356" y="3673"/>
                    <a:pt x="5356" y="2295"/>
                  </a:cubicBezTo>
                  <a:cubicBezTo>
                    <a:pt x="5356" y="1025"/>
                    <a:pt x="4331" y="0"/>
                    <a:pt x="30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63"/>
            <p:cNvSpPr/>
            <p:nvPr/>
          </p:nvSpPr>
          <p:spPr>
            <a:xfrm>
              <a:off x="3539518" y="3910447"/>
              <a:ext cx="31065" cy="31039"/>
            </a:xfrm>
            <a:custGeom>
              <a:avLst/>
              <a:gdLst/>
              <a:ahLst/>
              <a:cxnLst/>
              <a:rect l="l" t="t" r="r" b="b"/>
              <a:pathLst>
                <a:path w="1185" h="1184" extrusionOk="0">
                  <a:moveTo>
                    <a:pt x="593" y="0"/>
                  </a:moveTo>
                  <a:cubicBezTo>
                    <a:pt x="275" y="0"/>
                    <a:pt x="1" y="260"/>
                    <a:pt x="1" y="592"/>
                  </a:cubicBezTo>
                  <a:cubicBezTo>
                    <a:pt x="1" y="910"/>
                    <a:pt x="275" y="1184"/>
                    <a:pt x="593" y="1184"/>
                  </a:cubicBezTo>
                  <a:cubicBezTo>
                    <a:pt x="925" y="1184"/>
                    <a:pt x="1185" y="910"/>
                    <a:pt x="1185" y="592"/>
                  </a:cubicBezTo>
                  <a:cubicBezTo>
                    <a:pt x="1185" y="260"/>
                    <a:pt x="925" y="0"/>
                    <a:pt x="5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8" name="Google Shape;3128;p63"/>
          <p:cNvGrpSpPr/>
          <p:nvPr/>
        </p:nvGrpSpPr>
        <p:grpSpPr>
          <a:xfrm>
            <a:off x="4893551" y="3290901"/>
            <a:ext cx="363459" cy="356719"/>
            <a:chOff x="3763184" y="3817357"/>
            <a:chExt cx="363314" cy="356576"/>
          </a:xfrm>
        </p:grpSpPr>
        <p:sp>
          <p:nvSpPr>
            <p:cNvPr id="3129" name="Google Shape;3129;p63"/>
            <p:cNvSpPr/>
            <p:nvPr/>
          </p:nvSpPr>
          <p:spPr>
            <a:xfrm>
              <a:off x="3763184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rgbClr val="FF0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63"/>
            <p:cNvSpPr/>
            <p:nvPr/>
          </p:nvSpPr>
          <p:spPr>
            <a:xfrm>
              <a:off x="3918324" y="3817357"/>
              <a:ext cx="208173" cy="356576"/>
            </a:xfrm>
            <a:custGeom>
              <a:avLst/>
              <a:gdLst/>
              <a:ahLst/>
              <a:cxnLst/>
              <a:rect l="l" t="t" r="r" b="b"/>
              <a:pathLst>
                <a:path w="7941" h="13602" extrusionOk="0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rgbClr val="FF0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63"/>
            <p:cNvSpPr/>
            <p:nvPr/>
          </p:nvSpPr>
          <p:spPr>
            <a:xfrm>
              <a:off x="3848330" y="3964188"/>
              <a:ext cx="39375" cy="116945"/>
            </a:xfrm>
            <a:custGeom>
              <a:avLst/>
              <a:gdLst/>
              <a:ahLst/>
              <a:cxnLst/>
              <a:rect l="l" t="t" r="r" b="b"/>
              <a:pathLst>
                <a:path w="1502" h="4461" extrusionOk="0">
                  <a:moveTo>
                    <a:pt x="58" y="0"/>
                  </a:moveTo>
                  <a:cubicBezTo>
                    <a:pt x="29" y="0"/>
                    <a:pt x="0" y="29"/>
                    <a:pt x="0" y="58"/>
                  </a:cubicBezTo>
                  <a:lnTo>
                    <a:pt x="0" y="4403"/>
                  </a:lnTo>
                  <a:cubicBezTo>
                    <a:pt x="0" y="4432"/>
                    <a:pt x="29" y="4461"/>
                    <a:pt x="58" y="4461"/>
                  </a:cubicBezTo>
                  <a:lnTo>
                    <a:pt x="1444" y="4461"/>
                  </a:lnTo>
                  <a:cubicBezTo>
                    <a:pt x="1473" y="4461"/>
                    <a:pt x="1502" y="4446"/>
                    <a:pt x="1502" y="4403"/>
                  </a:cubicBezTo>
                  <a:lnTo>
                    <a:pt x="1502" y="58"/>
                  </a:lnTo>
                  <a:cubicBezTo>
                    <a:pt x="1502" y="29"/>
                    <a:pt x="1473" y="0"/>
                    <a:pt x="14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63"/>
            <p:cNvSpPr/>
            <p:nvPr/>
          </p:nvSpPr>
          <p:spPr>
            <a:xfrm>
              <a:off x="3832418" y="3894403"/>
              <a:ext cx="55287" cy="47475"/>
            </a:xfrm>
            <a:custGeom>
              <a:avLst/>
              <a:gdLst/>
              <a:ahLst/>
              <a:cxnLst/>
              <a:rect l="l" t="t" r="r" b="b"/>
              <a:pathLst>
                <a:path w="2109" h="1811" extrusionOk="0">
                  <a:moveTo>
                    <a:pt x="1208" y="0"/>
                  </a:moveTo>
                  <a:cubicBezTo>
                    <a:pt x="987" y="0"/>
                    <a:pt x="761" y="83"/>
                    <a:pt x="578" y="266"/>
                  </a:cubicBezTo>
                  <a:cubicBezTo>
                    <a:pt x="1" y="829"/>
                    <a:pt x="405" y="1810"/>
                    <a:pt x="1214" y="1810"/>
                  </a:cubicBezTo>
                  <a:cubicBezTo>
                    <a:pt x="1704" y="1810"/>
                    <a:pt x="2109" y="1406"/>
                    <a:pt x="2109" y="901"/>
                  </a:cubicBezTo>
                  <a:cubicBezTo>
                    <a:pt x="2109" y="355"/>
                    <a:pt x="1668" y="0"/>
                    <a:pt x="12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63"/>
            <p:cNvSpPr/>
            <p:nvPr/>
          </p:nvSpPr>
          <p:spPr>
            <a:xfrm>
              <a:off x="3925901" y="3964161"/>
              <a:ext cx="124914" cy="117365"/>
            </a:xfrm>
            <a:custGeom>
              <a:avLst/>
              <a:gdLst/>
              <a:ahLst/>
              <a:cxnLst/>
              <a:rect l="l" t="t" r="r" b="b"/>
              <a:pathLst>
                <a:path w="4765" h="4477" extrusionOk="0">
                  <a:moveTo>
                    <a:pt x="2716" y="1"/>
                  </a:moveTo>
                  <a:cubicBezTo>
                    <a:pt x="2701" y="1"/>
                    <a:pt x="2686" y="1"/>
                    <a:pt x="2671" y="1"/>
                  </a:cubicBezTo>
                  <a:cubicBezTo>
                    <a:pt x="2180" y="1"/>
                    <a:pt x="1718" y="145"/>
                    <a:pt x="1314" y="434"/>
                  </a:cubicBezTo>
                  <a:cubicBezTo>
                    <a:pt x="1304" y="441"/>
                    <a:pt x="1294" y="444"/>
                    <a:pt x="1284" y="444"/>
                  </a:cubicBezTo>
                  <a:cubicBezTo>
                    <a:pt x="1248" y="444"/>
                    <a:pt x="1213" y="410"/>
                    <a:pt x="1213" y="376"/>
                  </a:cubicBezTo>
                  <a:lnTo>
                    <a:pt x="1213" y="59"/>
                  </a:lnTo>
                  <a:cubicBezTo>
                    <a:pt x="1213" y="30"/>
                    <a:pt x="1170" y="1"/>
                    <a:pt x="1141" y="1"/>
                  </a:cubicBezTo>
                  <a:lnTo>
                    <a:pt x="58" y="1"/>
                  </a:lnTo>
                  <a:cubicBezTo>
                    <a:pt x="29" y="1"/>
                    <a:pt x="1" y="30"/>
                    <a:pt x="1" y="59"/>
                  </a:cubicBezTo>
                  <a:lnTo>
                    <a:pt x="1" y="4389"/>
                  </a:lnTo>
                  <a:cubicBezTo>
                    <a:pt x="1" y="4433"/>
                    <a:pt x="29" y="4462"/>
                    <a:pt x="58" y="4462"/>
                  </a:cubicBezTo>
                  <a:lnTo>
                    <a:pt x="1430" y="4462"/>
                  </a:lnTo>
                  <a:cubicBezTo>
                    <a:pt x="1473" y="4462"/>
                    <a:pt x="1502" y="4433"/>
                    <a:pt x="1502" y="4389"/>
                  </a:cubicBezTo>
                  <a:lnTo>
                    <a:pt x="1502" y="2859"/>
                  </a:lnTo>
                  <a:cubicBezTo>
                    <a:pt x="1502" y="2354"/>
                    <a:pt x="1617" y="1502"/>
                    <a:pt x="2382" y="1502"/>
                  </a:cubicBezTo>
                  <a:cubicBezTo>
                    <a:pt x="3133" y="1502"/>
                    <a:pt x="3249" y="2354"/>
                    <a:pt x="3249" y="2859"/>
                  </a:cubicBezTo>
                  <a:lnTo>
                    <a:pt x="3249" y="4404"/>
                  </a:lnTo>
                  <a:cubicBezTo>
                    <a:pt x="3249" y="4433"/>
                    <a:pt x="3277" y="4462"/>
                    <a:pt x="3321" y="4462"/>
                  </a:cubicBezTo>
                  <a:lnTo>
                    <a:pt x="3321" y="4476"/>
                  </a:lnTo>
                  <a:lnTo>
                    <a:pt x="4692" y="4476"/>
                  </a:lnTo>
                  <a:cubicBezTo>
                    <a:pt x="4721" y="4476"/>
                    <a:pt x="4750" y="4433"/>
                    <a:pt x="4750" y="4404"/>
                  </a:cubicBezTo>
                  <a:lnTo>
                    <a:pt x="4750" y="2383"/>
                  </a:lnTo>
                  <a:cubicBezTo>
                    <a:pt x="4764" y="1806"/>
                    <a:pt x="4591" y="1243"/>
                    <a:pt x="4259" y="766"/>
                  </a:cubicBezTo>
                  <a:cubicBezTo>
                    <a:pt x="3893" y="287"/>
                    <a:pt x="3320" y="1"/>
                    <a:pt x="27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V Series Social Media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E5FF00"/>
      </a:accent1>
      <a:accent2>
        <a:srgbClr val="FF00A3"/>
      </a:accent2>
      <a:accent3>
        <a:srgbClr val="453A76"/>
      </a:accent3>
      <a:accent4>
        <a:srgbClr val="263238"/>
      </a:accent4>
      <a:accent5>
        <a:srgbClr val="EEEEEE"/>
      </a:accent5>
      <a:accent6>
        <a:srgbClr val="455A64"/>
      </a:accent6>
      <a:hlink>
        <a:srgbClr val="E5FF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1183</Words>
  <Application>Microsoft Office PowerPoint</Application>
  <PresentationFormat>On-screen Show (16:9)</PresentationFormat>
  <Paragraphs>283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7" baseType="lpstr">
      <vt:lpstr>Amatic SC</vt:lpstr>
      <vt:lpstr>Roboto Medium</vt:lpstr>
      <vt:lpstr>Catamaran</vt:lpstr>
      <vt:lpstr>Arial</vt:lpstr>
      <vt:lpstr>Muli</vt:lpstr>
      <vt:lpstr>Proxima Nova Semibold</vt:lpstr>
      <vt:lpstr>Spartan</vt:lpstr>
      <vt:lpstr>Gugi</vt:lpstr>
      <vt:lpstr>Proxima Nova</vt:lpstr>
      <vt:lpstr>Calibri</vt:lpstr>
      <vt:lpstr>TV Series Social Media by Slidesgo</vt:lpstr>
      <vt:lpstr>Slidesgo Final Pages</vt:lpstr>
      <vt:lpstr>Retro Tv  Project</vt:lpstr>
      <vt:lpstr>Matirials Used:</vt:lpstr>
      <vt:lpstr>The Idea</vt:lpstr>
      <vt:lpstr>The Idea</vt:lpstr>
      <vt:lpstr>The Laptop…</vt:lpstr>
      <vt:lpstr>The Problems</vt:lpstr>
      <vt:lpstr>AUDIENCE DEMOGRAPHICS</vt:lpstr>
      <vt:lpstr>TOP SOCIAL NETWORKING SITES</vt:lpstr>
      <vt:lpstr>BUYER PERSONA</vt:lpstr>
      <vt:lpstr>ANALYZING THE COMPETITION</vt:lpstr>
      <vt:lpstr>Solution of Problems</vt:lpstr>
      <vt:lpstr>GOALS</vt:lpstr>
      <vt:lpstr>STRATEGIES</vt:lpstr>
      <vt:lpstr>OUR COVERAGE</vt:lpstr>
      <vt:lpstr>The Wirring</vt:lpstr>
      <vt:lpstr>OUR AREAS OF EXPERTISE</vt:lpstr>
      <vt:lpstr>WHAT CONTENT ARE WE GOING TO CREATE?</vt:lpstr>
      <vt:lpstr>WHAT TONE ARE WE GOING TO USE?</vt:lpstr>
      <vt:lpstr>A PICTURE IS WORTH A THOUSAND WORDS</vt:lpstr>
      <vt:lpstr>WHAT PLATFORMS ARE WE GOING TO USE?</vt:lpstr>
      <vt:lpstr>CONTENT SHARING PLAN</vt:lpstr>
      <vt:lpstr>CALENDAR</vt:lpstr>
      <vt:lpstr>Goals</vt:lpstr>
      <vt:lpstr>BUDGET</vt:lpstr>
      <vt:lpstr>$60,000</vt:lpstr>
      <vt:lpstr>THANKS!</vt:lpstr>
      <vt:lpstr>ALTERNATIVE RESOURCES</vt:lpstr>
      <vt:lpstr>RESOURCES</vt:lpstr>
      <vt:lpstr>Instructions for use</vt:lpstr>
      <vt:lpstr>Fonts &amp; colors used</vt:lpstr>
      <vt:lpstr>Stories by Freepik</vt:lpstr>
      <vt:lpstr>Use our editable graphic resources...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...and our sets of editable icons</vt:lpstr>
      <vt:lpstr>Educational Icons</vt:lpstr>
      <vt:lpstr>Business Icons</vt:lpstr>
      <vt:lpstr>Help &amp; Support Icons</vt:lpstr>
      <vt:lpstr>Creative Process Icons</vt:lpstr>
      <vt:lpstr>Nature Icons</vt:lpstr>
      <vt:lpstr>SEO &amp; Marketing Icons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حيدر علي الشويخ</cp:lastModifiedBy>
  <cp:revision>2</cp:revision>
  <dcterms:modified xsi:type="dcterms:W3CDTF">2026-09-29T15:18:55Z</dcterms:modified>
</cp:coreProperties>
</file>